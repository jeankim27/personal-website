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ean%20Kim%20(Notebook)\Elemental%20Analysis\Insulation%20B124%20J57%20Engine%20PSL%20FTIR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FTIR of Insulation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862774702231171E-2"/>
          <c:y val="0.17167109143707862"/>
          <c:w val="0.8705935034416622"/>
          <c:h val="0.80196897566093239"/>
        </c:manualLayout>
      </c:layout>
      <c:scatterChart>
        <c:scatterStyle val="lineMarker"/>
        <c:varyColors val="0"/>
        <c:ser>
          <c:idx val="0"/>
          <c:order val="0"/>
          <c:spPr>
            <a:ln w="158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1342"/>
              <c:layout>
                <c:manualLayout>
                  <c:x val="3.1941031941031942E-2"/>
                  <c:y val="-2.0902373571499849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40-413F-9B6E-0427B84192D5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'Insulation B124 J57 Engine PSL '!$A$1:$A$7469</c:f>
              <c:numCache>
                <c:formatCode>0.0</c:formatCode>
                <c:ptCount val="7469"/>
                <c:pt idx="0">
                  <c:v>399.69159999999999</c:v>
                </c:pt>
                <c:pt idx="1">
                  <c:v>400.1737</c:v>
                </c:pt>
                <c:pt idx="2">
                  <c:v>400.65589999999997</c:v>
                </c:pt>
                <c:pt idx="3">
                  <c:v>401.13799999999998</c:v>
                </c:pt>
                <c:pt idx="4">
                  <c:v>401.62009999999998</c:v>
                </c:pt>
                <c:pt idx="5">
                  <c:v>402.10230000000001</c:v>
                </c:pt>
                <c:pt idx="6">
                  <c:v>402.58440000000002</c:v>
                </c:pt>
                <c:pt idx="7">
                  <c:v>403.06659999999999</c:v>
                </c:pt>
                <c:pt idx="8">
                  <c:v>403.5487</c:v>
                </c:pt>
                <c:pt idx="9">
                  <c:v>404.0308</c:v>
                </c:pt>
                <c:pt idx="10">
                  <c:v>404.51299999999998</c:v>
                </c:pt>
                <c:pt idx="11">
                  <c:v>404.99509999999998</c:v>
                </c:pt>
                <c:pt idx="12">
                  <c:v>405.47719999999998</c:v>
                </c:pt>
                <c:pt idx="13">
                  <c:v>405.95940000000002</c:v>
                </c:pt>
                <c:pt idx="14">
                  <c:v>406.44150000000002</c:v>
                </c:pt>
                <c:pt idx="15">
                  <c:v>406.92360000000002</c:v>
                </c:pt>
                <c:pt idx="16">
                  <c:v>407.4058</c:v>
                </c:pt>
                <c:pt idx="17">
                  <c:v>407.8879</c:v>
                </c:pt>
                <c:pt idx="18">
                  <c:v>408.37009999999998</c:v>
                </c:pt>
                <c:pt idx="19">
                  <c:v>408.85219999999998</c:v>
                </c:pt>
                <c:pt idx="20">
                  <c:v>409.33429999999998</c:v>
                </c:pt>
                <c:pt idx="21">
                  <c:v>409.81650000000002</c:v>
                </c:pt>
                <c:pt idx="22">
                  <c:v>410.29860000000002</c:v>
                </c:pt>
                <c:pt idx="23">
                  <c:v>410.78070000000002</c:v>
                </c:pt>
                <c:pt idx="24">
                  <c:v>411.2629</c:v>
                </c:pt>
                <c:pt idx="25">
                  <c:v>411.745</c:v>
                </c:pt>
                <c:pt idx="26">
                  <c:v>412.22710000000001</c:v>
                </c:pt>
                <c:pt idx="27">
                  <c:v>412.70929999999998</c:v>
                </c:pt>
                <c:pt idx="28">
                  <c:v>413.19139999999999</c:v>
                </c:pt>
                <c:pt idx="29">
                  <c:v>413.67360000000002</c:v>
                </c:pt>
                <c:pt idx="30">
                  <c:v>414.15570000000002</c:v>
                </c:pt>
                <c:pt idx="31">
                  <c:v>414.63780000000003</c:v>
                </c:pt>
                <c:pt idx="32">
                  <c:v>415.12</c:v>
                </c:pt>
                <c:pt idx="33">
                  <c:v>415.60210000000001</c:v>
                </c:pt>
                <c:pt idx="34">
                  <c:v>416.08429999999998</c:v>
                </c:pt>
                <c:pt idx="35">
                  <c:v>416.56639999999999</c:v>
                </c:pt>
                <c:pt idx="36">
                  <c:v>417.04849999999999</c:v>
                </c:pt>
                <c:pt idx="37">
                  <c:v>417.53070000000002</c:v>
                </c:pt>
                <c:pt idx="38">
                  <c:v>418.01280000000003</c:v>
                </c:pt>
                <c:pt idx="39">
                  <c:v>418.49489999999997</c:v>
                </c:pt>
                <c:pt idx="40">
                  <c:v>418.97710000000001</c:v>
                </c:pt>
                <c:pt idx="41">
                  <c:v>419.45920000000001</c:v>
                </c:pt>
                <c:pt idx="42">
                  <c:v>419.94130000000001</c:v>
                </c:pt>
                <c:pt idx="43">
                  <c:v>420.42349999999999</c:v>
                </c:pt>
                <c:pt idx="44">
                  <c:v>420.90559999999999</c:v>
                </c:pt>
                <c:pt idx="45">
                  <c:v>421.38780000000003</c:v>
                </c:pt>
                <c:pt idx="46">
                  <c:v>421.86989999999997</c:v>
                </c:pt>
                <c:pt idx="47">
                  <c:v>422.35199999999998</c:v>
                </c:pt>
                <c:pt idx="48">
                  <c:v>422.83420000000001</c:v>
                </c:pt>
                <c:pt idx="49">
                  <c:v>423.31630000000001</c:v>
                </c:pt>
                <c:pt idx="50">
                  <c:v>423.79840000000002</c:v>
                </c:pt>
                <c:pt idx="51">
                  <c:v>424.28059999999999</c:v>
                </c:pt>
                <c:pt idx="52">
                  <c:v>424.7627</c:v>
                </c:pt>
                <c:pt idx="53">
                  <c:v>425.2448</c:v>
                </c:pt>
                <c:pt idx="54">
                  <c:v>425.72699999999998</c:v>
                </c:pt>
                <c:pt idx="55">
                  <c:v>426.20909999999998</c:v>
                </c:pt>
                <c:pt idx="56">
                  <c:v>426.69130000000001</c:v>
                </c:pt>
                <c:pt idx="57">
                  <c:v>427.17340000000002</c:v>
                </c:pt>
                <c:pt idx="58">
                  <c:v>427.65550000000002</c:v>
                </c:pt>
                <c:pt idx="59">
                  <c:v>428.1377</c:v>
                </c:pt>
                <c:pt idx="60">
                  <c:v>428.6198</c:v>
                </c:pt>
                <c:pt idx="61">
                  <c:v>429.10199999999998</c:v>
                </c:pt>
                <c:pt idx="62">
                  <c:v>429.58409999999998</c:v>
                </c:pt>
                <c:pt idx="63">
                  <c:v>430.06619999999998</c:v>
                </c:pt>
                <c:pt idx="64">
                  <c:v>430.54840000000002</c:v>
                </c:pt>
                <c:pt idx="65">
                  <c:v>431.03050000000002</c:v>
                </c:pt>
                <c:pt idx="66">
                  <c:v>431.51260000000002</c:v>
                </c:pt>
                <c:pt idx="67">
                  <c:v>431.9948</c:v>
                </c:pt>
                <c:pt idx="68">
                  <c:v>432.4769</c:v>
                </c:pt>
                <c:pt idx="69">
                  <c:v>432.959</c:v>
                </c:pt>
                <c:pt idx="70">
                  <c:v>433.44119999999998</c:v>
                </c:pt>
                <c:pt idx="71">
                  <c:v>433.92329999999998</c:v>
                </c:pt>
                <c:pt idx="72">
                  <c:v>434.40550000000002</c:v>
                </c:pt>
                <c:pt idx="73">
                  <c:v>434.88760000000002</c:v>
                </c:pt>
                <c:pt idx="74">
                  <c:v>435.36970000000002</c:v>
                </c:pt>
                <c:pt idx="75">
                  <c:v>435.8519</c:v>
                </c:pt>
                <c:pt idx="76">
                  <c:v>436.334</c:v>
                </c:pt>
                <c:pt idx="77">
                  <c:v>436.81610000000001</c:v>
                </c:pt>
                <c:pt idx="78">
                  <c:v>437.29829999999998</c:v>
                </c:pt>
                <c:pt idx="79">
                  <c:v>437.78039999999999</c:v>
                </c:pt>
                <c:pt idx="80">
                  <c:v>438.26249999999999</c:v>
                </c:pt>
                <c:pt idx="81">
                  <c:v>438.74470000000002</c:v>
                </c:pt>
                <c:pt idx="82">
                  <c:v>439.22680000000003</c:v>
                </c:pt>
                <c:pt idx="83">
                  <c:v>439.709</c:v>
                </c:pt>
                <c:pt idx="84">
                  <c:v>440.19110000000001</c:v>
                </c:pt>
                <c:pt idx="85">
                  <c:v>440.67320000000001</c:v>
                </c:pt>
                <c:pt idx="86">
                  <c:v>441.15539999999999</c:v>
                </c:pt>
                <c:pt idx="87">
                  <c:v>441.63749999999999</c:v>
                </c:pt>
                <c:pt idx="88">
                  <c:v>442.11959999999999</c:v>
                </c:pt>
                <c:pt idx="89">
                  <c:v>442.60180000000003</c:v>
                </c:pt>
                <c:pt idx="90">
                  <c:v>443.08390000000003</c:v>
                </c:pt>
                <c:pt idx="91">
                  <c:v>443.56599999999997</c:v>
                </c:pt>
                <c:pt idx="92">
                  <c:v>444.04820000000001</c:v>
                </c:pt>
                <c:pt idx="93">
                  <c:v>444.53030000000001</c:v>
                </c:pt>
                <c:pt idx="94">
                  <c:v>445.01249999999999</c:v>
                </c:pt>
                <c:pt idx="95">
                  <c:v>445.49459999999999</c:v>
                </c:pt>
                <c:pt idx="96">
                  <c:v>445.97669999999999</c:v>
                </c:pt>
                <c:pt idx="97">
                  <c:v>446.45890000000003</c:v>
                </c:pt>
                <c:pt idx="98">
                  <c:v>446.94099999999997</c:v>
                </c:pt>
                <c:pt idx="99">
                  <c:v>447.42320000000001</c:v>
                </c:pt>
                <c:pt idx="100">
                  <c:v>447.90530000000001</c:v>
                </c:pt>
                <c:pt idx="101">
                  <c:v>448.38740000000001</c:v>
                </c:pt>
                <c:pt idx="102">
                  <c:v>448.86959999999999</c:v>
                </c:pt>
                <c:pt idx="103">
                  <c:v>449.35169999999999</c:v>
                </c:pt>
                <c:pt idx="104">
                  <c:v>449.8338</c:v>
                </c:pt>
                <c:pt idx="105">
                  <c:v>450.31599999999997</c:v>
                </c:pt>
                <c:pt idx="106">
                  <c:v>450.79809999999998</c:v>
                </c:pt>
                <c:pt idx="107">
                  <c:v>451.28019999999998</c:v>
                </c:pt>
                <c:pt idx="108">
                  <c:v>451.76240000000001</c:v>
                </c:pt>
                <c:pt idx="109">
                  <c:v>452.24450000000002</c:v>
                </c:pt>
                <c:pt idx="110">
                  <c:v>452.72669999999999</c:v>
                </c:pt>
                <c:pt idx="111">
                  <c:v>453.2088</c:v>
                </c:pt>
                <c:pt idx="112">
                  <c:v>453.6909</c:v>
                </c:pt>
                <c:pt idx="113">
                  <c:v>454.17309999999998</c:v>
                </c:pt>
                <c:pt idx="114">
                  <c:v>454.65519999999998</c:v>
                </c:pt>
                <c:pt idx="115">
                  <c:v>455.13729999999998</c:v>
                </c:pt>
                <c:pt idx="116">
                  <c:v>455.61950000000002</c:v>
                </c:pt>
                <c:pt idx="117">
                  <c:v>456.10160000000002</c:v>
                </c:pt>
                <c:pt idx="118">
                  <c:v>456.58370000000002</c:v>
                </c:pt>
                <c:pt idx="119">
                  <c:v>457.0659</c:v>
                </c:pt>
                <c:pt idx="120">
                  <c:v>457.548</c:v>
                </c:pt>
                <c:pt idx="121">
                  <c:v>458.03019999999998</c:v>
                </c:pt>
                <c:pt idx="122">
                  <c:v>458.51229999999998</c:v>
                </c:pt>
                <c:pt idx="123">
                  <c:v>458.99439999999998</c:v>
                </c:pt>
                <c:pt idx="124">
                  <c:v>459.47660000000002</c:v>
                </c:pt>
                <c:pt idx="125">
                  <c:v>459.95870000000002</c:v>
                </c:pt>
                <c:pt idx="126">
                  <c:v>460.4409</c:v>
                </c:pt>
                <c:pt idx="127">
                  <c:v>460.923</c:v>
                </c:pt>
                <c:pt idx="128">
                  <c:v>461.4051</c:v>
                </c:pt>
                <c:pt idx="129">
                  <c:v>461.88729999999998</c:v>
                </c:pt>
                <c:pt idx="130">
                  <c:v>462.36939999999998</c:v>
                </c:pt>
                <c:pt idx="131">
                  <c:v>462.85149999999999</c:v>
                </c:pt>
                <c:pt idx="132">
                  <c:v>463.33370000000002</c:v>
                </c:pt>
                <c:pt idx="133">
                  <c:v>463.81580000000002</c:v>
                </c:pt>
                <c:pt idx="134">
                  <c:v>464.29790000000003</c:v>
                </c:pt>
                <c:pt idx="135">
                  <c:v>464.7801</c:v>
                </c:pt>
                <c:pt idx="136">
                  <c:v>465.26220000000001</c:v>
                </c:pt>
                <c:pt idx="137">
                  <c:v>465.74439999999998</c:v>
                </c:pt>
                <c:pt idx="138">
                  <c:v>466.22649999999999</c:v>
                </c:pt>
                <c:pt idx="139">
                  <c:v>466.70859999999999</c:v>
                </c:pt>
                <c:pt idx="140">
                  <c:v>467.19080000000002</c:v>
                </c:pt>
                <c:pt idx="141">
                  <c:v>467.67290000000003</c:v>
                </c:pt>
                <c:pt idx="142">
                  <c:v>468.15499999999997</c:v>
                </c:pt>
                <c:pt idx="143">
                  <c:v>468.63720000000001</c:v>
                </c:pt>
                <c:pt idx="144">
                  <c:v>469.11930000000001</c:v>
                </c:pt>
                <c:pt idx="145">
                  <c:v>469.60140000000001</c:v>
                </c:pt>
                <c:pt idx="146">
                  <c:v>470.08359999999999</c:v>
                </c:pt>
                <c:pt idx="147">
                  <c:v>470.56569999999999</c:v>
                </c:pt>
                <c:pt idx="148">
                  <c:v>471.04790000000003</c:v>
                </c:pt>
                <c:pt idx="149">
                  <c:v>471.53</c:v>
                </c:pt>
                <c:pt idx="150">
                  <c:v>472.01209999999998</c:v>
                </c:pt>
                <c:pt idx="151">
                  <c:v>472.49430000000001</c:v>
                </c:pt>
                <c:pt idx="152">
                  <c:v>472.97640000000001</c:v>
                </c:pt>
                <c:pt idx="153">
                  <c:v>473.45859999999999</c:v>
                </c:pt>
                <c:pt idx="154">
                  <c:v>473.94069999999999</c:v>
                </c:pt>
                <c:pt idx="155">
                  <c:v>474.4228</c:v>
                </c:pt>
                <c:pt idx="156">
                  <c:v>474.90499999999997</c:v>
                </c:pt>
                <c:pt idx="157">
                  <c:v>475.38709999999998</c:v>
                </c:pt>
                <c:pt idx="158">
                  <c:v>475.86919999999998</c:v>
                </c:pt>
                <c:pt idx="159">
                  <c:v>476.35140000000001</c:v>
                </c:pt>
                <c:pt idx="160">
                  <c:v>476.83350000000002</c:v>
                </c:pt>
                <c:pt idx="161">
                  <c:v>477.31560000000002</c:v>
                </c:pt>
                <c:pt idx="162">
                  <c:v>477.7978</c:v>
                </c:pt>
                <c:pt idx="163">
                  <c:v>478.2799</c:v>
                </c:pt>
                <c:pt idx="164">
                  <c:v>478.76209999999998</c:v>
                </c:pt>
                <c:pt idx="165">
                  <c:v>479.24419999999998</c:v>
                </c:pt>
                <c:pt idx="166">
                  <c:v>479.72629999999998</c:v>
                </c:pt>
                <c:pt idx="167">
                  <c:v>480.20850000000002</c:v>
                </c:pt>
                <c:pt idx="168">
                  <c:v>480.69060000000002</c:v>
                </c:pt>
                <c:pt idx="169">
                  <c:v>481.17270000000002</c:v>
                </c:pt>
                <c:pt idx="170">
                  <c:v>481.6549</c:v>
                </c:pt>
                <c:pt idx="171">
                  <c:v>482.137</c:v>
                </c:pt>
                <c:pt idx="172">
                  <c:v>482.6191</c:v>
                </c:pt>
                <c:pt idx="173">
                  <c:v>483.10129999999998</c:v>
                </c:pt>
                <c:pt idx="174">
                  <c:v>483.58339999999998</c:v>
                </c:pt>
                <c:pt idx="175">
                  <c:v>484.06560000000002</c:v>
                </c:pt>
                <c:pt idx="176">
                  <c:v>484.54770000000002</c:v>
                </c:pt>
                <c:pt idx="177">
                  <c:v>485.02980000000002</c:v>
                </c:pt>
                <c:pt idx="178">
                  <c:v>485.512</c:v>
                </c:pt>
                <c:pt idx="179">
                  <c:v>485.9941</c:v>
                </c:pt>
                <c:pt idx="180">
                  <c:v>486.47629999999998</c:v>
                </c:pt>
                <c:pt idx="181">
                  <c:v>486.95839999999998</c:v>
                </c:pt>
                <c:pt idx="182">
                  <c:v>487.44049999999999</c:v>
                </c:pt>
                <c:pt idx="183">
                  <c:v>487.92270000000002</c:v>
                </c:pt>
                <c:pt idx="184">
                  <c:v>488.40480000000002</c:v>
                </c:pt>
                <c:pt idx="185">
                  <c:v>488.88690000000003</c:v>
                </c:pt>
                <c:pt idx="186">
                  <c:v>489.3691</c:v>
                </c:pt>
                <c:pt idx="187">
                  <c:v>489.85120000000001</c:v>
                </c:pt>
                <c:pt idx="188">
                  <c:v>490.33330000000001</c:v>
                </c:pt>
                <c:pt idx="189">
                  <c:v>490.81549999999999</c:v>
                </c:pt>
                <c:pt idx="190">
                  <c:v>491.29759999999999</c:v>
                </c:pt>
                <c:pt idx="191">
                  <c:v>491.77980000000002</c:v>
                </c:pt>
                <c:pt idx="192">
                  <c:v>492.26190000000003</c:v>
                </c:pt>
                <c:pt idx="193">
                  <c:v>492.74400000000003</c:v>
                </c:pt>
                <c:pt idx="194">
                  <c:v>493.22620000000001</c:v>
                </c:pt>
                <c:pt idx="195">
                  <c:v>493.70830000000001</c:v>
                </c:pt>
                <c:pt idx="196">
                  <c:v>494.19040000000001</c:v>
                </c:pt>
                <c:pt idx="197">
                  <c:v>494.67259999999999</c:v>
                </c:pt>
                <c:pt idx="198">
                  <c:v>495.15469999999999</c:v>
                </c:pt>
                <c:pt idx="199">
                  <c:v>495.63679999999999</c:v>
                </c:pt>
                <c:pt idx="200">
                  <c:v>496.11900000000003</c:v>
                </c:pt>
                <c:pt idx="201">
                  <c:v>496.60109999999997</c:v>
                </c:pt>
                <c:pt idx="202">
                  <c:v>497.08330000000001</c:v>
                </c:pt>
                <c:pt idx="203">
                  <c:v>497.56540000000001</c:v>
                </c:pt>
                <c:pt idx="204">
                  <c:v>498.04750000000001</c:v>
                </c:pt>
                <c:pt idx="205">
                  <c:v>498.52969999999999</c:v>
                </c:pt>
                <c:pt idx="206">
                  <c:v>499.01179999999999</c:v>
                </c:pt>
                <c:pt idx="207">
                  <c:v>499.49400000000003</c:v>
                </c:pt>
                <c:pt idx="208">
                  <c:v>499.97609999999997</c:v>
                </c:pt>
                <c:pt idx="209">
                  <c:v>500.45819999999998</c:v>
                </c:pt>
                <c:pt idx="210">
                  <c:v>500.94040000000001</c:v>
                </c:pt>
                <c:pt idx="211">
                  <c:v>501.42250000000001</c:v>
                </c:pt>
                <c:pt idx="212">
                  <c:v>501.90460000000002</c:v>
                </c:pt>
                <c:pt idx="213">
                  <c:v>502.38679999999999</c:v>
                </c:pt>
                <c:pt idx="214">
                  <c:v>502.8689</c:v>
                </c:pt>
                <c:pt idx="215">
                  <c:v>503.351</c:v>
                </c:pt>
                <c:pt idx="216">
                  <c:v>503.83319999999998</c:v>
                </c:pt>
                <c:pt idx="217">
                  <c:v>504.31529999999998</c:v>
                </c:pt>
                <c:pt idx="218">
                  <c:v>504.79750000000001</c:v>
                </c:pt>
                <c:pt idx="219">
                  <c:v>505.27960000000002</c:v>
                </c:pt>
                <c:pt idx="220">
                  <c:v>505.76170000000002</c:v>
                </c:pt>
                <c:pt idx="221">
                  <c:v>506.2439</c:v>
                </c:pt>
                <c:pt idx="222">
                  <c:v>506.726</c:v>
                </c:pt>
                <c:pt idx="223">
                  <c:v>507.2081</c:v>
                </c:pt>
                <c:pt idx="224">
                  <c:v>507.69029999999998</c:v>
                </c:pt>
                <c:pt idx="225">
                  <c:v>508.17239999999998</c:v>
                </c:pt>
                <c:pt idx="226">
                  <c:v>508.65449999999998</c:v>
                </c:pt>
                <c:pt idx="227">
                  <c:v>509.13670000000002</c:v>
                </c:pt>
                <c:pt idx="228">
                  <c:v>509.61880000000002</c:v>
                </c:pt>
                <c:pt idx="229">
                  <c:v>510.101</c:v>
                </c:pt>
                <c:pt idx="230">
                  <c:v>510.5831</c:v>
                </c:pt>
                <c:pt idx="231">
                  <c:v>511.0652</c:v>
                </c:pt>
                <c:pt idx="232">
                  <c:v>511.54739999999998</c:v>
                </c:pt>
                <c:pt idx="233">
                  <c:v>512.02949999999998</c:v>
                </c:pt>
                <c:pt idx="234">
                  <c:v>512.51170000000002</c:v>
                </c:pt>
                <c:pt idx="235">
                  <c:v>512.99379999999996</c:v>
                </c:pt>
                <c:pt idx="236">
                  <c:v>513.476</c:v>
                </c:pt>
                <c:pt idx="237">
                  <c:v>513.95809999999994</c:v>
                </c:pt>
                <c:pt idx="238">
                  <c:v>514.4402</c:v>
                </c:pt>
                <c:pt idx="239">
                  <c:v>514.92240000000004</c:v>
                </c:pt>
                <c:pt idx="240">
                  <c:v>515.40449999999998</c:v>
                </c:pt>
                <c:pt idx="241">
                  <c:v>515.88660000000004</c:v>
                </c:pt>
                <c:pt idx="242">
                  <c:v>516.36879999999996</c:v>
                </c:pt>
                <c:pt idx="243">
                  <c:v>516.85090000000002</c:v>
                </c:pt>
                <c:pt idx="244">
                  <c:v>517.33299999999997</c:v>
                </c:pt>
                <c:pt idx="245">
                  <c:v>517.8152</c:v>
                </c:pt>
                <c:pt idx="246">
                  <c:v>518.29729999999995</c:v>
                </c:pt>
                <c:pt idx="247">
                  <c:v>518.77940000000001</c:v>
                </c:pt>
                <c:pt idx="248">
                  <c:v>519.26160000000004</c:v>
                </c:pt>
                <c:pt idx="249">
                  <c:v>519.74369999999999</c:v>
                </c:pt>
                <c:pt idx="250">
                  <c:v>520.22580000000005</c:v>
                </c:pt>
                <c:pt idx="251">
                  <c:v>520.70799999999997</c:v>
                </c:pt>
                <c:pt idx="252">
                  <c:v>521.19010000000003</c:v>
                </c:pt>
                <c:pt idx="253">
                  <c:v>521.67219999999998</c:v>
                </c:pt>
                <c:pt idx="254">
                  <c:v>522.15440000000001</c:v>
                </c:pt>
                <c:pt idx="255">
                  <c:v>522.63649999999996</c:v>
                </c:pt>
                <c:pt idx="256">
                  <c:v>523.11869999999999</c:v>
                </c:pt>
                <c:pt idx="257">
                  <c:v>523.60080000000005</c:v>
                </c:pt>
                <c:pt idx="258">
                  <c:v>524.0829</c:v>
                </c:pt>
                <c:pt idx="259">
                  <c:v>524.56510000000003</c:v>
                </c:pt>
                <c:pt idx="260">
                  <c:v>525.04719999999998</c:v>
                </c:pt>
                <c:pt idx="261">
                  <c:v>525.52940000000001</c:v>
                </c:pt>
                <c:pt idx="262">
                  <c:v>526.01149999999996</c:v>
                </c:pt>
                <c:pt idx="263">
                  <c:v>526.49369999999999</c:v>
                </c:pt>
                <c:pt idx="264">
                  <c:v>526.97580000000005</c:v>
                </c:pt>
                <c:pt idx="265">
                  <c:v>527.4579</c:v>
                </c:pt>
                <c:pt idx="266">
                  <c:v>527.94010000000003</c:v>
                </c:pt>
                <c:pt idx="267">
                  <c:v>528.42219999999998</c:v>
                </c:pt>
                <c:pt idx="268">
                  <c:v>528.90430000000003</c:v>
                </c:pt>
                <c:pt idx="269">
                  <c:v>529.38649999999996</c:v>
                </c:pt>
                <c:pt idx="270">
                  <c:v>529.86860000000001</c:v>
                </c:pt>
                <c:pt idx="271">
                  <c:v>530.35069999999996</c:v>
                </c:pt>
                <c:pt idx="272">
                  <c:v>530.8329</c:v>
                </c:pt>
                <c:pt idx="273">
                  <c:v>531.31500000000005</c:v>
                </c:pt>
                <c:pt idx="274">
                  <c:v>531.7971</c:v>
                </c:pt>
                <c:pt idx="275">
                  <c:v>532.27930000000003</c:v>
                </c:pt>
                <c:pt idx="276">
                  <c:v>532.76139999999998</c:v>
                </c:pt>
                <c:pt idx="277">
                  <c:v>533.24350000000004</c:v>
                </c:pt>
                <c:pt idx="278">
                  <c:v>533.72569999999996</c:v>
                </c:pt>
                <c:pt idx="279">
                  <c:v>534.20780000000002</c:v>
                </c:pt>
                <c:pt idx="280">
                  <c:v>534.68989999999997</c:v>
                </c:pt>
                <c:pt idx="281">
                  <c:v>535.1721</c:v>
                </c:pt>
                <c:pt idx="282">
                  <c:v>535.65419999999995</c:v>
                </c:pt>
                <c:pt idx="283">
                  <c:v>536.13639999999998</c:v>
                </c:pt>
                <c:pt idx="284">
                  <c:v>536.61850000000004</c:v>
                </c:pt>
                <c:pt idx="285">
                  <c:v>537.10059999999999</c:v>
                </c:pt>
                <c:pt idx="286">
                  <c:v>537.58280000000002</c:v>
                </c:pt>
                <c:pt idx="287">
                  <c:v>538.06489999999997</c:v>
                </c:pt>
                <c:pt idx="288">
                  <c:v>538.5471</c:v>
                </c:pt>
                <c:pt idx="289">
                  <c:v>539.02919999999995</c:v>
                </c:pt>
                <c:pt idx="290">
                  <c:v>539.51139999999998</c:v>
                </c:pt>
                <c:pt idx="291">
                  <c:v>539.99350000000004</c:v>
                </c:pt>
                <c:pt idx="292">
                  <c:v>540.47559999999999</c:v>
                </c:pt>
                <c:pt idx="293">
                  <c:v>540.95780000000002</c:v>
                </c:pt>
                <c:pt idx="294">
                  <c:v>541.43989999999997</c:v>
                </c:pt>
                <c:pt idx="295">
                  <c:v>541.92200000000003</c:v>
                </c:pt>
                <c:pt idx="296">
                  <c:v>542.40419999999995</c:v>
                </c:pt>
                <c:pt idx="297">
                  <c:v>542.88630000000001</c:v>
                </c:pt>
                <c:pt idx="298">
                  <c:v>543.36839999999995</c:v>
                </c:pt>
                <c:pt idx="299">
                  <c:v>543.85059999999999</c:v>
                </c:pt>
                <c:pt idx="300">
                  <c:v>544.33270000000005</c:v>
                </c:pt>
                <c:pt idx="301">
                  <c:v>544.81479999999999</c:v>
                </c:pt>
                <c:pt idx="302">
                  <c:v>545.29700000000003</c:v>
                </c:pt>
                <c:pt idx="303">
                  <c:v>545.77909999999997</c:v>
                </c:pt>
                <c:pt idx="304">
                  <c:v>546.26120000000003</c:v>
                </c:pt>
                <c:pt idx="305">
                  <c:v>546.74339999999995</c:v>
                </c:pt>
                <c:pt idx="306">
                  <c:v>547.22550000000001</c:v>
                </c:pt>
                <c:pt idx="307">
                  <c:v>547.70759999999996</c:v>
                </c:pt>
                <c:pt idx="308">
                  <c:v>548.18979999999999</c:v>
                </c:pt>
                <c:pt idx="309">
                  <c:v>548.67190000000005</c:v>
                </c:pt>
                <c:pt idx="310">
                  <c:v>549.15409999999997</c:v>
                </c:pt>
                <c:pt idx="311">
                  <c:v>549.63620000000003</c:v>
                </c:pt>
                <c:pt idx="312">
                  <c:v>550.11829999999998</c:v>
                </c:pt>
                <c:pt idx="313">
                  <c:v>550.60050000000001</c:v>
                </c:pt>
                <c:pt idx="314">
                  <c:v>551.08259999999996</c:v>
                </c:pt>
                <c:pt idx="315">
                  <c:v>551.56479999999999</c:v>
                </c:pt>
                <c:pt idx="316">
                  <c:v>552.04690000000005</c:v>
                </c:pt>
                <c:pt idx="317">
                  <c:v>552.52909999999997</c:v>
                </c:pt>
                <c:pt idx="318">
                  <c:v>553.01120000000003</c:v>
                </c:pt>
                <c:pt idx="319">
                  <c:v>553.49329999999998</c:v>
                </c:pt>
                <c:pt idx="320">
                  <c:v>553.97550000000001</c:v>
                </c:pt>
                <c:pt idx="321">
                  <c:v>554.45759999999996</c:v>
                </c:pt>
                <c:pt idx="322">
                  <c:v>554.93970000000002</c:v>
                </c:pt>
                <c:pt idx="323">
                  <c:v>555.42190000000005</c:v>
                </c:pt>
                <c:pt idx="324">
                  <c:v>555.904</c:v>
                </c:pt>
                <c:pt idx="325">
                  <c:v>556.38610000000006</c:v>
                </c:pt>
                <c:pt idx="326">
                  <c:v>556.86829999999998</c:v>
                </c:pt>
                <c:pt idx="327">
                  <c:v>557.35040000000004</c:v>
                </c:pt>
                <c:pt idx="328">
                  <c:v>557.83249999999998</c:v>
                </c:pt>
                <c:pt idx="329">
                  <c:v>558.31470000000002</c:v>
                </c:pt>
                <c:pt idx="330">
                  <c:v>558.79679999999996</c:v>
                </c:pt>
                <c:pt idx="331">
                  <c:v>559.27890000000002</c:v>
                </c:pt>
                <c:pt idx="332">
                  <c:v>559.76110000000006</c:v>
                </c:pt>
                <c:pt idx="333">
                  <c:v>560.2432</c:v>
                </c:pt>
                <c:pt idx="334">
                  <c:v>560.72529999999995</c:v>
                </c:pt>
                <c:pt idx="335">
                  <c:v>561.20749999999998</c:v>
                </c:pt>
                <c:pt idx="336">
                  <c:v>561.68960000000004</c:v>
                </c:pt>
                <c:pt idx="337">
                  <c:v>562.17179999999996</c:v>
                </c:pt>
                <c:pt idx="338">
                  <c:v>562.65390000000002</c:v>
                </c:pt>
                <c:pt idx="339">
                  <c:v>563.13599999999997</c:v>
                </c:pt>
                <c:pt idx="340">
                  <c:v>563.6182</c:v>
                </c:pt>
                <c:pt idx="341">
                  <c:v>564.10029999999995</c:v>
                </c:pt>
                <c:pt idx="342">
                  <c:v>564.58249999999998</c:v>
                </c:pt>
                <c:pt idx="343">
                  <c:v>565.06460000000004</c:v>
                </c:pt>
                <c:pt idx="344">
                  <c:v>565.54679999999996</c:v>
                </c:pt>
                <c:pt idx="345">
                  <c:v>566.02890000000002</c:v>
                </c:pt>
                <c:pt idx="346">
                  <c:v>566.51099999999997</c:v>
                </c:pt>
                <c:pt idx="347">
                  <c:v>566.9932</c:v>
                </c:pt>
                <c:pt idx="348">
                  <c:v>567.47529999999995</c:v>
                </c:pt>
                <c:pt idx="349">
                  <c:v>567.95740000000001</c:v>
                </c:pt>
                <c:pt idx="350">
                  <c:v>568.43960000000004</c:v>
                </c:pt>
                <c:pt idx="351">
                  <c:v>568.92169999999999</c:v>
                </c:pt>
                <c:pt idx="352">
                  <c:v>569.40380000000005</c:v>
                </c:pt>
                <c:pt idx="353">
                  <c:v>569.88599999999997</c:v>
                </c:pt>
                <c:pt idx="354">
                  <c:v>570.36810000000003</c:v>
                </c:pt>
                <c:pt idx="355">
                  <c:v>570.85019999999997</c:v>
                </c:pt>
                <c:pt idx="356">
                  <c:v>571.33240000000001</c:v>
                </c:pt>
                <c:pt idx="357">
                  <c:v>571.81449999999995</c:v>
                </c:pt>
                <c:pt idx="358">
                  <c:v>572.29660000000001</c:v>
                </c:pt>
                <c:pt idx="359">
                  <c:v>572.77869999999996</c:v>
                </c:pt>
                <c:pt idx="360">
                  <c:v>573.26089999999999</c:v>
                </c:pt>
                <c:pt idx="361">
                  <c:v>573.74300000000005</c:v>
                </c:pt>
                <c:pt idx="362">
                  <c:v>574.22519999999997</c:v>
                </c:pt>
                <c:pt idx="363">
                  <c:v>574.70730000000003</c:v>
                </c:pt>
                <c:pt idx="364">
                  <c:v>575.18949999999995</c:v>
                </c:pt>
                <c:pt idx="365">
                  <c:v>575.67160000000001</c:v>
                </c:pt>
                <c:pt idx="366">
                  <c:v>576.15369999999996</c:v>
                </c:pt>
                <c:pt idx="367">
                  <c:v>576.63589999999999</c:v>
                </c:pt>
                <c:pt idx="368">
                  <c:v>577.11800000000005</c:v>
                </c:pt>
                <c:pt idx="369">
                  <c:v>577.60019999999997</c:v>
                </c:pt>
                <c:pt idx="370">
                  <c:v>578.08230000000003</c:v>
                </c:pt>
                <c:pt idx="371">
                  <c:v>578.56439999999998</c:v>
                </c:pt>
                <c:pt idx="372">
                  <c:v>579.04660000000001</c:v>
                </c:pt>
                <c:pt idx="373">
                  <c:v>579.52869999999996</c:v>
                </c:pt>
                <c:pt idx="374">
                  <c:v>580.01080000000002</c:v>
                </c:pt>
                <c:pt idx="375">
                  <c:v>580.49300000000005</c:v>
                </c:pt>
                <c:pt idx="376">
                  <c:v>580.9751</c:v>
                </c:pt>
                <c:pt idx="377">
                  <c:v>581.45719999999994</c:v>
                </c:pt>
                <c:pt idx="378">
                  <c:v>581.93939999999998</c:v>
                </c:pt>
                <c:pt idx="379">
                  <c:v>582.42150000000004</c:v>
                </c:pt>
                <c:pt idx="380">
                  <c:v>582.90359999999998</c:v>
                </c:pt>
                <c:pt idx="381">
                  <c:v>583.38580000000002</c:v>
                </c:pt>
                <c:pt idx="382">
                  <c:v>583.86789999999996</c:v>
                </c:pt>
                <c:pt idx="383">
                  <c:v>584.35</c:v>
                </c:pt>
                <c:pt idx="384">
                  <c:v>584.83219999999994</c:v>
                </c:pt>
                <c:pt idx="385">
                  <c:v>585.3143</c:v>
                </c:pt>
                <c:pt idx="386">
                  <c:v>585.79639999999995</c:v>
                </c:pt>
                <c:pt idx="387">
                  <c:v>586.27859999999998</c:v>
                </c:pt>
                <c:pt idx="388">
                  <c:v>586.76070000000004</c:v>
                </c:pt>
                <c:pt idx="389">
                  <c:v>587.24289999999996</c:v>
                </c:pt>
                <c:pt idx="390">
                  <c:v>587.72500000000002</c:v>
                </c:pt>
                <c:pt idx="391">
                  <c:v>588.20719999999994</c:v>
                </c:pt>
                <c:pt idx="392">
                  <c:v>588.6893</c:v>
                </c:pt>
                <c:pt idx="393">
                  <c:v>589.17139999999995</c:v>
                </c:pt>
                <c:pt idx="394">
                  <c:v>589.65359999999998</c:v>
                </c:pt>
                <c:pt idx="395">
                  <c:v>590.13570000000004</c:v>
                </c:pt>
                <c:pt idx="396">
                  <c:v>590.61789999999996</c:v>
                </c:pt>
                <c:pt idx="397">
                  <c:v>591.1</c:v>
                </c:pt>
                <c:pt idx="398">
                  <c:v>591.58209999999997</c:v>
                </c:pt>
                <c:pt idx="399">
                  <c:v>592.0643</c:v>
                </c:pt>
                <c:pt idx="400">
                  <c:v>592.54639999999995</c:v>
                </c:pt>
                <c:pt idx="401">
                  <c:v>593.02850000000001</c:v>
                </c:pt>
                <c:pt idx="402">
                  <c:v>593.51070000000004</c:v>
                </c:pt>
                <c:pt idx="403">
                  <c:v>593.99279999999999</c:v>
                </c:pt>
                <c:pt idx="404">
                  <c:v>594.47490000000005</c:v>
                </c:pt>
                <c:pt idx="405">
                  <c:v>594.95709999999997</c:v>
                </c:pt>
                <c:pt idx="406">
                  <c:v>595.43920000000003</c:v>
                </c:pt>
                <c:pt idx="407">
                  <c:v>595.92129999999997</c:v>
                </c:pt>
                <c:pt idx="408">
                  <c:v>596.40350000000001</c:v>
                </c:pt>
                <c:pt idx="409">
                  <c:v>596.88559999999995</c:v>
                </c:pt>
                <c:pt idx="410">
                  <c:v>597.36770000000001</c:v>
                </c:pt>
                <c:pt idx="411">
                  <c:v>597.84990000000005</c:v>
                </c:pt>
                <c:pt idx="412">
                  <c:v>598.33199999999999</c:v>
                </c:pt>
                <c:pt idx="413">
                  <c:v>598.81410000000005</c:v>
                </c:pt>
                <c:pt idx="414">
                  <c:v>599.29629999999997</c:v>
                </c:pt>
                <c:pt idx="415">
                  <c:v>599.77840000000003</c:v>
                </c:pt>
                <c:pt idx="416">
                  <c:v>600.26059999999995</c:v>
                </c:pt>
                <c:pt idx="417">
                  <c:v>600.74270000000001</c:v>
                </c:pt>
                <c:pt idx="418">
                  <c:v>601.22490000000005</c:v>
                </c:pt>
                <c:pt idx="419">
                  <c:v>601.70699999999999</c:v>
                </c:pt>
                <c:pt idx="420">
                  <c:v>602.18910000000005</c:v>
                </c:pt>
                <c:pt idx="421">
                  <c:v>602.67129999999997</c:v>
                </c:pt>
                <c:pt idx="422">
                  <c:v>603.15340000000003</c:v>
                </c:pt>
                <c:pt idx="423">
                  <c:v>603.63559999999995</c:v>
                </c:pt>
                <c:pt idx="424">
                  <c:v>604.11770000000001</c:v>
                </c:pt>
                <c:pt idx="425">
                  <c:v>604.59979999999996</c:v>
                </c:pt>
                <c:pt idx="426">
                  <c:v>605.08199999999999</c:v>
                </c:pt>
                <c:pt idx="427">
                  <c:v>605.56410000000005</c:v>
                </c:pt>
                <c:pt idx="428">
                  <c:v>606.0462</c:v>
                </c:pt>
                <c:pt idx="429">
                  <c:v>606.52840000000003</c:v>
                </c:pt>
                <c:pt idx="430">
                  <c:v>607.01049999999998</c:v>
                </c:pt>
                <c:pt idx="431">
                  <c:v>607.49260000000004</c:v>
                </c:pt>
                <c:pt idx="432">
                  <c:v>607.97479999999996</c:v>
                </c:pt>
                <c:pt idx="433">
                  <c:v>608.45690000000002</c:v>
                </c:pt>
                <c:pt idx="434">
                  <c:v>608.93899999999996</c:v>
                </c:pt>
                <c:pt idx="435">
                  <c:v>609.4212</c:v>
                </c:pt>
                <c:pt idx="436">
                  <c:v>609.90329999999994</c:v>
                </c:pt>
                <c:pt idx="437">
                  <c:v>610.3854</c:v>
                </c:pt>
                <c:pt idx="438">
                  <c:v>610.86760000000004</c:v>
                </c:pt>
                <c:pt idx="439">
                  <c:v>611.34969999999998</c:v>
                </c:pt>
                <c:pt idx="440">
                  <c:v>611.83180000000004</c:v>
                </c:pt>
                <c:pt idx="441">
                  <c:v>612.31399999999996</c:v>
                </c:pt>
                <c:pt idx="442">
                  <c:v>612.79610000000002</c:v>
                </c:pt>
                <c:pt idx="443">
                  <c:v>613.27829999999994</c:v>
                </c:pt>
                <c:pt idx="444">
                  <c:v>613.7604</c:v>
                </c:pt>
                <c:pt idx="445">
                  <c:v>614.24260000000004</c:v>
                </c:pt>
                <c:pt idx="446">
                  <c:v>614.72469999999998</c:v>
                </c:pt>
                <c:pt idx="447">
                  <c:v>615.20680000000004</c:v>
                </c:pt>
                <c:pt idx="448">
                  <c:v>615.68899999999996</c:v>
                </c:pt>
                <c:pt idx="449">
                  <c:v>616.17110000000002</c:v>
                </c:pt>
                <c:pt idx="450">
                  <c:v>616.65329999999994</c:v>
                </c:pt>
                <c:pt idx="451">
                  <c:v>617.1354</c:v>
                </c:pt>
                <c:pt idx="452">
                  <c:v>617.61749999999995</c:v>
                </c:pt>
                <c:pt idx="453">
                  <c:v>618.09969999999998</c:v>
                </c:pt>
                <c:pt idx="454">
                  <c:v>618.58180000000004</c:v>
                </c:pt>
                <c:pt idx="455">
                  <c:v>619.06389999999999</c:v>
                </c:pt>
                <c:pt idx="456">
                  <c:v>619.54610000000002</c:v>
                </c:pt>
                <c:pt idx="457">
                  <c:v>620.02819999999997</c:v>
                </c:pt>
                <c:pt idx="458">
                  <c:v>620.51030000000003</c:v>
                </c:pt>
                <c:pt idx="459">
                  <c:v>620.99249999999995</c:v>
                </c:pt>
                <c:pt idx="460">
                  <c:v>621.47460000000001</c:v>
                </c:pt>
                <c:pt idx="461">
                  <c:v>621.95669999999996</c:v>
                </c:pt>
                <c:pt idx="462">
                  <c:v>622.43880000000001</c:v>
                </c:pt>
                <c:pt idx="463">
                  <c:v>622.92100000000005</c:v>
                </c:pt>
                <c:pt idx="464">
                  <c:v>623.40309999999999</c:v>
                </c:pt>
                <c:pt idx="465">
                  <c:v>623.88530000000003</c:v>
                </c:pt>
                <c:pt idx="466">
                  <c:v>624.36739999999998</c:v>
                </c:pt>
                <c:pt idx="467">
                  <c:v>624.84950000000003</c:v>
                </c:pt>
                <c:pt idx="468">
                  <c:v>625.33169999999996</c:v>
                </c:pt>
                <c:pt idx="469">
                  <c:v>625.81380000000001</c:v>
                </c:pt>
                <c:pt idx="470">
                  <c:v>626.29600000000005</c:v>
                </c:pt>
                <c:pt idx="471">
                  <c:v>626.77809999999999</c:v>
                </c:pt>
                <c:pt idx="472">
                  <c:v>627.26030000000003</c:v>
                </c:pt>
                <c:pt idx="473">
                  <c:v>627.74239999999998</c:v>
                </c:pt>
                <c:pt idx="474">
                  <c:v>628.22450000000003</c:v>
                </c:pt>
                <c:pt idx="475">
                  <c:v>628.70669999999996</c:v>
                </c:pt>
                <c:pt idx="476">
                  <c:v>629.18880000000001</c:v>
                </c:pt>
                <c:pt idx="477">
                  <c:v>629.67089999999996</c:v>
                </c:pt>
                <c:pt idx="478">
                  <c:v>630.15309999999999</c:v>
                </c:pt>
                <c:pt idx="479">
                  <c:v>630.63520000000005</c:v>
                </c:pt>
                <c:pt idx="480">
                  <c:v>631.1173</c:v>
                </c:pt>
                <c:pt idx="481">
                  <c:v>631.59950000000003</c:v>
                </c:pt>
                <c:pt idx="482">
                  <c:v>632.08159999999998</c:v>
                </c:pt>
                <c:pt idx="483">
                  <c:v>632.56370000000004</c:v>
                </c:pt>
                <c:pt idx="484">
                  <c:v>633.04589999999996</c:v>
                </c:pt>
                <c:pt idx="485">
                  <c:v>633.52800000000002</c:v>
                </c:pt>
                <c:pt idx="486">
                  <c:v>634.01009999999997</c:v>
                </c:pt>
                <c:pt idx="487">
                  <c:v>634.4923</c:v>
                </c:pt>
                <c:pt idx="488">
                  <c:v>634.97439999999995</c:v>
                </c:pt>
                <c:pt idx="489">
                  <c:v>635.45650000000001</c:v>
                </c:pt>
                <c:pt idx="490">
                  <c:v>635.93870000000004</c:v>
                </c:pt>
                <c:pt idx="491">
                  <c:v>636.42079999999999</c:v>
                </c:pt>
                <c:pt idx="492">
                  <c:v>636.90300000000002</c:v>
                </c:pt>
                <c:pt idx="493">
                  <c:v>637.38509999999997</c:v>
                </c:pt>
                <c:pt idx="494">
                  <c:v>637.86720000000003</c:v>
                </c:pt>
                <c:pt idx="495">
                  <c:v>638.34939999999995</c:v>
                </c:pt>
                <c:pt idx="496">
                  <c:v>638.83150000000001</c:v>
                </c:pt>
                <c:pt idx="497">
                  <c:v>639.31370000000004</c:v>
                </c:pt>
                <c:pt idx="498">
                  <c:v>639.79579999999999</c:v>
                </c:pt>
                <c:pt idx="499">
                  <c:v>640.27800000000002</c:v>
                </c:pt>
                <c:pt idx="500">
                  <c:v>640.76009999999997</c:v>
                </c:pt>
                <c:pt idx="501">
                  <c:v>641.24220000000003</c:v>
                </c:pt>
                <c:pt idx="502">
                  <c:v>641.72439999999995</c:v>
                </c:pt>
                <c:pt idx="503">
                  <c:v>642.20650000000001</c:v>
                </c:pt>
                <c:pt idx="504">
                  <c:v>642.68859999999995</c:v>
                </c:pt>
                <c:pt idx="505">
                  <c:v>643.17079999999999</c:v>
                </c:pt>
                <c:pt idx="506">
                  <c:v>643.65290000000005</c:v>
                </c:pt>
                <c:pt idx="507">
                  <c:v>644.13499999999999</c:v>
                </c:pt>
                <c:pt idx="508">
                  <c:v>644.61720000000003</c:v>
                </c:pt>
                <c:pt idx="509">
                  <c:v>645.09929999999997</c:v>
                </c:pt>
                <c:pt idx="510">
                  <c:v>645.58140000000003</c:v>
                </c:pt>
                <c:pt idx="511">
                  <c:v>646.06359999999995</c:v>
                </c:pt>
                <c:pt idx="512">
                  <c:v>646.54570000000001</c:v>
                </c:pt>
                <c:pt idx="513">
                  <c:v>647.02779999999996</c:v>
                </c:pt>
                <c:pt idx="514">
                  <c:v>647.51</c:v>
                </c:pt>
                <c:pt idx="515">
                  <c:v>647.99210000000005</c:v>
                </c:pt>
                <c:pt idx="516">
                  <c:v>648.4742</c:v>
                </c:pt>
                <c:pt idx="517">
                  <c:v>648.95640000000003</c:v>
                </c:pt>
                <c:pt idx="518">
                  <c:v>649.43849999999998</c:v>
                </c:pt>
                <c:pt idx="519">
                  <c:v>649.92070000000001</c:v>
                </c:pt>
                <c:pt idx="520">
                  <c:v>650.40279999999996</c:v>
                </c:pt>
                <c:pt idx="521">
                  <c:v>650.88490000000002</c:v>
                </c:pt>
                <c:pt idx="522">
                  <c:v>651.36710000000005</c:v>
                </c:pt>
                <c:pt idx="523">
                  <c:v>651.8492</c:v>
                </c:pt>
                <c:pt idx="524">
                  <c:v>652.33140000000003</c:v>
                </c:pt>
                <c:pt idx="525">
                  <c:v>652.81349999999998</c:v>
                </c:pt>
                <c:pt idx="526">
                  <c:v>653.29570000000001</c:v>
                </c:pt>
                <c:pt idx="527">
                  <c:v>653.77779999999996</c:v>
                </c:pt>
                <c:pt idx="528">
                  <c:v>654.25990000000002</c:v>
                </c:pt>
                <c:pt idx="529">
                  <c:v>654.74210000000005</c:v>
                </c:pt>
                <c:pt idx="530">
                  <c:v>655.2242</c:v>
                </c:pt>
                <c:pt idx="531">
                  <c:v>655.70630000000006</c:v>
                </c:pt>
                <c:pt idx="532">
                  <c:v>656.18849999999998</c:v>
                </c:pt>
                <c:pt idx="533">
                  <c:v>656.67060000000004</c:v>
                </c:pt>
                <c:pt idx="534">
                  <c:v>657.15269999999998</c:v>
                </c:pt>
                <c:pt idx="535">
                  <c:v>657.63490000000002</c:v>
                </c:pt>
                <c:pt idx="536">
                  <c:v>658.11699999999996</c:v>
                </c:pt>
                <c:pt idx="537">
                  <c:v>658.59910000000002</c:v>
                </c:pt>
                <c:pt idx="538">
                  <c:v>659.08130000000006</c:v>
                </c:pt>
                <c:pt idx="539">
                  <c:v>659.5634</c:v>
                </c:pt>
                <c:pt idx="540">
                  <c:v>660.04549999999995</c:v>
                </c:pt>
                <c:pt idx="541">
                  <c:v>660.52769999999998</c:v>
                </c:pt>
                <c:pt idx="542">
                  <c:v>661.00980000000004</c:v>
                </c:pt>
                <c:pt idx="543">
                  <c:v>661.49189999999999</c:v>
                </c:pt>
                <c:pt idx="544">
                  <c:v>661.97410000000002</c:v>
                </c:pt>
                <c:pt idx="545">
                  <c:v>662.45619999999997</c:v>
                </c:pt>
                <c:pt idx="546">
                  <c:v>662.9384</c:v>
                </c:pt>
                <c:pt idx="547">
                  <c:v>663.42049999999995</c:v>
                </c:pt>
                <c:pt idx="548">
                  <c:v>663.90260000000001</c:v>
                </c:pt>
                <c:pt idx="549">
                  <c:v>664.38480000000004</c:v>
                </c:pt>
                <c:pt idx="550">
                  <c:v>664.86689999999999</c:v>
                </c:pt>
                <c:pt idx="551">
                  <c:v>665.34910000000002</c:v>
                </c:pt>
                <c:pt idx="552">
                  <c:v>665.83119999999997</c:v>
                </c:pt>
                <c:pt idx="553">
                  <c:v>666.3134</c:v>
                </c:pt>
                <c:pt idx="554">
                  <c:v>666.79549999999995</c:v>
                </c:pt>
                <c:pt idx="555">
                  <c:v>667.27760000000001</c:v>
                </c:pt>
                <c:pt idx="556">
                  <c:v>667.75980000000004</c:v>
                </c:pt>
                <c:pt idx="557">
                  <c:v>668.24189999999999</c:v>
                </c:pt>
                <c:pt idx="558">
                  <c:v>668.72400000000005</c:v>
                </c:pt>
                <c:pt idx="559">
                  <c:v>669.20619999999997</c:v>
                </c:pt>
                <c:pt idx="560">
                  <c:v>669.68830000000003</c:v>
                </c:pt>
                <c:pt idx="561">
                  <c:v>670.17039999999997</c:v>
                </c:pt>
                <c:pt idx="562">
                  <c:v>670.65260000000001</c:v>
                </c:pt>
                <c:pt idx="563">
                  <c:v>671.13469999999995</c:v>
                </c:pt>
                <c:pt idx="564">
                  <c:v>671.61680000000001</c:v>
                </c:pt>
                <c:pt idx="565">
                  <c:v>672.09900000000005</c:v>
                </c:pt>
                <c:pt idx="566">
                  <c:v>672.58109999999999</c:v>
                </c:pt>
                <c:pt idx="567">
                  <c:v>673.06320000000005</c:v>
                </c:pt>
                <c:pt idx="568">
                  <c:v>673.54539999999997</c:v>
                </c:pt>
                <c:pt idx="569">
                  <c:v>674.02750000000003</c:v>
                </c:pt>
                <c:pt idx="570">
                  <c:v>674.50959999999998</c:v>
                </c:pt>
                <c:pt idx="571">
                  <c:v>674.99180000000001</c:v>
                </c:pt>
                <c:pt idx="572">
                  <c:v>675.47389999999996</c:v>
                </c:pt>
                <c:pt idx="573">
                  <c:v>675.95609999999999</c:v>
                </c:pt>
                <c:pt idx="574">
                  <c:v>676.43820000000005</c:v>
                </c:pt>
                <c:pt idx="575">
                  <c:v>676.9203</c:v>
                </c:pt>
                <c:pt idx="576">
                  <c:v>677.40250000000003</c:v>
                </c:pt>
                <c:pt idx="577">
                  <c:v>677.88459999999998</c:v>
                </c:pt>
                <c:pt idx="578">
                  <c:v>678.36680000000001</c:v>
                </c:pt>
                <c:pt idx="579">
                  <c:v>678.84889999999996</c:v>
                </c:pt>
                <c:pt idx="580">
                  <c:v>679.33109999999999</c:v>
                </c:pt>
                <c:pt idx="581">
                  <c:v>679.81320000000005</c:v>
                </c:pt>
                <c:pt idx="582">
                  <c:v>680.2953</c:v>
                </c:pt>
                <c:pt idx="583">
                  <c:v>680.77750000000003</c:v>
                </c:pt>
                <c:pt idx="584">
                  <c:v>681.25959999999998</c:v>
                </c:pt>
                <c:pt idx="585">
                  <c:v>681.74170000000004</c:v>
                </c:pt>
                <c:pt idx="586">
                  <c:v>682.22389999999996</c:v>
                </c:pt>
                <c:pt idx="587">
                  <c:v>682.70600000000002</c:v>
                </c:pt>
                <c:pt idx="588">
                  <c:v>683.18809999999996</c:v>
                </c:pt>
                <c:pt idx="589">
                  <c:v>683.6703</c:v>
                </c:pt>
                <c:pt idx="590">
                  <c:v>684.15239999999994</c:v>
                </c:pt>
                <c:pt idx="591">
                  <c:v>684.6345</c:v>
                </c:pt>
                <c:pt idx="592">
                  <c:v>685.11670000000004</c:v>
                </c:pt>
                <c:pt idx="593">
                  <c:v>685.59879999999998</c:v>
                </c:pt>
                <c:pt idx="594">
                  <c:v>686.08090000000004</c:v>
                </c:pt>
                <c:pt idx="595">
                  <c:v>686.56309999999996</c:v>
                </c:pt>
                <c:pt idx="596">
                  <c:v>687.04520000000002</c:v>
                </c:pt>
                <c:pt idx="597">
                  <c:v>687.52729999999997</c:v>
                </c:pt>
                <c:pt idx="598">
                  <c:v>688.0095</c:v>
                </c:pt>
                <c:pt idx="599">
                  <c:v>688.49159999999995</c:v>
                </c:pt>
                <c:pt idx="600">
                  <c:v>688.97379999999998</c:v>
                </c:pt>
                <c:pt idx="601">
                  <c:v>689.45590000000004</c:v>
                </c:pt>
                <c:pt idx="602">
                  <c:v>689.93799999999999</c:v>
                </c:pt>
                <c:pt idx="603">
                  <c:v>690.42020000000002</c:v>
                </c:pt>
                <c:pt idx="604">
                  <c:v>690.90229999999997</c:v>
                </c:pt>
                <c:pt idx="605">
                  <c:v>691.3845</c:v>
                </c:pt>
                <c:pt idx="606">
                  <c:v>691.86659999999995</c:v>
                </c:pt>
                <c:pt idx="607">
                  <c:v>692.34879999999998</c:v>
                </c:pt>
                <c:pt idx="608">
                  <c:v>692.83090000000004</c:v>
                </c:pt>
                <c:pt idx="609">
                  <c:v>693.31299999999999</c:v>
                </c:pt>
                <c:pt idx="610">
                  <c:v>693.79520000000002</c:v>
                </c:pt>
                <c:pt idx="611">
                  <c:v>694.27729999999997</c:v>
                </c:pt>
                <c:pt idx="612">
                  <c:v>694.75940000000003</c:v>
                </c:pt>
                <c:pt idx="613">
                  <c:v>695.24159999999995</c:v>
                </c:pt>
                <c:pt idx="614">
                  <c:v>695.72370000000001</c:v>
                </c:pt>
                <c:pt idx="615">
                  <c:v>696.20579999999995</c:v>
                </c:pt>
                <c:pt idx="616">
                  <c:v>696.68799999999999</c:v>
                </c:pt>
                <c:pt idx="617">
                  <c:v>697.17010000000005</c:v>
                </c:pt>
                <c:pt idx="618">
                  <c:v>697.65219999999999</c:v>
                </c:pt>
                <c:pt idx="619">
                  <c:v>698.13440000000003</c:v>
                </c:pt>
                <c:pt idx="620">
                  <c:v>698.61649999999997</c:v>
                </c:pt>
                <c:pt idx="621">
                  <c:v>699.09860000000003</c:v>
                </c:pt>
                <c:pt idx="622">
                  <c:v>699.58079999999995</c:v>
                </c:pt>
                <c:pt idx="623">
                  <c:v>700.06290000000001</c:v>
                </c:pt>
                <c:pt idx="624">
                  <c:v>700.54499999999996</c:v>
                </c:pt>
                <c:pt idx="625">
                  <c:v>701.02719999999999</c:v>
                </c:pt>
                <c:pt idx="626">
                  <c:v>701.50930000000005</c:v>
                </c:pt>
                <c:pt idx="627">
                  <c:v>701.99149999999997</c:v>
                </c:pt>
                <c:pt idx="628">
                  <c:v>702.47360000000003</c:v>
                </c:pt>
                <c:pt idx="629">
                  <c:v>702.95569999999998</c:v>
                </c:pt>
                <c:pt idx="630">
                  <c:v>703.43790000000001</c:v>
                </c:pt>
                <c:pt idx="631">
                  <c:v>703.92</c:v>
                </c:pt>
                <c:pt idx="632">
                  <c:v>704.40219999999999</c:v>
                </c:pt>
                <c:pt idx="633">
                  <c:v>704.88430000000005</c:v>
                </c:pt>
                <c:pt idx="634">
                  <c:v>705.36649999999997</c:v>
                </c:pt>
                <c:pt idx="635">
                  <c:v>705.84860000000003</c:v>
                </c:pt>
                <c:pt idx="636">
                  <c:v>706.33069999999998</c:v>
                </c:pt>
                <c:pt idx="637">
                  <c:v>706.81290000000001</c:v>
                </c:pt>
                <c:pt idx="638">
                  <c:v>707.29499999999996</c:v>
                </c:pt>
                <c:pt idx="639">
                  <c:v>707.77710000000002</c:v>
                </c:pt>
                <c:pt idx="640">
                  <c:v>708.25930000000005</c:v>
                </c:pt>
                <c:pt idx="641">
                  <c:v>708.7414</c:v>
                </c:pt>
                <c:pt idx="642">
                  <c:v>709.22349999999994</c:v>
                </c:pt>
                <c:pt idx="643">
                  <c:v>709.70569999999998</c:v>
                </c:pt>
                <c:pt idx="644">
                  <c:v>710.18780000000004</c:v>
                </c:pt>
                <c:pt idx="645">
                  <c:v>710.66989999999998</c:v>
                </c:pt>
                <c:pt idx="646">
                  <c:v>711.15210000000002</c:v>
                </c:pt>
                <c:pt idx="647">
                  <c:v>711.63419999999996</c:v>
                </c:pt>
                <c:pt idx="648">
                  <c:v>712.11630000000002</c:v>
                </c:pt>
                <c:pt idx="649">
                  <c:v>712.59849999999994</c:v>
                </c:pt>
                <c:pt idx="650">
                  <c:v>713.0806</c:v>
                </c:pt>
                <c:pt idx="651">
                  <c:v>713.56269999999995</c:v>
                </c:pt>
                <c:pt idx="652">
                  <c:v>714.04489999999998</c:v>
                </c:pt>
                <c:pt idx="653">
                  <c:v>714.52700000000004</c:v>
                </c:pt>
                <c:pt idx="654">
                  <c:v>715.00919999999996</c:v>
                </c:pt>
                <c:pt idx="655">
                  <c:v>715.49130000000002</c:v>
                </c:pt>
                <c:pt idx="656">
                  <c:v>715.97339999999997</c:v>
                </c:pt>
                <c:pt idx="657">
                  <c:v>716.4556</c:v>
                </c:pt>
                <c:pt idx="658">
                  <c:v>716.93769999999995</c:v>
                </c:pt>
                <c:pt idx="659">
                  <c:v>717.41989999999998</c:v>
                </c:pt>
                <c:pt idx="660">
                  <c:v>717.90200000000004</c:v>
                </c:pt>
                <c:pt idx="661">
                  <c:v>718.38419999999996</c:v>
                </c:pt>
                <c:pt idx="662">
                  <c:v>718.86630000000002</c:v>
                </c:pt>
                <c:pt idx="663">
                  <c:v>719.34839999999997</c:v>
                </c:pt>
                <c:pt idx="664">
                  <c:v>719.8306</c:v>
                </c:pt>
                <c:pt idx="665">
                  <c:v>720.31269999999995</c:v>
                </c:pt>
                <c:pt idx="666">
                  <c:v>720.79480000000001</c:v>
                </c:pt>
                <c:pt idx="667">
                  <c:v>721.27700000000004</c:v>
                </c:pt>
                <c:pt idx="668">
                  <c:v>721.75909999999999</c:v>
                </c:pt>
                <c:pt idx="669">
                  <c:v>722.24120000000005</c:v>
                </c:pt>
                <c:pt idx="670">
                  <c:v>722.72339999999997</c:v>
                </c:pt>
                <c:pt idx="671">
                  <c:v>723.20550000000003</c:v>
                </c:pt>
                <c:pt idx="672">
                  <c:v>723.68759999999997</c:v>
                </c:pt>
                <c:pt idx="673">
                  <c:v>724.16980000000001</c:v>
                </c:pt>
                <c:pt idx="674">
                  <c:v>724.65189999999996</c:v>
                </c:pt>
                <c:pt idx="675">
                  <c:v>725.13400000000001</c:v>
                </c:pt>
                <c:pt idx="676">
                  <c:v>725.61620000000005</c:v>
                </c:pt>
                <c:pt idx="677">
                  <c:v>726.09829999999999</c:v>
                </c:pt>
                <c:pt idx="678">
                  <c:v>726.58040000000005</c:v>
                </c:pt>
                <c:pt idx="679">
                  <c:v>727.06259999999997</c:v>
                </c:pt>
                <c:pt idx="680">
                  <c:v>727.54470000000003</c:v>
                </c:pt>
                <c:pt idx="681">
                  <c:v>728.02689999999996</c:v>
                </c:pt>
                <c:pt idx="682">
                  <c:v>728.50900000000001</c:v>
                </c:pt>
                <c:pt idx="683">
                  <c:v>728.99109999999996</c:v>
                </c:pt>
                <c:pt idx="684">
                  <c:v>729.47329999999999</c:v>
                </c:pt>
                <c:pt idx="685">
                  <c:v>729.95540000000005</c:v>
                </c:pt>
                <c:pt idx="686">
                  <c:v>730.43759999999997</c:v>
                </c:pt>
                <c:pt idx="687">
                  <c:v>730.91970000000003</c:v>
                </c:pt>
                <c:pt idx="688">
                  <c:v>731.40189999999996</c:v>
                </c:pt>
                <c:pt idx="689">
                  <c:v>731.88400000000001</c:v>
                </c:pt>
                <c:pt idx="690">
                  <c:v>732.36609999999996</c:v>
                </c:pt>
                <c:pt idx="691">
                  <c:v>732.84829999999999</c:v>
                </c:pt>
                <c:pt idx="692">
                  <c:v>733.33040000000005</c:v>
                </c:pt>
                <c:pt idx="693">
                  <c:v>733.8125</c:v>
                </c:pt>
                <c:pt idx="694">
                  <c:v>734.29470000000003</c:v>
                </c:pt>
                <c:pt idx="695">
                  <c:v>734.77679999999998</c:v>
                </c:pt>
                <c:pt idx="696">
                  <c:v>735.25890000000004</c:v>
                </c:pt>
                <c:pt idx="697">
                  <c:v>735.74109999999996</c:v>
                </c:pt>
                <c:pt idx="698">
                  <c:v>736.22320000000002</c:v>
                </c:pt>
                <c:pt idx="699">
                  <c:v>736.70529999999997</c:v>
                </c:pt>
                <c:pt idx="700">
                  <c:v>737.1875</c:v>
                </c:pt>
                <c:pt idx="701">
                  <c:v>737.66959999999995</c:v>
                </c:pt>
                <c:pt idx="702">
                  <c:v>738.15170000000001</c:v>
                </c:pt>
                <c:pt idx="703">
                  <c:v>738.63390000000004</c:v>
                </c:pt>
                <c:pt idx="704">
                  <c:v>739.11599999999999</c:v>
                </c:pt>
                <c:pt idx="705">
                  <c:v>739.59810000000004</c:v>
                </c:pt>
                <c:pt idx="706">
                  <c:v>740.08029999999997</c:v>
                </c:pt>
                <c:pt idx="707">
                  <c:v>740.56240000000003</c:v>
                </c:pt>
                <c:pt idx="708">
                  <c:v>741.04459999999995</c:v>
                </c:pt>
                <c:pt idx="709">
                  <c:v>741.52670000000001</c:v>
                </c:pt>
                <c:pt idx="710">
                  <c:v>742.00890000000004</c:v>
                </c:pt>
                <c:pt idx="711">
                  <c:v>742.49099999999999</c:v>
                </c:pt>
                <c:pt idx="712">
                  <c:v>742.97310000000004</c:v>
                </c:pt>
                <c:pt idx="713">
                  <c:v>743.45529999999997</c:v>
                </c:pt>
                <c:pt idx="714">
                  <c:v>743.93740000000003</c:v>
                </c:pt>
                <c:pt idx="715">
                  <c:v>744.41959999999995</c:v>
                </c:pt>
                <c:pt idx="716">
                  <c:v>744.90170000000001</c:v>
                </c:pt>
                <c:pt idx="717">
                  <c:v>745.38379999999995</c:v>
                </c:pt>
                <c:pt idx="718">
                  <c:v>745.86599999999999</c:v>
                </c:pt>
                <c:pt idx="719">
                  <c:v>746.34810000000004</c:v>
                </c:pt>
                <c:pt idx="720">
                  <c:v>746.83019999999999</c:v>
                </c:pt>
                <c:pt idx="721">
                  <c:v>747.31240000000003</c:v>
                </c:pt>
                <c:pt idx="722">
                  <c:v>747.79449999999997</c:v>
                </c:pt>
                <c:pt idx="723">
                  <c:v>748.27660000000003</c:v>
                </c:pt>
                <c:pt idx="724">
                  <c:v>748.75879999999995</c:v>
                </c:pt>
                <c:pt idx="725">
                  <c:v>749.24090000000001</c:v>
                </c:pt>
                <c:pt idx="726">
                  <c:v>749.72299999999996</c:v>
                </c:pt>
                <c:pt idx="727">
                  <c:v>750.20519999999999</c:v>
                </c:pt>
                <c:pt idx="728">
                  <c:v>750.68730000000005</c:v>
                </c:pt>
                <c:pt idx="729">
                  <c:v>751.1694</c:v>
                </c:pt>
                <c:pt idx="730">
                  <c:v>751.65160000000003</c:v>
                </c:pt>
                <c:pt idx="731">
                  <c:v>752.13369999999998</c:v>
                </c:pt>
                <c:pt idx="732">
                  <c:v>752.61580000000004</c:v>
                </c:pt>
                <c:pt idx="733">
                  <c:v>753.09799999999996</c:v>
                </c:pt>
                <c:pt idx="734">
                  <c:v>753.58010000000002</c:v>
                </c:pt>
                <c:pt idx="735">
                  <c:v>754.06230000000005</c:v>
                </c:pt>
                <c:pt idx="736">
                  <c:v>754.5444</c:v>
                </c:pt>
                <c:pt idx="737">
                  <c:v>755.02660000000003</c:v>
                </c:pt>
                <c:pt idx="738">
                  <c:v>755.50869999999998</c:v>
                </c:pt>
                <c:pt idx="739">
                  <c:v>755.99080000000004</c:v>
                </c:pt>
                <c:pt idx="740">
                  <c:v>756.47299999999996</c:v>
                </c:pt>
                <c:pt idx="741">
                  <c:v>756.95510000000002</c:v>
                </c:pt>
                <c:pt idx="742">
                  <c:v>757.43730000000005</c:v>
                </c:pt>
                <c:pt idx="743">
                  <c:v>757.9194</c:v>
                </c:pt>
                <c:pt idx="744">
                  <c:v>758.40150000000006</c:v>
                </c:pt>
                <c:pt idx="745">
                  <c:v>758.88369999999998</c:v>
                </c:pt>
                <c:pt idx="746">
                  <c:v>759.36580000000004</c:v>
                </c:pt>
                <c:pt idx="747">
                  <c:v>759.84789999999998</c:v>
                </c:pt>
                <c:pt idx="748">
                  <c:v>760.33010000000002</c:v>
                </c:pt>
                <c:pt idx="749">
                  <c:v>760.81219999999996</c:v>
                </c:pt>
                <c:pt idx="750">
                  <c:v>761.29430000000002</c:v>
                </c:pt>
                <c:pt idx="751">
                  <c:v>761.77650000000006</c:v>
                </c:pt>
                <c:pt idx="752">
                  <c:v>762.2586</c:v>
                </c:pt>
                <c:pt idx="753">
                  <c:v>762.74069999999995</c:v>
                </c:pt>
                <c:pt idx="754">
                  <c:v>763.22289999999998</c:v>
                </c:pt>
                <c:pt idx="755">
                  <c:v>763.70500000000004</c:v>
                </c:pt>
                <c:pt idx="756">
                  <c:v>764.18709999999999</c:v>
                </c:pt>
                <c:pt idx="757">
                  <c:v>764.66930000000002</c:v>
                </c:pt>
                <c:pt idx="758">
                  <c:v>765.15139999999997</c:v>
                </c:pt>
                <c:pt idx="759">
                  <c:v>765.63350000000003</c:v>
                </c:pt>
                <c:pt idx="760">
                  <c:v>766.11569999999995</c:v>
                </c:pt>
                <c:pt idx="761">
                  <c:v>766.59780000000001</c:v>
                </c:pt>
                <c:pt idx="762">
                  <c:v>767.08</c:v>
                </c:pt>
                <c:pt idx="763">
                  <c:v>767.56209999999999</c:v>
                </c:pt>
                <c:pt idx="764">
                  <c:v>768.04430000000002</c:v>
                </c:pt>
                <c:pt idx="765">
                  <c:v>768.52639999999997</c:v>
                </c:pt>
                <c:pt idx="766">
                  <c:v>769.00850000000003</c:v>
                </c:pt>
                <c:pt idx="767">
                  <c:v>769.49069999999995</c:v>
                </c:pt>
                <c:pt idx="768">
                  <c:v>769.97280000000001</c:v>
                </c:pt>
                <c:pt idx="769">
                  <c:v>770.45500000000004</c:v>
                </c:pt>
                <c:pt idx="770">
                  <c:v>770.93709999999999</c:v>
                </c:pt>
                <c:pt idx="771">
                  <c:v>771.41920000000005</c:v>
                </c:pt>
                <c:pt idx="772">
                  <c:v>771.90139999999997</c:v>
                </c:pt>
                <c:pt idx="773">
                  <c:v>772.38350000000003</c:v>
                </c:pt>
                <c:pt idx="774">
                  <c:v>772.86559999999997</c:v>
                </c:pt>
                <c:pt idx="775">
                  <c:v>773.34780000000001</c:v>
                </c:pt>
                <c:pt idx="776">
                  <c:v>773.82989999999995</c:v>
                </c:pt>
                <c:pt idx="777">
                  <c:v>774.31200000000001</c:v>
                </c:pt>
                <c:pt idx="778">
                  <c:v>774.79420000000005</c:v>
                </c:pt>
                <c:pt idx="779">
                  <c:v>775.27629999999999</c:v>
                </c:pt>
                <c:pt idx="780">
                  <c:v>775.75840000000005</c:v>
                </c:pt>
                <c:pt idx="781">
                  <c:v>776.24059999999997</c:v>
                </c:pt>
                <c:pt idx="782">
                  <c:v>776.72270000000003</c:v>
                </c:pt>
                <c:pt idx="783">
                  <c:v>777.20479999999998</c:v>
                </c:pt>
                <c:pt idx="784">
                  <c:v>777.68700000000001</c:v>
                </c:pt>
                <c:pt idx="785">
                  <c:v>778.16909999999996</c:v>
                </c:pt>
                <c:pt idx="786">
                  <c:v>778.65120000000002</c:v>
                </c:pt>
                <c:pt idx="787">
                  <c:v>779.13340000000005</c:v>
                </c:pt>
                <c:pt idx="788">
                  <c:v>779.6155</c:v>
                </c:pt>
                <c:pt idx="789">
                  <c:v>780.09770000000003</c:v>
                </c:pt>
                <c:pt idx="790">
                  <c:v>780.57979999999998</c:v>
                </c:pt>
                <c:pt idx="791">
                  <c:v>781.06200000000001</c:v>
                </c:pt>
                <c:pt idx="792">
                  <c:v>781.54409999999996</c:v>
                </c:pt>
                <c:pt idx="793">
                  <c:v>782.02620000000002</c:v>
                </c:pt>
                <c:pt idx="794">
                  <c:v>782.50840000000005</c:v>
                </c:pt>
                <c:pt idx="795">
                  <c:v>782.9905</c:v>
                </c:pt>
                <c:pt idx="796">
                  <c:v>783.47270000000003</c:v>
                </c:pt>
                <c:pt idx="797">
                  <c:v>783.95479999999998</c:v>
                </c:pt>
                <c:pt idx="798">
                  <c:v>784.43690000000004</c:v>
                </c:pt>
                <c:pt idx="799">
                  <c:v>784.91909999999996</c:v>
                </c:pt>
                <c:pt idx="800">
                  <c:v>785.40120000000002</c:v>
                </c:pt>
                <c:pt idx="801">
                  <c:v>785.88329999999996</c:v>
                </c:pt>
                <c:pt idx="802">
                  <c:v>786.3655</c:v>
                </c:pt>
                <c:pt idx="803">
                  <c:v>786.84760000000006</c:v>
                </c:pt>
                <c:pt idx="804">
                  <c:v>787.3297</c:v>
                </c:pt>
                <c:pt idx="805">
                  <c:v>787.81190000000004</c:v>
                </c:pt>
                <c:pt idx="806">
                  <c:v>788.29399999999998</c:v>
                </c:pt>
                <c:pt idx="807">
                  <c:v>788.77610000000004</c:v>
                </c:pt>
                <c:pt idx="808">
                  <c:v>789.25829999999996</c:v>
                </c:pt>
                <c:pt idx="809">
                  <c:v>789.74040000000002</c:v>
                </c:pt>
                <c:pt idx="810">
                  <c:v>790.22249999999997</c:v>
                </c:pt>
                <c:pt idx="811">
                  <c:v>790.7047</c:v>
                </c:pt>
                <c:pt idx="812">
                  <c:v>791.18679999999995</c:v>
                </c:pt>
                <c:pt idx="813">
                  <c:v>791.66890000000001</c:v>
                </c:pt>
                <c:pt idx="814">
                  <c:v>792.15110000000004</c:v>
                </c:pt>
                <c:pt idx="815">
                  <c:v>792.63319999999999</c:v>
                </c:pt>
                <c:pt idx="816">
                  <c:v>793.11540000000002</c:v>
                </c:pt>
                <c:pt idx="817">
                  <c:v>793.59749999999997</c:v>
                </c:pt>
                <c:pt idx="818">
                  <c:v>794.0797</c:v>
                </c:pt>
                <c:pt idx="819">
                  <c:v>794.56179999999995</c:v>
                </c:pt>
                <c:pt idx="820">
                  <c:v>795.04390000000001</c:v>
                </c:pt>
                <c:pt idx="821">
                  <c:v>795.52610000000004</c:v>
                </c:pt>
                <c:pt idx="822">
                  <c:v>796.00819999999999</c:v>
                </c:pt>
                <c:pt idx="823">
                  <c:v>796.49040000000002</c:v>
                </c:pt>
                <c:pt idx="824">
                  <c:v>796.97249999999997</c:v>
                </c:pt>
                <c:pt idx="825">
                  <c:v>797.45460000000003</c:v>
                </c:pt>
                <c:pt idx="826">
                  <c:v>797.93679999999995</c:v>
                </c:pt>
                <c:pt idx="827">
                  <c:v>798.41890000000001</c:v>
                </c:pt>
                <c:pt idx="828">
                  <c:v>798.90099999999995</c:v>
                </c:pt>
                <c:pt idx="829">
                  <c:v>799.38319999999999</c:v>
                </c:pt>
                <c:pt idx="830">
                  <c:v>799.86530000000005</c:v>
                </c:pt>
                <c:pt idx="831">
                  <c:v>800.34739999999999</c:v>
                </c:pt>
                <c:pt idx="832">
                  <c:v>800.82960000000003</c:v>
                </c:pt>
                <c:pt idx="833">
                  <c:v>801.31169999999997</c:v>
                </c:pt>
                <c:pt idx="834">
                  <c:v>801.79380000000003</c:v>
                </c:pt>
                <c:pt idx="835">
                  <c:v>802.27599999999995</c:v>
                </c:pt>
                <c:pt idx="836">
                  <c:v>802.75810000000001</c:v>
                </c:pt>
                <c:pt idx="837">
                  <c:v>803.24019999999996</c:v>
                </c:pt>
                <c:pt idx="838">
                  <c:v>803.72239999999999</c:v>
                </c:pt>
                <c:pt idx="839">
                  <c:v>804.20450000000005</c:v>
                </c:pt>
                <c:pt idx="840">
                  <c:v>804.6866</c:v>
                </c:pt>
                <c:pt idx="841">
                  <c:v>805.16880000000003</c:v>
                </c:pt>
                <c:pt idx="842">
                  <c:v>805.65089999999998</c:v>
                </c:pt>
                <c:pt idx="843">
                  <c:v>806.13310000000001</c:v>
                </c:pt>
                <c:pt idx="844">
                  <c:v>806.61519999999996</c:v>
                </c:pt>
                <c:pt idx="845">
                  <c:v>807.09739999999999</c:v>
                </c:pt>
                <c:pt idx="846">
                  <c:v>807.57950000000005</c:v>
                </c:pt>
                <c:pt idx="847">
                  <c:v>808.0616</c:v>
                </c:pt>
                <c:pt idx="848">
                  <c:v>808.54380000000003</c:v>
                </c:pt>
                <c:pt idx="849">
                  <c:v>809.02589999999998</c:v>
                </c:pt>
                <c:pt idx="850">
                  <c:v>809.50810000000001</c:v>
                </c:pt>
                <c:pt idx="851">
                  <c:v>809.99019999999996</c:v>
                </c:pt>
                <c:pt idx="852">
                  <c:v>810.47230000000002</c:v>
                </c:pt>
                <c:pt idx="853">
                  <c:v>810.95450000000005</c:v>
                </c:pt>
                <c:pt idx="854">
                  <c:v>811.4366</c:v>
                </c:pt>
                <c:pt idx="855">
                  <c:v>811.91869999999994</c:v>
                </c:pt>
                <c:pt idx="856">
                  <c:v>812.40089999999998</c:v>
                </c:pt>
                <c:pt idx="857">
                  <c:v>812.88300000000004</c:v>
                </c:pt>
                <c:pt idx="858">
                  <c:v>813.36509999999998</c:v>
                </c:pt>
                <c:pt idx="859">
                  <c:v>813.84730000000002</c:v>
                </c:pt>
                <c:pt idx="860">
                  <c:v>814.32939999999996</c:v>
                </c:pt>
                <c:pt idx="861">
                  <c:v>814.81150000000002</c:v>
                </c:pt>
                <c:pt idx="862">
                  <c:v>815.29369999999994</c:v>
                </c:pt>
                <c:pt idx="863">
                  <c:v>815.7758</c:v>
                </c:pt>
                <c:pt idx="864">
                  <c:v>816.25789999999995</c:v>
                </c:pt>
                <c:pt idx="865">
                  <c:v>816.74009999999998</c:v>
                </c:pt>
                <c:pt idx="866">
                  <c:v>817.22220000000004</c:v>
                </c:pt>
                <c:pt idx="867">
                  <c:v>817.70429999999999</c:v>
                </c:pt>
                <c:pt idx="868">
                  <c:v>818.18650000000002</c:v>
                </c:pt>
                <c:pt idx="869">
                  <c:v>818.66859999999997</c:v>
                </c:pt>
                <c:pt idx="870">
                  <c:v>819.1508</c:v>
                </c:pt>
                <c:pt idx="871">
                  <c:v>819.63289999999995</c:v>
                </c:pt>
                <c:pt idx="872">
                  <c:v>820.11509999999998</c:v>
                </c:pt>
                <c:pt idx="873">
                  <c:v>820.59720000000004</c:v>
                </c:pt>
                <c:pt idx="874">
                  <c:v>821.07929999999999</c:v>
                </c:pt>
                <c:pt idx="875">
                  <c:v>821.56150000000002</c:v>
                </c:pt>
                <c:pt idx="876">
                  <c:v>822.04359999999997</c:v>
                </c:pt>
                <c:pt idx="877">
                  <c:v>822.5258</c:v>
                </c:pt>
                <c:pt idx="878">
                  <c:v>823.00789999999995</c:v>
                </c:pt>
                <c:pt idx="879">
                  <c:v>823.49</c:v>
                </c:pt>
                <c:pt idx="880">
                  <c:v>823.97220000000004</c:v>
                </c:pt>
                <c:pt idx="881">
                  <c:v>824.45429999999999</c:v>
                </c:pt>
                <c:pt idx="882">
                  <c:v>824.93640000000005</c:v>
                </c:pt>
                <c:pt idx="883">
                  <c:v>825.41859999999997</c:v>
                </c:pt>
                <c:pt idx="884">
                  <c:v>825.90070000000003</c:v>
                </c:pt>
                <c:pt idx="885">
                  <c:v>826.38279999999997</c:v>
                </c:pt>
                <c:pt idx="886">
                  <c:v>826.86500000000001</c:v>
                </c:pt>
                <c:pt idx="887">
                  <c:v>827.34709999999995</c:v>
                </c:pt>
                <c:pt idx="888">
                  <c:v>827.82920000000001</c:v>
                </c:pt>
                <c:pt idx="889">
                  <c:v>828.31140000000005</c:v>
                </c:pt>
                <c:pt idx="890">
                  <c:v>828.79349999999999</c:v>
                </c:pt>
                <c:pt idx="891">
                  <c:v>829.27560000000005</c:v>
                </c:pt>
                <c:pt idx="892">
                  <c:v>829.75779999999997</c:v>
                </c:pt>
                <c:pt idx="893">
                  <c:v>830.23990000000003</c:v>
                </c:pt>
                <c:pt idx="894">
                  <c:v>830.72199999999998</c:v>
                </c:pt>
                <c:pt idx="895">
                  <c:v>831.20420000000001</c:v>
                </c:pt>
                <c:pt idx="896">
                  <c:v>831.68629999999996</c:v>
                </c:pt>
                <c:pt idx="897">
                  <c:v>832.16849999999999</c:v>
                </c:pt>
                <c:pt idx="898">
                  <c:v>832.65060000000005</c:v>
                </c:pt>
                <c:pt idx="899">
                  <c:v>833.13279999999997</c:v>
                </c:pt>
                <c:pt idx="900">
                  <c:v>833.61490000000003</c:v>
                </c:pt>
                <c:pt idx="901">
                  <c:v>834.09699999999998</c:v>
                </c:pt>
                <c:pt idx="902">
                  <c:v>834.57920000000001</c:v>
                </c:pt>
                <c:pt idx="903">
                  <c:v>835.06129999999996</c:v>
                </c:pt>
                <c:pt idx="904">
                  <c:v>835.54349999999999</c:v>
                </c:pt>
                <c:pt idx="905">
                  <c:v>836.02560000000005</c:v>
                </c:pt>
                <c:pt idx="906">
                  <c:v>836.5077</c:v>
                </c:pt>
                <c:pt idx="907">
                  <c:v>836.98990000000003</c:v>
                </c:pt>
                <c:pt idx="908">
                  <c:v>837.47199999999998</c:v>
                </c:pt>
                <c:pt idx="909">
                  <c:v>837.95410000000004</c:v>
                </c:pt>
                <c:pt idx="910">
                  <c:v>838.43629999999996</c:v>
                </c:pt>
                <c:pt idx="911">
                  <c:v>838.91840000000002</c:v>
                </c:pt>
                <c:pt idx="912">
                  <c:v>839.40049999999997</c:v>
                </c:pt>
                <c:pt idx="913">
                  <c:v>839.8827</c:v>
                </c:pt>
                <c:pt idx="914">
                  <c:v>840.36479999999995</c:v>
                </c:pt>
                <c:pt idx="915">
                  <c:v>840.84690000000001</c:v>
                </c:pt>
                <c:pt idx="916">
                  <c:v>841.32910000000004</c:v>
                </c:pt>
                <c:pt idx="917">
                  <c:v>841.81119999999999</c:v>
                </c:pt>
                <c:pt idx="918">
                  <c:v>842.29330000000004</c:v>
                </c:pt>
                <c:pt idx="919">
                  <c:v>842.77549999999997</c:v>
                </c:pt>
                <c:pt idx="920">
                  <c:v>843.25760000000002</c:v>
                </c:pt>
                <c:pt idx="921">
                  <c:v>843.73969999999997</c:v>
                </c:pt>
                <c:pt idx="922">
                  <c:v>844.22190000000001</c:v>
                </c:pt>
                <c:pt idx="923">
                  <c:v>844.70399999999995</c:v>
                </c:pt>
                <c:pt idx="924">
                  <c:v>845.18619999999999</c:v>
                </c:pt>
                <c:pt idx="925">
                  <c:v>845.66830000000004</c:v>
                </c:pt>
                <c:pt idx="926">
                  <c:v>846.15049999999997</c:v>
                </c:pt>
                <c:pt idx="927">
                  <c:v>846.63260000000002</c:v>
                </c:pt>
                <c:pt idx="928">
                  <c:v>847.11469999999997</c:v>
                </c:pt>
                <c:pt idx="929">
                  <c:v>847.59690000000001</c:v>
                </c:pt>
                <c:pt idx="930">
                  <c:v>848.07899999999995</c:v>
                </c:pt>
                <c:pt idx="931">
                  <c:v>848.56119999999999</c:v>
                </c:pt>
                <c:pt idx="932">
                  <c:v>849.04330000000004</c:v>
                </c:pt>
                <c:pt idx="933">
                  <c:v>849.52539999999999</c:v>
                </c:pt>
                <c:pt idx="934">
                  <c:v>850.00760000000002</c:v>
                </c:pt>
                <c:pt idx="935">
                  <c:v>850.48969999999997</c:v>
                </c:pt>
                <c:pt idx="936">
                  <c:v>850.97180000000003</c:v>
                </c:pt>
                <c:pt idx="937">
                  <c:v>851.45399999999995</c:v>
                </c:pt>
                <c:pt idx="938">
                  <c:v>851.93610000000001</c:v>
                </c:pt>
                <c:pt idx="939">
                  <c:v>852.41819999999996</c:v>
                </c:pt>
                <c:pt idx="940">
                  <c:v>852.90039999999999</c:v>
                </c:pt>
                <c:pt idx="941">
                  <c:v>853.38250000000005</c:v>
                </c:pt>
                <c:pt idx="942">
                  <c:v>853.8646</c:v>
                </c:pt>
                <c:pt idx="943">
                  <c:v>854.34680000000003</c:v>
                </c:pt>
                <c:pt idx="944">
                  <c:v>854.82889999999998</c:v>
                </c:pt>
                <c:pt idx="945">
                  <c:v>855.31100000000004</c:v>
                </c:pt>
                <c:pt idx="946">
                  <c:v>855.79319999999996</c:v>
                </c:pt>
                <c:pt idx="947">
                  <c:v>856.27530000000002</c:v>
                </c:pt>
                <c:pt idx="948">
                  <c:v>856.75739999999996</c:v>
                </c:pt>
                <c:pt idx="949">
                  <c:v>857.2396</c:v>
                </c:pt>
                <c:pt idx="950">
                  <c:v>857.72170000000006</c:v>
                </c:pt>
                <c:pt idx="951">
                  <c:v>858.20389999999998</c:v>
                </c:pt>
                <c:pt idx="952">
                  <c:v>858.68600000000004</c:v>
                </c:pt>
                <c:pt idx="953">
                  <c:v>859.16819999999996</c:v>
                </c:pt>
                <c:pt idx="954">
                  <c:v>859.65030000000002</c:v>
                </c:pt>
                <c:pt idx="955">
                  <c:v>860.13239999999996</c:v>
                </c:pt>
                <c:pt idx="956">
                  <c:v>860.6146</c:v>
                </c:pt>
                <c:pt idx="957">
                  <c:v>861.09670000000006</c:v>
                </c:pt>
                <c:pt idx="958">
                  <c:v>861.57889999999998</c:v>
                </c:pt>
                <c:pt idx="959">
                  <c:v>862.06100000000004</c:v>
                </c:pt>
                <c:pt idx="960">
                  <c:v>862.54309999999998</c:v>
                </c:pt>
                <c:pt idx="961">
                  <c:v>863.02530000000002</c:v>
                </c:pt>
                <c:pt idx="962">
                  <c:v>863.50739999999996</c:v>
                </c:pt>
                <c:pt idx="963">
                  <c:v>863.98950000000002</c:v>
                </c:pt>
                <c:pt idx="964">
                  <c:v>864.47170000000006</c:v>
                </c:pt>
                <c:pt idx="965">
                  <c:v>864.9538</c:v>
                </c:pt>
                <c:pt idx="966">
                  <c:v>865.43589999999995</c:v>
                </c:pt>
                <c:pt idx="967">
                  <c:v>865.91809999999998</c:v>
                </c:pt>
                <c:pt idx="968">
                  <c:v>866.40020000000004</c:v>
                </c:pt>
                <c:pt idx="969">
                  <c:v>866.88229999999999</c:v>
                </c:pt>
                <c:pt idx="970">
                  <c:v>867.36450000000002</c:v>
                </c:pt>
                <c:pt idx="971">
                  <c:v>867.84659999999997</c:v>
                </c:pt>
                <c:pt idx="972">
                  <c:v>868.32870000000003</c:v>
                </c:pt>
                <c:pt idx="973">
                  <c:v>868.81089999999995</c:v>
                </c:pt>
                <c:pt idx="974">
                  <c:v>869.29300000000001</c:v>
                </c:pt>
                <c:pt idx="975">
                  <c:v>869.77509999999995</c:v>
                </c:pt>
                <c:pt idx="976">
                  <c:v>870.25729999999999</c:v>
                </c:pt>
                <c:pt idx="977">
                  <c:v>870.73940000000005</c:v>
                </c:pt>
                <c:pt idx="978">
                  <c:v>871.22159999999997</c:v>
                </c:pt>
                <c:pt idx="979">
                  <c:v>871.70370000000003</c:v>
                </c:pt>
                <c:pt idx="980">
                  <c:v>872.18589999999995</c:v>
                </c:pt>
                <c:pt idx="981">
                  <c:v>872.66800000000001</c:v>
                </c:pt>
                <c:pt idx="982">
                  <c:v>873.15009999999995</c:v>
                </c:pt>
                <c:pt idx="983">
                  <c:v>873.63229999999999</c:v>
                </c:pt>
                <c:pt idx="984">
                  <c:v>874.11440000000005</c:v>
                </c:pt>
                <c:pt idx="985">
                  <c:v>874.59659999999997</c:v>
                </c:pt>
                <c:pt idx="986">
                  <c:v>875.07870000000003</c:v>
                </c:pt>
                <c:pt idx="987">
                  <c:v>875.56079999999997</c:v>
                </c:pt>
                <c:pt idx="988">
                  <c:v>876.04300000000001</c:v>
                </c:pt>
                <c:pt idx="989">
                  <c:v>876.52509999999995</c:v>
                </c:pt>
                <c:pt idx="990">
                  <c:v>877.00720000000001</c:v>
                </c:pt>
                <c:pt idx="991">
                  <c:v>877.48940000000005</c:v>
                </c:pt>
                <c:pt idx="992">
                  <c:v>877.97149999999999</c:v>
                </c:pt>
                <c:pt idx="993">
                  <c:v>878.45360000000005</c:v>
                </c:pt>
                <c:pt idx="994">
                  <c:v>878.93579999999997</c:v>
                </c:pt>
                <c:pt idx="995">
                  <c:v>879.41790000000003</c:v>
                </c:pt>
                <c:pt idx="996">
                  <c:v>879.9</c:v>
                </c:pt>
                <c:pt idx="997">
                  <c:v>880.38220000000001</c:v>
                </c:pt>
                <c:pt idx="998">
                  <c:v>880.86429999999996</c:v>
                </c:pt>
                <c:pt idx="999">
                  <c:v>881.34640000000002</c:v>
                </c:pt>
                <c:pt idx="1000">
                  <c:v>881.82860000000005</c:v>
                </c:pt>
                <c:pt idx="1001">
                  <c:v>882.3107</c:v>
                </c:pt>
                <c:pt idx="1002">
                  <c:v>882.79280000000006</c:v>
                </c:pt>
                <c:pt idx="1003">
                  <c:v>883.27499999999998</c:v>
                </c:pt>
                <c:pt idx="1004">
                  <c:v>883.75710000000004</c:v>
                </c:pt>
                <c:pt idx="1005">
                  <c:v>884.23929999999996</c:v>
                </c:pt>
                <c:pt idx="1006">
                  <c:v>884.72140000000002</c:v>
                </c:pt>
                <c:pt idx="1007">
                  <c:v>885.20360000000005</c:v>
                </c:pt>
                <c:pt idx="1008">
                  <c:v>885.6857</c:v>
                </c:pt>
                <c:pt idx="1009">
                  <c:v>886.16780000000006</c:v>
                </c:pt>
                <c:pt idx="1010">
                  <c:v>886.65</c:v>
                </c:pt>
                <c:pt idx="1011">
                  <c:v>887.13210000000004</c:v>
                </c:pt>
                <c:pt idx="1012">
                  <c:v>887.61429999999996</c:v>
                </c:pt>
                <c:pt idx="1013">
                  <c:v>888.09640000000002</c:v>
                </c:pt>
                <c:pt idx="1014">
                  <c:v>888.57849999999996</c:v>
                </c:pt>
                <c:pt idx="1015">
                  <c:v>889.0607</c:v>
                </c:pt>
                <c:pt idx="1016">
                  <c:v>889.54280000000006</c:v>
                </c:pt>
                <c:pt idx="1017">
                  <c:v>890.0249</c:v>
                </c:pt>
                <c:pt idx="1018">
                  <c:v>890.50710000000004</c:v>
                </c:pt>
                <c:pt idx="1019">
                  <c:v>890.98919999999998</c:v>
                </c:pt>
                <c:pt idx="1020">
                  <c:v>891.47130000000004</c:v>
                </c:pt>
                <c:pt idx="1021">
                  <c:v>891.95349999999996</c:v>
                </c:pt>
                <c:pt idx="1022">
                  <c:v>892.43560000000002</c:v>
                </c:pt>
                <c:pt idx="1023">
                  <c:v>892.91769999999997</c:v>
                </c:pt>
                <c:pt idx="1024">
                  <c:v>893.3999</c:v>
                </c:pt>
                <c:pt idx="1025">
                  <c:v>893.88199999999995</c:v>
                </c:pt>
                <c:pt idx="1026">
                  <c:v>894.36410000000001</c:v>
                </c:pt>
                <c:pt idx="1027">
                  <c:v>894.84630000000004</c:v>
                </c:pt>
                <c:pt idx="1028">
                  <c:v>895.32839999999999</c:v>
                </c:pt>
                <c:pt idx="1029">
                  <c:v>895.81050000000005</c:v>
                </c:pt>
                <c:pt idx="1030">
                  <c:v>896.29269999999997</c:v>
                </c:pt>
                <c:pt idx="1031">
                  <c:v>896.77480000000003</c:v>
                </c:pt>
                <c:pt idx="1032">
                  <c:v>897.25699999999995</c:v>
                </c:pt>
                <c:pt idx="1033">
                  <c:v>897.73910000000001</c:v>
                </c:pt>
                <c:pt idx="1034">
                  <c:v>898.22130000000004</c:v>
                </c:pt>
                <c:pt idx="1035">
                  <c:v>898.70339999999999</c:v>
                </c:pt>
                <c:pt idx="1036">
                  <c:v>899.18550000000005</c:v>
                </c:pt>
                <c:pt idx="1037">
                  <c:v>899.66769999999997</c:v>
                </c:pt>
                <c:pt idx="1038">
                  <c:v>900.14980000000003</c:v>
                </c:pt>
                <c:pt idx="1039">
                  <c:v>900.63199999999995</c:v>
                </c:pt>
                <c:pt idx="1040">
                  <c:v>901.11410000000001</c:v>
                </c:pt>
                <c:pt idx="1041">
                  <c:v>901.59619999999995</c:v>
                </c:pt>
                <c:pt idx="1042">
                  <c:v>902.07839999999999</c:v>
                </c:pt>
                <c:pt idx="1043">
                  <c:v>902.56050000000005</c:v>
                </c:pt>
                <c:pt idx="1044">
                  <c:v>903.04259999999999</c:v>
                </c:pt>
                <c:pt idx="1045">
                  <c:v>903.52480000000003</c:v>
                </c:pt>
                <c:pt idx="1046">
                  <c:v>904.00689999999997</c:v>
                </c:pt>
                <c:pt idx="1047">
                  <c:v>904.48900000000003</c:v>
                </c:pt>
                <c:pt idx="1048">
                  <c:v>904.97119999999995</c:v>
                </c:pt>
                <c:pt idx="1049">
                  <c:v>905.45330000000001</c:v>
                </c:pt>
                <c:pt idx="1050">
                  <c:v>905.93539999999996</c:v>
                </c:pt>
                <c:pt idx="1051">
                  <c:v>906.41759999999999</c:v>
                </c:pt>
                <c:pt idx="1052">
                  <c:v>906.89970000000005</c:v>
                </c:pt>
                <c:pt idx="1053">
                  <c:v>907.3818</c:v>
                </c:pt>
                <c:pt idx="1054">
                  <c:v>907.86400000000003</c:v>
                </c:pt>
                <c:pt idx="1055">
                  <c:v>908.34609999999998</c:v>
                </c:pt>
                <c:pt idx="1056">
                  <c:v>908.82820000000004</c:v>
                </c:pt>
                <c:pt idx="1057">
                  <c:v>909.31039999999996</c:v>
                </c:pt>
                <c:pt idx="1058">
                  <c:v>909.79250000000002</c:v>
                </c:pt>
                <c:pt idx="1059">
                  <c:v>910.27470000000005</c:v>
                </c:pt>
                <c:pt idx="1060">
                  <c:v>910.7568</c:v>
                </c:pt>
                <c:pt idx="1061">
                  <c:v>911.23900000000003</c:v>
                </c:pt>
                <c:pt idx="1062">
                  <c:v>911.72109999999998</c:v>
                </c:pt>
                <c:pt idx="1063">
                  <c:v>912.20320000000004</c:v>
                </c:pt>
                <c:pt idx="1064">
                  <c:v>912.68539999999996</c:v>
                </c:pt>
                <c:pt idx="1065">
                  <c:v>913.16750000000002</c:v>
                </c:pt>
                <c:pt idx="1066">
                  <c:v>913.64959999999996</c:v>
                </c:pt>
                <c:pt idx="1067">
                  <c:v>914.1318</c:v>
                </c:pt>
                <c:pt idx="1068">
                  <c:v>914.61389999999994</c:v>
                </c:pt>
                <c:pt idx="1069">
                  <c:v>915.096</c:v>
                </c:pt>
                <c:pt idx="1070">
                  <c:v>915.57820000000004</c:v>
                </c:pt>
                <c:pt idx="1071">
                  <c:v>916.06029999999998</c:v>
                </c:pt>
                <c:pt idx="1072">
                  <c:v>916.54240000000004</c:v>
                </c:pt>
                <c:pt idx="1073">
                  <c:v>917.02459999999996</c:v>
                </c:pt>
                <c:pt idx="1074">
                  <c:v>917.50670000000002</c:v>
                </c:pt>
                <c:pt idx="1075">
                  <c:v>917.98879999999997</c:v>
                </c:pt>
                <c:pt idx="1076">
                  <c:v>918.471</c:v>
                </c:pt>
                <c:pt idx="1077">
                  <c:v>918.95309999999995</c:v>
                </c:pt>
                <c:pt idx="1078">
                  <c:v>919.43520000000001</c:v>
                </c:pt>
                <c:pt idx="1079">
                  <c:v>919.91740000000004</c:v>
                </c:pt>
                <c:pt idx="1080">
                  <c:v>920.39949999999999</c:v>
                </c:pt>
                <c:pt idx="1081">
                  <c:v>920.88170000000002</c:v>
                </c:pt>
                <c:pt idx="1082">
                  <c:v>921.36379999999997</c:v>
                </c:pt>
                <c:pt idx="1083">
                  <c:v>921.84590000000003</c:v>
                </c:pt>
                <c:pt idx="1084">
                  <c:v>922.32809999999995</c:v>
                </c:pt>
                <c:pt idx="1085">
                  <c:v>922.81020000000001</c:v>
                </c:pt>
                <c:pt idx="1086">
                  <c:v>923.29240000000004</c:v>
                </c:pt>
                <c:pt idx="1087">
                  <c:v>923.77449999999999</c:v>
                </c:pt>
                <c:pt idx="1088">
                  <c:v>924.25670000000002</c:v>
                </c:pt>
                <c:pt idx="1089">
                  <c:v>924.73879999999997</c:v>
                </c:pt>
                <c:pt idx="1090">
                  <c:v>925.22090000000003</c:v>
                </c:pt>
                <c:pt idx="1091">
                  <c:v>925.70309999999995</c:v>
                </c:pt>
                <c:pt idx="1092">
                  <c:v>926.18520000000001</c:v>
                </c:pt>
                <c:pt idx="1093">
                  <c:v>926.66729999999995</c:v>
                </c:pt>
                <c:pt idx="1094">
                  <c:v>927.14949999999999</c:v>
                </c:pt>
                <c:pt idx="1095">
                  <c:v>927.63160000000005</c:v>
                </c:pt>
                <c:pt idx="1096">
                  <c:v>928.11369999999999</c:v>
                </c:pt>
                <c:pt idx="1097">
                  <c:v>928.59590000000003</c:v>
                </c:pt>
                <c:pt idx="1098">
                  <c:v>929.07799999999997</c:v>
                </c:pt>
                <c:pt idx="1099">
                  <c:v>929.56010000000003</c:v>
                </c:pt>
                <c:pt idx="1100">
                  <c:v>930.04229999999995</c:v>
                </c:pt>
                <c:pt idx="1101">
                  <c:v>930.52440000000001</c:v>
                </c:pt>
                <c:pt idx="1102">
                  <c:v>931.00649999999996</c:v>
                </c:pt>
                <c:pt idx="1103">
                  <c:v>931.48869999999999</c:v>
                </c:pt>
                <c:pt idx="1104">
                  <c:v>931.97080000000005</c:v>
                </c:pt>
                <c:pt idx="1105">
                  <c:v>932.4529</c:v>
                </c:pt>
                <c:pt idx="1106">
                  <c:v>932.93510000000003</c:v>
                </c:pt>
                <c:pt idx="1107">
                  <c:v>933.41719999999998</c:v>
                </c:pt>
                <c:pt idx="1108">
                  <c:v>933.89940000000001</c:v>
                </c:pt>
                <c:pt idx="1109">
                  <c:v>934.38149999999996</c:v>
                </c:pt>
                <c:pt idx="1110">
                  <c:v>934.86360000000002</c:v>
                </c:pt>
                <c:pt idx="1111">
                  <c:v>935.34580000000005</c:v>
                </c:pt>
                <c:pt idx="1112">
                  <c:v>935.8279</c:v>
                </c:pt>
                <c:pt idx="1113">
                  <c:v>936.31010000000003</c:v>
                </c:pt>
                <c:pt idx="1114">
                  <c:v>936.79219999999998</c:v>
                </c:pt>
                <c:pt idx="1115">
                  <c:v>937.27440000000001</c:v>
                </c:pt>
                <c:pt idx="1116">
                  <c:v>937.75649999999996</c:v>
                </c:pt>
                <c:pt idx="1117">
                  <c:v>938.23860000000002</c:v>
                </c:pt>
                <c:pt idx="1118">
                  <c:v>938.72080000000005</c:v>
                </c:pt>
                <c:pt idx="1119">
                  <c:v>939.2029</c:v>
                </c:pt>
                <c:pt idx="1120">
                  <c:v>939.68499999999995</c:v>
                </c:pt>
                <c:pt idx="1121">
                  <c:v>940.16719999999998</c:v>
                </c:pt>
                <c:pt idx="1122">
                  <c:v>940.64930000000004</c:v>
                </c:pt>
                <c:pt idx="1123">
                  <c:v>941.13139999999999</c:v>
                </c:pt>
                <c:pt idx="1124">
                  <c:v>941.61360000000002</c:v>
                </c:pt>
                <c:pt idx="1125">
                  <c:v>942.09569999999997</c:v>
                </c:pt>
                <c:pt idx="1126">
                  <c:v>942.57780000000002</c:v>
                </c:pt>
                <c:pt idx="1127">
                  <c:v>943.06</c:v>
                </c:pt>
                <c:pt idx="1128">
                  <c:v>943.5421</c:v>
                </c:pt>
                <c:pt idx="1129">
                  <c:v>944.02419999999995</c:v>
                </c:pt>
                <c:pt idx="1130">
                  <c:v>944.50639999999999</c:v>
                </c:pt>
                <c:pt idx="1131">
                  <c:v>944.98850000000004</c:v>
                </c:pt>
                <c:pt idx="1132">
                  <c:v>945.47059999999999</c:v>
                </c:pt>
                <c:pt idx="1133">
                  <c:v>945.95280000000002</c:v>
                </c:pt>
                <c:pt idx="1134">
                  <c:v>946.43489999999997</c:v>
                </c:pt>
                <c:pt idx="1135">
                  <c:v>946.9171</c:v>
                </c:pt>
                <c:pt idx="1136">
                  <c:v>947.39919999999995</c:v>
                </c:pt>
                <c:pt idx="1137">
                  <c:v>947.88130000000001</c:v>
                </c:pt>
                <c:pt idx="1138">
                  <c:v>948.36350000000004</c:v>
                </c:pt>
                <c:pt idx="1139">
                  <c:v>948.84559999999999</c:v>
                </c:pt>
                <c:pt idx="1140">
                  <c:v>949.32780000000002</c:v>
                </c:pt>
                <c:pt idx="1141">
                  <c:v>949.80989999999997</c:v>
                </c:pt>
                <c:pt idx="1142">
                  <c:v>950.2921</c:v>
                </c:pt>
                <c:pt idx="1143">
                  <c:v>950.77419999999995</c:v>
                </c:pt>
                <c:pt idx="1144">
                  <c:v>951.25630000000001</c:v>
                </c:pt>
                <c:pt idx="1145">
                  <c:v>951.73850000000004</c:v>
                </c:pt>
                <c:pt idx="1146">
                  <c:v>952.22059999999999</c:v>
                </c:pt>
                <c:pt idx="1147">
                  <c:v>952.70270000000005</c:v>
                </c:pt>
                <c:pt idx="1148">
                  <c:v>953.18489999999997</c:v>
                </c:pt>
                <c:pt idx="1149">
                  <c:v>953.66700000000003</c:v>
                </c:pt>
                <c:pt idx="1150">
                  <c:v>954.14909999999998</c:v>
                </c:pt>
                <c:pt idx="1151">
                  <c:v>954.63130000000001</c:v>
                </c:pt>
                <c:pt idx="1152">
                  <c:v>955.11339999999996</c:v>
                </c:pt>
                <c:pt idx="1153">
                  <c:v>955.59550000000002</c:v>
                </c:pt>
                <c:pt idx="1154">
                  <c:v>956.07770000000005</c:v>
                </c:pt>
                <c:pt idx="1155">
                  <c:v>956.5598</c:v>
                </c:pt>
                <c:pt idx="1156">
                  <c:v>957.04190000000006</c:v>
                </c:pt>
                <c:pt idx="1157">
                  <c:v>957.52409999999998</c:v>
                </c:pt>
                <c:pt idx="1158">
                  <c:v>958.00620000000004</c:v>
                </c:pt>
                <c:pt idx="1159">
                  <c:v>958.48829999999998</c:v>
                </c:pt>
                <c:pt idx="1160">
                  <c:v>958.97050000000002</c:v>
                </c:pt>
                <c:pt idx="1161">
                  <c:v>959.45259999999996</c:v>
                </c:pt>
                <c:pt idx="1162">
                  <c:v>959.9348</c:v>
                </c:pt>
                <c:pt idx="1163">
                  <c:v>960.41690000000006</c:v>
                </c:pt>
                <c:pt idx="1164">
                  <c:v>960.899</c:v>
                </c:pt>
                <c:pt idx="1165">
                  <c:v>961.38120000000004</c:v>
                </c:pt>
                <c:pt idx="1166">
                  <c:v>961.86329999999998</c:v>
                </c:pt>
                <c:pt idx="1167">
                  <c:v>962.34550000000002</c:v>
                </c:pt>
                <c:pt idx="1168">
                  <c:v>962.82759999999996</c:v>
                </c:pt>
                <c:pt idx="1169">
                  <c:v>963.3098</c:v>
                </c:pt>
                <c:pt idx="1170">
                  <c:v>963.79190000000006</c:v>
                </c:pt>
                <c:pt idx="1171">
                  <c:v>964.274</c:v>
                </c:pt>
                <c:pt idx="1172">
                  <c:v>964.75620000000004</c:v>
                </c:pt>
                <c:pt idx="1173">
                  <c:v>965.23829999999998</c:v>
                </c:pt>
                <c:pt idx="1174">
                  <c:v>965.72040000000004</c:v>
                </c:pt>
                <c:pt idx="1175">
                  <c:v>966.20259999999996</c:v>
                </c:pt>
                <c:pt idx="1176">
                  <c:v>966.68470000000002</c:v>
                </c:pt>
                <c:pt idx="1177">
                  <c:v>967.16679999999997</c:v>
                </c:pt>
                <c:pt idx="1178">
                  <c:v>967.649</c:v>
                </c:pt>
                <c:pt idx="1179">
                  <c:v>968.13109999999995</c:v>
                </c:pt>
                <c:pt idx="1180">
                  <c:v>968.61320000000001</c:v>
                </c:pt>
                <c:pt idx="1181">
                  <c:v>969.09540000000004</c:v>
                </c:pt>
                <c:pt idx="1182">
                  <c:v>969.57749999999999</c:v>
                </c:pt>
                <c:pt idx="1183">
                  <c:v>970.05960000000005</c:v>
                </c:pt>
                <c:pt idx="1184">
                  <c:v>970.54179999999997</c:v>
                </c:pt>
                <c:pt idx="1185">
                  <c:v>971.02390000000003</c:v>
                </c:pt>
                <c:pt idx="1186">
                  <c:v>971.50599999999997</c:v>
                </c:pt>
                <c:pt idx="1187">
                  <c:v>971.98820000000001</c:v>
                </c:pt>
                <c:pt idx="1188">
                  <c:v>972.47029999999995</c:v>
                </c:pt>
                <c:pt idx="1189">
                  <c:v>972.95249999999999</c:v>
                </c:pt>
                <c:pt idx="1190">
                  <c:v>973.43460000000005</c:v>
                </c:pt>
                <c:pt idx="1191">
                  <c:v>973.91669999999999</c:v>
                </c:pt>
                <c:pt idx="1192">
                  <c:v>974.39890000000003</c:v>
                </c:pt>
                <c:pt idx="1193">
                  <c:v>974.88099999999997</c:v>
                </c:pt>
                <c:pt idx="1194">
                  <c:v>975.36320000000001</c:v>
                </c:pt>
                <c:pt idx="1195">
                  <c:v>975.84529999999995</c:v>
                </c:pt>
                <c:pt idx="1196">
                  <c:v>976.32749999999999</c:v>
                </c:pt>
                <c:pt idx="1197">
                  <c:v>976.80960000000005</c:v>
                </c:pt>
                <c:pt idx="1198">
                  <c:v>977.29169999999999</c:v>
                </c:pt>
                <c:pt idx="1199">
                  <c:v>977.77390000000003</c:v>
                </c:pt>
                <c:pt idx="1200">
                  <c:v>978.25599999999997</c:v>
                </c:pt>
                <c:pt idx="1201">
                  <c:v>978.73810000000003</c:v>
                </c:pt>
                <c:pt idx="1202">
                  <c:v>979.22029999999995</c:v>
                </c:pt>
                <c:pt idx="1203">
                  <c:v>979.70240000000001</c:v>
                </c:pt>
                <c:pt idx="1204">
                  <c:v>980.18449999999996</c:v>
                </c:pt>
                <c:pt idx="1205">
                  <c:v>980.66669999999999</c:v>
                </c:pt>
                <c:pt idx="1206">
                  <c:v>981.14880000000005</c:v>
                </c:pt>
                <c:pt idx="1207">
                  <c:v>981.6309</c:v>
                </c:pt>
                <c:pt idx="1208">
                  <c:v>982.11310000000003</c:v>
                </c:pt>
                <c:pt idx="1209">
                  <c:v>982.59519999999998</c:v>
                </c:pt>
                <c:pt idx="1210">
                  <c:v>983.07730000000004</c:v>
                </c:pt>
                <c:pt idx="1211">
                  <c:v>983.55949999999996</c:v>
                </c:pt>
                <c:pt idx="1212">
                  <c:v>984.04160000000002</c:v>
                </c:pt>
                <c:pt idx="1213">
                  <c:v>984.52369999999996</c:v>
                </c:pt>
                <c:pt idx="1214">
                  <c:v>985.0059</c:v>
                </c:pt>
                <c:pt idx="1215">
                  <c:v>985.48800000000006</c:v>
                </c:pt>
                <c:pt idx="1216">
                  <c:v>985.97019999999998</c:v>
                </c:pt>
                <c:pt idx="1217">
                  <c:v>986.45230000000004</c:v>
                </c:pt>
                <c:pt idx="1218">
                  <c:v>986.93439999999998</c:v>
                </c:pt>
                <c:pt idx="1219">
                  <c:v>987.41660000000002</c:v>
                </c:pt>
                <c:pt idx="1220">
                  <c:v>987.89869999999996</c:v>
                </c:pt>
                <c:pt idx="1221">
                  <c:v>988.3809</c:v>
                </c:pt>
                <c:pt idx="1222">
                  <c:v>988.86300000000006</c:v>
                </c:pt>
                <c:pt idx="1223">
                  <c:v>989.34519999999998</c:v>
                </c:pt>
                <c:pt idx="1224">
                  <c:v>989.82730000000004</c:v>
                </c:pt>
                <c:pt idx="1225">
                  <c:v>990.30939999999998</c:v>
                </c:pt>
                <c:pt idx="1226">
                  <c:v>990.79160000000002</c:v>
                </c:pt>
                <c:pt idx="1227">
                  <c:v>991.27369999999996</c:v>
                </c:pt>
                <c:pt idx="1228">
                  <c:v>991.75580000000002</c:v>
                </c:pt>
                <c:pt idx="1229">
                  <c:v>992.23800000000006</c:v>
                </c:pt>
                <c:pt idx="1230">
                  <c:v>992.7201</c:v>
                </c:pt>
                <c:pt idx="1231">
                  <c:v>993.20219999999995</c:v>
                </c:pt>
                <c:pt idx="1232">
                  <c:v>993.68439999999998</c:v>
                </c:pt>
                <c:pt idx="1233">
                  <c:v>994.16650000000004</c:v>
                </c:pt>
                <c:pt idx="1234">
                  <c:v>994.64859999999999</c:v>
                </c:pt>
                <c:pt idx="1235">
                  <c:v>995.13080000000002</c:v>
                </c:pt>
                <c:pt idx="1236">
                  <c:v>995.61289999999997</c:v>
                </c:pt>
                <c:pt idx="1237">
                  <c:v>996.09500000000003</c:v>
                </c:pt>
                <c:pt idx="1238">
                  <c:v>996.57719999999995</c:v>
                </c:pt>
                <c:pt idx="1239">
                  <c:v>997.05930000000001</c:v>
                </c:pt>
                <c:pt idx="1240">
                  <c:v>997.54139999999995</c:v>
                </c:pt>
                <c:pt idx="1241">
                  <c:v>998.02359999999999</c:v>
                </c:pt>
                <c:pt idx="1242">
                  <c:v>998.50570000000005</c:v>
                </c:pt>
                <c:pt idx="1243">
                  <c:v>998.98789999999997</c:v>
                </c:pt>
                <c:pt idx="1244">
                  <c:v>999.47</c:v>
                </c:pt>
                <c:pt idx="1245">
                  <c:v>999.95209999999997</c:v>
                </c:pt>
                <c:pt idx="1246">
                  <c:v>1000.434</c:v>
                </c:pt>
                <c:pt idx="1247">
                  <c:v>1000.9160000000001</c:v>
                </c:pt>
                <c:pt idx="1248">
                  <c:v>1001.399</c:v>
                </c:pt>
                <c:pt idx="1249">
                  <c:v>1001.881</c:v>
                </c:pt>
                <c:pt idx="1250">
                  <c:v>1002.3630000000001</c:v>
                </c:pt>
                <c:pt idx="1251">
                  <c:v>1002.845</c:v>
                </c:pt>
                <c:pt idx="1252">
                  <c:v>1003.327</c:v>
                </c:pt>
                <c:pt idx="1253">
                  <c:v>1003.809</c:v>
                </c:pt>
                <c:pt idx="1254">
                  <c:v>1004.2910000000001</c:v>
                </c:pt>
                <c:pt idx="1255">
                  <c:v>1004.773</c:v>
                </c:pt>
                <c:pt idx="1256">
                  <c:v>1005.256</c:v>
                </c:pt>
                <c:pt idx="1257">
                  <c:v>1005.7380000000001</c:v>
                </c:pt>
                <c:pt idx="1258">
                  <c:v>1006.22</c:v>
                </c:pt>
                <c:pt idx="1259">
                  <c:v>1006.702</c:v>
                </c:pt>
                <c:pt idx="1260">
                  <c:v>1007.184</c:v>
                </c:pt>
                <c:pt idx="1261">
                  <c:v>1007.6660000000001</c:v>
                </c:pt>
                <c:pt idx="1262">
                  <c:v>1008.148</c:v>
                </c:pt>
                <c:pt idx="1263">
                  <c:v>1008.631</c:v>
                </c:pt>
                <c:pt idx="1264">
                  <c:v>1009.1130000000001</c:v>
                </c:pt>
                <c:pt idx="1265">
                  <c:v>1009.595</c:v>
                </c:pt>
                <c:pt idx="1266">
                  <c:v>1010.077</c:v>
                </c:pt>
                <c:pt idx="1267">
                  <c:v>1010.559</c:v>
                </c:pt>
                <c:pt idx="1268">
                  <c:v>1011.0410000000001</c:v>
                </c:pt>
                <c:pt idx="1269">
                  <c:v>1011.523</c:v>
                </c:pt>
                <c:pt idx="1270">
                  <c:v>1012.006</c:v>
                </c:pt>
                <c:pt idx="1271">
                  <c:v>1012.4880000000001</c:v>
                </c:pt>
                <c:pt idx="1272">
                  <c:v>1012.97</c:v>
                </c:pt>
                <c:pt idx="1273">
                  <c:v>1013.452</c:v>
                </c:pt>
                <c:pt idx="1274">
                  <c:v>1013.934</c:v>
                </c:pt>
                <c:pt idx="1275">
                  <c:v>1014.4160000000001</c:v>
                </c:pt>
                <c:pt idx="1276">
                  <c:v>1014.898</c:v>
                </c:pt>
                <c:pt idx="1277">
                  <c:v>1015.381</c:v>
                </c:pt>
                <c:pt idx="1278">
                  <c:v>1015.8630000000001</c:v>
                </c:pt>
                <c:pt idx="1279">
                  <c:v>1016.345</c:v>
                </c:pt>
                <c:pt idx="1280">
                  <c:v>1016.827</c:v>
                </c:pt>
                <c:pt idx="1281">
                  <c:v>1017.309</c:v>
                </c:pt>
                <c:pt idx="1282">
                  <c:v>1017.7910000000001</c:v>
                </c:pt>
                <c:pt idx="1283">
                  <c:v>1018.273</c:v>
                </c:pt>
                <c:pt idx="1284">
                  <c:v>1018.755</c:v>
                </c:pt>
                <c:pt idx="1285">
                  <c:v>1019.2380000000001</c:v>
                </c:pt>
                <c:pt idx="1286">
                  <c:v>1019.72</c:v>
                </c:pt>
                <c:pt idx="1287">
                  <c:v>1020.202</c:v>
                </c:pt>
                <c:pt idx="1288">
                  <c:v>1020.684</c:v>
                </c:pt>
                <c:pt idx="1289">
                  <c:v>1021.1660000000001</c:v>
                </c:pt>
                <c:pt idx="1290">
                  <c:v>1021.648</c:v>
                </c:pt>
                <c:pt idx="1291">
                  <c:v>1022.13</c:v>
                </c:pt>
                <c:pt idx="1292">
                  <c:v>1022.6130000000001</c:v>
                </c:pt>
                <c:pt idx="1293">
                  <c:v>1023.095</c:v>
                </c:pt>
                <c:pt idx="1294">
                  <c:v>1023.577</c:v>
                </c:pt>
                <c:pt idx="1295">
                  <c:v>1024.059</c:v>
                </c:pt>
                <c:pt idx="1296">
                  <c:v>1024.5409999999999</c:v>
                </c:pt>
                <c:pt idx="1297">
                  <c:v>1025.0229999999999</c:v>
                </c:pt>
                <c:pt idx="1298">
                  <c:v>1025.5050000000001</c:v>
                </c:pt>
                <c:pt idx="1299">
                  <c:v>1025.9880000000001</c:v>
                </c:pt>
                <c:pt idx="1300">
                  <c:v>1026.47</c:v>
                </c:pt>
                <c:pt idx="1301">
                  <c:v>1026.952</c:v>
                </c:pt>
                <c:pt idx="1302">
                  <c:v>1027.434</c:v>
                </c:pt>
                <c:pt idx="1303">
                  <c:v>1027.9159999999999</c:v>
                </c:pt>
                <c:pt idx="1304">
                  <c:v>1028.3979999999999</c:v>
                </c:pt>
                <c:pt idx="1305">
                  <c:v>1028.8800000000001</c:v>
                </c:pt>
                <c:pt idx="1306">
                  <c:v>1029.3630000000001</c:v>
                </c:pt>
                <c:pt idx="1307">
                  <c:v>1029.845</c:v>
                </c:pt>
                <c:pt idx="1308">
                  <c:v>1030.327</c:v>
                </c:pt>
                <c:pt idx="1309">
                  <c:v>1030.809</c:v>
                </c:pt>
                <c:pt idx="1310">
                  <c:v>1031.2909999999999</c:v>
                </c:pt>
                <c:pt idx="1311">
                  <c:v>1031.7729999999999</c:v>
                </c:pt>
                <c:pt idx="1312">
                  <c:v>1032.2550000000001</c:v>
                </c:pt>
                <c:pt idx="1313">
                  <c:v>1032.7380000000001</c:v>
                </c:pt>
                <c:pt idx="1314">
                  <c:v>1033.22</c:v>
                </c:pt>
                <c:pt idx="1315">
                  <c:v>1033.702</c:v>
                </c:pt>
                <c:pt idx="1316">
                  <c:v>1034.184</c:v>
                </c:pt>
                <c:pt idx="1317">
                  <c:v>1034.6659999999999</c:v>
                </c:pt>
                <c:pt idx="1318">
                  <c:v>1035.1479999999999</c:v>
                </c:pt>
                <c:pt idx="1319">
                  <c:v>1035.6300000000001</c:v>
                </c:pt>
                <c:pt idx="1320">
                  <c:v>1036.1120000000001</c:v>
                </c:pt>
                <c:pt idx="1321">
                  <c:v>1036.5940000000001</c:v>
                </c:pt>
                <c:pt idx="1322">
                  <c:v>1037.077</c:v>
                </c:pt>
                <c:pt idx="1323">
                  <c:v>1037.559</c:v>
                </c:pt>
                <c:pt idx="1324">
                  <c:v>1038.0409999999999</c:v>
                </c:pt>
                <c:pt idx="1325">
                  <c:v>1038.5229999999999</c:v>
                </c:pt>
                <c:pt idx="1326">
                  <c:v>1039.0050000000001</c:v>
                </c:pt>
                <c:pt idx="1327">
                  <c:v>1039.4870000000001</c:v>
                </c:pt>
                <c:pt idx="1328">
                  <c:v>1039.9690000000001</c:v>
                </c:pt>
                <c:pt idx="1329">
                  <c:v>1040.452</c:v>
                </c:pt>
                <c:pt idx="1330">
                  <c:v>1040.934</c:v>
                </c:pt>
                <c:pt idx="1331">
                  <c:v>1041.4159999999999</c:v>
                </c:pt>
                <c:pt idx="1332">
                  <c:v>1041.8979999999999</c:v>
                </c:pt>
                <c:pt idx="1333">
                  <c:v>1042.3800000000001</c:v>
                </c:pt>
                <c:pt idx="1334">
                  <c:v>1042.8620000000001</c:v>
                </c:pt>
                <c:pt idx="1335">
                  <c:v>1043.3440000000001</c:v>
                </c:pt>
                <c:pt idx="1336">
                  <c:v>1043.827</c:v>
                </c:pt>
                <c:pt idx="1337">
                  <c:v>1044.309</c:v>
                </c:pt>
                <c:pt idx="1338">
                  <c:v>1044.7909999999999</c:v>
                </c:pt>
                <c:pt idx="1339">
                  <c:v>1045.2729999999999</c:v>
                </c:pt>
                <c:pt idx="1340">
                  <c:v>1045.7550000000001</c:v>
                </c:pt>
                <c:pt idx="1341">
                  <c:v>1046.2370000000001</c:v>
                </c:pt>
                <c:pt idx="1342">
                  <c:v>1046.7190000000001</c:v>
                </c:pt>
                <c:pt idx="1343">
                  <c:v>1047.202</c:v>
                </c:pt>
                <c:pt idx="1344">
                  <c:v>1047.684</c:v>
                </c:pt>
                <c:pt idx="1345">
                  <c:v>1048.1659999999999</c:v>
                </c:pt>
                <c:pt idx="1346">
                  <c:v>1048.6479999999999</c:v>
                </c:pt>
                <c:pt idx="1347">
                  <c:v>1049.1300000000001</c:v>
                </c:pt>
                <c:pt idx="1348">
                  <c:v>1049.6120000000001</c:v>
                </c:pt>
                <c:pt idx="1349">
                  <c:v>1050.0940000000001</c:v>
                </c:pt>
                <c:pt idx="1350">
                  <c:v>1050.577</c:v>
                </c:pt>
                <c:pt idx="1351">
                  <c:v>1051.059</c:v>
                </c:pt>
                <c:pt idx="1352">
                  <c:v>1051.5409999999999</c:v>
                </c:pt>
                <c:pt idx="1353">
                  <c:v>1052.0229999999999</c:v>
                </c:pt>
                <c:pt idx="1354">
                  <c:v>1052.5050000000001</c:v>
                </c:pt>
                <c:pt idx="1355">
                  <c:v>1052.9870000000001</c:v>
                </c:pt>
                <c:pt idx="1356">
                  <c:v>1053.4690000000001</c:v>
                </c:pt>
                <c:pt idx="1357">
                  <c:v>1053.951</c:v>
                </c:pt>
                <c:pt idx="1358">
                  <c:v>1054.434</c:v>
                </c:pt>
                <c:pt idx="1359">
                  <c:v>1054.9159999999999</c:v>
                </c:pt>
                <c:pt idx="1360">
                  <c:v>1055.3979999999999</c:v>
                </c:pt>
                <c:pt idx="1361">
                  <c:v>1055.8800000000001</c:v>
                </c:pt>
                <c:pt idx="1362">
                  <c:v>1056.3620000000001</c:v>
                </c:pt>
                <c:pt idx="1363">
                  <c:v>1056.8440000000001</c:v>
                </c:pt>
                <c:pt idx="1364">
                  <c:v>1057.326</c:v>
                </c:pt>
                <c:pt idx="1365">
                  <c:v>1057.809</c:v>
                </c:pt>
                <c:pt idx="1366">
                  <c:v>1058.2909999999999</c:v>
                </c:pt>
                <c:pt idx="1367">
                  <c:v>1058.7729999999999</c:v>
                </c:pt>
                <c:pt idx="1368">
                  <c:v>1059.2550000000001</c:v>
                </c:pt>
                <c:pt idx="1369">
                  <c:v>1059.7370000000001</c:v>
                </c:pt>
                <c:pt idx="1370">
                  <c:v>1060.2190000000001</c:v>
                </c:pt>
                <c:pt idx="1371">
                  <c:v>1060.701</c:v>
                </c:pt>
                <c:pt idx="1372">
                  <c:v>1061.184</c:v>
                </c:pt>
                <c:pt idx="1373">
                  <c:v>1061.6659999999999</c:v>
                </c:pt>
                <c:pt idx="1374">
                  <c:v>1062.1479999999999</c:v>
                </c:pt>
                <c:pt idx="1375">
                  <c:v>1062.6300000000001</c:v>
                </c:pt>
                <c:pt idx="1376">
                  <c:v>1063.1120000000001</c:v>
                </c:pt>
                <c:pt idx="1377">
                  <c:v>1063.5940000000001</c:v>
                </c:pt>
                <c:pt idx="1378">
                  <c:v>1064.076</c:v>
                </c:pt>
                <c:pt idx="1379">
                  <c:v>1064.559</c:v>
                </c:pt>
                <c:pt idx="1380">
                  <c:v>1065.0409999999999</c:v>
                </c:pt>
                <c:pt idx="1381">
                  <c:v>1065.5229999999999</c:v>
                </c:pt>
                <c:pt idx="1382">
                  <c:v>1066.0050000000001</c:v>
                </c:pt>
                <c:pt idx="1383">
                  <c:v>1066.4870000000001</c:v>
                </c:pt>
                <c:pt idx="1384">
                  <c:v>1066.9690000000001</c:v>
                </c:pt>
                <c:pt idx="1385">
                  <c:v>1067.451</c:v>
                </c:pt>
                <c:pt idx="1386">
                  <c:v>1067.933</c:v>
                </c:pt>
                <c:pt idx="1387">
                  <c:v>1068.4159999999999</c:v>
                </c:pt>
                <c:pt idx="1388">
                  <c:v>1068.8979999999999</c:v>
                </c:pt>
                <c:pt idx="1389">
                  <c:v>1069.3800000000001</c:v>
                </c:pt>
                <c:pt idx="1390">
                  <c:v>1069.8620000000001</c:v>
                </c:pt>
                <c:pt idx="1391">
                  <c:v>1070.3440000000001</c:v>
                </c:pt>
                <c:pt idx="1392">
                  <c:v>1070.826</c:v>
                </c:pt>
                <c:pt idx="1393">
                  <c:v>1071.308</c:v>
                </c:pt>
                <c:pt idx="1394">
                  <c:v>1071.7909999999999</c:v>
                </c:pt>
                <c:pt idx="1395">
                  <c:v>1072.2729999999999</c:v>
                </c:pt>
                <c:pt idx="1396">
                  <c:v>1072.7550000000001</c:v>
                </c:pt>
                <c:pt idx="1397">
                  <c:v>1073.2370000000001</c:v>
                </c:pt>
                <c:pt idx="1398">
                  <c:v>1073.7190000000001</c:v>
                </c:pt>
                <c:pt idx="1399">
                  <c:v>1074.201</c:v>
                </c:pt>
                <c:pt idx="1400">
                  <c:v>1074.683</c:v>
                </c:pt>
                <c:pt idx="1401">
                  <c:v>1075.1659999999999</c:v>
                </c:pt>
                <c:pt idx="1402">
                  <c:v>1075.6479999999999</c:v>
                </c:pt>
                <c:pt idx="1403">
                  <c:v>1076.1300000000001</c:v>
                </c:pt>
                <c:pt idx="1404">
                  <c:v>1076.6120000000001</c:v>
                </c:pt>
                <c:pt idx="1405">
                  <c:v>1077.0940000000001</c:v>
                </c:pt>
                <c:pt idx="1406">
                  <c:v>1077.576</c:v>
                </c:pt>
                <c:pt idx="1407">
                  <c:v>1078.058</c:v>
                </c:pt>
                <c:pt idx="1408">
                  <c:v>1078.5409999999999</c:v>
                </c:pt>
                <c:pt idx="1409">
                  <c:v>1079.0229999999999</c:v>
                </c:pt>
                <c:pt idx="1410">
                  <c:v>1079.5050000000001</c:v>
                </c:pt>
                <c:pt idx="1411">
                  <c:v>1079.9870000000001</c:v>
                </c:pt>
                <c:pt idx="1412">
                  <c:v>1080.4690000000001</c:v>
                </c:pt>
                <c:pt idx="1413">
                  <c:v>1080.951</c:v>
                </c:pt>
                <c:pt idx="1414">
                  <c:v>1081.433</c:v>
                </c:pt>
                <c:pt idx="1415">
                  <c:v>1081.9159999999999</c:v>
                </c:pt>
                <c:pt idx="1416">
                  <c:v>1082.3979999999999</c:v>
                </c:pt>
                <c:pt idx="1417">
                  <c:v>1082.8800000000001</c:v>
                </c:pt>
                <c:pt idx="1418">
                  <c:v>1083.3620000000001</c:v>
                </c:pt>
                <c:pt idx="1419">
                  <c:v>1083.8440000000001</c:v>
                </c:pt>
                <c:pt idx="1420">
                  <c:v>1084.326</c:v>
                </c:pt>
                <c:pt idx="1421">
                  <c:v>1084.808</c:v>
                </c:pt>
                <c:pt idx="1422">
                  <c:v>1085.29</c:v>
                </c:pt>
                <c:pt idx="1423">
                  <c:v>1085.7719999999999</c:v>
                </c:pt>
                <c:pt idx="1424">
                  <c:v>1086.2550000000001</c:v>
                </c:pt>
                <c:pt idx="1425">
                  <c:v>1086.7370000000001</c:v>
                </c:pt>
                <c:pt idx="1426">
                  <c:v>1087.2190000000001</c:v>
                </c:pt>
                <c:pt idx="1427">
                  <c:v>1087.701</c:v>
                </c:pt>
                <c:pt idx="1428">
                  <c:v>1088.183</c:v>
                </c:pt>
                <c:pt idx="1429">
                  <c:v>1088.665</c:v>
                </c:pt>
                <c:pt idx="1430">
                  <c:v>1089.1469999999999</c:v>
                </c:pt>
                <c:pt idx="1431">
                  <c:v>1089.6300000000001</c:v>
                </c:pt>
                <c:pt idx="1432">
                  <c:v>1090.1120000000001</c:v>
                </c:pt>
                <c:pt idx="1433">
                  <c:v>1090.5940000000001</c:v>
                </c:pt>
                <c:pt idx="1434">
                  <c:v>1091.076</c:v>
                </c:pt>
                <c:pt idx="1435">
                  <c:v>1091.558</c:v>
                </c:pt>
                <c:pt idx="1436">
                  <c:v>1092.04</c:v>
                </c:pt>
                <c:pt idx="1437">
                  <c:v>1092.5219999999999</c:v>
                </c:pt>
                <c:pt idx="1438">
                  <c:v>1093.0050000000001</c:v>
                </c:pt>
                <c:pt idx="1439">
                  <c:v>1093.4870000000001</c:v>
                </c:pt>
                <c:pt idx="1440">
                  <c:v>1093.9690000000001</c:v>
                </c:pt>
                <c:pt idx="1441">
                  <c:v>1094.451</c:v>
                </c:pt>
                <c:pt idx="1442">
                  <c:v>1094.933</c:v>
                </c:pt>
                <c:pt idx="1443">
                  <c:v>1095.415</c:v>
                </c:pt>
                <c:pt idx="1444">
                  <c:v>1095.8969999999999</c:v>
                </c:pt>
                <c:pt idx="1445">
                  <c:v>1096.3800000000001</c:v>
                </c:pt>
                <c:pt idx="1446">
                  <c:v>1096.8620000000001</c:v>
                </c:pt>
                <c:pt idx="1447">
                  <c:v>1097.3440000000001</c:v>
                </c:pt>
                <c:pt idx="1448">
                  <c:v>1097.826</c:v>
                </c:pt>
                <c:pt idx="1449">
                  <c:v>1098.308</c:v>
                </c:pt>
                <c:pt idx="1450">
                  <c:v>1098.79</c:v>
                </c:pt>
                <c:pt idx="1451">
                  <c:v>1099.2719999999999</c:v>
                </c:pt>
                <c:pt idx="1452">
                  <c:v>1099.7550000000001</c:v>
                </c:pt>
                <c:pt idx="1453">
                  <c:v>1100.2370000000001</c:v>
                </c:pt>
                <c:pt idx="1454">
                  <c:v>1100.7190000000001</c:v>
                </c:pt>
                <c:pt idx="1455">
                  <c:v>1101.201</c:v>
                </c:pt>
                <c:pt idx="1456">
                  <c:v>1101.683</c:v>
                </c:pt>
                <c:pt idx="1457">
                  <c:v>1102.165</c:v>
                </c:pt>
                <c:pt idx="1458">
                  <c:v>1102.6469999999999</c:v>
                </c:pt>
                <c:pt idx="1459">
                  <c:v>1103.1289999999999</c:v>
                </c:pt>
                <c:pt idx="1460">
                  <c:v>1103.6120000000001</c:v>
                </c:pt>
                <c:pt idx="1461">
                  <c:v>1104.0940000000001</c:v>
                </c:pt>
                <c:pt idx="1462">
                  <c:v>1104.576</c:v>
                </c:pt>
                <c:pt idx="1463">
                  <c:v>1105.058</c:v>
                </c:pt>
                <c:pt idx="1464">
                  <c:v>1105.54</c:v>
                </c:pt>
                <c:pt idx="1465">
                  <c:v>1106.0219999999999</c:v>
                </c:pt>
                <c:pt idx="1466">
                  <c:v>1106.5039999999999</c:v>
                </c:pt>
                <c:pt idx="1467">
                  <c:v>1106.9870000000001</c:v>
                </c:pt>
                <c:pt idx="1468">
                  <c:v>1107.4690000000001</c:v>
                </c:pt>
                <c:pt idx="1469">
                  <c:v>1107.951</c:v>
                </c:pt>
                <c:pt idx="1470">
                  <c:v>1108.433</c:v>
                </c:pt>
                <c:pt idx="1471">
                  <c:v>1108.915</c:v>
                </c:pt>
                <c:pt idx="1472">
                  <c:v>1109.3969999999999</c:v>
                </c:pt>
                <c:pt idx="1473">
                  <c:v>1109.8789999999999</c:v>
                </c:pt>
                <c:pt idx="1474">
                  <c:v>1110.3620000000001</c:v>
                </c:pt>
                <c:pt idx="1475">
                  <c:v>1110.8440000000001</c:v>
                </c:pt>
                <c:pt idx="1476">
                  <c:v>1111.326</c:v>
                </c:pt>
                <c:pt idx="1477">
                  <c:v>1111.808</c:v>
                </c:pt>
                <c:pt idx="1478">
                  <c:v>1112.29</c:v>
                </c:pt>
                <c:pt idx="1479">
                  <c:v>1112.7719999999999</c:v>
                </c:pt>
                <c:pt idx="1480">
                  <c:v>1113.2539999999999</c:v>
                </c:pt>
                <c:pt idx="1481">
                  <c:v>1113.7360000000001</c:v>
                </c:pt>
                <c:pt idx="1482">
                  <c:v>1114.2190000000001</c:v>
                </c:pt>
                <c:pt idx="1483">
                  <c:v>1114.701</c:v>
                </c:pt>
                <c:pt idx="1484">
                  <c:v>1115.183</c:v>
                </c:pt>
                <c:pt idx="1485">
                  <c:v>1115.665</c:v>
                </c:pt>
                <c:pt idx="1486">
                  <c:v>1116.1469999999999</c:v>
                </c:pt>
                <c:pt idx="1487">
                  <c:v>1116.6289999999999</c:v>
                </c:pt>
                <c:pt idx="1488">
                  <c:v>1117.1110000000001</c:v>
                </c:pt>
                <c:pt idx="1489">
                  <c:v>1117.5940000000001</c:v>
                </c:pt>
                <c:pt idx="1490">
                  <c:v>1118.076</c:v>
                </c:pt>
                <c:pt idx="1491">
                  <c:v>1118.558</c:v>
                </c:pt>
                <c:pt idx="1492">
                  <c:v>1119.04</c:v>
                </c:pt>
                <c:pt idx="1493">
                  <c:v>1119.5219999999999</c:v>
                </c:pt>
                <c:pt idx="1494">
                  <c:v>1120.0039999999999</c:v>
                </c:pt>
                <c:pt idx="1495">
                  <c:v>1120.4860000000001</c:v>
                </c:pt>
                <c:pt idx="1496">
                  <c:v>1120.9690000000001</c:v>
                </c:pt>
                <c:pt idx="1497">
                  <c:v>1121.451</c:v>
                </c:pt>
                <c:pt idx="1498">
                  <c:v>1121.933</c:v>
                </c:pt>
                <c:pt idx="1499">
                  <c:v>1122.415</c:v>
                </c:pt>
                <c:pt idx="1500">
                  <c:v>1122.8969999999999</c:v>
                </c:pt>
                <c:pt idx="1501">
                  <c:v>1123.3789999999999</c:v>
                </c:pt>
                <c:pt idx="1502">
                  <c:v>1123.8610000000001</c:v>
                </c:pt>
                <c:pt idx="1503">
                  <c:v>1124.3440000000001</c:v>
                </c:pt>
                <c:pt idx="1504">
                  <c:v>1124.826</c:v>
                </c:pt>
                <c:pt idx="1505">
                  <c:v>1125.308</c:v>
                </c:pt>
                <c:pt idx="1506">
                  <c:v>1125.79</c:v>
                </c:pt>
                <c:pt idx="1507">
                  <c:v>1126.2719999999999</c:v>
                </c:pt>
                <c:pt idx="1508">
                  <c:v>1126.7539999999999</c:v>
                </c:pt>
                <c:pt idx="1509">
                  <c:v>1127.2360000000001</c:v>
                </c:pt>
                <c:pt idx="1510">
                  <c:v>1127.7190000000001</c:v>
                </c:pt>
                <c:pt idx="1511">
                  <c:v>1128.201</c:v>
                </c:pt>
                <c:pt idx="1512">
                  <c:v>1128.683</c:v>
                </c:pt>
                <c:pt idx="1513">
                  <c:v>1129.165</c:v>
                </c:pt>
                <c:pt idx="1514">
                  <c:v>1129.6469999999999</c:v>
                </c:pt>
                <c:pt idx="1515">
                  <c:v>1130.1289999999999</c:v>
                </c:pt>
                <c:pt idx="1516">
                  <c:v>1130.6110000000001</c:v>
                </c:pt>
                <c:pt idx="1517">
                  <c:v>1131.0930000000001</c:v>
                </c:pt>
                <c:pt idx="1518">
                  <c:v>1131.576</c:v>
                </c:pt>
                <c:pt idx="1519">
                  <c:v>1132.058</c:v>
                </c:pt>
                <c:pt idx="1520">
                  <c:v>1132.54</c:v>
                </c:pt>
                <c:pt idx="1521">
                  <c:v>1133.0219999999999</c:v>
                </c:pt>
                <c:pt idx="1522">
                  <c:v>1133.5039999999999</c:v>
                </c:pt>
                <c:pt idx="1523">
                  <c:v>1133.9860000000001</c:v>
                </c:pt>
                <c:pt idx="1524">
                  <c:v>1134.4680000000001</c:v>
                </c:pt>
                <c:pt idx="1525">
                  <c:v>1134.95</c:v>
                </c:pt>
                <c:pt idx="1526">
                  <c:v>1135.433</c:v>
                </c:pt>
                <c:pt idx="1527">
                  <c:v>1135.915</c:v>
                </c:pt>
                <c:pt idx="1528">
                  <c:v>1136.3969999999999</c:v>
                </c:pt>
                <c:pt idx="1529">
                  <c:v>1136.8789999999999</c:v>
                </c:pt>
                <c:pt idx="1530">
                  <c:v>1137.3610000000001</c:v>
                </c:pt>
                <c:pt idx="1531">
                  <c:v>1137.8430000000001</c:v>
                </c:pt>
                <c:pt idx="1532">
                  <c:v>1138.325</c:v>
                </c:pt>
                <c:pt idx="1533">
                  <c:v>1138.808</c:v>
                </c:pt>
                <c:pt idx="1534">
                  <c:v>1139.29</c:v>
                </c:pt>
                <c:pt idx="1535">
                  <c:v>1139.7719999999999</c:v>
                </c:pt>
                <c:pt idx="1536">
                  <c:v>1140.2539999999999</c:v>
                </c:pt>
                <c:pt idx="1537">
                  <c:v>1140.7360000000001</c:v>
                </c:pt>
                <c:pt idx="1538">
                  <c:v>1141.2180000000001</c:v>
                </c:pt>
                <c:pt idx="1539">
                  <c:v>1141.7</c:v>
                </c:pt>
                <c:pt idx="1540">
                  <c:v>1142.183</c:v>
                </c:pt>
                <c:pt idx="1541">
                  <c:v>1142.665</c:v>
                </c:pt>
                <c:pt idx="1542">
                  <c:v>1143.1469999999999</c:v>
                </c:pt>
                <c:pt idx="1543">
                  <c:v>1143.6289999999999</c:v>
                </c:pt>
                <c:pt idx="1544">
                  <c:v>1144.1110000000001</c:v>
                </c:pt>
                <c:pt idx="1545">
                  <c:v>1144.5930000000001</c:v>
                </c:pt>
                <c:pt idx="1546">
                  <c:v>1145.075</c:v>
                </c:pt>
                <c:pt idx="1547">
                  <c:v>1145.557</c:v>
                </c:pt>
                <c:pt idx="1548">
                  <c:v>1146.04</c:v>
                </c:pt>
                <c:pt idx="1549">
                  <c:v>1146.5219999999999</c:v>
                </c:pt>
                <c:pt idx="1550">
                  <c:v>1147.0039999999999</c:v>
                </c:pt>
                <c:pt idx="1551">
                  <c:v>1147.4860000000001</c:v>
                </c:pt>
                <c:pt idx="1552">
                  <c:v>1147.9680000000001</c:v>
                </c:pt>
                <c:pt idx="1553">
                  <c:v>1148.45</c:v>
                </c:pt>
                <c:pt idx="1554">
                  <c:v>1148.932</c:v>
                </c:pt>
                <c:pt idx="1555">
                  <c:v>1149.415</c:v>
                </c:pt>
                <c:pt idx="1556">
                  <c:v>1149.8969999999999</c:v>
                </c:pt>
                <c:pt idx="1557">
                  <c:v>1150.3789999999999</c:v>
                </c:pt>
                <c:pt idx="1558">
                  <c:v>1150.8610000000001</c:v>
                </c:pt>
                <c:pt idx="1559">
                  <c:v>1151.3430000000001</c:v>
                </c:pt>
                <c:pt idx="1560">
                  <c:v>1151.825</c:v>
                </c:pt>
                <c:pt idx="1561">
                  <c:v>1152.307</c:v>
                </c:pt>
                <c:pt idx="1562">
                  <c:v>1152.79</c:v>
                </c:pt>
                <c:pt idx="1563">
                  <c:v>1153.2719999999999</c:v>
                </c:pt>
                <c:pt idx="1564">
                  <c:v>1153.7539999999999</c:v>
                </c:pt>
                <c:pt idx="1565">
                  <c:v>1154.2360000000001</c:v>
                </c:pt>
                <c:pt idx="1566">
                  <c:v>1154.7180000000001</c:v>
                </c:pt>
                <c:pt idx="1567">
                  <c:v>1155.2</c:v>
                </c:pt>
                <c:pt idx="1568">
                  <c:v>1155.682</c:v>
                </c:pt>
                <c:pt idx="1569">
                  <c:v>1156.165</c:v>
                </c:pt>
                <c:pt idx="1570">
                  <c:v>1156.6469999999999</c:v>
                </c:pt>
                <c:pt idx="1571">
                  <c:v>1157.1289999999999</c:v>
                </c:pt>
                <c:pt idx="1572">
                  <c:v>1157.6110000000001</c:v>
                </c:pt>
                <c:pt idx="1573">
                  <c:v>1158.0930000000001</c:v>
                </c:pt>
                <c:pt idx="1574">
                  <c:v>1158.575</c:v>
                </c:pt>
                <c:pt idx="1575">
                  <c:v>1159.057</c:v>
                </c:pt>
                <c:pt idx="1576">
                  <c:v>1159.54</c:v>
                </c:pt>
                <c:pt idx="1577">
                  <c:v>1160.0219999999999</c:v>
                </c:pt>
                <c:pt idx="1578">
                  <c:v>1160.5039999999999</c:v>
                </c:pt>
                <c:pt idx="1579">
                  <c:v>1160.9860000000001</c:v>
                </c:pt>
                <c:pt idx="1580">
                  <c:v>1161.4680000000001</c:v>
                </c:pt>
                <c:pt idx="1581">
                  <c:v>1161.95</c:v>
                </c:pt>
                <c:pt idx="1582">
                  <c:v>1162.432</c:v>
                </c:pt>
                <c:pt idx="1583">
                  <c:v>1162.914</c:v>
                </c:pt>
                <c:pt idx="1584">
                  <c:v>1163.3969999999999</c:v>
                </c:pt>
                <c:pt idx="1585">
                  <c:v>1163.8789999999999</c:v>
                </c:pt>
                <c:pt idx="1586">
                  <c:v>1164.3610000000001</c:v>
                </c:pt>
                <c:pt idx="1587">
                  <c:v>1164.8430000000001</c:v>
                </c:pt>
                <c:pt idx="1588">
                  <c:v>1165.325</c:v>
                </c:pt>
                <c:pt idx="1589">
                  <c:v>1165.807</c:v>
                </c:pt>
                <c:pt idx="1590">
                  <c:v>1166.289</c:v>
                </c:pt>
                <c:pt idx="1591">
                  <c:v>1166.771</c:v>
                </c:pt>
                <c:pt idx="1592">
                  <c:v>1167.2539999999999</c:v>
                </c:pt>
                <c:pt idx="1593">
                  <c:v>1167.7360000000001</c:v>
                </c:pt>
                <c:pt idx="1594">
                  <c:v>1168.2180000000001</c:v>
                </c:pt>
                <c:pt idx="1595">
                  <c:v>1168.7</c:v>
                </c:pt>
                <c:pt idx="1596">
                  <c:v>1169.182</c:v>
                </c:pt>
                <c:pt idx="1597">
                  <c:v>1169.664</c:v>
                </c:pt>
                <c:pt idx="1598">
                  <c:v>1170.146</c:v>
                </c:pt>
                <c:pt idx="1599">
                  <c:v>1170.6289999999999</c:v>
                </c:pt>
                <c:pt idx="1600">
                  <c:v>1171.1110000000001</c:v>
                </c:pt>
                <c:pt idx="1601">
                  <c:v>1171.5930000000001</c:v>
                </c:pt>
                <c:pt idx="1602">
                  <c:v>1172.075</c:v>
                </c:pt>
                <c:pt idx="1603">
                  <c:v>1172.557</c:v>
                </c:pt>
                <c:pt idx="1604">
                  <c:v>1173.039</c:v>
                </c:pt>
                <c:pt idx="1605">
                  <c:v>1173.521</c:v>
                </c:pt>
                <c:pt idx="1606">
                  <c:v>1174.0039999999999</c:v>
                </c:pt>
                <c:pt idx="1607">
                  <c:v>1174.4860000000001</c:v>
                </c:pt>
                <c:pt idx="1608">
                  <c:v>1174.9680000000001</c:v>
                </c:pt>
                <c:pt idx="1609">
                  <c:v>1175.45</c:v>
                </c:pt>
                <c:pt idx="1610">
                  <c:v>1175.932</c:v>
                </c:pt>
                <c:pt idx="1611">
                  <c:v>1176.414</c:v>
                </c:pt>
                <c:pt idx="1612">
                  <c:v>1176.896</c:v>
                </c:pt>
                <c:pt idx="1613">
                  <c:v>1177.3789999999999</c:v>
                </c:pt>
                <c:pt idx="1614">
                  <c:v>1177.8610000000001</c:v>
                </c:pt>
                <c:pt idx="1615">
                  <c:v>1178.3430000000001</c:v>
                </c:pt>
                <c:pt idx="1616">
                  <c:v>1178.825</c:v>
                </c:pt>
                <c:pt idx="1617">
                  <c:v>1179.307</c:v>
                </c:pt>
                <c:pt idx="1618">
                  <c:v>1179.789</c:v>
                </c:pt>
                <c:pt idx="1619">
                  <c:v>1180.271</c:v>
                </c:pt>
                <c:pt idx="1620">
                  <c:v>1180.7539999999999</c:v>
                </c:pt>
                <c:pt idx="1621">
                  <c:v>1181.2360000000001</c:v>
                </c:pt>
                <c:pt idx="1622">
                  <c:v>1181.7180000000001</c:v>
                </c:pt>
                <c:pt idx="1623">
                  <c:v>1182.2</c:v>
                </c:pt>
                <c:pt idx="1624">
                  <c:v>1182.682</c:v>
                </c:pt>
                <c:pt idx="1625">
                  <c:v>1183.164</c:v>
                </c:pt>
                <c:pt idx="1626">
                  <c:v>1183.646</c:v>
                </c:pt>
                <c:pt idx="1627">
                  <c:v>1184.1279999999999</c:v>
                </c:pt>
                <c:pt idx="1628">
                  <c:v>1184.6110000000001</c:v>
                </c:pt>
                <c:pt idx="1629">
                  <c:v>1185.0930000000001</c:v>
                </c:pt>
                <c:pt idx="1630">
                  <c:v>1185.575</c:v>
                </c:pt>
                <c:pt idx="1631">
                  <c:v>1186.057</c:v>
                </c:pt>
                <c:pt idx="1632">
                  <c:v>1186.539</c:v>
                </c:pt>
                <c:pt idx="1633">
                  <c:v>1187.021</c:v>
                </c:pt>
                <c:pt idx="1634">
                  <c:v>1187.5029999999999</c:v>
                </c:pt>
                <c:pt idx="1635">
                  <c:v>1187.9860000000001</c:v>
                </c:pt>
                <c:pt idx="1636">
                  <c:v>1188.4680000000001</c:v>
                </c:pt>
                <c:pt idx="1637">
                  <c:v>1188.95</c:v>
                </c:pt>
                <c:pt idx="1638">
                  <c:v>1189.432</c:v>
                </c:pt>
                <c:pt idx="1639">
                  <c:v>1189.914</c:v>
                </c:pt>
                <c:pt idx="1640">
                  <c:v>1190.396</c:v>
                </c:pt>
                <c:pt idx="1641">
                  <c:v>1190.8779999999999</c:v>
                </c:pt>
                <c:pt idx="1642">
                  <c:v>1191.3610000000001</c:v>
                </c:pt>
                <c:pt idx="1643">
                  <c:v>1191.8430000000001</c:v>
                </c:pt>
                <c:pt idx="1644">
                  <c:v>1192.325</c:v>
                </c:pt>
                <c:pt idx="1645">
                  <c:v>1192.807</c:v>
                </c:pt>
                <c:pt idx="1646">
                  <c:v>1193.289</c:v>
                </c:pt>
                <c:pt idx="1647">
                  <c:v>1193.771</c:v>
                </c:pt>
                <c:pt idx="1648">
                  <c:v>1194.2529999999999</c:v>
                </c:pt>
                <c:pt idx="1649">
                  <c:v>1194.7349999999999</c:v>
                </c:pt>
                <c:pt idx="1650">
                  <c:v>1195.2180000000001</c:v>
                </c:pt>
                <c:pt idx="1651">
                  <c:v>1195.7</c:v>
                </c:pt>
                <c:pt idx="1652">
                  <c:v>1196.182</c:v>
                </c:pt>
                <c:pt idx="1653">
                  <c:v>1196.664</c:v>
                </c:pt>
                <c:pt idx="1654">
                  <c:v>1197.146</c:v>
                </c:pt>
                <c:pt idx="1655">
                  <c:v>1197.6279999999999</c:v>
                </c:pt>
                <c:pt idx="1656">
                  <c:v>1198.1099999999999</c:v>
                </c:pt>
                <c:pt idx="1657">
                  <c:v>1198.5930000000001</c:v>
                </c:pt>
                <c:pt idx="1658">
                  <c:v>1199.075</c:v>
                </c:pt>
                <c:pt idx="1659">
                  <c:v>1199.557</c:v>
                </c:pt>
                <c:pt idx="1660">
                  <c:v>1200.039</c:v>
                </c:pt>
                <c:pt idx="1661">
                  <c:v>1200.521</c:v>
                </c:pt>
                <c:pt idx="1662">
                  <c:v>1201.0029999999999</c:v>
                </c:pt>
                <c:pt idx="1663">
                  <c:v>1201.4849999999999</c:v>
                </c:pt>
                <c:pt idx="1664">
                  <c:v>1201.9680000000001</c:v>
                </c:pt>
                <c:pt idx="1665">
                  <c:v>1202.45</c:v>
                </c:pt>
                <c:pt idx="1666">
                  <c:v>1202.932</c:v>
                </c:pt>
                <c:pt idx="1667">
                  <c:v>1203.414</c:v>
                </c:pt>
                <c:pt idx="1668">
                  <c:v>1203.896</c:v>
                </c:pt>
                <c:pt idx="1669">
                  <c:v>1204.3779999999999</c:v>
                </c:pt>
                <c:pt idx="1670">
                  <c:v>1204.8599999999999</c:v>
                </c:pt>
                <c:pt idx="1671">
                  <c:v>1205.3430000000001</c:v>
                </c:pt>
                <c:pt idx="1672">
                  <c:v>1205.825</c:v>
                </c:pt>
                <c:pt idx="1673">
                  <c:v>1206.307</c:v>
                </c:pt>
                <c:pt idx="1674">
                  <c:v>1206.789</c:v>
                </c:pt>
                <c:pt idx="1675">
                  <c:v>1207.271</c:v>
                </c:pt>
                <c:pt idx="1676">
                  <c:v>1207.7529999999999</c:v>
                </c:pt>
                <c:pt idx="1677">
                  <c:v>1208.2349999999999</c:v>
                </c:pt>
                <c:pt idx="1678">
                  <c:v>1208.7180000000001</c:v>
                </c:pt>
                <c:pt idx="1679">
                  <c:v>1209.2</c:v>
                </c:pt>
                <c:pt idx="1680">
                  <c:v>1209.682</c:v>
                </c:pt>
                <c:pt idx="1681">
                  <c:v>1210.164</c:v>
                </c:pt>
                <c:pt idx="1682">
                  <c:v>1210.646</c:v>
                </c:pt>
                <c:pt idx="1683">
                  <c:v>1211.1279999999999</c:v>
                </c:pt>
                <c:pt idx="1684">
                  <c:v>1211.6099999999999</c:v>
                </c:pt>
                <c:pt idx="1685">
                  <c:v>1212.0920000000001</c:v>
                </c:pt>
                <c:pt idx="1686">
                  <c:v>1212.575</c:v>
                </c:pt>
                <c:pt idx="1687">
                  <c:v>1213.057</c:v>
                </c:pt>
                <c:pt idx="1688">
                  <c:v>1213.539</c:v>
                </c:pt>
                <c:pt idx="1689">
                  <c:v>1214.021</c:v>
                </c:pt>
                <c:pt idx="1690">
                  <c:v>1214.5029999999999</c:v>
                </c:pt>
                <c:pt idx="1691">
                  <c:v>1214.9849999999999</c:v>
                </c:pt>
                <c:pt idx="1692">
                  <c:v>1215.4670000000001</c:v>
                </c:pt>
                <c:pt idx="1693">
                  <c:v>1215.9490000000001</c:v>
                </c:pt>
                <c:pt idx="1694">
                  <c:v>1216.432</c:v>
                </c:pt>
                <c:pt idx="1695">
                  <c:v>1216.914</c:v>
                </c:pt>
                <c:pt idx="1696">
                  <c:v>1217.396</c:v>
                </c:pt>
                <c:pt idx="1697">
                  <c:v>1217.8779999999999</c:v>
                </c:pt>
                <c:pt idx="1698">
                  <c:v>1218.3599999999999</c:v>
                </c:pt>
                <c:pt idx="1699">
                  <c:v>1218.8420000000001</c:v>
                </c:pt>
                <c:pt idx="1700">
                  <c:v>1219.3240000000001</c:v>
                </c:pt>
                <c:pt idx="1701">
                  <c:v>1219.807</c:v>
                </c:pt>
                <c:pt idx="1702">
                  <c:v>1220.289</c:v>
                </c:pt>
                <c:pt idx="1703">
                  <c:v>1220.771</c:v>
                </c:pt>
                <c:pt idx="1704">
                  <c:v>1221.2529999999999</c:v>
                </c:pt>
                <c:pt idx="1705">
                  <c:v>1221.7349999999999</c:v>
                </c:pt>
                <c:pt idx="1706">
                  <c:v>1222.2170000000001</c:v>
                </c:pt>
                <c:pt idx="1707">
                  <c:v>1222.6990000000001</c:v>
                </c:pt>
                <c:pt idx="1708">
                  <c:v>1223.182</c:v>
                </c:pt>
                <c:pt idx="1709">
                  <c:v>1223.664</c:v>
                </c:pt>
                <c:pt idx="1710">
                  <c:v>1224.146</c:v>
                </c:pt>
                <c:pt idx="1711">
                  <c:v>1224.6279999999999</c:v>
                </c:pt>
                <c:pt idx="1712">
                  <c:v>1225.1099999999999</c:v>
                </c:pt>
                <c:pt idx="1713">
                  <c:v>1225.5920000000001</c:v>
                </c:pt>
                <c:pt idx="1714">
                  <c:v>1226.0740000000001</c:v>
                </c:pt>
                <c:pt idx="1715">
                  <c:v>1226.557</c:v>
                </c:pt>
                <c:pt idx="1716">
                  <c:v>1227.039</c:v>
                </c:pt>
                <c:pt idx="1717">
                  <c:v>1227.521</c:v>
                </c:pt>
                <c:pt idx="1718">
                  <c:v>1228.0029999999999</c:v>
                </c:pt>
                <c:pt idx="1719">
                  <c:v>1228.4849999999999</c:v>
                </c:pt>
                <c:pt idx="1720">
                  <c:v>1228.9670000000001</c:v>
                </c:pt>
                <c:pt idx="1721">
                  <c:v>1229.4490000000001</c:v>
                </c:pt>
                <c:pt idx="1722">
                  <c:v>1229.932</c:v>
                </c:pt>
                <c:pt idx="1723">
                  <c:v>1230.414</c:v>
                </c:pt>
                <c:pt idx="1724">
                  <c:v>1230.896</c:v>
                </c:pt>
                <c:pt idx="1725">
                  <c:v>1231.3779999999999</c:v>
                </c:pt>
                <c:pt idx="1726">
                  <c:v>1231.8599999999999</c:v>
                </c:pt>
                <c:pt idx="1727">
                  <c:v>1232.3420000000001</c:v>
                </c:pt>
                <c:pt idx="1728">
                  <c:v>1232.8240000000001</c:v>
                </c:pt>
                <c:pt idx="1729">
                  <c:v>1233.306</c:v>
                </c:pt>
                <c:pt idx="1730">
                  <c:v>1233.789</c:v>
                </c:pt>
                <c:pt idx="1731">
                  <c:v>1234.271</c:v>
                </c:pt>
                <c:pt idx="1732">
                  <c:v>1234.7529999999999</c:v>
                </c:pt>
                <c:pt idx="1733">
                  <c:v>1235.2349999999999</c:v>
                </c:pt>
                <c:pt idx="1734">
                  <c:v>1235.7170000000001</c:v>
                </c:pt>
                <c:pt idx="1735">
                  <c:v>1236.1990000000001</c:v>
                </c:pt>
                <c:pt idx="1736">
                  <c:v>1236.681</c:v>
                </c:pt>
                <c:pt idx="1737">
                  <c:v>1237.164</c:v>
                </c:pt>
                <c:pt idx="1738">
                  <c:v>1237.646</c:v>
                </c:pt>
                <c:pt idx="1739">
                  <c:v>1238.1279999999999</c:v>
                </c:pt>
                <c:pt idx="1740">
                  <c:v>1238.6099999999999</c:v>
                </c:pt>
                <c:pt idx="1741">
                  <c:v>1239.0920000000001</c:v>
                </c:pt>
                <c:pt idx="1742">
                  <c:v>1239.5740000000001</c:v>
                </c:pt>
                <c:pt idx="1743">
                  <c:v>1240.056</c:v>
                </c:pt>
                <c:pt idx="1744">
                  <c:v>1240.539</c:v>
                </c:pt>
                <c:pt idx="1745">
                  <c:v>1241.021</c:v>
                </c:pt>
                <c:pt idx="1746">
                  <c:v>1241.5029999999999</c:v>
                </c:pt>
                <c:pt idx="1747">
                  <c:v>1241.9849999999999</c:v>
                </c:pt>
                <c:pt idx="1748">
                  <c:v>1242.4670000000001</c:v>
                </c:pt>
                <c:pt idx="1749">
                  <c:v>1242.9490000000001</c:v>
                </c:pt>
                <c:pt idx="1750">
                  <c:v>1243.431</c:v>
                </c:pt>
                <c:pt idx="1751">
                  <c:v>1243.913</c:v>
                </c:pt>
                <c:pt idx="1752">
                  <c:v>1244.396</c:v>
                </c:pt>
                <c:pt idx="1753">
                  <c:v>1244.8779999999999</c:v>
                </c:pt>
                <c:pt idx="1754">
                  <c:v>1245.3599999999999</c:v>
                </c:pt>
                <c:pt idx="1755">
                  <c:v>1245.8420000000001</c:v>
                </c:pt>
                <c:pt idx="1756">
                  <c:v>1246.3240000000001</c:v>
                </c:pt>
                <c:pt idx="1757">
                  <c:v>1246.806</c:v>
                </c:pt>
                <c:pt idx="1758">
                  <c:v>1247.288</c:v>
                </c:pt>
                <c:pt idx="1759">
                  <c:v>1247.771</c:v>
                </c:pt>
                <c:pt idx="1760">
                  <c:v>1248.2529999999999</c:v>
                </c:pt>
                <c:pt idx="1761">
                  <c:v>1248.7349999999999</c:v>
                </c:pt>
                <c:pt idx="1762">
                  <c:v>1249.2170000000001</c:v>
                </c:pt>
                <c:pt idx="1763">
                  <c:v>1249.6990000000001</c:v>
                </c:pt>
                <c:pt idx="1764">
                  <c:v>1250.181</c:v>
                </c:pt>
                <c:pt idx="1765">
                  <c:v>1250.663</c:v>
                </c:pt>
                <c:pt idx="1766">
                  <c:v>1251.146</c:v>
                </c:pt>
                <c:pt idx="1767">
                  <c:v>1251.6279999999999</c:v>
                </c:pt>
                <c:pt idx="1768">
                  <c:v>1252.1099999999999</c:v>
                </c:pt>
                <c:pt idx="1769">
                  <c:v>1252.5920000000001</c:v>
                </c:pt>
                <c:pt idx="1770">
                  <c:v>1253.0740000000001</c:v>
                </c:pt>
                <c:pt idx="1771">
                  <c:v>1253.556</c:v>
                </c:pt>
                <c:pt idx="1772">
                  <c:v>1254.038</c:v>
                </c:pt>
                <c:pt idx="1773">
                  <c:v>1254.521</c:v>
                </c:pt>
                <c:pt idx="1774">
                  <c:v>1255.0029999999999</c:v>
                </c:pt>
                <c:pt idx="1775">
                  <c:v>1255.4849999999999</c:v>
                </c:pt>
                <c:pt idx="1776">
                  <c:v>1255.9670000000001</c:v>
                </c:pt>
                <c:pt idx="1777">
                  <c:v>1256.4490000000001</c:v>
                </c:pt>
                <c:pt idx="1778">
                  <c:v>1256.931</c:v>
                </c:pt>
                <c:pt idx="1779">
                  <c:v>1257.413</c:v>
                </c:pt>
                <c:pt idx="1780">
                  <c:v>1257.896</c:v>
                </c:pt>
                <c:pt idx="1781">
                  <c:v>1258.3779999999999</c:v>
                </c:pt>
                <c:pt idx="1782">
                  <c:v>1258.8599999999999</c:v>
                </c:pt>
                <c:pt idx="1783">
                  <c:v>1259.3420000000001</c:v>
                </c:pt>
                <c:pt idx="1784">
                  <c:v>1259.8240000000001</c:v>
                </c:pt>
                <c:pt idx="1785">
                  <c:v>1260.306</c:v>
                </c:pt>
                <c:pt idx="1786">
                  <c:v>1260.788</c:v>
                </c:pt>
                <c:pt idx="1787">
                  <c:v>1261.27</c:v>
                </c:pt>
                <c:pt idx="1788">
                  <c:v>1261.7529999999999</c:v>
                </c:pt>
                <c:pt idx="1789">
                  <c:v>1262.2349999999999</c:v>
                </c:pt>
                <c:pt idx="1790">
                  <c:v>1262.7170000000001</c:v>
                </c:pt>
                <c:pt idx="1791">
                  <c:v>1263.1990000000001</c:v>
                </c:pt>
                <c:pt idx="1792">
                  <c:v>1263.681</c:v>
                </c:pt>
                <c:pt idx="1793">
                  <c:v>1264.163</c:v>
                </c:pt>
                <c:pt idx="1794">
                  <c:v>1264.645</c:v>
                </c:pt>
                <c:pt idx="1795">
                  <c:v>1265.127</c:v>
                </c:pt>
                <c:pt idx="1796">
                  <c:v>1265.6099999999999</c:v>
                </c:pt>
                <c:pt idx="1797">
                  <c:v>1266.0920000000001</c:v>
                </c:pt>
                <c:pt idx="1798">
                  <c:v>1266.5740000000001</c:v>
                </c:pt>
                <c:pt idx="1799">
                  <c:v>1267.056</c:v>
                </c:pt>
                <c:pt idx="1800">
                  <c:v>1267.538</c:v>
                </c:pt>
                <c:pt idx="1801">
                  <c:v>1268.02</c:v>
                </c:pt>
                <c:pt idx="1802">
                  <c:v>1268.502</c:v>
                </c:pt>
                <c:pt idx="1803">
                  <c:v>1268.9849999999999</c:v>
                </c:pt>
                <c:pt idx="1804">
                  <c:v>1269.4670000000001</c:v>
                </c:pt>
                <c:pt idx="1805">
                  <c:v>1269.9490000000001</c:v>
                </c:pt>
                <c:pt idx="1806">
                  <c:v>1270.431</c:v>
                </c:pt>
                <c:pt idx="1807">
                  <c:v>1270.913</c:v>
                </c:pt>
                <c:pt idx="1808">
                  <c:v>1271.395</c:v>
                </c:pt>
                <c:pt idx="1809">
                  <c:v>1271.877</c:v>
                </c:pt>
                <c:pt idx="1810">
                  <c:v>1272.3599999999999</c:v>
                </c:pt>
                <c:pt idx="1811">
                  <c:v>1272.8420000000001</c:v>
                </c:pt>
                <c:pt idx="1812">
                  <c:v>1273.3240000000001</c:v>
                </c:pt>
                <c:pt idx="1813">
                  <c:v>1273.806</c:v>
                </c:pt>
                <c:pt idx="1814">
                  <c:v>1274.288</c:v>
                </c:pt>
                <c:pt idx="1815">
                  <c:v>1274.77</c:v>
                </c:pt>
                <c:pt idx="1816">
                  <c:v>1275.252</c:v>
                </c:pt>
                <c:pt idx="1817">
                  <c:v>1275.7339999999999</c:v>
                </c:pt>
                <c:pt idx="1818">
                  <c:v>1276.2170000000001</c:v>
                </c:pt>
                <c:pt idx="1819">
                  <c:v>1276.6990000000001</c:v>
                </c:pt>
                <c:pt idx="1820">
                  <c:v>1277.181</c:v>
                </c:pt>
                <c:pt idx="1821">
                  <c:v>1277.663</c:v>
                </c:pt>
                <c:pt idx="1822">
                  <c:v>1278.145</c:v>
                </c:pt>
                <c:pt idx="1823">
                  <c:v>1278.627</c:v>
                </c:pt>
                <c:pt idx="1824">
                  <c:v>1279.1089999999999</c:v>
                </c:pt>
                <c:pt idx="1825">
                  <c:v>1279.5920000000001</c:v>
                </c:pt>
                <c:pt idx="1826">
                  <c:v>1280.0740000000001</c:v>
                </c:pt>
                <c:pt idx="1827">
                  <c:v>1280.556</c:v>
                </c:pt>
                <c:pt idx="1828">
                  <c:v>1281.038</c:v>
                </c:pt>
                <c:pt idx="1829">
                  <c:v>1281.52</c:v>
                </c:pt>
                <c:pt idx="1830">
                  <c:v>1282.002</c:v>
                </c:pt>
                <c:pt idx="1831">
                  <c:v>1282.4839999999999</c:v>
                </c:pt>
                <c:pt idx="1832">
                  <c:v>1282.9670000000001</c:v>
                </c:pt>
                <c:pt idx="1833">
                  <c:v>1283.4490000000001</c:v>
                </c:pt>
                <c:pt idx="1834">
                  <c:v>1283.931</c:v>
                </c:pt>
                <c:pt idx="1835">
                  <c:v>1284.413</c:v>
                </c:pt>
                <c:pt idx="1836">
                  <c:v>1284.895</c:v>
                </c:pt>
                <c:pt idx="1837">
                  <c:v>1285.377</c:v>
                </c:pt>
                <c:pt idx="1838">
                  <c:v>1285.8589999999999</c:v>
                </c:pt>
                <c:pt idx="1839">
                  <c:v>1286.3420000000001</c:v>
                </c:pt>
                <c:pt idx="1840">
                  <c:v>1286.8240000000001</c:v>
                </c:pt>
                <c:pt idx="1841">
                  <c:v>1287.306</c:v>
                </c:pt>
                <c:pt idx="1842">
                  <c:v>1287.788</c:v>
                </c:pt>
                <c:pt idx="1843">
                  <c:v>1288.27</c:v>
                </c:pt>
                <c:pt idx="1844">
                  <c:v>1288.752</c:v>
                </c:pt>
                <c:pt idx="1845">
                  <c:v>1289.2339999999999</c:v>
                </c:pt>
                <c:pt idx="1846">
                  <c:v>1289.7170000000001</c:v>
                </c:pt>
                <c:pt idx="1847">
                  <c:v>1290.1990000000001</c:v>
                </c:pt>
                <c:pt idx="1848">
                  <c:v>1290.681</c:v>
                </c:pt>
                <c:pt idx="1849">
                  <c:v>1291.163</c:v>
                </c:pt>
                <c:pt idx="1850">
                  <c:v>1291.645</c:v>
                </c:pt>
                <c:pt idx="1851">
                  <c:v>1292.127</c:v>
                </c:pt>
                <c:pt idx="1852">
                  <c:v>1292.6089999999999</c:v>
                </c:pt>
                <c:pt idx="1853">
                  <c:v>1293.0909999999999</c:v>
                </c:pt>
                <c:pt idx="1854">
                  <c:v>1293.5730000000001</c:v>
                </c:pt>
                <c:pt idx="1855">
                  <c:v>1294.056</c:v>
                </c:pt>
                <c:pt idx="1856">
                  <c:v>1294.538</c:v>
                </c:pt>
                <c:pt idx="1857">
                  <c:v>1295.02</c:v>
                </c:pt>
                <c:pt idx="1858">
                  <c:v>1295.502</c:v>
                </c:pt>
                <c:pt idx="1859">
                  <c:v>1295.9839999999999</c:v>
                </c:pt>
                <c:pt idx="1860">
                  <c:v>1296.4659999999999</c:v>
                </c:pt>
                <c:pt idx="1861">
                  <c:v>1296.9480000000001</c:v>
                </c:pt>
                <c:pt idx="1862">
                  <c:v>1297.431</c:v>
                </c:pt>
                <c:pt idx="1863">
                  <c:v>1297.913</c:v>
                </c:pt>
                <c:pt idx="1864">
                  <c:v>1298.395</c:v>
                </c:pt>
                <c:pt idx="1865">
                  <c:v>1298.877</c:v>
                </c:pt>
                <c:pt idx="1866">
                  <c:v>1299.3589999999999</c:v>
                </c:pt>
                <c:pt idx="1867">
                  <c:v>1299.8409999999999</c:v>
                </c:pt>
                <c:pt idx="1868">
                  <c:v>1300.3230000000001</c:v>
                </c:pt>
                <c:pt idx="1869">
                  <c:v>1300.806</c:v>
                </c:pt>
                <c:pt idx="1870">
                  <c:v>1301.288</c:v>
                </c:pt>
                <c:pt idx="1871">
                  <c:v>1301.77</c:v>
                </c:pt>
                <c:pt idx="1872">
                  <c:v>1302.252</c:v>
                </c:pt>
                <c:pt idx="1873">
                  <c:v>1302.7339999999999</c:v>
                </c:pt>
                <c:pt idx="1874">
                  <c:v>1303.2159999999999</c:v>
                </c:pt>
                <c:pt idx="1875">
                  <c:v>1303.6980000000001</c:v>
                </c:pt>
                <c:pt idx="1876">
                  <c:v>1304.181</c:v>
                </c:pt>
                <c:pt idx="1877">
                  <c:v>1304.663</c:v>
                </c:pt>
                <c:pt idx="1878">
                  <c:v>1305.145</c:v>
                </c:pt>
                <c:pt idx="1879">
                  <c:v>1305.627</c:v>
                </c:pt>
                <c:pt idx="1880">
                  <c:v>1306.1089999999999</c:v>
                </c:pt>
                <c:pt idx="1881">
                  <c:v>1306.5909999999999</c:v>
                </c:pt>
                <c:pt idx="1882">
                  <c:v>1307.0730000000001</c:v>
                </c:pt>
                <c:pt idx="1883">
                  <c:v>1307.556</c:v>
                </c:pt>
                <c:pt idx="1884">
                  <c:v>1308.038</c:v>
                </c:pt>
                <c:pt idx="1885">
                  <c:v>1308.52</c:v>
                </c:pt>
                <c:pt idx="1886">
                  <c:v>1309.002</c:v>
                </c:pt>
                <c:pt idx="1887">
                  <c:v>1309.4839999999999</c:v>
                </c:pt>
                <c:pt idx="1888">
                  <c:v>1309.9659999999999</c:v>
                </c:pt>
                <c:pt idx="1889">
                  <c:v>1310.4480000000001</c:v>
                </c:pt>
                <c:pt idx="1890">
                  <c:v>1310.93</c:v>
                </c:pt>
                <c:pt idx="1891">
                  <c:v>1311.413</c:v>
                </c:pt>
                <c:pt idx="1892">
                  <c:v>1311.895</c:v>
                </c:pt>
                <c:pt idx="1893">
                  <c:v>1312.377</c:v>
                </c:pt>
                <c:pt idx="1894">
                  <c:v>1312.8589999999999</c:v>
                </c:pt>
                <c:pt idx="1895">
                  <c:v>1313.3409999999999</c:v>
                </c:pt>
                <c:pt idx="1896">
                  <c:v>1313.8230000000001</c:v>
                </c:pt>
                <c:pt idx="1897">
                  <c:v>1314.3050000000001</c:v>
                </c:pt>
                <c:pt idx="1898">
                  <c:v>1314.788</c:v>
                </c:pt>
                <c:pt idx="1899">
                  <c:v>1315.27</c:v>
                </c:pt>
                <c:pt idx="1900">
                  <c:v>1315.752</c:v>
                </c:pt>
                <c:pt idx="1901">
                  <c:v>1316.2339999999999</c:v>
                </c:pt>
                <c:pt idx="1902">
                  <c:v>1316.7159999999999</c:v>
                </c:pt>
                <c:pt idx="1903">
                  <c:v>1317.1980000000001</c:v>
                </c:pt>
                <c:pt idx="1904">
                  <c:v>1317.68</c:v>
                </c:pt>
                <c:pt idx="1905">
                  <c:v>1318.163</c:v>
                </c:pt>
                <c:pt idx="1906">
                  <c:v>1318.645</c:v>
                </c:pt>
                <c:pt idx="1907">
                  <c:v>1319.127</c:v>
                </c:pt>
                <c:pt idx="1908">
                  <c:v>1319.6089999999999</c:v>
                </c:pt>
                <c:pt idx="1909">
                  <c:v>1320.0909999999999</c:v>
                </c:pt>
                <c:pt idx="1910">
                  <c:v>1320.5730000000001</c:v>
                </c:pt>
                <c:pt idx="1911">
                  <c:v>1321.0550000000001</c:v>
                </c:pt>
                <c:pt idx="1912">
                  <c:v>1321.538</c:v>
                </c:pt>
                <c:pt idx="1913">
                  <c:v>1322.02</c:v>
                </c:pt>
                <c:pt idx="1914">
                  <c:v>1322.502</c:v>
                </c:pt>
                <c:pt idx="1915">
                  <c:v>1322.9839999999999</c:v>
                </c:pt>
                <c:pt idx="1916">
                  <c:v>1323.4659999999999</c:v>
                </c:pt>
                <c:pt idx="1917">
                  <c:v>1323.9480000000001</c:v>
                </c:pt>
                <c:pt idx="1918">
                  <c:v>1324.43</c:v>
                </c:pt>
                <c:pt idx="1919">
                  <c:v>1324.912</c:v>
                </c:pt>
                <c:pt idx="1920">
                  <c:v>1325.395</c:v>
                </c:pt>
                <c:pt idx="1921">
                  <c:v>1325.877</c:v>
                </c:pt>
                <c:pt idx="1922">
                  <c:v>1326.3589999999999</c:v>
                </c:pt>
                <c:pt idx="1923">
                  <c:v>1326.8409999999999</c:v>
                </c:pt>
                <c:pt idx="1924">
                  <c:v>1327.3230000000001</c:v>
                </c:pt>
                <c:pt idx="1925">
                  <c:v>1327.8050000000001</c:v>
                </c:pt>
                <c:pt idx="1926">
                  <c:v>1328.287</c:v>
                </c:pt>
                <c:pt idx="1927">
                  <c:v>1328.77</c:v>
                </c:pt>
                <c:pt idx="1928">
                  <c:v>1329.252</c:v>
                </c:pt>
                <c:pt idx="1929">
                  <c:v>1329.7339999999999</c:v>
                </c:pt>
                <c:pt idx="1930">
                  <c:v>1330.2159999999999</c:v>
                </c:pt>
                <c:pt idx="1931">
                  <c:v>1330.6980000000001</c:v>
                </c:pt>
                <c:pt idx="1932">
                  <c:v>1331.18</c:v>
                </c:pt>
                <c:pt idx="1933">
                  <c:v>1331.662</c:v>
                </c:pt>
                <c:pt idx="1934">
                  <c:v>1332.145</c:v>
                </c:pt>
                <c:pt idx="1935">
                  <c:v>1332.627</c:v>
                </c:pt>
                <c:pt idx="1936">
                  <c:v>1333.1089999999999</c:v>
                </c:pt>
                <c:pt idx="1937">
                  <c:v>1333.5909999999999</c:v>
                </c:pt>
                <c:pt idx="1938">
                  <c:v>1334.0730000000001</c:v>
                </c:pt>
                <c:pt idx="1939">
                  <c:v>1334.5550000000001</c:v>
                </c:pt>
                <c:pt idx="1940">
                  <c:v>1335.037</c:v>
                </c:pt>
                <c:pt idx="1941">
                  <c:v>1335.52</c:v>
                </c:pt>
                <c:pt idx="1942">
                  <c:v>1336.002</c:v>
                </c:pt>
                <c:pt idx="1943">
                  <c:v>1336.4839999999999</c:v>
                </c:pt>
                <c:pt idx="1944">
                  <c:v>1336.9659999999999</c:v>
                </c:pt>
                <c:pt idx="1945">
                  <c:v>1337.4480000000001</c:v>
                </c:pt>
                <c:pt idx="1946">
                  <c:v>1337.93</c:v>
                </c:pt>
                <c:pt idx="1947">
                  <c:v>1338.412</c:v>
                </c:pt>
                <c:pt idx="1948">
                  <c:v>1338.895</c:v>
                </c:pt>
                <c:pt idx="1949">
                  <c:v>1339.377</c:v>
                </c:pt>
                <c:pt idx="1950">
                  <c:v>1339.8589999999999</c:v>
                </c:pt>
                <c:pt idx="1951">
                  <c:v>1340.3409999999999</c:v>
                </c:pt>
                <c:pt idx="1952">
                  <c:v>1340.8230000000001</c:v>
                </c:pt>
                <c:pt idx="1953">
                  <c:v>1341.3050000000001</c:v>
                </c:pt>
                <c:pt idx="1954">
                  <c:v>1341.787</c:v>
                </c:pt>
                <c:pt idx="1955">
                  <c:v>1342.269</c:v>
                </c:pt>
                <c:pt idx="1956">
                  <c:v>1342.751</c:v>
                </c:pt>
                <c:pt idx="1957">
                  <c:v>1343.2339999999999</c:v>
                </c:pt>
                <c:pt idx="1958">
                  <c:v>1343.7159999999999</c:v>
                </c:pt>
                <c:pt idx="1959">
                  <c:v>1344.1980000000001</c:v>
                </c:pt>
                <c:pt idx="1960">
                  <c:v>1344.68</c:v>
                </c:pt>
                <c:pt idx="1961">
                  <c:v>1345.162</c:v>
                </c:pt>
                <c:pt idx="1962">
                  <c:v>1345.644</c:v>
                </c:pt>
                <c:pt idx="1963">
                  <c:v>1346.126</c:v>
                </c:pt>
                <c:pt idx="1964">
                  <c:v>1346.6089999999999</c:v>
                </c:pt>
                <c:pt idx="1965">
                  <c:v>1347.0909999999999</c:v>
                </c:pt>
                <c:pt idx="1966">
                  <c:v>1347.5730000000001</c:v>
                </c:pt>
                <c:pt idx="1967">
                  <c:v>1348.0550000000001</c:v>
                </c:pt>
                <c:pt idx="1968">
                  <c:v>1348.537</c:v>
                </c:pt>
                <c:pt idx="1969">
                  <c:v>1349.019</c:v>
                </c:pt>
                <c:pt idx="1970">
                  <c:v>1349.501</c:v>
                </c:pt>
                <c:pt idx="1971">
                  <c:v>1349.9839999999999</c:v>
                </c:pt>
                <c:pt idx="1972">
                  <c:v>1350.4659999999999</c:v>
                </c:pt>
                <c:pt idx="1973">
                  <c:v>1350.9480000000001</c:v>
                </c:pt>
                <c:pt idx="1974">
                  <c:v>1351.43</c:v>
                </c:pt>
                <c:pt idx="1975">
                  <c:v>1351.912</c:v>
                </c:pt>
                <c:pt idx="1976">
                  <c:v>1352.394</c:v>
                </c:pt>
                <c:pt idx="1977">
                  <c:v>1352.876</c:v>
                </c:pt>
                <c:pt idx="1978">
                  <c:v>1353.3589999999999</c:v>
                </c:pt>
                <c:pt idx="1979">
                  <c:v>1353.8409999999999</c:v>
                </c:pt>
                <c:pt idx="1980">
                  <c:v>1354.3230000000001</c:v>
                </c:pt>
                <c:pt idx="1981">
                  <c:v>1354.8050000000001</c:v>
                </c:pt>
                <c:pt idx="1982">
                  <c:v>1355.287</c:v>
                </c:pt>
                <c:pt idx="1983">
                  <c:v>1355.769</c:v>
                </c:pt>
                <c:pt idx="1984">
                  <c:v>1356.251</c:v>
                </c:pt>
                <c:pt idx="1985">
                  <c:v>1356.7339999999999</c:v>
                </c:pt>
                <c:pt idx="1986">
                  <c:v>1357.2159999999999</c:v>
                </c:pt>
                <c:pt idx="1987">
                  <c:v>1357.6980000000001</c:v>
                </c:pt>
                <c:pt idx="1988">
                  <c:v>1358.18</c:v>
                </c:pt>
                <c:pt idx="1989">
                  <c:v>1358.662</c:v>
                </c:pt>
                <c:pt idx="1990">
                  <c:v>1359.144</c:v>
                </c:pt>
                <c:pt idx="1991">
                  <c:v>1359.626</c:v>
                </c:pt>
                <c:pt idx="1992">
                  <c:v>1360.1079999999999</c:v>
                </c:pt>
                <c:pt idx="1993">
                  <c:v>1360.5909999999999</c:v>
                </c:pt>
                <c:pt idx="1994">
                  <c:v>1361.0730000000001</c:v>
                </c:pt>
                <c:pt idx="1995">
                  <c:v>1361.5550000000001</c:v>
                </c:pt>
                <c:pt idx="1996">
                  <c:v>1362.037</c:v>
                </c:pt>
                <c:pt idx="1997">
                  <c:v>1362.519</c:v>
                </c:pt>
                <c:pt idx="1998">
                  <c:v>1363.001</c:v>
                </c:pt>
                <c:pt idx="1999">
                  <c:v>1363.4829999999999</c:v>
                </c:pt>
                <c:pt idx="2000">
                  <c:v>1363.9659999999999</c:v>
                </c:pt>
                <c:pt idx="2001">
                  <c:v>1364.4480000000001</c:v>
                </c:pt>
                <c:pt idx="2002">
                  <c:v>1364.93</c:v>
                </c:pt>
                <c:pt idx="2003">
                  <c:v>1365.412</c:v>
                </c:pt>
                <c:pt idx="2004">
                  <c:v>1365.894</c:v>
                </c:pt>
                <c:pt idx="2005">
                  <c:v>1366.376</c:v>
                </c:pt>
                <c:pt idx="2006">
                  <c:v>1366.8579999999999</c:v>
                </c:pt>
                <c:pt idx="2007">
                  <c:v>1367.3409999999999</c:v>
                </c:pt>
                <c:pt idx="2008">
                  <c:v>1367.8230000000001</c:v>
                </c:pt>
                <c:pt idx="2009">
                  <c:v>1368.3050000000001</c:v>
                </c:pt>
                <c:pt idx="2010">
                  <c:v>1368.787</c:v>
                </c:pt>
                <c:pt idx="2011">
                  <c:v>1369.269</c:v>
                </c:pt>
                <c:pt idx="2012">
                  <c:v>1369.751</c:v>
                </c:pt>
                <c:pt idx="2013">
                  <c:v>1370.2329999999999</c:v>
                </c:pt>
                <c:pt idx="2014">
                  <c:v>1370.7159999999999</c:v>
                </c:pt>
                <c:pt idx="2015">
                  <c:v>1371.1980000000001</c:v>
                </c:pt>
                <c:pt idx="2016">
                  <c:v>1371.68</c:v>
                </c:pt>
                <c:pt idx="2017">
                  <c:v>1372.162</c:v>
                </c:pt>
                <c:pt idx="2018">
                  <c:v>1372.644</c:v>
                </c:pt>
                <c:pt idx="2019">
                  <c:v>1373.126</c:v>
                </c:pt>
                <c:pt idx="2020">
                  <c:v>1373.6079999999999</c:v>
                </c:pt>
                <c:pt idx="2021">
                  <c:v>1374.09</c:v>
                </c:pt>
                <c:pt idx="2022">
                  <c:v>1374.5730000000001</c:v>
                </c:pt>
                <c:pt idx="2023">
                  <c:v>1375.0550000000001</c:v>
                </c:pt>
                <c:pt idx="2024">
                  <c:v>1375.537</c:v>
                </c:pt>
                <c:pt idx="2025">
                  <c:v>1376.019</c:v>
                </c:pt>
                <c:pt idx="2026">
                  <c:v>1376.501</c:v>
                </c:pt>
                <c:pt idx="2027">
                  <c:v>1376.9829999999999</c:v>
                </c:pt>
                <c:pt idx="2028">
                  <c:v>1377.4649999999999</c:v>
                </c:pt>
                <c:pt idx="2029">
                  <c:v>1377.9480000000001</c:v>
                </c:pt>
                <c:pt idx="2030">
                  <c:v>1378.43</c:v>
                </c:pt>
                <c:pt idx="2031">
                  <c:v>1378.912</c:v>
                </c:pt>
                <c:pt idx="2032">
                  <c:v>1379.394</c:v>
                </c:pt>
                <c:pt idx="2033">
                  <c:v>1379.876</c:v>
                </c:pt>
                <c:pt idx="2034">
                  <c:v>1380.3579999999999</c:v>
                </c:pt>
                <c:pt idx="2035">
                  <c:v>1380.84</c:v>
                </c:pt>
                <c:pt idx="2036">
                  <c:v>1381.3230000000001</c:v>
                </c:pt>
                <c:pt idx="2037">
                  <c:v>1381.8050000000001</c:v>
                </c:pt>
                <c:pt idx="2038">
                  <c:v>1382.287</c:v>
                </c:pt>
                <c:pt idx="2039">
                  <c:v>1382.769</c:v>
                </c:pt>
                <c:pt idx="2040">
                  <c:v>1383.251</c:v>
                </c:pt>
                <c:pt idx="2041">
                  <c:v>1383.7329999999999</c:v>
                </c:pt>
                <c:pt idx="2042">
                  <c:v>1384.2149999999999</c:v>
                </c:pt>
                <c:pt idx="2043">
                  <c:v>1384.6980000000001</c:v>
                </c:pt>
                <c:pt idx="2044">
                  <c:v>1385.18</c:v>
                </c:pt>
                <c:pt idx="2045">
                  <c:v>1385.662</c:v>
                </c:pt>
                <c:pt idx="2046">
                  <c:v>1386.144</c:v>
                </c:pt>
                <c:pt idx="2047">
                  <c:v>1386.626</c:v>
                </c:pt>
                <c:pt idx="2048">
                  <c:v>1387.1079999999999</c:v>
                </c:pt>
                <c:pt idx="2049">
                  <c:v>1387.59</c:v>
                </c:pt>
                <c:pt idx="2050">
                  <c:v>1388.0730000000001</c:v>
                </c:pt>
                <c:pt idx="2051">
                  <c:v>1388.5550000000001</c:v>
                </c:pt>
                <c:pt idx="2052">
                  <c:v>1389.037</c:v>
                </c:pt>
                <c:pt idx="2053">
                  <c:v>1389.519</c:v>
                </c:pt>
                <c:pt idx="2054">
                  <c:v>1390.001</c:v>
                </c:pt>
                <c:pt idx="2055">
                  <c:v>1390.4829999999999</c:v>
                </c:pt>
                <c:pt idx="2056">
                  <c:v>1390.9649999999999</c:v>
                </c:pt>
                <c:pt idx="2057">
                  <c:v>1391.4469999999999</c:v>
                </c:pt>
                <c:pt idx="2058">
                  <c:v>1391.9290000000001</c:v>
                </c:pt>
                <c:pt idx="2059">
                  <c:v>1392.412</c:v>
                </c:pt>
                <c:pt idx="2060">
                  <c:v>1392.894</c:v>
                </c:pt>
                <c:pt idx="2061">
                  <c:v>1393.376</c:v>
                </c:pt>
                <c:pt idx="2062">
                  <c:v>1393.8579999999999</c:v>
                </c:pt>
                <c:pt idx="2063">
                  <c:v>1394.34</c:v>
                </c:pt>
                <c:pt idx="2064">
                  <c:v>1394.8219999999999</c:v>
                </c:pt>
                <c:pt idx="2065">
                  <c:v>1395.3040000000001</c:v>
                </c:pt>
                <c:pt idx="2066">
                  <c:v>1395.787</c:v>
                </c:pt>
                <c:pt idx="2067">
                  <c:v>1396.269</c:v>
                </c:pt>
                <c:pt idx="2068">
                  <c:v>1396.751</c:v>
                </c:pt>
                <c:pt idx="2069">
                  <c:v>1397.2329999999999</c:v>
                </c:pt>
                <c:pt idx="2070">
                  <c:v>1397.7149999999999</c:v>
                </c:pt>
                <c:pt idx="2071">
                  <c:v>1398.1969999999999</c:v>
                </c:pt>
                <c:pt idx="2072">
                  <c:v>1398.6790000000001</c:v>
                </c:pt>
                <c:pt idx="2073">
                  <c:v>1399.162</c:v>
                </c:pt>
                <c:pt idx="2074">
                  <c:v>1399.644</c:v>
                </c:pt>
                <c:pt idx="2075">
                  <c:v>1400.126</c:v>
                </c:pt>
                <c:pt idx="2076">
                  <c:v>1400.6079999999999</c:v>
                </c:pt>
                <c:pt idx="2077">
                  <c:v>1401.09</c:v>
                </c:pt>
                <c:pt idx="2078">
                  <c:v>1401.5719999999999</c:v>
                </c:pt>
                <c:pt idx="2079">
                  <c:v>1402.0540000000001</c:v>
                </c:pt>
                <c:pt idx="2080">
                  <c:v>1402.537</c:v>
                </c:pt>
                <c:pt idx="2081">
                  <c:v>1403.019</c:v>
                </c:pt>
                <c:pt idx="2082">
                  <c:v>1403.501</c:v>
                </c:pt>
                <c:pt idx="2083">
                  <c:v>1403.9829999999999</c:v>
                </c:pt>
                <c:pt idx="2084">
                  <c:v>1404.4649999999999</c:v>
                </c:pt>
                <c:pt idx="2085">
                  <c:v>1404.9469999999999</c:v>
                </c:pt>
                <c:pt idx="2086">
                  <c:v>1405.4290000000001</c:v>
                </c:pt>
                <c:pt idx="2087">
                  <c:v>1405.9110000000001</c:v>
                </c:pt>
                <c:pt idx="2088">
                  <c:v>1406.394</c:v>
                </c:pt>
                <c:pt idx="2089">
                  <c:v>1406.876</c:v>
                </c:pt>
                <c:pt idx="2090">
                  <c:v>1407.3579999999999</c:v>
                </c:pt>
                <c:pt idx="2091">
                  <c:v>1407.84</c:v>
                </c:pt>
                <c:pt idx="2092">
                  <c:v>1408.3219999999999</c:v>
                </c:pt>
                <c:pt idx="2093">
                  <c:v>1408.8040000000001</c:v>
                </c:pt>
                <c:pt idx="2094">
                  <c:v>1409.2860000000001</c:v>
                </c:pt>
                <c:pt idx="2095">
                  <c:v>1409.769</c:v>
                </c:pt>
                <c:pt idx="2096">
                  <c:v>1410.251</c:v>
                </c:pt>
                <c:pt idx="2097">
                  <c:v>1410.7329999999999</c:v>
                </c:pt>
                <c:pt idx="2098">
                  <c:v>1411.2149999999999</c:v>
                </c:pt>
                <c:pt idx="2099">
                  <c:v>1411.6969999999999</c:v>
                </c:pt>
                <c:pt idx="2100">
                  <c:v>1412.1790000000001</c:v>
                </c:pt>
                <c:pt idx="2101">
                  <c:v>1412.6610000000001</c:v>
                </c:pt>
                <c:pt idx="2102">
                  <c:v>1413.144</c:v>
                </c:pt>
                <c:pt idx="2103">
                  <c:v>1413.626</c:v>
                </c:pt>
                <c:pt idx="2104">
                  <c:v>1414.1079999999999</c:v>
                </c:pt>
                <c:pt idx="2105">
                  <c:v>1414.59</c:v>
                </c:pt>
                <c:pt idx="2106">
                  <c:v>1415.0719999999999</c:v>
                </c:pt>
                <c:pt idx="2107">
                  <c:v>1415.5540000000001</c:v>
                </c:pt>
                <c:pt idx="2108">
                  <c:v>1416.0360000000001</c:v>
                </c:pt>
                <c:pt idx="2109">
                  <c:v>1416.519</c:v>
                </c:pt>
                <c:pt idx="2110">
                  <c:v>1417.001</c:v>
                </c:pt>
                <c:pt idx="2111">
                  <c:v>1417.4829999999999</c:v>
                </c:pt>
                <c:pt idx="2112">
                  <c:v>1417.9649999999999</c:v>
                </c:pt>
                <c:pt idx="2113">
                  <c:v>1418.4469999999999</c:v>
                </c:pt>
                <c:pt idx="2114">
                  <c:v>1418.9290000000001</c:v>
                </c:pt>
                <c:pt idx="2115">
                  <c:v>1419.4110000000001</c:v>
                </c:pt>
                <c:pt idx="2116">
                  <c:v>1419.894</c:v>
                </c:pt>
                <c:pt idx="2117">
                  <c:v>1420.376</c:v>
                </c:pt>
                <c:pt idx="2118">
                  <c:v>1420.8579999999999</c:v>
                </c:pt>
                <c:pt idx="2119">
                  <c:v>1421.34</c:v>
                </c:pt>
                <c:pt idx="2120">
                  <c:v>1421.8219999999999</c:v>
                </c:pt>
                <c:pt idx="2121">
                  <c:v>1422.3040000000001</c:v>
                </c:pt>
                <c:pt idx="2122">
                  <c:v>1422.7860000000001</c:v>
                </c:pt>
                <c:pt idx="2123">
                  <c:v>1423.268</c:v>
                </c:pt>
                <c:pt idx="2124">
                  <c:v>1423.75</c:v>
                </c:pt>
                <c:pt idx="2125">
                  <c:v>1424.2329999999999</c:v>
                </c:pt>
                <c:pt idx="2126">
                  <c:v>1424.7149999999999</c:v>
                </c:pt>
                <c:pt idx="2127">
                  <c:v>1425.1969999999999</c:v>
                </c:pt>
                <c:pt idx="2128">
                  <c:v>1425.6790000000001</c:v>
                </c:pt>
                <c:pt idx="2129">
                  <c:v>1426.1610000000001</c:v>
                </c:pt>
                <c:pt idx="2130">
                  <c:v>1426.643</c:v>
                </c:pt>
                <c:pt idx="2131">
                  <c:v>1427.125</c:v>
                </c:pt>
                <c:pt idx="2132">
                  <c:v>1427.6079999999999</c:v>
                </c:pt>
                <c:pt idx="2133">
                  <c:v>1428.09</c:v>
                </c:pt>
                <c:pt idx="2134">
                  <c:v>1428.5719999999999</c:v>
                </c:pt>
                <c:pt idx="2135">
                  <c:v>1429.0540000000001</c:v>
                </c:pt>
                <c:pt idx="2136">
                  <c:v>1429.5360000000001</c:v>
                </c:pt>
                <c:pt idx="2137">
                  <c:v>1430.018</c:v>
                </c:pt>
                <c:pt idx="2138">
                  <c:v>1430.5</c:v>
                </c:pt>
                <c:pt idx="2139">
                  <c:v>1430.9829999999999</c:v>
                </c:pt>
                <c:pt idx="2140">
                  <c:v>1431.4649999999999</c:v>
                </c:pt>
                <c:pt idx="2141">
                  <c:v>1431.9469999999999</c:v>
                </c:pt>
                <c:pt idx="2142">
                  <c:v>1432.4290000000001</c:v>
                </c:pt>
                <c:pt idx="2143">
                  <c:v>1432.9110000000001</c:v>
                </c:pt>
                <c:pt idx="2144">
                  <c:v>1433.393</c:v>
                </c:pt>
                <c:pt idx="2145">
                  <c:v>1433.875</c:v>
                </c:pt>
                <c:pt idx="2146">
                  <c:v>1434.3579999999999</c:v>
                </c:pt>
                <c:pt idx="2147">
                  <c:v>1434.84</c:v>
                </c:pt>
                <c:pt idx="2148">
                  <c:v>1435.3219999999999</c:v>
                </c:pt>
                <c:pt idx="2149">
                  <c:v>1435.8040000000001</c:v>
                </c:pt>
                <c:pt idx="2150">
                  <c:v>1436.2860000000001</c:v>
                </c:pt>
                <c:pt idx="2151">
                  <c:v>1436.768</c:v>
                </c:pt>
                <c:pt idx="2152">
                  <c:v>1437.25</c:v>
                </c:pt>
                <c:pt idx="2153">
                  <c:v>1437.732</c:v>
                </c:pt>
                <c:pt idx="2154">
                  <c:v>1438.2149999999999</c:v>
                </c:pt>
                <c:pt idx="2155">
                  <c:v>1438.6969999999999</c:v>
                </c:pt>
                <c:pt idx="2156">
                  <c:v>1439.1790000000001</c:v>
                </c:pt>
                <c:pt idx="2157">
                  <c:v>1439.6610000000001</c:v>
                </c:pt>
                <c:pt idx="2158">
                  <c:v>1440.143</c:v>
                </c:pt>
                <c:pt idx="2159">
                  <c:v>1440.625</c:v>
                </c:pt>
                <c:pt idx="2160">
                  <c:v>1441.107</c:v>
                </c:pt>
                <c:pt idx="2161">
                  <c:v>1441.59</c:v>
                </c:pt>
                <c:pt idx="2162">
                  <c:v>1442.0719999999999</c:v>
                </c:pt>
                <c:pt idx="2163">
                  <c:v>1442.5540000000001</c:v>
                </c:pt>
                <c:pt idx="2164">
                  <c:v>1443.0360000000001</c:v>
                </c:pt>
                <c:pt idx="2165">
                  <c:v>1443.518</c:v>
                </c:pt>
                <c:pt idx="2166">
                  <c:v>1444</c:v>
                </c:pt>
                <c:pt idx="2167">
                  <c:v>1444.482</c:v>
                </c:pt>
                <c:pt idx="2168">
                  <c:v>1444.9649999999999</c:v>
                </c:pt>
                <c:pt idx="2169">
                  <c:v>1445.4469999999999</c:v>
                </c:pt>
                <c:pt idx="2170">
                  <c:v>1445.9290000000001</c:v>
                </c:pt>
                <c:pt idx="2171">
                  <c:v>1446.4110000000001</c:v>
                </c:pt>
                <c:pt idx="2172">
                  <c:v>1446.893</c:v>
                </c:pt>
                <c:pt idx="2173">
                  <c:v>1447.375</c:v>
                </c:pt>
                <c:pt idx="2174">
                  <c:v>1447.857</c:v>
                </c:pt>
                <c:pt idx="2175">
                  <c:v>1448.34</c:v>
                </c:pt>
                <c:pt idx="2176">
                  <c:v>1448.8219999999999</c:v>
                </c:pt>
                <c:pt idx="2177">
                  <c:v>1449.3040000000001</c:v>
                </c:pt>
                <c:pt idx="2178">
                  <c:v>1449.7860000000001</c:v>
                </c:pt>
                <c:pt idx="2179">
                  <c:v>1450.268</c:v>
                </c:pt>
                <c:pt idx="2180">
                  <c:v>1450.75</c:v>
                </c:pt>
                <c:pt idx="2181">
                  <c:v>1451.232</c:v>
                </c:pt>
                <c:pt idx="2182">
                  <c:v>1451.7149999999999</c:v>
                </c:pt>
                <c:pt idx="2183">
                  <c:v>1452.1969999999999</c:v>
                </c:pt>
                <c:pt idx="2184">
                  <c:v>1452.6790000000001</c:v>
                </c:pt>
                <c:pt idx="2185">
                  <c:v>1453.1610000000001</c:v>
                </c:pt>
                <c:pt idx="2186">
                  <c:v>1453.643</c:v>
                </c:pt>
                <c:pt idx="2187">
                  <c:v>1454.125</c:v>
                </c:pt>
                <c:pt idx="2188">
                  <c:v>1454.607</c:v>
                </c:pt>
                <c:pt idx="2189">
                  <c:v>1455.0889999999999</c:v>
                </c:pt>
                <c:pt idx="2190">
                  <c:v>1455.5719999999999</c:v>
                </c:pt>
                <c:pt idx="2191">
                  <c:v>1456.0540000000001</c:v>
                </c:pt>
                <c:pt idx="2192">
                  <c:v>1456.5360000000001</c:v>
                </c:pt>
                <c:pt idx="2193">
                  <c:v>1457.018</c:v>
                </c:pt>
                <c:pt idx="2194">
                  <c:v>1457.5</c:v>
                </c:pt>
                <c:pt idx="2195">
                  <c:v>1457.982</c:v>
                </c:pt>
                <c:pt idx="2196">
                  <c:v>1458.4639999999999</c:v>
                </c:pt>
                <c:pt idx="2197">
                  <c:v>1458.9469999999999</c:v>
                </c:pt>
                <c:pt idx="2198">
                  <c:v>1459.4290000000001</c:v>
                </c:pt>
                <c:pt idx="2199">
                  <c:v>1459.9110000000001</c:v>
                </c:pt>
                <c:pt idx="2200">
                  <c:v>1460.393</c:v>
                </c:pt>
                <c:pt idx="2201">
                  <c:v>1460.875</c:v>
                </c:pt>
                <c:pt idx="2202">
                  <c:v>1461.357</c:v>
                </c:pt>
                <c:pt idx="2203">
                  <c:v>1461.8389999999999</c:v>
                </c:pt>
                <c:pt idx="2204">
                  <c:v>1462.3219999999999</c:v>
                </c:pt>
                <c:pt idx="2205">
                  <c:v>1462.8040000000001</c:v>
                </c:pt>
                <c:pt idx="2206">
                  <c:v>1463.2860000000001</c:v>
                </c:pt>
                <c:pt idx="2207">
                  <c:v>1463.768</c:v>
                </c:pt>
                <c:pt idx="2208">
                  <c:v>1464.25</c:v>
                </c:pt>
                <c:pt idx="2209">
                  <c:v>1464.732</c:v>
                </c:pt>
                <c:pt idx="2210">
                  <c:v>1465.2139999999999</c:v>
                </c:pt>
                <c:pt idx="2211">
                  <c:v>1465.6969999999999</c:v>
                </c:pt>
                <c:pt idx="2212">
                  <c:v>1466.1790000000001</c:v>
                </c:pt>
                <c:pt idx="2213">
                  <c:v>1466.6610000000001</c:v>
                </c:pt>
                <c:pt idx="2214">
                  <c:v>1467.143</c:v>
                </c:pt>
                <c:pt idx="2215">
                  <c:v>1467.625</c:v>
                </c:pt>
                <c:pt idx="2216">
                  <c:v>1468.107</c:v>
                </c:pt>
                <c:pt idx="2217">
                  <c:v>1468.5889999999999</c:v>
                </c:pt>
                <c:pt idx="2218">
                  <c:v>1469.0719999999999</c:v>
                </c:pt>
                <c:pt idx="2219">
                  <c:v>1469.5530000000001</c:v>
                </c:pt>
                <c:pt idx="2220">
                  <c:v>1470.0360000000001</c:v>
                </c:pt>
                <c:pt idx="2221">
                  <c:v>1470.518</c:v>
                </c:pt>
                <c:pt idx="2222">
                  <c:v>1471</c:v>
                </c:pt>
                <c:pt idx="2223">
                  <c:v>1471.482</c:v>
                </c:pt>
                <c:pt idx="2224">
                  <c:v>1471.9639999999999</c:v>
                </c:pt>
                <c:pt idx="2225">
                  <c:v>1472.4459999999999</c:v>
                </c:pt>
                <c:pt idx="2226">
                  <c:v>1472.9280000000001</c:v>
                </c:pt>
                <c:pt idx="2227">
                  <c:v>1473.4110000000001</c:v>
                </c:pt>
                <c:pt idx="2228">
                  <c:v>1473.893</c:v>
                </c:pt>
                <c:pt idx="2229">
                  <c:v>1474.375</c:v>
                </c:pt>
                <c:pt idx="2230">
                  <c:v>1474.857</c:v>
                </c:pt>
                <c:pt idx="2231">
                  <c:v>1475.3389999999999</c:v>
                </c:pt>
                <c:pt idx="2232">
                  <c:v>1475.8209999999999</c:v>
                </c:pt>
                <c:pt idx="2233">
                  <c:v>1476.3030000000001</c:v>
                </c:pt>
                <c:pt idx="2234">
                  <c:v>1476.7860000000001</c:v>
                </c:pt>
                <c:pt idx="2235">
                  <c:v>1477.268</c:v>
                </c:pt>
                <c:pt idx="2236">
                  <c:v>1477.75</c:v>
                </c:pt>
                <c:pt idx="2237">
                  <c:v>1478.232</c:v>
                </c:pt>
                <c:pt idx="2238">
                  <c:v>1478.7139999999999</c:v>
                </c:pt>
                <c:pt idx="2239">
                  <c:v>1479.1959999999999</c:v>
                </c:pt>
                <c:pt idx="2240">
                  <c:v>1479.6780000000001</c:v>
                </c:pt>
                <c:pt idx="2241">
                  <c:v>1480.1610000000001</c:v>
                </c:pt>
                <c:pt idx="2242">
                  <c:v>1480.643</c:v>
                </c:pt>
                <c:pt idx="2243">
                  <c:v>1481.125</c:v>
                </c:pt>
                <c:pt idx="2244">
                  <c:v>1481.607</c:v>
                </c:pt>
                <c:pt idx="2245">
                  <c:v>1482.0889999999999</c:v>
                </c:pt>
                <c:pt idx="2246">
                  <c:v>1482.5709999999999</c:v>
                </c:pt>
                <c:pt idx="2247">
                  <c:v>1483.0530000000001</c:v>
                </c:pt>
                <c:pt idx="2248">
                  <c:v>1483.5360000000001</c:v>
                </c:pt>
                <c:pt idx="2249">
                  <c:v>1484.018</c:v>
                </c:pt>
                <c:pt idx="2250">
                  <c:v>1484.5</c:v>
                </c:pt>
                <c:pt idx="2251">
                  <c:v>1484.982</c:v>
                </c:pt>
                <c:pt idx="2252">
                  <c:v>1485.4639999999999</c:v>
                </c:pt>
                <c:pt idx="2253">
                  <c:v>1485.9459999999999</c:v>
                </c:pt>
                <c:pt idx="2254">
                  <c:v>1486.4280000000001</c:v>
                </c:pt>
                <c:pt idx="2255">
                  <c:v>1486.91</c:v>
                </c:pt>
                <c:pt idx="2256">
                  <c:v>1487.393</c:v>
                </c:pt>
                <c:pt idx="2257">
                  <c:v>1487.875</c:v>
                </c:pt>
                <c:pt idx="2258">
                  <c:v>1488.357</c:v>
                </c:pt>
                <c:pt idx="2259">
                  <c:v>1488.8389999999999</c:v>
                </c:pt>
                <c:pt idx="2260">
                  <c:v>1489.3209999999999</c:v>
                </c:pt>
                <c:pt idx="2261">
                  <c:v>1489.8030000000001</c:v>
                </c:pt>
                <c:pt idx="2262">
                  <c:v>1490.2850000000001</c:v>
                </c:pt>
                <c:pt idx="2263">
                  <c:v>1490.768</c:v>
                </c:pt>
                <c:pt idx="2264">
                  <c:v>1491.25</c:v>
                </c:pt>
                <c:pt idx="2265">
                  <c:v>1491.732</c:v>
                </c:pt>
                <c:pt idx="2266">
                  <c:v>1492.2139999999999</c:v>
                </c:pt>
                <c:pt idx="2267">
                  <c:v>1492.6959999999999</c:v>
                </c:pt>
                <c:pt idx="2268">
                  <c:v>1493.1780000000001</c:v>
                </c:pt>
                <c:pt idx="2269">
                  <c:v>1493.66</c:v>
                </c:pt>
                <c:pt idx="2270">
                  <c:v>1494.143</c:v>
                </c:pt>
                <c:pt idx="2271">
                  <c:v>1494.625</c:v>
                </c:pt>
                <c:pt idx="2272">
                  <c:v>1495.107</c:v>
                </c:pt>
                <c:pt idx="2273">
                  <c:v>1495.5889999999999</c:v>
                </c:pt>
                <c:pt idx="2274">
                  <c:v>1496.0709999999999</c:v>
                </c:pt>
                <c:pt idx="2275">
                  <c:v>1496.5530000000001</c:v>
                </c:pt>
                <c:pt idx="2276">
                  <c:v>1497.0350000000001</c:v>
                </c:pt>
                <c:pt idx="2277">
                  <c:v>1497.518</c:v>
                </c:pt>
                <c:pt idx="2278">
                  <c:v>1498</c:v>
                </c:pt>
                <c:pt idx="2279">
                  <c:v>1498.482</c:v>
                </c:pt>
                <c:pt idx="2280">
                  <c:v>1498.9639999999999</c:v>
                </c:pt>
                <c:pt idx="2281">
                  <c:v>1499.4459999999999</c:v>
                </c:pt>
                <c:pt idx="2282">
                  <c:v>1499.9280000000001</c:v>
                </c:pt>
                <c:pt idx="2283">
                  <c:v>1500.41</c:v>
                </c:pt>
                <c:pt idx="2284">
                  <c:v>1500.893</c:v>
                </c:pt>
                <c:pt idx="2285">
                  <c:v>1501.375</c:v>
                </c:pt>
                <c:pt idx="2286">
                  <c:v>1501.857</c:v>
                </c:pt>
                <c:pt idx="2287">
                  <c:v>1502.3389999999999</c:v>
                </c:pt>
                <c:pt idx="2288">
                  <c:v>1502.8209999999999</c:v>
                </c:pt>
                <c:pt idx="2289">
                  <c:v>1503.3030000000001</c:v>
                </c:pt>
                <c:pt idx="2290">
                  <c:v>1503.7850000000001</c:v>
                </c:pt>
                <c:pt idx="2291">
                  <c:v>1504.2670000000001</c:v>
                </c:pt>
                <c:pt idx="2292">
                  <c:v>1504.75</c:v>
                </c:pt>
                <c:pt idx="2293">
                  <c:v>1505.232</c:v>
                </c:pt>
                <c:pt idx="2294">
                  <c:v>1505.7139999999999</c:v>
                </c:pt>
                <c:pt idx="2295">
                  <c:v>1506.1959999999999</c:v>
                </c:pt>
                <c:pt idx="2296">
                  <c:v>1506.6780000000001</c:v>
                </c:pt>
                <c:pt idx="2297">
                  <c:v>1507.16</c:v>
                </c:pt>
                <c:pt idx="2298">
                  <c:v>1507.6420000000001</c:v>
                </c:pt>
                <c:pt idx="2299">
                  <c:v>1508.125</c:v>
                </c:pt>
                <c:pt idx="2300">
                  <c:v>1508.607</c:v>
                </c:pt>
                <c:pt idx="2301">
                  <c:v>1509.0889999999999</c:v>
                </c:pt>
                <c:pt idx="2302">
                  <c:v>1509.5709999999999</c:v>
                </c:pt>
                <c:pt idx="2303">
                  <c:v>1510.0530000000001</c:v>
                </c:pt>
                <c:pt idx="2304">
                  <c:v>1510.5350000000001</c:v>
                </c:pt>
                <c:pt idx="2305">
                  <c:v>1511.0170000000001</c:v>
                </c:pt>
                <c:pt idx="2306">
                  <c:v>1511.5</c:v>
                </c:pt>
                <c:pt idx="2307">
                  <c:v>1511.982</c:v>
                </c:pt>
                <c:pt idx="2308">
                  <c:v>1512.4639999999999</c:v>
                </c:pt>
                <c:pt idx="2309">
                  <c:v>1512.9459999999999</c:v>
                </c:pt>
                <c:pt idx="2310">
                  <c:v>1513.4280000000001</c:v>
                </c:pt>
                <c:pt idx="2311">
                  <c:v>1513.91</c:v>
                </c:pt>
                <c:pt idx="2312">
                  <c:v>1514.3920000000001</c:v>
                </c:pt>
                <c:pt idx="2313">
                  <c:v>1514.875</c:v>
                </c:pt>
                <c:pt idx="2314">
                  <c:v>1515.357</c:v>
                </c:pt>
                <c:pt idx="2315">
                  <c:v>1515.8389999999999</c:v>
                </c:pt>
                <c:pt idx="2316">
                  <c:v>1516.3209999999999</c:v>
                </c:pt>
                <c:pt idx="2317">
                  <c:v>1516.8030000000001</c:v>
                </c:pt>
                <c:pt idx="2318">
                  <c:v>1517.2850000000001</c:v>
                </c:pt>
                <c:pt idx="2319">
                  <c:v>1517.7670000000001</c:v>
                </c:pt>
                <c:pt idx="2320">
                  <c:v>1518.25</c:v>
                </c:pt>
                <c:pt idx="2321">
                  <c:v>1518.731</c:v>
                </c:pt>
                <c:pt idx="2322">
                  <c:v>1519.2139999999999</c:v>
                </c:pt>
                <c:pt idx="2323">
                  <c:v>1519.6959999999999</c:v>
                </c:pt>
                <c:pt idx="2324">
                  <c:v>1520.1780000000001</c:v>
                </c:pt>
                <c:pt idx="2325">
                  <c:v>1520.66</c:v>
                </c:pt>
                <c:pt idx="2326">
                  <c:v>1521.1420000000001</c:v>
                </c:pt>
                <c:pt idx="2327">
                  <c:v>1521.624</c:v>
                </c:pt>
                <c:pt idx="2328">
                  <c:v>1522.106</c:v>
                </c:pt>
                <c:pt idx="2329">
                  <c:v>1522.5889999999999</c:v>
                </c:pt>
                <c:pt idx="2330">
                  <c:v>1523.0709999999999</c:v>
                </c:pt>
                <c:pt idx="2331">
                  <c:v>1523.5530000000001</c:v>
                </c:pt>
                <c:pt idx="2332">
                  <c:v>1524.0350000000001</c:v>
                </c:pt>
                <c:pt idx="2333">
                  <c:v>1524.5170000000001</c:v>
                </c:pt>
                <c:pt idx="2334">
                  <c:v>1524.999</c:v>
                </c:pt>
                <c:pt idx="2335">
                  <c:v>1525.481</c:v>
                </c:pt>
                <c:pt idx="2336">
                  <c:v>1525.9639999999999</c:v>
                </c:pt>
                <c:pt idx="2337">
                  <c:v>1526.4459999999999</c:v>
                </c:pt>
                <c:pt idx="2338">
                  <c:v>1526.9280000000001</c:v>
                </c:pt>
                <c:pt idx="2339">
                  <c:v>1527.41</c:v>
                </c:pt>
                <c:pt idx="2340">
                  <c:v>1527.8920000000001</c:v>
                </c:pt>
                <c:pt idx="2341">
                  <c:v>1528.374</c:v>
                </c:pt>
                <c:pt idx="2342">
                  <c:v>1528.856</c:v>
                </c:pt>
                <c:pt idx="2343">
                  <c:v>1529.3389999999999</c:v>
                </c:pt>
                <c:pt idx="2344">
                  <c:v>1529.8209999999999</c:v>
                </c:pt>
                <c:pt idx="2345">
                  <c:v>1530.3030000000001</c:v>
                </c:pt>
                <c:pt idx="2346">
                  <c:v>1530.7850000000001</c:v>
                </c:pt>
                <c:pt idx="2347">
                  <c:v>1531.2670000000001</c:v>
                </c:pt>
                <c:pt idx="2348">
                  <c:v>1531.749</c:v>
                </c:pt>
                <c:pt idx="2349">
                  <c:v>1532.231</c:v>
                </c:pt>
                <c:pt idx="2350">
                  <c:v>1532.7139999999999</c:v>
                </c:pt>
                <c:pt idx="2351">
                  <c:v>1533.1959999999999</c:v>
                </c:pt>
                <c:pt idx="2352">
                  <c:v>1533.6780000000001</c:v>
                </c:pt>
                <c:pt idx="2353">
                  <c:v>1534.16</c:v>
                </c:pt>
                <c:pt idx="2354">
                  <c:v>1534.6420000000001</c:v>
                </c:pt>
                <c:pt idx="2355">
                  <c:v>1535.124</c:v>
                </c:pt>
                <c:pt idx="2356">
                  <c:v>1535.606</c:v>
                </c:pt>
                <c:pt idx="2357">
                  <c:v>1536.088</c:v>
                </c:pt>
                <c:pt idx="2358">
                  <c:v>1536.5709999999999</c:v>
                </c:pt>
                <c:pt idx="2359">
                  <c:v>1537.0530000000001</c:v>
                </c:pt>
                <c:pt idx="2360">
                  <c:v>1537.5350000000001</c:v>
                </c:pt>
                <c:pt idx="2361">
                  <c:v>1538.0170000000001</c:v>
                </c:pt>
                <c:pt idx="2362">
                  <c:v>1538.499</c:v>
                </c:pt>
                <c:pt idx="2363">
                  <c:v>1538.981</c:v>
                </c:pt>
                <c:pt idx="2364">
                  <c:v>1539.463</c:v>
                </c:pt>
                <c:pt idx="2365">
                  <c:v>1539.9459999999999</c:v>
                </c:pt>
                <c:pt idx="2366">
                  <c:v>1540.4280000000001</c:v>
                </c:pt>
                <c:pt idx="2367">
                  <c:v>1540.91</c:v>
                </c:pt>
                <c:pt idx="2368">
                  <c:v>1541.3920000000001</c:v>
                </c:pt>
                <c:pt idx="2369">
                  <c:v>1541.874</c:v>
                </c:pt>
                <c:pt idx="2370">
                  <c:v>1542.356</c:v>
                </c:pt>
                <c:pt idx="2371">
                  <c:v>1542.838</c:v>
                </c:pt>
                <c:pt idx="2372">
                  <c:v>1543.3209999999999</c:v>
                </c:pt>
                <c:pt idx="2373">
                  <c:v>1543.8030000000001</c:v>
                </c:pt>
                <c:pt idx="2374">
                  <c:v>1544.2850000000001</c:v>
                </c:pt>
                <c:pt idx="2375">
                  <c:v>1544.7670000000001</c:v>
                </c:pt>
                <c:pt idx="2376">
                  <c:v>1545.249</c:v>
                </c:pt>
                <c:pt idx="2377">
                  <c:v>1545.731</c:v>
                </c:pt>
                <c:pt idx="2378">
                  <c:v>1546.213</c:v>
                </c:pt>
                <c:pt idx="2379">
                  <c:v>1546.6959999999999</c:v>
                </c:pt>
                <c:pt idx="2380">
                  <c:v>1547.1780000000001</c:v>
                </c:pt>
                <c:pt idx="2381">
                  <c:v>1547.66</c:v>
                </c:pt>
                <c:pt idx="2382">
                  <c:v>1548.1420000000001</c:v>
                </c:pt>
                <c:pt idx="2383">
                  <c:v>1548.624</c:v>
                </c:pt>
                <c:pt idx="2384">
                  <c:v>1549.106</c:v>
                </c:pt>
                <c:pt idx="2385">
                  <c:v>1549.588</c:v>
                </c:pt>
                <c:pt idx="2386">
                  <c:v>1550.0709999999999</c:v>
                </c:pt>
                <c:pt idx="2387">
                  <c:v>1550.5519999999999</c:v>
                </c:pt>
                <c:pt idx="2388">
                  <c:v>1551.0350000000001</c:v>
                </c:pt>
                <c:pt idx="2389">
                  <c:v>1551.5170000000001</c:v>
                </c:pt>
                <c:pt idx="2390">
                  <c:v>1551.999</c:v>
                </c:pt>
                <c:pt idx="2391">
                  <c:v>1552.481</c:v>
                </c:pt>
                <c:pt idx="2392">
                  <c:v>1552.963</c:v>
                </c:pt>
                <c:pt idx="2393">
                  <c:v>1553.4449999999999</c:v>
                </c:pt>
                <c:pt idx="2394">
                  <c:v>1553.9269999999999</c:v>
                </c:pt>
                <c:pt idx="2395">
                  <c:v>1554.41</c:v>
                </c:pt>
                <c:pt idx="2396">
                  <c:v>1554.8920000000001</c:v>
                </c:pt>
                <c:pt idx="2397">
                  <c:v>1555.374</c:v>
                </c:pt>
                <c:pt idx="2398">
                  <c:v>1555.856</c:v>
                </c:pt>
                <c:pt idx="2399">
                  <c:v>1556.338</c:v>
                </c:pt>
                <c:pt idx="2400">
                  <c:v>1556.82</c:v>
                </c:pt>
                <c:pt idx="2401">
                  <c:v>1557.3019999999999</c:v>
                </c:pt>
                <c:pt idx="2402">
                  <c:v>1557.7850000000001</c:v>
                </c:pt>
                <c:pt idx="2403">
                  <c:v>1558.2670000000001</c:v>
                </c:pt>
                <c:pt idx="2404">
                  <c:v>1558.749</c:v>
                </c:pt>
                <c:pt idx="2405">
                  <c:v>1559.231</c:v>
                </c:pt>
                <c:pt idx="2406">
                  <c:v>1559.713</c:v>
                </c:pt>
                <c:pt idx="2407">
                  <c:v>1560.1949999999999</c:v>
                </c:pt>
                <c:pt idx="2408">
                  <c:v>1560.6769999999999</c:v>
                </c:pt>
                <c:pt idx="2409">
                  <c:v>1561.16</c:v>
                </c:pt>
                <c:pt idx="2410">
                  <c:v>1561.6420000000001</c:v>
                </c:pt>
                <c:pt idx="2411">
                  <c:v>1562.124</c:v>
                </c:pt>
                <c:pt idx="2412">
                  <c:v>1562.606</c:v>
                </c:pt>
                <c:pt idx="2413">
                  <c:v>1563.088</c:v>
                </c:pt>
                <c:pt idx="2414">
                  <c:v>1563.57</c:v>
                </c:pt>
                <c:pt idx="2415">
                  <c:v>1564.0519999999999</c:v>
                </c:pt>
                <c:pt idx="2416">
                  <c:v>1564.5350000000001</c:v>
                </c:pt>
                <c:pt idx="2417">
                  <c:v>1565.0170000000001</c:v>
                </c:pt>
                <c:pt idx="2418">
                  <c:v>1565.499</c:v>
                </c:pt>
                <c:pt idx="2419">
                  <c:v>1565.981</c:v>
                </c:pt>
                <c:pt idx="2420">
                  <c:v>1566.463</c:v>
                </c:pt>
                <c:pt idx="2421">
                  <c:v>1566.9449999999999</c:v>
                </c:pt>
                <c:pt idx="2422">
                  <c:v>1567.4269999999999</c:v>
                </c:pt>
                <c:pt idx="2423">
                  <c:v>1567.9090000000001</c:v>
                </c:pt>
                <c:pt idx="2424">
                  <c:v>1568.3920000000001</c:v>
                </c:pt>
                <c:pt idx="2425">
                  <c:v>1568.874</c:v>
                </c:pt>
                <c:pt idx="2426">
                  <c:v>1569.356</c:v>
                </c:pt>
                <c:pt idx="2427">
                  <c:v>1569.838</c:v>
                </c:pt>
                <c:pt idx="2428">
                  <c:v>1570.32</c:v>
                </c:pt>
                <c:pt idx="2429">
                  <c:v>1570.8019999999999</c:v>
                </c:pt>
                <c:pt idx="2430">
                  <c:v>1571.2840000000001</c:v>
                </c:pt>
                <c:pt idx="2431">
                  <c:v>1571.7670000000001</c:v>
                </c:pt>
                <c:pt idx="2432">
                  <c:v>1572.249</c:v>
                </c:pt>
                <c:pt idx="2433">
                  <c:v>1572.731</c:v>
                </c:pt>
                <c:pt idx="2434">
                  <c:v>1573.213</c:v>
                </c:pt>
                <c:pt idx="2435">
                  <c:v>1573.6949999999999</c:v>
                </c:pt>
                <c:pt idx="2436">
                  <c:v>1574.1769999999999</c:v>
                </c:pt>
                <c:pt idx="2437">
                  <c:v>1574.6590000000001</c:v>
                </c:pt>
                <c:pt idx="2438">
                  <c:v>1575.1420000000001</c:v>
                </c:pt>
                <c:pt idx="2439">
                  <c:v>1575.624</c:v>
                </c:pt>
                <c:pt idx="2440">
                  <c:v>1576.106</c:v>
                </c:pt>
                <c:pt idx="2441">
                  <c:v>1576.588</c:v>
                </c:pt>
                <c:pt idx="2442">
                  <c:v>1577.07</c:v>
                </c:pt>
                <c:pt idx="2443">
                  <c:v>1577.5519999999999</c:v>
                </c:pt>
                <c:pt idx="2444">
                  <c:v>1578.0340000000001</c:v>
                </c:pt>
                <c:pt idx="2445">
                  <c:v>1578.5170000000001</c:v>
                </c:pt>
                <c:pt idx="2446">
                  <c:v>1578.999</c:v>
                </c:pt>
                <c:pt idx="2447">
                  <c:v>1579.481</c:v>
                </c:pt>
                <c:pt idx="2448">
                  <c:v>1579.963</c:v>
                </c:pt>
                <c:pt idx="2449">
                  <c:v>1580.4449999999999</c:v>
                </c:pt>
                <c:pt idx="2450">
                  <c:v>1580.9269999999999</c:v>
                </c:pt>
                <c:pt idx="2451">
                  <c:v>1581.4090000000001</c:v>
                </c:pt>
                <c:pt idx="2452">
                  <c:v>1581.8920000000001</c:v>
                </c:pt>
                <c:pt idx="2453">
                  <c:v>1582.374</c:v>
                </c:pt>
                <c:pt idx="2454">
                  <c:v>1582.856</c:v>
                </c:pt>
                <c:pt idx="2455">
                  <c:v>1583.338</c:v>
                </c:pt>
                <c:pt idx="2456">
                  <c:v>1583.82</c:v>
                </c:pt>
                <c:pt idx="2457">
                  <c:v>1584.3019999999999</c:v>
                </c:pt>
                <c:pt idx="2458">
                  <c:v>1584.7840000000001</c:v>
                </c:pt>
                <c:pt idx="2459">
                  <c:v>1585.2660000000001</c:v>
                </c:pt>
                <c:pt idx="2460">
                  <c:v>1585.749</c:v>
                </c:pt>
                <c:pt idx="2461">
                  <c:v>1586.231</c:v>
                </c:pt>
                <c:pt idx="2462">
                  <c:v>1586.713</c:v>
                </c:pt>
                <c:pt idx="2463">
                  <c:v>1587.1949999999999</c:v>
                </c:pt>
                <c:pt idx="2464">
                  <c:v>1587.6769999999999</c:v>
                </c:pt>
                <c:pt idx="2465">
                  <c:v>1588.1590000000001</c:v>
                </c:pt>
                <c:pt idx="2466">
                  <c:v>1588.6410000000001</c:v>
                </c:pt>
                <c:pt idx="2467">
                  <c:v>1589.124</c:v>
                </c:pt>
                <c:pt idx="2468">
                  <c:v>1589.606</c:v>
                </c:pt>
                <c:pt idx="2469">
                  <c:v>1590.088</c:v>
                </c:pt>
                <c:pt idx="2470">
                  <c:v>1590.57</c:v>
                </c:pt>
                <c:pt idx="2471">
                  <c:v>1591.0519999999999</c:v>
                </c:pt>
                <c:pt idx="2472">
                  <c:v>1591.5340000000001</c:v>
                </c:pt>
                <c:pt idx="2473">
                  <c:v>1592.0160000000001</c:v>
                </c:pt>
                <c:pt idx="2474">
                  <c:v>1592.499</c:v>
                </c:pt>
                <c:pt idx="2475">
                  <c:v>1592.981</c:v>
                </c:pt>
                <c:pt idx="2476">
                  <c:v>1593.463</c:v>
                </c:pt>
                <c:pt idx="2477">
                  <c:v>1593.9449999999999</c:v>
                </c:pt>
                <c:pt idx="2478">
                  <c:v>1594.4269999999999</c:v>
                </c:pt>
                <c:pt idx="2479">
                  <c:v>1594.9090000000001</c:v>
                </c:pt>
                <c:pt idx="2480">
                  <c:v>1595.3910000000001</c:v>
                </c:pt>
                <c:pt idx="2481">
                  <c:v>1595.874</c:v>
                </c:pt>
                <c:pt idx="2482">
                  <c:v>1596.356</c:v>
                </c:pt>
                <c:pt idx="2483">
                  <c:v>1596.838</c:v>
                </c:pt>
                <c:pt idx="2484">
                  <c:v>1597.32</c:v>
                </c:pt>
                <c:pt idx="2485">
                  <c:v>1597.8019999999999</c:v>
                </c:pt>
                <c:pt idx="2486">
                  <c:v>1598.2840000000001</c:v>
                </c:pt>
                <c:pt idx="2487">
                  <c:v>1598.7660000000001</c:v>
                </c:pt>
                <c:pt idx="2488">
                  <c:v>1599.249</c:v>
                </c:pt>
                <c:pt idx="2489">
                  <c:v>1599.73</c:v>
                </c:pt>
                <c:pt idx="2490">
                  <c:v>1600.213</c:v>
                </c:pt>
                <c:pt idx="2491">
                  <c:v>1600.6949999999999</c:v>
                </c:pt>
                <c:pt idx="2492">
                  <c:v>1601.1769999999999</c:v>
                </c:pt>
                <c:pt idx="2493">
                  <c:v>1601.6590000000001</c:v>
                </c:pt>
                <c:pt idx="2494">
                  <c:v>1602.1410000000001</c:v>
                </c:pt>
                <c:pt idx="2495">
                  <c:v>1602.623</c:v>
                </c:pt>
                <c:pt idx="2496">
                  <c:v>1603.105</c:v>
                </c:pt>
                <c:pt idx="2497">
                  <c:v>1603.588</c:v>
                </c:pt>
                <c:pt idx="2498">
                  <c:v>1604.07</c:v>
                </c:pt>
                <c:pt idx="2499">
                  <c:v>1604.5519999999999</c:v>
                </c:pt>
                <c:pt idx="2500">
                  <c:v>1605.0340000000001</c:v>
                </c:pt>
                <c:pt idx="2501">
                  <c:v>1605.5160000000001</c:v>
                </c:pt>
                <c:pt idx="2502">
                  <c:v>1605.998</c:v>
                </c:pt>
                <c:pt idx="2503">
                  <c:v>1606.48</c:v>
                </c:pt>
                <c:pt idx="2504">
                  <c:v>1606.963</c:v>
                </c:pt>
                <c:pt idx="2505">
                  <c:v>1607.4449999999999</c:v>
                </c:pt>
                <c:pt idx="2506">
                  <c:v>1607.9269999999999</c:v>
                </c:pt>
                <c:pt idx="2507">
                  <c:v>1608.4090000000001</c:v>
                </c:pt>
                <c:pt idx="2508">
                  <c:v>1608.8910000000001</c:v>
                </c:pt>
                <c:pt idx="2509">
                  <c:v>1609.373</c:v>
                </c:pt>
                <c:pt idx="2510">
                  <c:v>1609.855</c:v>
                </c:pt>
                <c:pt idx="2511">
                  <c:v>1610.338</c:v>
                </c:pt>
                <c:pt idx="2512">
                  <c:v>1610.82</c:v>
                </c:pt>
                <c:pt idx="2513">
                  <c:v>1611.3019999999999</c:v>
                </c:pt>
                <c:pt idx="2514">
                  <c:v>1611.7840000000001</c:v>
                </c:pt>
                <c:pt idx="2515">
                  <c:v>1612.2660000000001</c:v>
                </c:pt>
                <c:pt idx="2516">
                  <c:v>1612.748</c:v>
                </c:pt>
                <c:pt idx="2517">
                  <c:v>1613.23</c:v>
                </c:pt>
                <c:pt idx="2518">
                  <c:v>1613.713</c:v>
                </c:pt>
                <c:pt idx="2519">
                  <c:v>1614.1949999999999</c:v>
                </c:pt>
                <c:pt idx="2520">
                  <c:v>1614.6769999999999</c:v>
                </c:pt>
                <c:pt idx="2521">
                  <c:v>1615.1590000000001</c:v>
                </c:pt>
                <c:pt idx="2522">
                  <c:v>1615.6410000000001</c:v>
                </c:pt>
                <c:pt idx="2523">
                  <c:v>1616.123</c:v>
                </c:pt>
                <c:pt idx="2524">
                  <c:v>1616.605</c:v>
                </c:pt>
                <c:pt idx="2525">
                  <c:v>1617.087</c:v>
                </c:pt>
                <c:pt idx="2526">
                  <c:v>1617.57</c:v>
                </c:pt>
                <c:pt idx="2527">
                  <c:v>1618.0519999999999</c:v>
                </c:pt>
                <c:pt idx="2528">
                  <c:v>1618.5340000000001</c:v>
                </c:pt>
                <c:pt idx="2529">
                  <c:v>1619.0160000000001</c:v>
                </c:pt>
                <c:pt idx="2530">
                  <c:v>1619.498</c:v>
                </c:pt>
                <c:pt idx="2531">
                  <c:v>1619.98</c:v>
                </c:pt>
                <c:pt idx="2532">
                  <c:v>1620.462</c:v>
                </c:pt>
                <c:pt idx="2533">
                  <c:v>1620.9449999999999</c:v>
                </c:pt>
                <c:pt idx="2534">
                  <c:v>1621.4269999999999</c:v>
                </c:pt>
                <c:pt idx="2535">
                  <c:v>1621.9090000000001</c:v>
                </c:pt>
                <c:pt idx="2536">
                  <c:v>1622.3910000000001</c:v>
                </c:pt>
                <c:pt idx="2537">
                  <c:v>1622.873</c:v>
                </c:pt>
                <c:pt idx="2538">
                  <c:v>1623.355</c:v>
                </c:pt>
                <c:pt idx="2539">
                  <c:v>1623.837</c:v>
                </c:pt>
                <c:pt idx="2540">
                  <c:v>1624.32</c:v>
                </c:pt>
                <c:pt idx="2541">
                  <c:v>1624.8019999999999</c:v>
                </c:pt>
                <c:pt idx="2542">
                  <c:v>1625.2840000000001</c:v>
                </c:pt>
                <c:pt idx="2543">
                  <c:v>1625.7660000000001</c:v>
                </c:pt>
                <c:pt idx="2544">
                  <c:v>1626.248</c:v>
                </c:pt>
                <c:pt idx="2545">
                  <c:v>1626.73</c:v>
                </c:pt>
                <c:pt idx="2546">
                  <c:v>1627.212</c:v>
                </c:pt>
                <c:pt idx="2547">
                  <c:v>1627.6949999999999</c:v>
                </c:pt>
                <c:pt idx="2548">
                  <c:v>1628.1769999999999</c:v>
                </c:pt>
                <c:pt idx="2549">
                  <c:v>1628.6590000000001</c:v>
                </c:pt>
                <c:pt idx="2550">
                  <c:v>1629.1410000000001</c:v>
                </c:pt>
                <c:pt idx="2551">
                  <c:v>1629.623</c:v>
                </c:pt>
                <c:pt idx="2552">
                  <c:v>1630.105</c:v>
                </c:pt>
                <c:pt idx="2553">
                  <c:v>1630.587</c:v>
                </c:pt>
                <c:pt idx="2554">
                  <c:v>1631.07</c:v>
                </c:pt>
                <c:pt idx="2555">
                  <c:v>1631.5519999999999</c:v>
                </c:pt>
                <c:pt idx="2556">
                  <c:v>1632.0340000000001</c:v>
                </c:pt>
                <c:pt idx="2557">
                  <c:v>1632.5160000000001</c:v>
                </c:pt>
                <c:pt idx="2558">
                  <c:v>1632.998</c:v>
                </c:pt>
                <c:pt idx="2559">
                  <c:v>1633.48</c:v>
                </c:pt>
                <c:pt idx="2560">
                  <c:v>1633.962</c:v>
                </c:pt>
                <c:pt idx="2561">
                  <c:v>1634.444</c:v>
                </c:pt>
                <c:pt idx="2562">
                  <c:v>1634.9269999999999</c:v>
                </c:pt>
                <c:pt idx="2563">
                  <c:v>1635.4090000000001</c:v>
                </c:pt>
                <c:pt idx="2564">
                  <c:v>1635.8910000000001</c:v>
                </c:pt>
                <c:pt idx="2565">
                  <c:v>1636.373</c:v>
                </c:pt>
                <c:pt idx="2566">
                  <c:v>1636.855</c:v>
                </c:pt>
                <c:pt idx="2567">
                  <c:v>1637.337</c:v>
                </c:pt>
                <c:pt idx="2568">
                  <c:v>1637.819</c:v>
                </c:pt>
                <c:pt idx="2569">
                  <c:v>1638.3019999999999</c:v>
                </c:pt>
                <c:pt idx="2570">
                  <c:v>1638.7840000000001</c:v>
                </c:pt>
                <c:pt idx="2571">
                  <c:v>1639.2660000000001</c:v>
                </c:pt>
                <c:pt idx="2572">
                  <c:v>1639.748</c:v>
                </c:pt>
                <c:pt idx="2573">
                  <c:v>1640.23</c:v>
                </c:pt>
                <c:pt idx="2574">
                  <c:v>1640.712</c:v>
                </c:pt>
                <c:pt idx="2575">
                  <c:v>1641.194</c:v>
                </c:pt>
                <c:pt idx="2576">
                  <c:v>1641.6769999999999</c:v>
                </c:pt>
                <c:pt idx="2577">
                  <c:v>1642.1590000000001</c:v>
                </c:pt>
                <c:pt idx="2578">
                  <c:v>1642.6410000000001</c:v>
                </c:pt>
                <c:pt idx="2579">
                  <c:v>1643.123</c:v>
                </c:pt>
                <c:pt idx="2580">
                  <c:v>1643.605</c:v>
                </c:pt>
                <c:pt idx="2581">
                  <c:v>1644.087</c:v>
                </c:pt>
                <c:pt idx="2582">
                  <c:v>1644.569</c:v>
                </c:pt>
                <c:pt idx="2583">
                  <c:v>1645.0519999999999</c:v>
                </c:pt>
                <c:pt idx="2584">
                  <c:v>1645.5340000000001</c:v>
                </c:pt>
                <c:pt idx="2585">
                  <c:v>1646.0160000000001</c:v>
                </c:pt>
                <c:pt idx="2586">
                  <c:v>1646.498</c:v>
                </c:pt>
                <c:pt idx="2587">
                  <c:v>1646.98</c:v>
                </c:pt>
                <c:pt idx="2588">
                  <c:v>1647.462</c:v>
                </c:pt>
                <c:pt idx="2589">
                  <c:v>1647.944</c:v>
                </c:pt>
                <c:pt idx="2590">
                  <c:v>1648.4269999999999</c:v>
                </c:pt>
                <c:pt idx="2591">
                  <c:v>1648.9079999999999</c:v>
                </c:pt>
                <c:pt idx="2592">
                  <c:v>1649.3910000000001</c:v>
                </c:pt>
                <c:pt idx="2593">
                  <c:v>1649.873</c:v>
                </c:pt>
                <c:pt idx="2594">
                  <c:v>1650.355</c:v>
                </c:pt>
                <c:pt idx="2595">
                  <c:v>1650.837</c:v>
                </c:pt>
                <c:pt idx="2596">
                  <c:v>1651.319</c:v>
                </c:pt>
                <c:pt idx="2597">
                  <c:v>1651.8009999999999</c:v>
                </c:pt>
                <c:pt idx="2598">
                  <c:v>1652.2829999999999</c:v>
                </c:pt>
                <c:pt idx="2599">
                  <c:v>1652.7660000000001</c:v>
                </c:pt>
                <c:pt idx="2600">
                  <c:v>1653.248</c:v>
                </c:pt>
                <c:pt idx="2601">
                  <c:v>1653.73</c:v>
                </c:pt>
                <c:pt idx="2602">
                  <c:v>1654.212</c:v>
                </c:pt>
                <c:pt idx="2603">
                  <c:v>1654.694</c:v>
                </c:pt>
                <c:pt idx="2604">
                  <c:v>1655.1759999999999</c:v>
                </c:pt>
                <c:pt idx="2605">
                  <c:v>1655.6579999999999</c:v>
                </c:pt>
                <c:pt idx="2606">
                  <c:v>1656.1410000000001</c:v>
                </c:pt>
                <c:pt idx="2607">
                  <c:v>1656.623</c:v>
                </c:pt>
                <c:pt idx="2608">
                  <c:v>1657.105</c:v>
                </c:pt>
                <c:pt idx="2609">
                  <c:v>1657.587</c:v>
                </c:pt>
                <c:pt idx="2610">
                  <c:v>1658.069</c:v>
                </c:pt>
                <c:pt idx="2611">
                  <c:v>1658.5509999999999</c:v>
                </c:pt>
                <c:pt idx="2612">
                  <c:v>1659.0329999999999</c:v>
                </c:pt>
                <c:pt idx="2613">
                  <c:v>1659.5160000000001</c:v>
                </c:pt>
                <c:pt idx="2614">
                  <c:v>1659.998</c:v>
                </c:pt>
                <c:pt idx="2615">
                  <c:v>1660.48</c:v>
                </c:pt>
                <c:pt idx="2616">
                  <c:v>1660.962</c:v>
                </c:pt>
                <c:pt idx="2617">
                  <c:v>1661.444</c:v>
                </c:pt>
                <c:pt idx="2618">
                  <c:v>1661.9259999999999</c:v>
                </c:pt>
                <c:pt idx="2619">
                  <c:v>1662.4079999999999</c:v>
                </c:pt>
                <c:pt idx="2620">
                  <c:v>1662.8910000000001</c:v>
                </c:pt>
                <c:pt idx="2621">
                  <c:v>1663.373</c:v>
                </c:pt>
                <c:pt idx="2622">
                  <c:v>1663.855</c:v>
                </c:pt>
                <c:pt idx="2623">
                  <c:v>1664.337</c:v>
                </c:pt>
                <c:pt idx="2624">
                  <c:v>1664.819</c:v>
                </c:pt>
                <c:pt idx="2625">
                  <c:v>1665.3009999999999</c:v>
                </c:pt>
                <c:pt idx="2626">
                  <c:v>1665.7829999999999</c:v>
                </c:pt>
                <c:pt idx="2627">
                  <c:v>1666.2650000000001</c:v>
                </c:pt>
                <c:pt idx="2628">
                  <c:v>1666.748</c:v>
                </c:pt>
                <c:pt idx="2629">
                  <c:v>1667.23</c:v>
                </c:pt>
                <c:pt idx="2630">
                  <c:v>1667.712</c:v>
                </c:pt>
                <c:pt idx="2631">
                  <c:v>1668.194</c:v>
                </c:pt>
                <c:pt idx="2632">
                  <c:v>1668.6759999999999</c:v>
                </c:pt>
                <c:pt idx="2633">
                  <c:v>1669.1579999999999</c:v>
                </c:pt>
                <c:pt idx="2634">
                  <c:v>1669.64</c:v>
                </c:pt>
                <c:pt idx="2635">
                  <c:v>1670.123</c:v>
                </c:pt>
                <c:pt idx="2636">
                  <c:v>1670.605</c:v>
                </c:pt>
                <c:pt idx="2637">
                  <c:v>1671.087</c:v>
                </c:pt>
                <c:pt idx="2638">
                  <c:v>1671.569</c:v>
                </c:pt>
                <c:pt idx="2639">
                  <c:v>1672.0509999999999</c:v>
                </c:pt>
                <c:pt idx="2640">
                  <c:v>1672.5329999999999</c:v>
                </c:pt>
                <c:pt idx="2641">
                  <c:v>1673.0150000000001</c:v>
                </c:pt>
                <c:pt idx="2642">
                  <c:v>1673.498</c:v>
                </c:pt>
                <c:pt idx="2643">
                  <c:v>1673.98</c:v>
                </c:pt>
                <c:pt idx="2644">
                  <c:v>1674.462</c:v>
                </c:pt>
                <c:pt idx="2645">
                  <c:v>1674.944</c:v>
                </c:pt>
                <c:pt idx="2646">
                  <c:v>1675.4259999999999</c:v>
                </c:pt>
                <c:pt idx="2647">
                  <c:v>1675.9079999999999</c:v>
                </c:pt>
                <c:pt idx="2648">
                  <c:v>1676.39</c:v>
                </c:pt>
                <c:pt idx="2649">
                  <c:v>1676.873</c:v>
                </c:pt>
                <c:pt idx="2650">
                  <c:v>1677.355</c:v>
                </c:pt>
                <c:pt idx="2651">
                  <c:v>1677.837</c:v>
                </c:pt>
                <c:pt idx="2652">
                  <c:v>1678.319</c:v>
                </c:pt>
                <c:pt idx="2653">
                  <c:v>1678.8009999999999</c:v>
                </c:pt>
                <c:pt idx="2654">
                  <c:v>1679.2829999999999</c:v>
                </c:pt>
                <c:pt idx="2655">
                  <c:v>1679.7650000000001</c:v>
                </c:pt>
                <c:pt idx="2656">
                  <c:v>1680.248</c:v>
                </c:pt>
                <c:pt idx="2657">
                  <c:v>1680.729</c:v>
                </c:pt>
                <c:pt idx="2658">
                  <c:v>1681.212</c:v>
                </c:pt>
                <c:pt idx="2659">
                  <c:v>1681.694</c:v>
                </c:pt>
                <c:pt idx="2660">
                  <c:v>1682.1759999999999</c:v>
                </c:pt>
                <c:pt idx="2661">
                  <c:v>1682.6579999999999</c:v>
                </c:pt>
                <c:pt idx="2662">
                  <c:v>1683.14</c:v>
                </c:pt>
                <c:pt idx="2663">
                  <c:v>1683.6220000000001</c:v>
                </c:pt>
                <c:pt idx="2664">
                  <c:v>1684.104</c:v>
                </c:pt>
                <c:pt idx="2665">
                  <c:v>1684.587</c:v>
                </c:pt>
                <c:pt idx="2666">
                  <c:v>1685.069</c:v>
                </c:pt>
                <c:pt idx="2667">
                  <c:v>1685.5509999999999</c:v>
                </c:pt>
                <c:pt idx="2668">
                  <c:v>1686.0329999999999</c:v>
                </c:pt>
                <c:pt idx="2669">
                  <c:v>1686.5150000000001</c:v>
                </c:pt>
                <c:pt idx="2670">
                  <c:v>1686.9970000000001</c:v>
                </c:pt>
                <c:pt idx="2671">
                  <c:v>1687.479</c:v>
                </c:pt>
                <c:pt idx="2672">
                  <c:v>1687.962</c:v>
                </c:pt>
                <c:pt idx="2673">
                  <c:v>1688.444</c:v>
                </c:pt>
                <c:pt idx="2674">
                  <c:v>1688.9259999999999</c:v>
                </c:pt>
                <c:pt idx="2675">
                  <c:v>1689.4079999999999</c:v>
                </c:pt>
                <c:pt idx="2676">
                  <c:v>1689.89</c:v>
                </c:pt>
                <c:pt idx="2677">
                  <c:v>1690.3720000000001</c:v>
                </c:pt>
                <c:pt idx="2678">
                  <c:v>1690.854</c:v>
                </c:pt>
                <c:pt idx="2679">
                  <c:v>1691.337</c:v>
                </c:pt>
                <c:pt idx="2680">
                  <c:v>1691.819</c:v>
                </c:pt>
                <c:pt idx="2681">
                  <c:v>1692.3009999999999</c:v>
                </c:pt>
                <c:pt idx="2682">
                  <c:v>1692.7829999999999</c:v>
                </c:pt>
                <c:pt idx="2683">
                  <c:v>1693.2650000000001</c:v>
                </c:pt>
                <c:pt idx="2684">
                  <c:v>1693.7470000000001</c:v>
                </c:pt>
                <c:pt idx="2685">
                  <c:v>1694.229</c:v>
                </c:pt>
                <c:pt idx="2686">
                  <c:v>1694.712</c:v>
                </c:pt>
                <c:pt idx="2687">
                  <c:v>1695.194</c:v>
                </c:pt>
                <c:pt idx="2688">
                  <c:v>1695.6759999999999</c:v>
                </c:pt>
                <c:pt idx="2689">
                  <c:v>1696.1579999999999</c:v>
                </c:pt>
                <c:pt idx="2690">
                  <c:v>1696.64</c:v>
                </c:pt>
                <c:pt idx="2691">
                  <c:v>1697.1220000000001</c:v>
                </c:pt>
                <c:pt idx="2692">
                  <c:v>1697.604</c:v>
                </c:pt>
                <c:pt idx="2693">
                  <c:v>1698.086</c:v>
                </c:pt>
                <c:pt idx="2694">
                  <c:v>1698.569</c:v>
                </c:pt>
                <c:pt idx="2695">
                  <c:v>1699.0509999999999</c:v>
                </c:pt>
                <c:pt idx="2696">
                  <c:v>1699.5329999999999</c:v>
                </c:pt>
                <c:pt idx="2697">
                  <c:v>1700.0150000000001</c:v>
                </c:pt>
                <c:pt idx="2698">
                  <c:v>1700.4970000000001</c:v>
                </c:pt>
                <c:pt idx="2699">
                  <c:v>1700.979</c:v>
                </c:pt>
                <c:pt idx="2700">
                  <c:v>1701.461</c:v>
                </c:pt>
                <c:pt idx="2701">
                  <c:v>1701.944</c:v>
                </c:pt>
                <c:pt idx="2702">
                  <c:v>1702.4259999999999</c:v>
                </c:pt>
                <c:pt idx="2703">
                  <c:v>1702.9079999999999</c:v>
                </c:pt>
                <c:pt idx="2704">
                  <c:v>1703.39</c:v>
                </c:pt>
                <c:pt idx="2705">
                  <c:v>1703.8720000000001</c:v>
                </c:pt>
                <c:pt idx="2706">
                  <c:v>1704.354</c:v>
                </c:pt>
                <c:pt idx="2707">
                  <c:v>1704.836</c:v>
                </c:pt>
                <c:pt idx="2708">
                  <c:v>1705.319</c:v>
                </c:pt>
                <c:pt idx="2709">
                  <c:v>1705.8009999999999</c:v>
                </c:pt>
                <c:pt idx="2710">
                  <c:v>1706.2829999999999</c:v>
                </c:pt>
                <c:pt idx="2711">
                  <c:v>1706.7650000000001</c:v>
                </c:pt>
                <c:pt idx="2712">
                  <c:v>1707.2470000000001</c:v>
                </c:pt>
                <c:pt idx="2713">
                  <c:v>1707.729</c:v>
                </c:pt>
                <c:pt idx="2714">
                  <c:v>1708.211</c:v>
                </c:pt>
                <c:pt idx="2715">
                  <c:v>1708.694</c:v>
                </c:pt>
                <c:pt idx="2716">
                  <c:v>1709.1759999999999</c:v>
                </c:pt>
                <c:pt idx="2717">
                  <c:v>1709.6579999999999</c:v>
                </c:pt>
                <c:pt idx="2718">
                  <c:v>1710.14</c:v>
                </c:pt>
                <c:pt idx="2719">
                  <c:v>1710.6220000000001</c:v>
                </c:pt>
                <c:pt idx="2720">
                  <c:v>1711.104</c:v>
                </c:pt>
                <c:pt idx="2721">
                  <c:v>1711.586</c:v>
                </c:pt>
                <c:pt idx="2722">
                  <c:v>1712.069</c:v>
                </c:pt>
                <c:pt idx="2723">
                  <c:v>1712.5509999999999</c:v>
                </c:pt>
                <c:pt idx="2724">
                  <c:v>1713.0329999999999</c:v>
                </c:pt>
                <c:pt idx="2725">
                  <c:v>1713.5150000000001</c:v>
                </c:pt>
                <c:pt idx="2726">
                  <c:v>1713.9970000000001</c:v>
                </c:pt>
                <c:pt idx="2727">
                  <c:v>1714.479</c:v>
                </c:pt>
                <c:pt idx="2728">
                  <c:v>1714.961</c:v>
                </c:pt>
                <c:pt idx="2729">
                  <c:v>1715.443</c:v>
                </c:pt>
                <c:pt idx="2730">
                  <c:v>1715.9259999999999</c:v>
                </c:pt>
                <c:pt idx="2731">
                  <c:v>1716.4079999999999</c:v>
                </c:pt>
                <c:pt idx="2732">
                  <c:v>1716.89</c:v>
                </c:pt>
                <c:pt idx="2733">
                  <c:v>1717.3720000000001</c:v>
                </c:pt>
                <c:pt idx="2734">
                  <c:v>1717.854</c:v>
                </c:pt>
                <c:pt idx="2735">
                  <c:v>1718.336</c:v>
                </c:pt>
                <c:pt idx="2736">
                  <c:v>1718.818</c:v>
                </c:pt>
                <c:pt idx="2737">
                  <c:v>1719.3009999999999</c:v>
                </c:pt>
                <c:pt idx="2738">
                  <c:v>1719.7829999999999</c:v>
                </c:pt>
                <c:pt idx="2739">
                  <c:v>1720.2650000000001</c:v>
                </c:pt>
                <c:pt idx="2740">
                  <c:v>1720.7470000000001</c:v>
                </c:pt>
                <c:pt idx="2741">
                  <c:v>1721.229</c:v>
                </c:pt>
                <c:pt idx="2742">
                  <c:v>1721.711</c:v>
                </c:pt>
                <c:pt idx="2743">
                  <c:v>1722.193</c:v>
                </c:pt>
                <c:pt idx="2744">
                  <c:v>1722.6759999999999</c:v>
                </c:pt>
                <c:pt idx="2745">
                  <c:v>1723.1579999999999</c:v>
                </c:pt>
                <c:pt idx="2746">
                  <c:v>1723.64</c:v>
                </c:pt>
                <c:pt idx="2747">
                  <c:v>1724.1220000000001</c:v>
                </c:pt>
                <c:pt idx="2748">
                  <c:v>1724.604</c:v>
                </c:pt>
                <c:pt idx="2749">
                  <c:v>1725.086</c:v>
                </c:pt>
                <c:pt idx="2750">
                  <c:v>1725.568</c:v>
                </c:pt>
                <c:pt idx="2751">
                  <c:v>1726.0509999999999</c:v>
                </c:pt>
                <c:pt idx="2752">
                  <c:v>1726.5329999999999</c:v>
                </c:pt>
                <c:pt idx="2753">
                  <c:v>1727.0150000000001</c:v>
                </c:pt>
                <c:pt idx="2754">
                  <c:v>1727.4970000000001</c:v>
                </c:pt>
                <c:pt idx="2755">
                  <c:v>1727.979</c:v>
                </c:pt>
                <c:pt idx="2756">
                  <c:v>1728.461</c:v>
                </c:pt>
                <c:pt idx="2757">
                  <c:v>1728.943</c:v>
                </c:pt>
                <c:pt idx="2758">
                  <c:v>1729.4259999999999</c:v>
                </c:pt>
                <c:pt idx="2759">
                  <c:v>1729.9069999999999</c:v>
                </c:pt>
                <c:pt idx="2760">
                  <c:v>1730.39</c:v>
                </c:pt>
                <c:pt idx="2761">
                  <c:v>1730.8720000000001</c:v>
                </c:pt>
                <c:pt idx="2762">
                  <c:v>1731.354</c:v>
                </c:pt>
                <c:pt idx="2763">
                  <c:v>1731.836</c:v>
                </c:pt>
                <c:pt idx="2764">
                  <c:v>1732.318</c:v>
                </c:pt>
                <c:pt idx="2765">
                  <c:v>1732.8</c:v>
                </c:pt>
                <c:pt idx="2766">
                  <c:v>1733.2819999999999</c:v>
                </c:pt>
                <c:pt idx="2767">
                  <c:v>1733.7650000000001</c:v>
                </c:pt>
                <c:pt idx="2768">
                  <c:v>1734.2470000000001</c:v>
                </c:pt>
                <c:pt idx="2769">
                  <c:v>1734.729</c:v>
                </c:pt>
                <c:pt idx="2770">
                  <c:v>1735.211</c:v>
                </c:pt>
                <c:pt idx="2771">
                  <c:v>1735.693</c:v>
                </c:pt>
                <c:pt idx="2772">
                  <c:v>1736.175</c:v>
                </c:pt>
                <c:pt idx="2773">
                  <c:v>1736.6569999999999</c:v>
                </c:pt>
                <c:pt idx="2774">
                  <c:v>1737.14</c:v>
                </c:pt>
                <c:pt idx="2775">
                  <c:v>1737.6220000000001</c:v>
                </c:pt>
                <c:pt idx="2776">
                  <c:v>1738.104</c:v>
                </c:pt>
                <c:pt idx="2777">
                  <c:v>1738.586</c:v>
                </c:pt>
                <c:pt idx="2778">
                  <c:v>1739.068</c:v>
                </c:pt>
                <c:pt idx="2779">
                  <c:v>1739.55</c:v>
                </c:pt>
                <c:pt idx="2780">
                  <c:v>1740.0319999999999</c:v>
                </c:pt>
                <c:pt idx="2781">
                  <c:v>1740.5150000000001</c:v>
                </c:pt>
                <c:pt idx="2782">
                  <c:v>1740.9970000000001</c:v>
                </c:pt>
                <c:pt idx="2783">
                  <c:v>1741.479</c:v>
                </c:pt>
                <c:pt idx="2784">
                  <c:v>1741.961</c:v>
                </c:pt>
                <c:pt idx="2785">
                  <c:v>1742.443</c:v>
                </c:pt>
                <c:pt idx="2786">
                  <c:v>1742.925</c:v>
                </c:pt>
                <c:pt idx="2787">
                  <c:v>1743.4069999999999</c:v>
                </c:pt>
                <c:pt idx="2788">
                  <c:v>1743.89</c:v>
                </c:pt>
                <c:pt idx="2789">
                  <c:v>1744.3720000000001</c:v>
                </c:pt>
                <c:pt idx="2790">
                  <c:v>1744.854</c:v>
                </c:pt>
                <c:pt idx="2791">
                  <c:v>1745.336</c:v>
                </c:pt>
                <c:pt idx="2792">
                  <c:v>1745.818</c:v>
                </c:pt>
                <c:pt idx="2793">
                  <c:v>1746.3</c:v>
                </c:pt>
                <c:pt idx="2794">
                  <c:v>1746.7819999999999</c:v>
                </c:pt>
                <c:pt idx="2795">
                  <c:v>1747.2639999999999</c:v>
                </c:pt>
                <c:pt idx="2796">
                  <c:v>1747.7470000000001</c:v>
                </c:pt>
                <c:pt idx="2797">
                  <c:v>1748.229</c:v>
                </c:pt>
                <c:pt idx="2798">
                  <c:v>1748.711</c:v>
                </c:pt>
                <c:pt idx="2799">
                  <c:v>1749.193</c:v>
                </c:pt>
                <c:pt idx="2800">
                  <c:v>1749.675</c:v>
                </c:pt>
                <c:pt idx="2801">
                  <c:v>1750.1569999999999</c:v>
                </c:pt>
                <c:pt idx="2802">
                  <c:v>1750.6389999999999</c:v>
                </c:pt>
                <c:pt idx="2803">
                  <c:v>1751.1220000000001</c:v>
                </c:pt>
                <c:pt idx="2804">
                  <c:v>1751.604</c:v>
                </c:pt>
                <c:pt idx="2805">
                  <c:v>1752.086</c:v>
                </c:pt>
                <c:pt idx="2806">
                  <c:v>1752.568</c:v>
                </c:pt>
                <c:pt idx="2807">
                  <c:v>1753.05</c:v>
                </c:pt>
                <c:pt idx="2808">
                  <c:v>1753.5319999999999</c:v>
                </c:pt>
                <c:pt idx="2809">
                  <c:v>1754.0139999999999</c:v>
                </c:pt>
                <c:pt idx="2810">
                  <c:v>1754.4970000000001</c:v>
                </c:pt>
                <c:pt idx="2811">
                  <c:v>1754.979</c:v>
                </c:pt>
                <c:pt idx="2812">
                  <c:v>1755.461</c:v>
                </c:pt>
                <c:pt idx="2813">
                  <c:v>1755.943</c:v>
                </c:pt>
                <c:pt idx="2814">
                  <c:v>1756.425</c:v>
                </c:pt>
                <c:pt idx="2815">
                  <c:v>1756.9069999999999</c:v>
                </c:pt>
                <c:pt idx="2816">
                  <c:v>1757.3889999999999</c:v>
                </c:pt>
                <c:pt idx="2817">
                  <c:v>1757.8720000000001</c:v>
                </c:pt>
                <c:pt idx="2818">
                  <c:v>1758.354</c:v>
                </c:pt>
                <c:pt idx="2819">
                  <c:v>1758.836</c:v>
                </c:pt>
                <c:pt idx="2820">
                  <c:v>1759.318</c:v>
                </c:pt>
                <c:pt idx="2821">
                  <c:v>1759.8</c:v>
                </c:pt>
                <c:pt idx="2822">
                  <c:v>1760.2819999999999</c:v>
                </c:pt>
                <c:pt idx="2823">
                  <c:v>1760.7639999999999</c:v>
                </c:pt>
                <c:pt idx="2824">
                  <c:v>1761.2470000000001</c:v>
                </c:pt>
                <c:pt idx="2825">
                  <c:v>1761.729</c:v>
                </c:pt>
                <c:pt idx="2826">
                  <c:v>1762.211</c:v>
                </c:pt>
                <c:pt idx="2827">
                  <c:v>1762.693</c:v>
                </c:pt>
                <c:pt idx="2828">
                  <c:v>1763.175</c:v>
                </c:pt>
                <c:pt idx="2829">
                  <c:v>1763.6569999999999</c:v>
                </c:pt>
                <c:pt idx="2830">
                  <c:v>1764.1389999999999</c:v>
                </c:pt>
                <c:pt idx="2831">
                  <c:v>1764.6210000000001</c:v>
                </c:pt>
                <c:pt idx="2832">
                  <c:v>1765.104</c:v>
                </c:pt>
                <c:pt idx="2833">
                  <c:v>1765.586</c:v>
                </c:pt>
                <c:pt idx="2834">
                  <c:v>1766.068</c:v>
                </c:pt>
                <c:pt idx="2835">
                  <c:v>1766.55</c:v>
                </c:pt>
                <c:pt idx="2836">
                  <c:v>1767.0319999999999</c:v>
                </c:pt>
                <c:pt idx="2837">
                  <c:v>1767.5139999999999</c:v>
                </c:pt>
                <c:pt idx="2838">
                  <c:v>1767.9960000000001</c:v>
                </c:pt>
                <c:pt idx="2839">
                  <c:v>1768.479</c:v>
                </c:pt>
                <c:pt idx="2840">
                  <c:v>1768.961</c:v>
                </c:pt>
                <c:pt idx="2841">
                  <c:v>1769.443</c:v>
                </c:pt>
                <c:pt idx="2842">
                  <c:v>1769.925</c:v>
                </c:pt>
                <c:pt idx="2843">
                  <c:v>1770.4069999999999</c:v>
                </c:pt>
                <c:pt idx="2844">
                  <c:v>1770.8889999999999</c:v>
                </c:pt>
                <c:pt idx="2845">
                  <c:v>1771.3710000000001</c:v>
                </c:pt>
                <c:pt idx="2846">
                  <c:v>1771.854</c:v>
                </c:pt>
                <c:pt idx="2847">
                  <c:v>1772.336</c:v>
                </c:pt>
                <c:pt idx="2848">
                  <c:v>1772.818</c:v>
                </c:pt>
                <c:pt idx="2849">
                  <c:v>1773.3</c:v>
                </c:pt>
                <c:pt idx="2850">
                  <c:v>1773.7819999999999</c:v>
                </c:pt>
                <c:pt idx="2851">
                  <c:v>1774.2639999999999</c:v>
                </c:pt>
                <c:pt idx="2852">
                  <c:v>1774.7460000000001</c:v>
                </c:pt>
                <c:pt idx="2853">
                  <c:v>1775.229</c:v>
                </c:pt>
                <c:pt idx="2854">
                  <c:v>1775.711</c:v>
                </c:pt>
                <c:pt idx="2855">
                  <c:v>1776.193</c:v>
                </c:pt>
                <c:pt idx="2856">
                  <c:v>1776.675</c:v>
                </c:pt>
                <c:pt idx="2857">
                  <c:v>1777.1569999999999</c:v>
                </c:pt>
                <c:pt idx="2858">
                  <c:v>1777.6389999999999</c:v>
                </c:pt>
                <c:pt idx="2859">
                  <c:v>1778.1210000000001</c:v>
                </c:pt>
                <c:pt idx="2860">
                  <c:v>1778.604</c:v>
                </c:pt>
                <c:pt idx="2861">
                  <c:v>1779.085</c:v>
                </c:pt>
                <c:pt idx="2862">
                  <c:v>1779.568</c:v>
                </c:pt>
                <c:pt idx="2863">
                  <c:v>1780.05</c:v>
                </c:pt>
                <c:pt idx="2864">
                  <c:v>1780.5319999999999</c:v>
                </c:pt>
                <c:pt idx="2865">
                  <c:v>1781.0139999999999</c:v>
                </c:pt>
                <c:pt idx="2866">
                  <c:v>1781.4960000000001</c:v>
                </c:pt>
                <c:pt idx="2867">
                  <c:v>1781.9780000000001</c:v>
                </c:pt>
                <c:pt idx="2868">
                  <c:v>1782.46</c:v>
                </c:pt>
                <c:pt idx="2869">
                  <c:v>1782.943</c:v>
                </c:pt>
                <c:pt idx="2870">
                  <c:v>1783.425</c:v>
                </c:pt>
                <c:pt idx="2871">
                  <c:v>1783.9069999999999</c:v>
                </c:pt>
                <c:pt idx="2872">
                  <c:v>1784.3889999999999</c:v>
                </c:pt>
                <c:pt idx="2873">
                  <c:v>1784.8710000000001</c:v>
                </c:pt>
                <c:pt idx="2874">
                  <c:v>1785.3530000000001</c:v>
                </c:pt>
                <c:pt idx="2875">
                  <c:v>1785.835</c:v>
                </c:pt>
                <c:pt idx="2876">
                  <c:v>1786.318</c:v>
                </c:pt>
                <c:pt idx="2877">
                  <c:v>1786.8</c:v>
                </c:pt>
                <c:pt idx="2878">
                  <c:v>1787.2819999999999</c:v>
                </c:pt>
                <c:pt idx="2879">
                  <c:v>1787.7639999999999</c:v>
                </c:pt>
                <c:pt idx="2880">
                  <c:v>1788.2460000000001</c:v>
                </c:pt>
                <c:pt idx="2881">
                  <c:v>1788.7280000000001</c:v>
                </c:pt>
                <c:pt idx="2882">
                  <c:v>1789.21</c:v>
                </c:pt>
                <c:pt idx="2883">
                  <c:v>1789.693</c:v>
                </c:pt>
                <c:pt idx="2884">
                  <c:v>1790.175</c:v>
                </c:pt>
                <c:pt idx="2885">
                  <c:v>1790.6569999999999</c:v>
                </c:pt>
                <c:pt idx="2886">
                  <c:v>1791.1389999999999</c:v>
                </c:pt>
                <c:pt idx="2887">
                  <c:v>1791.6210000000001</c:v>
                </c:pt>
                <c:pt idx="2888">
                  <c:v>1792.1030000000001</c:v>
                </c:pt>
                <c:pt idx="2889">
                  <c:v>1792.585</c:v>
                </c:pt>
                <c:pt idx="2890">
                  <c:v>1793.067</c:v>
                </c:pt>
                <c:pt idx="2891">
                  <c:v>1793.55</c:v>
                </c:pt>
                <c:pt idx="2892">
                  <c:v>1794.0319999999999</c:v>
                </c:pt>
                <c:pt idx="2893">
                  <c:v>1794.5139999999999</c:v>
                </c:pt>
                <c:pt idx="2894">
                  <c:v>1794.9960000000001</c:v>
                </c:pt>
                <c:pt idx="2895">
                  <c:v>1795.4780000000001</c:v>
                </c:pt>
                <c:pt idx="2896">
                  <c:v>1795.96</c:v>
                </c:pt>
                <c:pt idx="2897">
                  <c:v>1796.442</c:v>
                </c:pt>
                <c:pt idx="2898">
                  <c:v>1796.925</c:v>
                </c:pt>
                <c:pt idx="2899">
                  <c:v>1797.4069999999999</c:v>
                </c:pt>
                <c:pt idx="2900">
                  <c:v>1797.8889999999999</c:v>
                </c:pt>
                <c:pt idx="2901">
                  <c:v>1798.3710000000001</c:v>
                </c:pt>
                <c:pt idx="2902">
                  <c:v>1798.8530000000001</c:v>
                </c:pt>
                <c:pt idx="2903">
                  <c:v>1799.335</c:v>
                </c:pt>
                <c:pt idx="2904">
                  <c:v>1799.817</c:v>
                </c:pt>
                <c:pt idx="2905">
                  <c:v>1800.3</c:v>
                </c:pt>
                <c:pt idx="2906">
                  <c:v>1800.7819999999999</c:v>
                </c:pt>
                <c:pt idx="2907">
                  <c:v>1801.2639999999999</c:v>
                </c:pt>
                <c:pt idx="2908">
                  <c:v>1801.7460000000001</c:v>
                </c:pt>
                <c:pt idx="2909">
                  <c:v>1802.2280000000001</c:v>
                </c:pt>
                <c:pt idx="2910">
                  <c:v>1802.71</c:v>
                </c:pt>
                <c:pt idx="2911">
                  <c:v>1803.192</c:v>
                </c:pt>
                <c:pt idx="2912">
                  <c:v>1803.675</c:v>
                </c:pt>
                <c:pt idx="2913">
                  <c:v>1804.1569999999999</c:v>
                </c:pt>
                <c:pt idx="2914">
                  <c:v>1804.6389999999999</c:v>
                </c:pt>
                <c:pt idx="2915">
                  <c:v>1805.1210000000001</c:v>
                </c:pt>
                <c:pt idx="2916">
                  <c:v>1805.6030000000001</c:v>
                </c:pt>
                <c:pt idx="2917">
                  <c:v>1806.085</c:v>
                </c:pt>
                <c:pt idx="2918">
                  <c:v>1806.567</c:v>
                </c:pt>
                <c:pt idx="2919">
                  <c:v>1807.05</c:v>
                </c:pt>
                <c:pt idx="2920">
                  <c:v>1807.5309999999999</c:v>
                </c:pt>
                <c:pt idx="2921">
                  <c:v>1808.0139999999999</c:v>
                </c:pt>
                <c:pt idx="2922">
                  <c:v>1808.4960000000001</c:v>
                </c:pt>
                <c:pt idx="2923">
                  <c:v>1808.9780000000001</c:v>
                </c:pt>
                <c:pt idx="2924">
                  <c:v>1809.46</c:v>
                </c:pt>
                <c:pt idx="2925">
                  <c:v>1809.942</c:v>
                </c:pt>
                <c:pt idx="2926">
                  <c:v>1810.424</c:v>
                </c:pt>
                <c:pt idx="2927">
                  <c:v>1810.9059999999999</c:v>
                </c:pt>
                <c:pt idx="2928">
                  <c:v>1811.3889999999999</c:v>
                </c:pt>
                <c:pt idx="2929">
                  <c:v>1811.8710000000001</c:v>
                </c:pt>
                <c:pt idx="2930">
                  <c:v>1812.3530000000001</c:v>
                </c:pt>
                <c:pt idx="2931">
                  <c:v>1812.835</c:v>
                </c:pt>
                <c:pt idx="2932">
                  <c:v>1813.317</c:v>
                </c:pt>
                <c:pt idx="2933">
                  <c:v>1813.799</c:v>
                </c:pt>
                <c:pt idx="2934">
                  <c:v>1814.2809999999999</c:v>
                </c:pt>
                <c:pt idx="2935">
                  <c:v>1814.7639999999999</c:v>
                </c:pt>
                <c:pt idx="2936">
                  <c:v>1815.2460000000001</c:v>
                </c:pt>
                <c:pt idx="2937">
                  <c:v>1815.7280000000001</c:v>
                </c:pt>
                <c:pt idx="2938">
                  <c:v>1816.21</c:v>
                </c:pt>
                <c:pt idx="2939">
                  <c:v>1816.692</c:v>
                </c:pt>
                <c:pt idx="2940">
                  <c:v>1817.174</c:v>
                </c:pt>
                <c:pt idx="2941">
                  <c:v>1817.6559999999999</c:v>
                </c:pt>
                <c:pt idx="2942">
                  <c:v>1818.1389999999999</c:v>
                </c:pt>
                <c:pt idx="2943">
                  <c:v>1818.6210000000001</c:v>
                </c:pt>
                <c:pt idx="2944">
                  <c:v>1819.1030000000001</c:v>
                </c:pt>
                <c:pt idx="2945">
                  <c:v>1819.585</c:v>
                </c:pt>
                <c:pt idx="2946">
                  <c:v>1820.067</c:v>
                </c:pt>
                <c:pt idx="2947">
                  <c:v>1820.549</c:v>
                </c:pt>
                <c:pt idx="2948">
                  <c:v>1821.0309999999999</c:v>
                </c:pt>
                <c:pt idx="2949">
                  <c:v>1821.5139999999999</c:v>
                </c:pt>
                <c:pt idx="2950">
                  <c:v>1821.9960000000001</c:v>
                </c:pt>
                <c:pt idx="2951">
                  <c:v>1822.4780000000001</c:v>
                </c:pt>
                <c:pt idx="2952">
                  <c:v>1822.96</c:v>
                </c:pt>
                <c:pt idx="2953">
                  <c:v>1823.442</c:v>
                </c:pt>
                <c:pt idx="2954">
                  <c:v>1823.924</c:v>
                </c:pt>
                <c:pt idx="2955">
                  <c:v>1824.4059999999999</c:v>
                </c:pt>
                <c:pt idx="2956">
                  <c:v>1824.8879999999999</c:v>
                </c:pt>
                <c:pt idx="2957">
                  <c:v>1825.3710000000001</c:v>
                </c:pt>
                <c:pt idx="2958">
                  <c:v>1825.8530000000001</c:v>
                </c:pt>
                <c:pt idx="2959">
                  <c:v>1826.335</c:v>
                </c:pt>
                <c:pt idx="2960">
                  <c:v>1826.817</c:v>
                </c:pt>
                <c:pt idx="2961">
                  <c:v>1827.299</c:v>
                </c:pt>
                <c:pt idx="2962">
                  <c:v>1827.7809999999999</c:v>
                </c:pt>
                <c:pt idx="2963">
                  <c:v>1828.2629999999999</c:v>
                </c:pt>
                <c:pt idx="2964">
                  <c:v>1828.7460000000001</c:v>
                </c:pt>
                <c:pt idx="2965">
                  <c:v>1829.2280000000001</c:v>
                </c:pt>
                <c:pt idx="2966">
                  <c:v>1829.71</c:v>
                </c:pt>
                <c:pt idx="2967">
                  <c:v>1830.192</c:v>
                </c:pt>
                <c:pt idx="2968">
                  <c:v>1830.674</c:v>
                </c:pt>
                <c:pt idx="2969">
                  <c:v>1831.1559999999999</c:v>
                </c:pt>
                <c:pt idx="2970">
                  <c:v>1831.6379999999999</c:v>
                </c:pt>
                <c:pt idx="2971">
                  <c:v>1832.1210000000001</c:v>
                </c:pt>
                <c:pt idx="2972">
                  <c:v>1832.6030000000001</c:v>
                </c:pt>
                <c:pt idx="2973">
                  <c:v>1833.085</c:v>
                </c:pt>
                <c:pt idx="2974">
                  <c:v>1833.567</c:v>
                </c:pt>
                <c:pt idx="2975">
                  <c:v>1834.049</c:v>
                </c:pt>
                <c:pt idx="2976">
                  <c:v>1834.5309999999999</c:v>
                </c:pt>
                <c:pt idx="2977">
                  <c:v>1835.0129999999999</c:v>
                </c:pt>
                <c:pt idx="2978">
                  <c:v>1835.4960000000001</c:v>
                </c:pt>
                <c:pt idx="2979">
                  <c:v>1835.9780000000001</c:v>
                </c:pt>
                <c:pt idx="2980">
                  <c:v>1836.46</c:v>
                </c:pt>
                <c:pt idx="2981">
                  <c:v>1836.942</c:v>
                </c:pt>
                <c:pt idx="2982">
                  <c:v>1837.424</c:v>
                </c:pt>
                <c:pt idx="2983">
                  <c:v>1837.9059999999999</c:v>
                </c:pt>
                <c:pt idx="2984">
                  <c:v>1838.3879999999999</c:v>
                </c:pt>
                <c:pt idx="2985">
                  <c:v>1838.8710000000001</c:v>
                </c:pt>
                <c:pt idx="2986">
                  <c:v>1839.3530000000001</c:v>
                </c:pt>
                <c:pt idx="2987">
                  <c:v>1839.835</c:v>
                </c:pt>
                <c:pt idx="2988">
                  <c:v>1840.317</c:v>
                </c:pt>
                <c:pt idx="2989">
                  <c:v>1840.799</c:v>
                </c:pt>
                <c:pt idx="2990">
                  <c:v>1841.2809999999999</c:v>
                </c:pt>
                <c:pt idx="2991">
                  <c:v>1841.7629999999999</c:v>
                </c:pt>
                <c:pt idx="2992">
                  <c:v>1842.2449999999999</c:v>
                </c:pt>
                <c:pt idx="2993">
                  <c:v>1842.7280000000001</c:v>
                </c:pt>
                <c:pt idx="2994">
                  <c:v>1843.21</c:v>
                </c:pt>
                <c:pt idx="2995">
                  <c:v>1843.692</c:v>
                </c:pt>
                <c:pt idx="2996">
                  <c:v>1844.174</c:v>
                </c:pt>
                <c:pt idx="2997">
                  <c:v>1844.6559999999999</c:v>
                </c:pt>
                <c:pt idx="2998">
                  <c:v>1845.1379999999999</c:v>
                </c:pt>
                <c:pt idx="2999">
                  <c:v>1845.62</c:v>
                </c:pt>
                <c:pt idx="3000">
                  <c:v>1846.1030000000001</c:v>
                </c:pt>
                <c:pt idx="3001">
                  <c:v>1846.585</c:v>
                </c:pt>
                <c:pt idx="3002">
                  <c:v>1847.067</c:v>
                </c:pt>
                <c:pt idx="3003">
                  <c:v>1847.549</c:v>
                </c:pt>
                <c:pt idx="3004">
                  <c:v>1848.0309999999999</c:v>
                </c:pt>
                <c:pt idx="3005">
                  <c:v>1848.5129999999999</c:v>
                </c:pt>
                <c:pt idx="3006">
                  <c:v>1848.9949999999999</c:v>
                </c:pt>
                <c:pt idx="3007">
                  <c:v>1849.4780000000001</c:v>
                </c:pt>
                <c:pt idx="3008">
                  <c:v>1849.96</c:v>
                </c:pt>
                <c:pt idx="3009">
                  <c:v>1850.442</c:v>
                </c:pt>
                <c:pt idx="3010">
                  <c:v>1850.924</c:v>
                </c:pt>
                <c:pt idx="3011">
                  <c:v>1851.4059999999999</c:v>
                </c:pt>
                <c:pt idx="3012">
                  <c:v>1851.8879999999999</c:v>
                </c:pt>
                <c:pt idx="3013">
                  <c:v>1852.37</c:v>
                </c:pt>
                <c:pt idx="3014">
                  <c:v>1852.8530000000001</c:v>
                </c:pt>
                <c:pt idx="3015">
                  <c:v>1853.335</c:v>
                </c:pt>
                <c:pt idx="3016">
                  <c:v>1853.817</c:v>
                </c:pt>
                <c:pt idx="3017">
                  <c:v>1854.299</c:v>
                </c:pt>
                <c:pt idx="3018">
                  <c:v>1854.7809999999999</c:v>
                </c:pt>
                <c:pt idx="3019">
                  <c:v>1855.2629999999999</c:v>
                </c:pt>
                <c:pt idx="3020">
                  <c:v>1855.7449999999999</c:v>
                </c:pt>
                <c:pt idx="3021">
                  <c:v>1856.2280000000001</c:v>
                </c:pt>
                <c:pt idx="3022">
                  <c:v>1856.7090000000001</c:v>
                </c:pt>
                <c:pt idx="3023">
                  <c:v>1857.192</c:v>
                </c:pt>
                <c:pt idx="3024">
                  <c:v>1857.674</c:v>
                </c:pt>
                <c:pt idx="3025">
                  <c:v>1858.1559999999999</c:v>
                </c:pt>
                <c:pt idx="3026">
                  <c:v>1858.6379999999999</c:v>
                </c:pt>
                <c:pt idx="3027">
                  <c:v>1859.12</c:v>
                </c:pt>
                <c:pt idx="3028">
                  <c:v>1859.6020000000001</c:v>
                </c:pt>
                <c:pt idx="3029">
                  <c:v>1860.0840000000001</c:v>
                </c:pt>
                <c:pt idx="3030">
                  <c:v>1860.567</c:v>
                </c:pt>
                <c:pt idx="3031">
                  <c:v>1861.049</c:v>
                </c:pt>
                <c:pt idx="3032">
                  <c:v>1861.5309999999999</c:v>
                </c:pt>
                <c:pt idx="3033">
                  <c:v>1862.0129999999999</c:v>
                </c:pt>
                <c:pt idx="3034">
                  <c:v>1862.4949999999999</c:v>
                </c:pt>
                <c:pt idx="3035">
                  <c:v>1862.9770000000001</c:v>
                </c:pt>
                <c:pt idx="3036">
                  <c:v>1863.4590000000001</c:v>
                </c:pt>
                <c:pt idx="3037">
                  <c:v>1863.942</c:v>
                </c:pt>
                <c:pt idx="3038">
                  <c:v>1864.424</c:v>
                </c:pt>
                <c:pt idx="3039">
                  <c:v>1864.9059999999999</c:v>
                </c:pt>
                <c:pt idx="3040">
                  <c:v>1865.3879999999999</c:v>
                </c:pt>
                <c:pt idx="3041">
                  <c:v>1865.87</c:v>
                </c:pt>
                <c:pt idx="3042">
                  <c:v>1866.3520000000001</c:v>
                </c:pt>
                <c:pt idx="3043">
                  <c:v>1866.8340000000001</c:v>
                </c:pt>
                <c:pt idx="3044">
                  <c:v>1867.317</c:v>
                </c:pt>
                <c:pt idx="3045">
                  <c:v>1867.799</c:v>
                </c:pt>
                <c:pt idx="3046">
                  <c:v>1868.2809999999999</c:v>
                </c:pt>
                <c:pt idx="3047">
                  <c:v>1868.7629999999999</c:v>
                </c:pt>
                <c:pt idx="3048">
                  <c:v>1869.2449999999999</c:v>
                </c:pt>
                <c:pt idx="3049">
                  <c:v>1869.7270000000001</c:v>
                </c:pt>
                <c:pt idx="3050">
                  <c:v>1870.2090000000001</c:v>
                </c:pt>
                <c:pt idx="3051">
                  <c:v>1870.692</c:v>
                </c:pt>
                <c:pt idx="3052">
                  <c:v>1871.174</c:v>
                </c:pt>
                <c:pt idx="3053">
                  <c:v>1871.6559999999999</c:v>
                </c:pt>
                <c:pt idx="3054">
                  <c:v>1872.1379999999999</c:v>
                </c:pt>
                <c:pt idx="3055">
                  <c:v>1872.62</c:v>
                </c:pt>
                <c:pt idx="3056">
                  <c:v>1873.1020000000001</c:v>
                </c:pt>
                <c:pt idx="3057">
                  <c:v>1873.5840000000001</c:v>
                </c:pt>
                <c:pt idx="3058">
                  <c:v>1874.066</c:v>
                </c:pt>
                <c:pt idx="3059">
                  <c:v>1874.549</c:v>
                </c:pt>
                <c:pt idx="3060">
                  <c:v>1875.0309999999999</c:v>
                </c:pt>
                <c:pt idx="3061">
                  <c:v>1875.5129999999999</c:v>
                </c:pt>
                <c:pt idx="3062">
                  <c:v>1875.9949999999999</c:v>
                </c:pt>
                <c:pt idx="3063">
                  <c:v>1876.4770000000001</c:v>
                </c:pt>
                <c:pt idx="3064">
                  <c:v>1876.9590000000001</c:v>
                </c:pt>
                <c:pt idx="3065">
                  <c:v>1877.441</c:v>
                </c:pt>
                <c:pt idx="3066">
                  <c:v>1877.924</c:v>
                </c:pt>
                <c:pt idx="3067">
                  <c:v>1878.4059999999999</c:v>
                </c:pt>
                <c:pt idx="3068">
                  <c:v>1878.8879999999999</c:v>
                </c:pt>
                <c:pt idx="3069">
                  <c:v>1879.37</c:v>
                </c:pt>
                <c:pt idx="3070">
                  <c:v>1879.8520000000001</c:v>
                </c:pt>
                <c:pt idx="3071">
                  <c:v>1880.3340000000001</c:v>
                </c:pt>
                <c:pt idx="3072">
                  <c:v>1880.816</c:v>
                </c:pt>
                <c:pt idx="3073">
                  <c:v>1881.299</c:v>
                </c:pt>
                <c:pt idx="3074">
                  <c:v>1881.7809999999999</c:v>
                </c:pt>
                <c:pt idx="3075">
                  <c:v>1882.2629999999999</c:v>
                </c:pt>
                <c:pt idx="3076">
                  <c:v>1882.7449999999999</c:v>
                </c:pt>
                <c:pt idx="3077">
                  <c:v>1883.2270000000001</c:v>
                </c:pt>
                <c:pt idx="3078">
                  <c:v>1883.7090000000001</c:v>
                </c:pt>
                <c:pt idx="3079">
                  <c:v>1884.191</c:v>
                </c:pt>
                <c:pt idx="3080">
                  <c:v>1884.674</c:v>
                </c:pt>
                <c:pt idx="3081">
                  <c:v>1885.1559999999999</c:v>
                </c:pt>
                <c:pt idx="3082">
                  <c:v>1885.6379999999999</c:v>
                </c:pt>
                <c:pt idx="3083">
                  <c:v>1886.12</c:v>
                </c:pt>
                <c:pt idx="3084">
                  <c:v>1886.6020000000001</c:v>
                </c:pt>
                <c:pt idx="3085">
                  <c:v>1887.0840000000001</c:v>
                </c:pt>
                <c:pt idx="3086">
                  <c:v>1887.566</c:v>
                </c:pt>
                <c:pt idx="3087">
                  <c:v>1888.049</c:v>
                </c:pt>
                <c:pt idx="3088">
                  <c:v>1888.5309999999999</c:v>
                </c:pt>
                <c:pt idx="3089">
                  <c:v>1889.0129999999999</c:v>
                </c:pt>
                <c:pt idx="3090">
                  <c:v>1889.4949999999999</c:v>
                </c:pt>
                <c:pt idx="3091">
                  <c:v>1889.9770000000001</c:v>
                </c:pt>
                <c:pt idx="3092">
                  <c:v>1890.4590000000001</c:v>
                </c:pt>
                <c:pt idx="3093">
                  <c:v>1890.941</c:v>
                </c:pt>
                <c:pt idx="3094">
                  <c:v>1891.423</c:v>
                </c:pt>
                <c:pt idx="3095">
                  <c:v>1891.9059999999999</c:v>
                </c:pt>
                <c:pt idx="3096">
                  <c:v>1892.3879999999999</c:v>
                </c:pt>
                <c:pt idx="3097">
                  <c:v>1892.87</c:v>
                </c:pt>
                <c:pt idx="3098">
                  <c:v>1893.3520000000001</c:v>
                </c:pt>
                <c:pt idx="3099">
                  <c:v>1893.8340000000001</c:v>
                </c:pt>
                <c:pt idx="3100">
                  <c:v>1894.316</c:v>
                </c:pt>
                <c:pt idx="3101">
                  <c:v>1894.798</c:v>
                </c:pt>
                <c:pt idx="3102">
                  <c:v>1895.2809999999999</c:v>
                </c:pt>
                <c:pt idx="3103">
                  <c:v>1895.7629999999999</c:v>
                </c:pt>
                <c:pt idx="3104">
                  <c:v>1896.2449999999999</c:v>
                </c:pt>
                <c:pt idx="3105">
                  <c:v>1896.7270000000001</c:v>
                </c:pt>
                <c:pt idx="3106">
                  <c:v>1897.2090000000001</c:v>
                </c:pt>
                <c:pt idx="3107">
                  <c:v>1897.691</c:v>
                </c:pt>
                <c:pt idx="3108">
                  <c:v>1898.173</c:v>
                </c:pt>
                <c:pt idx="3109">
                  <c:v>1898.6559999999999</c:v>
                </c:pt>
                <c:pt idx="3110">
                  <c:v>1899.1379999999999</c:v>
                </c:pt>
                <c:pt idx="3111">
                  <c:v>1899.62</c:v>
                </c:pt>
                <c:pt idx="3112">
                  <c:v>1900.1020000000001</c:v>
                </c:pt>
                <c:pt idx="3113">
                  <c:v>1900.5840000000001</c:v>
                </c:pt>
                <c:pt idx="3114">
                  <c:v>1901.066</c:v>
                </c:pt>
                <c:pt idx="3115">
                  <c:v>1901.548</c:v>
                </c:pt>
                <c:pt idx="3116">
                  <c:v>1902.0309999999999</c:v>
                </c:pt>
                <c:pt idx="3117">
                  <c:v>1902.5129999999999</c:v>
                </c:pt>
                <c:pt idx="3118">
                  <c:v>1902.9949999999999</c:v>
                </c:pt>
                <c:pt idx="3119">
                  <c:v>1903.4770000000001</c:v>
                </c:pt>
                <c:pt idx="3120">
                  <c:v>1903.9590000000001</c:v>
                </c:pt>
                <c:pt idx="3121">
                  <c:v>1904.441</c:v>
                </c:pt>
                <c:pt idx="3122">
                  <c:v>1904.923</c:v>
                </c:pt>
                <c:pt idx="3123">
                  <c:v>1905.4059999999999</c:v>
                </c:pt>
                <c:pt idx="3124">
                  <c:v>1905.8869999999999</c:v>
                </c:pt>
                <c:pt idx="3125">
                  <c:v>1906.37</c:v>
                </c:pt>
                <c:pt idx="3126">
                  <c:v>1906.8520000000001</c:v>
                </c:pt>
                <c:pt idx="3127">
                  <c:v>1907.3340000000001</c:v>
                </c:pt>
                <c:pt idx="3128">
                  <c:v>1907.816</c:v>
                </c:pt>
                <c:pt idx="3129">
                  <c:v>1908.298</c:v>
                </c:pt>
                <c:pt idx="3130">
                  <c:v>1908.78</c:v>
                </c:pt>
                <c:pt idx="3131">
                  <c:v>1909.2619999999999</c:v>
                </c:pt>
                <c:pt idx="3132">
                  <c:v>1909.7449999999999</c:v>
                </c:pt>
                <c:pt idx="3133">
                  <c:v>1910.2270000000001</c:v>
                </c:pt>
                <c:pt idx="3134">
                  <c:v>1910.7090000000001</c:v>
                </c:pt>
                <c:pt idx="3135">
                  <c:v>1911.191</c:v>
                </c:pt>
                <c:pt idx="3136">
                  <c:v>1911.673</c:v>
                </c:pt>
                <c:pt idx="3137">
                  <c:v>1912.155</c:v>
                </c:pt>
                <c:pt idx="3138">
                  <c:v>1912.6369999999999</c:v>
                </c:pt>
                <c:pt idx="3139">
                  <c:v>1913.12</c:v>
                </c:pt>
                <c:pt idx="3140">
                  <c:v>1913.6020000000001</c:v>
                </c:pt>
                <c:pt idx="3141">
                  <c:v>1914.0840000000001</c:v>
                </c:pt>
                <c:pt idx="3142">
                  <c:v>1914.566</c:v>
                </c:pt>
                <c:pt idx="3143">
                  <c:v>1915.048</c:v>
                </c:pt>
                <c:pt idx="3144">
                  <c:v>1915.53</c:v>
                </c:pt>
                <c:pt idx="3145">
                  <c:v>1916.0119999999999</c:v>
                </c:pt>
                <c:pt idx="3146">
                  <c:v>1916.4949999999999</c:v>
                </c:pt>
                <c:pt idx="3147">
                  <c:v>1916.9770000000001</c:v>
                </c:pt>
                <c:pt idx="3148">
                  <c:v>1917.4590000000001</c:v>
                </c:pt>
                <c:pt idx="3149">
                  <c:v>1917.941</c:v>
                </c:pt>
                <c:pt idx="3150">
                  <c:v>1918.423</c:v>
                </c:pt>
                <c:pt idx="3151">
                  <c:v>1918.905</c:v>
                </c:pt>
                <c:pt idx="3152">
                  <c:v>1919.3869999999999</c:v>
                </c:pt>
                <c:pt idx="3153">
                  <c:v>1919.87</c:v>
                </c:pt>
                <c:pt idx="3154">
                  <c:v>1920.3520000000001</c:v>
                </c:pt>
                <c:pt idx="3155">
                  <c:v>1920.8340000000001</c:v>
                </c:pt>
                <c:pt idx="3156">
                  <c:v>1921.316</c:v>
                </c:pt>
                <c:pt idx="3157">
                  <c:v>1921.798</c:v>
                </c:pt>
                <c:pt idx="3158">
                  <c:v>1922.28</c:v>
                </c:pt>
                <c:pt idx="3159">
                  <c:v>1922.7619999999999</c:v>
                </c:pt>
                <c:pt idx="3160">
                  <c:v>1923.2439999999999</c:v>
                </c:pt>
                <c:pt idx="3161">
                  <c:v>1923.7270000000001</c:v>
                </c:pt>
                <c:pt idx="3162">
                  <c:v>1924.2090000000001</c:v>
                </c:pt>
                <c:pt idx="3163">
                  <c:v>1924.691</c:v>
                </c:pt>
                <c:pt idx="3164">
                  <c:v>1925.173</c:v>
                </c:pt>
                <c:pt idx="3165">
                  <c:v>1925.655</c:v>
                </c:pt>
                <c:pt idx="3166">
                  <c:v>1926.1369999999999</c:v>
                </c:pt>
                <c:pt idx="3167">
                  <c:v>1926.6189999999999</c:v>
                </c:pt>
                <c:pt idx="3168">
                  <c:v>1927.1020000000001</c:v>
                </c:pt>
                <c:pt idx="3169">
                  <c:v>1927.5840000000001</c:v>
                </c:pt>
                <c:pt idx="3170">
                  <c:v>1928.066</c:v>
                </c:pt>
                <c:pt idx="3171">
                  <c:v>1928.548</c:v>
                </c:pt>
                <c:pt idx="3172">
                  <c:v>1929.03</c:v>
                </c:pt>
                <c:pt idx="3173">
                  <c:v>1929.5119999999999</c:v>
                </c:pt>
                <c:pt idx="3174">
                  <c:v>1929.9939999999999</c:v>
                </c:pt>
                <c:pt idx="3175">
                  <c:v>1930.4770000000001</c:v>
                </c:pt>
                <c:pt idx="3176">
                  <c:v>1930.9590000000001</c:v>
                </c:pt>
                <c:pt idx="3177">
                  <c:v>1931.441</c:v>
                </c:pt>
                <c:pt idx="3178">
                  <c:v>1931.923</c:v>
                </c:pt>
                <c:pt idx="3179">
                  <c:v>1932.405</c:v>
                </c:pt>
                <c:pt idx="3180">
                  <c:v>1932.8869999999999</c:v>
                </c:pt>
                <c:pt idx="3181">
                  <c:v>1933.3689999999999</c:v>
                </c:pt>
                <c:pt idx="3182">
                  <c:v>1933.8520000000001</c:v>
                </c:pt>
                <c:pt idx="3183">
                  <c:v>1934.3340000000001</c:v>
                </c:pt>
                <c:pt idx="3184">
                  <c:v>1934.816</c:v>
                </c:pt>
                <c:pt idx="3185">
                  <c:v>1935.298</c:v>
                </c:pt>
                <c:pt idx="3186">
                  <c:v>1935.78</c:v>
                </c:pt>
                <c:pt idx="3187">
                  <c:v>1936.2619999999999</c:v>
                </c:pt>
                <c:pt idx="3188">
                  <c:v>1936.7439999999999</c:v>
                </c:pt>
                <c:pt idx="3189">
                  <c:v>1937.2270000000001</c:v>
                </c:pt>
                <c:pt idx="3190">
                  <c:v>1937.7080000000001</c:v>
                </c:pt>
                <c:pt idx="3191">
                  <c:v>1938.191</c:v>
                </c:pt>
                <c:pt idx="3192">
                  <c:v>1938.673</c:v>
                </c:pt>
                <c:pt idx="3193">
                  <c:v>1939.155</c:v>
                </c:pt>
                <c:pt idx="3194">
                  <c:v>1939.6369999999999</c:v>
                </c:pt>
                <c:pt idx="3195">
                  <c:v>1940.1189999999999</c:v>
                </c:pt>
                <c:pt idx="3196">
                  <c:v>1940.6010000000001</c:v>
                </c:pt>
                <c:pt idx="3197">
                  <c:v>1941.0830000000001</c:v>
                </c:pt>
                <c:pt idx="3198">
                  <c:v>1941.566</c:v>
                </c:pt>
                <c:pt idx="3199">
                  <c:v>1942.048</c:v>
                </c:pt>
                <c:pt idx="3200">
                  <c:v>1942.53</c:v>
                </c:pt>
                <c:pt idx="3201">
                  <c:v>1943.0119999999999</c:v>
                </c:pt>
                <c:pt idx="3202">
                  <c:v>1943.4939999999999</c:v>
                </c:pt>
                <c:pt idx="3203">
                  <c:v>1943.9760000000001</c:v>
                </c:pt>
                <c:pt idx="3204">
                  <c:v>1944.4580000000001</c:v>
                </c:pt>
                <c:pt idx="3205">
                  <c:v>1944.941</c:v>
                </c:pt>
                <c:pt idx="3206">
                  <c:v>1945.423</c:v>
                </c:pt>
                <c:pt idx="3207">
                  <c:v>1945.905</c:v>
                </c:pt>
                <c:pt idx="3208">
                  <c:v>1946.3869999999999</c:v>
                </c:pt>
                <c:pt idx="3209">
                  <c:v>1946.8689999999999</c:v>
                </c:pt>
                <c:pt idx="3210">
                  <c:v>1947.3510000000001</c:v>
                </c:pt>
                <c:pt idx="3211">
                  <c:v>1947.8330000000001</c:v>
                </c:pt>
                <c:pt idx="3212">
                  <c:v>1948.316</c:v>
                </c:pt>
                <c:pt idx="3213">
                  <c:v>1948.798</c:v>
                </c:pt>
                <c:pt idx="3214">
                  <c:v>1949.28</c:v>
                </c:pt>
                <c:pt idx="3215">
                  <c:v>1949.7619999999999</c:v>
                </c:pt>
                <c:pt idx="3216">
                  <c:v>1950.2439999999999</c:v>
                </c:pt>
                <c:pt idx="3217">
                  <c:v>1950.7260000000001</c:v>
                </c:pt>
                <c:pt idx="3218">
                  <c:v>1951.2080000000001</c:v>
                </c:pt>
                <c:pt idx="3219">
                  <c:v>1951.691</c:v>
                </c:pt>
                <c:pt idx="3220">
                  <c:v>1952.173</c:v>
                </c:pt>
                <c:pt idx="3221">
                  <c:v>1952.655</c:v>
                </c:pt>
                <c:pt idx="3222">
                  <c:v>1953.1369999999999</c:v>
                </c:pt>
                <c:pt idx="3223">
                  <c:v>1953.6189999999999</c:v>
                </c:pt>
                <c:pt idx="3224">
                  <c:v>1954.1010000000001</c:v>
                </c:pt>
                <c:pt idx="3225">
                  <c:v>1954.5830000000001</c:v>
                </c:pt>
                <c:pt idx="3226">
                  <c:v>1955.0650000000001</c:v>
                </c:pt>
                <c:pt idx="3227">
                  <c:v>1955.548</c:v>
                </c:pt>
                <c:pt idx="3228">
                  <c:v>1956.03</c:v>
                </c:pt>
                <c:pt idx="3229">
                  <c:v>1956.5119999999999</c:v>
                </c:pt>
                <c:pt idx="3230">
                  <c:v>1956.9939999999999</c:v>
                </c:pt>
                <c:pt idx="3231">
                  <c:v>1957.4760000000001</c:v>
                </c:pt>
                <c:pt idx="3232">
                  <c:v>1957.9580000000001</c:v>
                </c:pt>
                <c:pt idx="3233">
                  <c:v>1958.44</c:v>
                </c:pt>
                <c:pt idx="3234">
                  <c:v>1958.923</c:v>
                </c:pt>
                <c:pt idx="3235">
                  <c:v>1959.405</c:v>
                </c:pt>
                <c:pt idx="3236">
                  <c:v>1959.8869999999999</c:v>
                </c:pt>
                <c:pt idx="3237">
                  <c:v>1960.3689999999999</c:v>
                </c:pt>
                <c:pt idx="3238">
                  <c:v>1960.8510000000001</c:v>
                </c:pt>
                <c:pt idx="3239">
                  <c:v>1961.3330000000001</c:v>
                </c:pt>
                <c:pt idx="3240">
                  <c:v>1961.8150000000001</c:v>
                </c:pt>
                <c:pt idx="3241">
                  <c:v>1962.298</c:v>
                </c:pt>
                <c:pt idx="3242">
                  <c:v>1962.78</c:v>
                </c:pt>
                <c:pt idx="3243">
                  <c:v>1963.2619999999999</c:v>
                </c:pt>
                <c:pt idx="3244">
                  <c:v>1963.7439999999999</c:v>
                </c:pt>
                <c:pt idx="3245">
                  <c:v>1964.2260000000001</c:v>
                </c:pt>
                <c:pt idx="3246">
                  <c:v>1964.7080000000001</c:v>
                </c:pt>
                <c:pt idx="3247">
                  <c:v>1965.19</c:v>
                </c:pt>
                <c:pt idx="3248">
                  <c:v>1965.673</c:v>
                </c:pt>
                <c:pt idx="3249">
                  <c:v>1966.155</c:v>
                </c:pt>
                <c:pt idx="3250">
                  <c:v>1966.6369999999999</c:v>
                </c:pt>
                <c:pt idx="3251">
                  <c:v>1967.1189999999999</c:v>
                </c:pt>
                <c:pt idx="3252">
                  <c:v>1967.6010000000001</c:v>
                </c:pt>
                <c:pt idx="3253">
                  <c:v>1968.0830000000001</c:v>
                </c:pt>
                <c:pt idx="3254">
                  <c:v>1968.5650000000001</c:v>
                </c:pt>
                <c:pt idx="3255">
                  <c:v>1969.048</c:v>
                </c:pt>
                <c:pt idx="3256">
                  <c:v>1969.53</c:v>
                </c:pt>
                <c:pt idx="3257">
                  <c:v>1970.0119999999999</c:v>
                </c:pt>
                <c:pt idx="3258">
                  <c:v>1970.4939999999999</c:v>
                </c:pt>
                <c:pt idx="3259">
                  <c:v>1970.9760000000001</c:v>
                </c:pt>
                <c:pt idx="3260">
                  <c:v>1971.4580000000001</c:v>
                </c:pt>
                <c:pt idx="3261">
                  <c:v>1971.94</c:v>
                </c:pt>
                <c:pt idx="3262">
                  <c:v>1972.422</c:v>
                </c:pt>
                <c:pt idx="3263">
                  <c:v>1972.905</c:v>
                </c:pt>
                <c:pt idx="3264">
                  <c:v>1973.3869999999999</c:v>
                </c:pt>
                <c:pt idx="3265">
                  <c:v>1973.8689999999999</c:v>
                </c:pt>
                <c:pt idx="3266">
                  <c:v>1974.3510000000001</c:v>
                </c:pt>
                <c:pt idx="3267">
                  <c:v>1974.8330000000001</c:v>
                </c:pt>
                <c:pt idx="3268">
                  <c:v>1975.3150000000001</c:v>
                </c:pt>
                <c:pt idx="3269">
                  <c:v>1975.797</c:v>
                </c:pt>
                <c:pt idx="3270">
                  <c:v>1976.28</c:v>
                </c:pt>
                <c:pt idx="3271">
                  <c:v>1976.7619999999999</c:v>
                </c:pt>
                <c:pt idx="3272">
                  <c:v>1977.2439999999999</c:v>
                </c:pt>
                <c:pt idx="3273">
                  <c:v>1977.7260000000001</c:v>
                </c:pt>
                <c:pt idx="3274">
                  <c:v>1978.2080000000001</c:v>
                </c:pt>
                <c:pt idx="3275">
                  <c:v>1978.69</c:v>
                </c:pt>
                <c:pt idx="3276">
                  <c:v>1979.172</c:v>
                </c:pt>
                <c:pt idx="3277">
                  <c:v>1979.655</c:v>
                </c:pt>
                <c:pt idx="3278">
                  <c:v>1980.1369999999999</c:v>
                </c:pt>
                <c:pt idx="3279">
                  <c:v>1980.6189999999999</c:v>
                </c:pt>
                <c:pt idx="3280">
                  <c:v>1981.1010000000001</c:v>
                </c:pt>
                <c:pt idx="3281">
                  <c:v>1981.5830000000001</c:v>
                </c:pt>
                <c:pt idx="3282">
                  <c:v>1982.0650000000001</c:v>
                </c:pt>
                <c:pt idx="3283">
                  <c:v>1982.547</c:v>
                </c:pt>
                <c:pt idx="3284">
                  <c:v>1983.03</c:v>
                </c:pt>
                <c:pt idx="3285">
                  <c:v>1983.5119999999999</c:v>
                </c:pt>
                <c:pt idx="3286">
                  <c:v>1983.9939999999999</c:v>
                </c:pt>
                <c:pt idx="3287">
                  <c:v>1984.4760000000001</c:v>
                </c:pt>
                <c:pt idx="3288">
                  <c:v>1984.9580000000001</c:v>
                </c:pt>
                <c:pt idx="3289">
                  <c:v>1985.44</c:v>
                </c:pt>
                <c:pt idx="3290">
                  <c:v>1985.922</c:v>
                </c:pt>
                <c:pt idx="3291">
                  <c:v>1986.405</c:v>
                </c:pt>
                <c:pt idx="3292">
                  <c:v>1986.886</c:v>
                </c:pt>
                <c:pt idx="3293">
                  <c:v>1987.3689999999999</c:v>
                </c:pt>
                <c:pt idx="3294">
                  <c:v>1987.8510000000001</c:v>
                </c:pt>
                <c:pt idx="3295">
                  <c:v>1988.3330000000001</c:v>
                </c:pt>
                <c:pt idx="3296">
                  <c:v>1988.8150000000001</c:v>
                </c:pt>
                <c:pt idx="3297">
                  <c:v>1989.297</c:v>
                </c:pt>
                <c:pt idx="3298">
                  <c:v>1989.779</c:v>
                </c:pt>
                <c:pt idx="3299">
                  <c:v>1990.261</c:v>
                </c:pt>
                <c:pt idx="3300">
                  <c:v>1990.7439999999999</c:v>
                </c:pt>
                <c:pt idx="3301">
                  <c:v>1991.2260000000001</c:v>
                </c:pt>
                <c:pt idx="3302">
                  <c:v>1991.7080000000001</c:v>
                </c:pt>
                <c:pt idx="3303">
                  <c:v>1992.19</c:v>
                </c:pt>
                <c:pt idx="3304">
                  <c:v>1992.672</c:v>
                </c:pt>
                <c:pt idx="3305">
                  <c:v>1993.154</c:v>
                </c:pt>
                <c:pt idx="3306">
                  <c:v>1993.636</c:v>
                </c:pt>
                <c:pt idx="3307">
                  <c:v>1994.1189999999999</c:v>
                </c:pt>
                <c:pt idx="3308">
                  <c:v>1994.6010000000001</c:v>
                </c:pt>
                <c:pt idx="3309">
                  <c:v>1995.0830000000001</c:v>
                </c:pt>
                <c:pt idx="3310">
                  <c:v>1995.5650000000001</c:v>
                </c:pt>
                <c:pt idx="3311">
                  <c:v>1996.047</c:v>
                </c:pt>
                <c:pt idx="3312">
                  <c:v>1996.529</c:v>
                </c:pt>
                <c:pt idx="3313">
                  <c:v>1997.011</c:v>
                </c:pt>
                <c:pt idx="3314">
                  <c:v>1997.4939999999999</c:v>
                </c:pt>
                <c:pt idx="3315">
                  <c:v>1997.9760000000001</c:v>
                </c:pt>
                <c:pt idx="3316">
                  <c:v>1998.4580000000001</c:v>
                </c:pt>
                <c:pt idx="3317">
                  <c:v>1998.94</c:v>
                </c:pt>
                <c:pt idx="3318">
                  <c:v>1999.422</c:v>
                </c:pt>
                <c:pt idx="3319">
                  <c:v>1999.904</c:v>
                </c:pt>
                <c:pt idx="3320">
                  <c:v>2000.386</c:v>
                </c:pt>
                <c:pt idx="3321">
                  <c:v>2000.8689999999999</c:v>
                </c:pt>
                <c:pt idx="3322">
                  <c:v>2001.3510000000001</c:v>
                </c:pt>
                <c:pt idx="3323">
                  <c:v>2001.8330000000001</c:v>
                </c:pt>
                <c:pt idx="3324">
                  <c:v>2002.3150000000001</c:v>
                </c:pt>
                <c:pt idx="3325">
                  <c:v>2002.797</c:v>
                </c:pt>
                <c:pt idx="3326">
                  <c:v>2003.279</c:v>
                </c:pt>
                <c:pt idx="3327">
                  <c:v>2003.761</c:v>
                </c:pt>
                <c:pt idx="3328">
                  <c:v>2004.2429999999999</c:v>
                </c:pt>
                <c:pt idx="3329">
                  <c:v>2004.7260000000001</c:v>
                </c:pt>
                <c:pt idx="3330">
                  <c:v>2005.2080000000001</c:v>
                </c:pt>
                <c:pt idx="3331">
                  <c:v>2005.69</c:v>
                </c:pt>
                <c:pt idx="3332">
                  <c:v>2006.172</c:v>
                </c:pt>
                <c:pt idx="3333">
                  <c:v>2006.654</c:v>
                </c:pt>
                <c:pt idx="3334">
                  <c:v>2007.136</c:v>
                </c:pt>
                <c:pt idx="3335">
                  <c:v>2007.6179999999999</c:v>
                </c:pt>
                <c:pt idx="3336">
                  <c:v>2008.1010000000001</c:v>
                </c:pt>
                <c:pt idx="3337">
                  <c:v>2008.5830000000001</c:v>
                </c:pt>
                <c:pt idx="3338">
                  <c:v>2009.0650000000001</c:v>
                </c:pt>
                <c:pt idx="3339">
                  <c:v>2009.547</c:v>
                </c:pt>
                <c:pt idx="3340">
                  <c:v>2010.029</c:v>
                </c:pt>
                <c:pt idx="3341">
                  <c:v>2010.511</c:v>
                </c:pt>
                <c:pt idx="3342">
                  <c:v>2010.9929999999999</c:v>
                </c:pt>
                <c:pt idx="3343">
                  <c:v>2011.4760000000001</c:v>
                </c:pt>
                <c:pt idx="3344">
                  <c:v>2011.9580000000001</c:v>
                </c:pt>
                <c:pt idx="3345">
                  <c:v>2012.44</c:v>
                </c:pt>
                <c:pt idx="3346">
                  <c:v>2012.922</c:v>
                </c:pt>
                <c:pt idx="3347">
                  <c:v>2013.404</c:v>
                </c:pt>
                <c:pt idx="3348">
                  <c:v>2013.886</c:v>
                </c:pt>
                <c:pt idx="3349">
                  <c:v>2014.3679999999999</c:v>
                </c:pt>
                <c:pt idx="3350">
                  <c:v>2014.8510000000001</c:v>
                </c:pt>
                <c:pt idx="3351">
                  <c:v>2015.3330000000001</c:v>
                </c:pt>
                <c:pt idx="3352">
                  <c:v>2015.8150000000001</c:v>
                </c:pt>
                <c:pt idx="3353">
                  <c:v>2016.297</c:v>
                </c:pt>
                <c:pt idx="3354">
                  <c:v>2016.779</c:v>
                </c:pt>
                <c:pt idx="3355">
                  <c:v>2017.261</c:v>
                </c:pt>
                <c:pt idx="3356">
                  <c:v>2017.7429999999999</c:v>
                </c:pt>
                <c:pt idx="3357">
                  <c:v>2018.2260000000001</c:v>
                </c:pt>
                <c:pt idx="3358">
                  <c:v>2018.7080000000001</c:v>
                </c:pt>
                <c:pt idx="3359">
                  <c:v>2019.19</c:v>
                </c:pt>
                <c:pt idx="3360">
                  <c:v>2019.672</c:v>
                </c:pt>
                <c:pt idx="3361">
                  <c:v>2020.154</c:v>
                </c:pt>
                <c:pt idx="3362">
                  <c:v>2020.636</c:v>
                </c:pt>
                <c:pt idx="3363">
                  <c:v>2021.1179999999999</c:v>
                </c:pt>
                <c:pt idx="3364">
                  <c:v>2021.6</c:v>
                </c:pt>
                <c:pt idx="3365">
                  <c:v>2022.0830000000001</c:v>
                </c:pt>
                <c:pt idx="3366">
                  <c:v>2022.5650000000001</c:v>
                </c:pt>
                <c:pt idx="3367">
                  <c:v>2023.047</c:v>
                </c:pt>
                <c:pt idx="3368">
                  <c:v>2023.529</c:v>
                </c:pt>
                <c:pt idx="3369">
                  <c:v>2024.011</c:v>
                </c:pt>
                <c:pt idx="3370">
                  <c:v>2024.4929999999999</c:v>
                </c:pt>
                <c:pt idx="3371">
                  <c:v>2024.9749999999999</c:v>
                </c:pt>
                <c:pt idx="3372">
                  <c:v>2025.4580000000001</c:v>
                </c:pt>
                <c:pt idx="3373">
                  <c:v>2025.94</c:v>
                </c:pt>
                <c:pt idx="3374">
                  <c:v>2026.422</c:v>
                </c:pt>
                <c:pt idx="3375">
                  <c:v>2026.904</c:v>
                </c:pt>
                <c:pt idx="3376">
                  <c:v>2027.386</c:v>
                </c:pt>
                <c:pt idx="3377">
                  <c:v>2027.8679999999999</c:v>
                </c:pt>
                <c:pt idx="3378">
                  <c:v>2028.35</c:v>
                </c:pt>
                <c:pt idx="3379">
                  <c:v>2028.8330000000001</c:v>
                </c:pt>
                <c:pt idx="3380">
                  <c:v>2029.3150000000001</c:v>
                </c:pt>
                <c:pt idx="3381">
                  <c:v>2029.797</c:v>
                </c:pt>
                <c:pt idx="3382">
                  <c:v>2030.279</c:v>
                </c:pt>
                <c:pt idx="3383">
                  <c:v>2030.761</c:v>
                </c:pt>
                <c:pt idx="3384">
                  <c:v>2031.2429999999999</c:v>
                </c:pt>
                <c:pt idx="3385">
                  <c:v>2031.7249999999999</c:v>
                </c:pt>
                <c:pt idx="3386">
                  <c:v>2032.2080000000001</c:v>
                </c:pt>
                <c:pt idx="3387">
                  <c:v>2032.69</c:v>
                </c:pt>
                <c:pt idx="3388">
                  <c:v>2033.172</c:v>
                </c:pt>
                <c:pt idx="3389">
                  <c:v>2033.654</c:v>
                </c:pt>
                <c:pt idx="3390">
                  <c:v>2034.136</c:v>
                </c:pt>
                <c:pt idx="3391">
                  <c:v>2034.6179999999999</c:v>
                </c:pt>
                <c:pt idx="3392">
                  <c:v>2035.1</c:v>
                </c:pt>
                <c:pt idx="3393">
                  <c:v>2035.5830000000001</c:v>
                </c:pt>
                <c:pt idx="3394">
                  <c:v>2036.0640000000001</c:v>
                </c:pt>
                <c:pt idx="3395">
                  <c:v>2036.547</c:v>
                </c:pt>
                <c:pt idx="3396">
                  <c:v>2037.029</c:v>
                </c:pt>
                <c:pt idx="3397">
                  <c:v>2037.511</c:v>
                </c:pt>
                <c:pt idx="3398">
                  <c:v>2037.9929999999999</c:v>
                </c:pt>
                <c:pt idx="3399">
                  <c:v>2038.4749999999999</c:v>
                </c:pt>
                <c:pt idx="3400">
                  <c:v>2038.9570000000001</c:v>
                </c:pt>
                <c:pt idx="3401">
                  <c:v>2039.4390000000001</c:v>
                </c:pt>
                <c:pt idx="3402">
                  <c:v>2039.922</c:v>
                </c:pt>
                <c:pt idx="3403">
                  <c:v>2040.404</c:v>
                </c:pt>
                <c:pt idx="3404">
                  <c:v>2040.886</c:v>
                </c:pt>
                <c:pt idx="3405">
                  <c:v>2041.3679999999999</c:v>
                </c:pt>
                <c:pt idx="3406">
                  <c:v>2041.85</c:v>
                </c:pt>
                <c:pt idx="3407">
                  <c:v>2042.3320000000001</c:v>
                </c:pt>
                <c:pt idx="3408">
                  <c:v>2042.8140000000001</c:v>
                </c:pt>
                <c:pt idx="3409">
                  <c:v>2043.297</c:v>
                </c:pt>
                <c:pt idx="3410">
                  <c:v>2043.779</c:v>
                </c:pt>
                <c:pt idx="3411">
                  <c:v>2044.261</c:v>
                </c:pt>
                <c:pt idx="3412">
                  <c:v>2044.7429999999999</c:v>
                </c:pt>
                <c:pt idx="3413">
                  <c:v>2045.2249999999999</c:v>
                </c:pt>
                <c:pt idx="3414">
                  <c:v>2045.7070000000001</c:v>
                </c:pt>
                <c:pt idx="3415">
                  <c:v>2046.1890000000001</c:v>
                </c:pt>
                <c:pt idx="3416">
                  <c:v>2046.672</c:v>
                </c:pt>
                <c:pt idx="3417">
                  <c:v>2047.154</c:v>
                </c:pt>
                <c:pt idx="3418">
                  <c:v>2047.636</c:v>
                </c:pt>
                <c:pt idx="3419">
                  <c:v>2048.1179999999999</c:v>
                </c:pt>
                <c:pt idx="3420">
                  <c:v>2048.6</c:v>
                </c:pt>
                <c:pt idx="3421">
                  <c:v>2049.0819999999999</c:v>
                </c:pt>
                <c:pt idx="3422">
                  <c:v>2049.5639999999999</c:v>
                </c:pt>
                <c:pt idx="3423">
                  <c:v>2050.047</c:v>
                </c:pt>
                <c:pt idx="3424">
                  <c:v>2050.529</c:v>
                </c:pt>
                <c:pt idx="3425">
                  <c:v>2051.011</c:v>
                </c:pt>
                <c:pt idx="3426">
                  <c:v>2051.4929999999999</c:v>
                </c:pt>
                <c:pt idx="3427">
                  <c:v>2051.9749999999999</c:v>
                </c:pt>
                <c:pt idx="3428">
                  <c:v>2052.4569999999999</c:v>
                </c:pt>
                <c:pt idx="3429">
                  <c:v>2052.9389999999999</c:v>
                </c:pt>
                <c:pt idx="3430">
                  <c:v>2053.4209999999998</c:v>
                </c:pt>
                <c:pt idx="3431">
                  <c:v>2053.904</c:v>
                </c:pt>
                <c:pt idx="3432">
                  <c:v>2054.386</c:v>
                </c:pt>
                <c:pt idx="3433">
                  <c:v>2054.8679999999999</c:v>
                </c:pt>
                <c:pt idx="3434">
                  <c:v>2055.35</c:v>
                </c:pt>
                <c:pt idx="3435">
                  <c:v>2055.8319999999999</c:v>
                </c:pt>
                <c:pt idx="3436">
                  <c:v>2056.3139999999999</c:v>
                </c:pt>
                <c:pt idx="3437">
                  <c:v>2056.7959999999998</c:v>
                </c:pt>
                <c:pt idx="3438">
                  <c:v>2057.279</c:v>
                </c:pt>
                <c:pt idx="3439">
                  <c:v>2057.761</c:v>
                </c:pt>
                <c:pt idx="3440">
                  <c:v>2058.2429999999999</c:v>
                </c:pt>
                <c:pt idx="3441">
                  <c:v>2058.7249999999999</c:v>
                </c:pt>
                <c:pt idx="3442">
                  <c:v>2059.2069999999999</c:v>
                </c:pt>
                <c:pt idx="3443">
                  <c:v>2059.6889999999999</c:v>
                </c:pt>
                <c:pt idx="3444">
                  <c:v>2060.1709999999998</c:v>
                </c:pt>
                <c:pt idx="3445">
                  <c:v>2060.654</c:v>
                </c:pt>
                <c:pt idx="3446">
                  <c:v>2061.136</c:v>
                </c:pt>
                <c:pt idx="3447">
                  <c:v>2061.6179999999999</c:v>
                </c:pt>
                <c:pt idx="3448">
                  <c:v>2062.1</c:v>
                </c:pt>
                <c:pt idx="3449">
                  <c:v>2062.5819999999999</c:v>
                </c:pt>
                <c:pt idx="3450">
                  <c:v>2063.0639999999999</c:v>
                </c:pt>
                <c:pt idx="3451">
                  <c:v>2063.5459999999998</c:v>
                </c:pt>
                <c:pt idx="3452">
                  <c:v>2064.029</c:v>
                </c:pt>
                <c:pt idx="3453">
                  <c:v>2064.511</c:v>
                </c:pt>
                <c:pt idx="3454">
                  <c:v>2064.9929999999999</c:v>
                </c:pt>
                <c:pt idx="3455">
                  <c:v>2065.4749999999999</c:v>
                </c:pt>
                <c:pt idx="3456">
                  <c:v>2065.9569999999999</c:v>
                </c:pt>
                <c:pt idx="3457">
                  <c:v>2066.4389999999999</c:v>
                </c:pt>
                <c:pt idx="3458">
                  <c:v>2066.9209999999998</c:v>
                </c:pt>
                <c:pt idx="3459">
                  <c:v>2067.404</c:v>
                </c:pt>
                <c:pt idx="3460">
                  <c:v>2067.8850000000002</c:v>
                </c:pt>
                <c:pt idx="3461">
                  <c:v>2068.3679999999999</c:v>
                </c:pt>
                <c:pt idx="3462">
                  <c:v>2068.85</c:v>
                </c:pt>
                <c:pt idx="3463">
                  <c:v>2069.3319999999999</c:v>
                </c:pt>
                <c:pt idx="3464">
                  <c:v>2069.8139999999999</c:v>
                </c:pt>
                <c:pt idx="3465">
                  <c:v>2070.2959999999998</c:v>
                </c:pt>
                <c:pt idx="3466">
                  <c:v>2070.7779999999998</c:v>
                </c:pt>
                <c:pt idx="3467">
                  <c:v>2071.2600000000002</c:v>
                </c:pt>
                <c:pt idx="3468">
                  <c:v>2071.7429999999999</c:v>
                </c:pt>
                <c:pt idx="3469">
                  <c:v>2072.2249999999999</c:v>
                </c:pt>
                <c:pt idx="3470">
                  <c:v>2072.7069999999999</c:v>
                </c:pt>
                <c:pt idx="3471">
                  <c:v>2073.1889999999999</c:v>
                </c:pt>
                <c:pt idx="3472">
                  <c:v>2073.6709999999998</c:v>
                </c:pt>
                <c:pt idx="3473">
                  <c:v>2074.1529999999998</c:v>
                </c:pt>
                <c:pt idx="3474">
                  <c:v>2074.6350000000002</c:v>
                </c:pt>
                <c:pt idx="3475">
                  <c:v>2075.1179999999999</c:v>
                </c:pt>
                <c:pt idx="3476">
                  <c:v>2075.6</c:v>
                </c:pt>
                <c:pt idx="3477">
                  <c:v>2076.0819999999999</c:v>
                </c:pt>
                <c:pt idx="3478">
                  <c:v>2076.5639999999999</c:v>
                </c:pt>
                <c:pt idx="3479">
                  <c:v>2077.0459999999998</c:v>
                </c:pt>
                <c:pt idx="3480">
                  <c:v>2077.5279999999998</c:v>
                </c:pt>
                <c:pt idx="3481">
                  <c:v>2078.0100000000002</c:v>
                </c:pt>
                <c:pt idx="3482">
                  <c:v>2078.4929999999999</c:v>
                </c:pt>
                <c:pt idx="3483">
                  <c:v>2078.9749999999999</c:v>
                </c:pt>
                <c:pt idx="3484">
                  <c:v>2079.4569999999999</c:v>
                </c:pt>
                <c:pt idx="3485">
                  <c:v>2079.9389999999999</c:v>
                </c:pt>
                <c:pt idx="3486">
                  <c:v>2080.4209999999998</c:v>
                </c:pt>
                <c:pt idx="3487">
                  <c:v>2080.9029999999998</c:v>
                </c:pt>
                <c:pt idx="3488">
                  <c:v>2081.3850000000002</c:v>
                </c:pt>
                <c:pt idx="3489">
                  <c:v>2081.8679999999999</c:v>
                </c:pt>
                <c:pt idx="3490">
                  <c:v>2082.35</c:v>
                </c:pt>
                <c:pt idx="3491">
                  <c:v>2082.8319999999999</c:v>
                </c:pt>
                <c:pt idx="3492">
                  <c:v>2083.3139999999999</c:v>
                </c:pt>
                <c:pt idx="3493">
                  <c:v>2083.7959999999998</c:v>
                </c:pt>
                <c:pt idx="3494">
                  <c:v>2084.2779999999998</c:v>
                </c:pt>
                <c:pt idx="3495">
                  <c:v>2084.7600000000002</c:v>
                </c:pt>
                <c:pt idx="3496">
                  <c:v>2085.2420000000002</c:v>
                </c:pt>
                <c:pt idx="3497">
                  <c:v>2085.7249999999999</c:v>
                </c:pt>
                <c:pt idx="3498">
                  <c:v>2086.2069999999999</c:v>
                </c:pt>
                <c:pt idx="3499">
                  <c:v>2086.6889999999999</c:v>
                </c:pt>
                <c:pt idx="3500">
                  <c:v>2087.1709999999998</c:v>
                </c:pt>
                <c:pt idx="3501">
                  <c:v>2087.6529999999998</c:v>
                </c:pt>
                <c:pt idx="3502">
                  <c:v>2088.1350000000002</c:v>
                </c:pt>
                <c:pt idx="3503">
                  <c:v>2088.6170000000002</c:v>
                </c:pt>
                <c:pt idx="3504">
                  <c:v>2089.1</c:v>
                </c:pt>
                <c:pt idx="3505">
                  <c:v>2089.5819999999999</c:v>
                </c:pt>
                <c:pt idx="3506">
                  <c:v>2090.0639999999999</c:v>
                </c:pt>
                <c:pt idx="3507">
                  <c:v>2090.5459999999998</c:v>
                </c:pt>
                <c:pt idx="3508">
                  <c:v>2091.0279999999998</c:v>
                </c:pt>
                <c:pt idx="3509">
                  <c:v>2091.5100000000002</c:v>
                </c:pt>
                <c:pt idx="3510">
                  <c:v>2091.9920000000002</c:v>
                </c:pt>
                <c:pt idx="3511">
                  <c:v>2092.4749999999999</c:v>
                </c:pt>
                <c:pt idx="3512">
                  <c:v>2092.9569999999999</c:v>
                </c:pt>
                <c:pt idx="3513">
                  <c:v>2093.4389999999999</c:v>
                </c:pt>
                <c:pt idx="3514">
                  <c:v>2093.9209999999998</c:v>
                </c:pt>
                <c:pt idx="3515">
                  <c:v>2094.4029999999998</c:v>
                </c:pt>
                <c:pt idx="3516">
                  <c:v>2094.8850000000002</c:v>
                </c:pt>
                <c:pt idx="3517">
                  <c:v>2095.3670000000002</c:v>
                </c:pt>
                <c:pt idx="3518">
                  <c:v>2095.85</c:v>
                </c:pt>
                <c:pt idx="3519">
                  <c:v>2096.3319999999999</c:v>
                </c:pt>
                <c:pt idx="3520">
                  <c:v>2096.8139999999999</c:v>
                </c:pt>
                <c:pt idx="3521">
                  <c:v>2097.2959999999998</c:v>
                </c:pt>
                <c:pt idx="3522">
                  <c:v>2097.7779999999998</c:v>
                </c:pt>
                <c:pt idx="3523">
                  <c:v>2098.2600000000002</c:v>
                </c:pt>
                <c:pt idx="3524">
                  <c:v>2098.7420000000002</c:v>
                </c:pt>
                <c:pt idx="3525">
                  <c:v>2099.2249999999999</c:v>
                </c:pt>
                <c:pt idx="3526">
                  <c:v>2099.7069999999999</c:v>
                </c:pt>
                <c:pt idx="3527">
                  <c:v>2100.1889999999999</c:v>
                </c:pt>
                <c:pt idx="3528">
                  <c:v>2100.6709999999998</c:v>
                </c:pt>
                <c:pt idx="3529">
                  <c:v>2101.1529999999998</c:v>
                </c:pt>
                <c:pt idx="3530">
                  <c:v>2101.6350000000002</c:v>
                </c:pt>
                <c:pt idx="3531">
                  <c:v>2102.1170000000002</c:v>
                </c:pt>
                <c:pt idx="3532">
                  <c:v>2102.5990000000002</c:v>
                </c:pt>
                <c:pt idx="3533">
                  <c:v>2103.0819999999999</c:v>
                </c:pt>
                <c:pt idx="3534">
                  <c:v>2103.5639999999999</c:v>
                </c:pt>
                <c:pt idx="3535">
                  <c:v>2104.0459999999998</c:v>
                </c:pt>
                <c:pt idx="3536">
                  <c:v>2104.5279999999998</c:v>
                </c:pt>
                <c:pt idx="3537">
                  <c:v>2105.0100000000002</c:v>
                </c:pt>
                <c:pt idx="3538">
                  <c:v>2105.4920000000002</c:v>
                </c:pt>
                <c:pt idx="3539">
                  <c:v>2105.9740000000002</c:v>
                </c:pt>
                <c:pt idx="3540">
                  <c:v>2106.4569999999999</c:v>
                </c:pt>
                <c:pt idx="3541">
                  <c:v>2106.9389999999999</c:v>
                </c:pt>
                <c:pt idx="3542">
                  <c:v>2107.4209999999998</c:v>
                </c:pt>
                <c:pt idx="3543">
                  <c:v>2107.9029999999998</c:v>
                </c:pt>
                <c:pt idx="3544">
                  <c:v>2108.3850000000002</c:v>
                </c:pt>
                <c:pt idx="3545">
                  <c:v>2108.8670000000002</c:v>
                </c:pt>
                <c:pt idx="3546">
                  <c:v>2109.3490000000002</c:v>
                </c:pt>
                <c:pt idx="3547">
                  <c:v>2109.8319999999999</c:v>
                </c:pt>
                <c:pt idx="3548">
                  <c:v>2110.3139999999999</c:v>
                </c:pt>
                <c:pt idx="3549">
                  <c:v>2110.7959999999998</c:v>
                </c:pt>
                <c:pt idx="3550">
                  <c:v>2111.2779999999998</c:v>
                </c:pt>
                <c:pt idx="3551">
                  <c:v>2111.7600000000002</c:v>
                </c:pt>
                <c:pt idx="3552">
                  <c:v>2112.2420000000002</c:v>
                </c:pt>
                <c:pt idx="3553">
                  <c:v>2112.7240000000002</c:v>
                </c:pt>
                <c:pt idx="3554">
                  <c:v>2113.2069999999999</c:v>
                </c:pt>
                <c:pt idx="3555">
                  <c:v>2113.6889999999999</c:v>
                </c:pt>
                <c:pt idx="3556">
                  <c:v>2114.1709999999998</c:v>
                </c:pt>
                <c:pt idx="3557">
                  <c:v>2114.6529999999998</c:v>
                </c:pt>
                <c:pt idx="3558">
                  <c:v>2115.1350000000002</c:v>
                </c:pt>
                <c:pt idx="3559">
                  <c:v>2115.6170000000002</c:v>
                </c:pt>
                <c:pt idx="3560">
                  <c:v>2116.0990000000002</c:v>
                </c:pt>
                <c:pt idx="3561">
                  <c:v>2116.5819999999999</c:v>
                </c:pt>
                <c:pt idx="3562">
                  <c:v>2117.0630000000001</c:v>
                </c:pt>
                <c:pt idx="3563">
                  <c:v>2117.5459999999998</c:v>
                </c:pt>
                <c:pt idx="3564">
                  <c:v>2118.0279999999998</c:v>
                </c:pt>
                <c:pt idx="3565">
                  <c:v>2118.5100000000002</c:v>
                </c:pt>
                <c:pt idx="3566">
                  <c:v>2118.9920000000002</c:v>
                </c:pt>
                <c:pt idx="3567">
                  <c:v>2119.4740000000002</c:v>
                </c:pt>
                <c:pt idx="3568">
                  <c:v>2119.9560000000001</c:v>
                </c:pt>
                <c:pt idx="3569">
                  <c:v>2120.4380000000001</c:v>
                </c:pt>
                <c:pt idx="3570">
                  <c:v>2120.9209999999998</c:v>
                </c:pt>
                <c:pt idx="3571">
                  <c:v>2121.4029999999998</c:v>
                </c:pt>
                <c:pt idx="3572">
                  <c:v>2121.8850000000002</c:v>
                </c:pt>
                <c:pt idx="3573">
                  <c:v>2122.3670000000002</c:v>
                </c:pt>
                <c:pt idx="3574">
                  <c:v>2122.8490000000002</c:v>
                </c:pt>
                <c:pt idx="3575">
                  <c:v>2123.3310000000001</c:v>
                </c:pt>
                <c:pt idx="3576">
                  <c:v>2123.8130000000001</c:v>
                </c:pt>
                <c:pt idx="3577">
                  <c:v>2124.2959999999998</c:v>
                </c:pt>
                <c:pt idx="3578">
                  <c:v>2124.7779999999998</c:v>
                </c:pt>
                <c:pt idx="3579">
                  <c:v>2125.2600000000002</c:v>
                </c:pt>
                <c:pt idx="3580">
                  <c:v>2125.7420000000002</c:v>
                </c:pt>
                <c:pt idx="3581">
                  <c:v>2126.2240000000002</c:v>
                </c:pt>
                <c:pt idx="3582">
                  <c:v>2126.7060000000001</c:v>
                </c:pt>
                <c:pt idx="3583">
                  <c:v>2127.1880000000001</c:v>
                </c:pt>
                <c:pt idx="3584">
                  <c:v>2127.6709999999998</c:v>
                </c:pt>
                <c:pt idx="3585">
                  <c:v>2128.1529999999998</c:v>
                </c:pt>
                <c:pt idx="3586">
                  <c:v>2128.6350000000002</c:v>
                </c:pt>
                <c:pt idx="3587">
                  <c:v>2129.1170000000002</c:v>
                </c:pt>
                <c:pt idx="3588">
                  <c:v>2129.5990000000002</c:v>
                </c:pt>
                <c:pt idx="3589">
                  <c:v>2130.0810000000001</c:v>
                </c:pt>
                <c:pt idx="3590">
                  <c:v>2130.5630000000001</c:v>
                </c:pt>
                <c:pt idx="3591">
                  <c:v>2131.0459999999998</c:v>
                </c:pt>
                <c:pt idx="3592">
                  <c:v>2131.5279999999998</c:v>
                </c:pt>
                <c:pt idx="3593">
                  <c:v>2132.0100000000002</c:v>
                </c:pt>
                <c:pt idx="3594">
                  <c:v>2132.4920000000002</c:v>
                </c:pt>
                <c:pt idx="3595">
                  <c:v>2132.9740000000002</c:v>
                </c:pt>
                <c:pt idx="3596">
                  <c:v>2133.4560000000001</c:v>
                </c:pt>
                <c:pt idx="3597">
                  <c:v>2133.9380000000001</c:v>
                </c:pt>
                <c:pt idx="3598">
                  <c:v>2134.42</c:v>
                </c:pt>
                <c:pt idx="3599">
                  <c:v>2134.9029999999998</c:v>
                </c:pt>
                <c:pt idx="3600">
                  <c:v>2135.3850000000002</c:v>
                </c:pt>
                <c:pt idx="3601">
                  <c:v>2135.8670000000002</c:v>
                </c:pt>
                <c:pt idx="3602">
                  <c:v>2136.3490000000002</c:v>
                </c:pt>
                <c:pt idx="3603">
                  <c:v>2136.8310000000001</c:v>
                </c:pt>
                <c:pt idx="3604">
                  <c:v>2137.3130000000001</c:v>
                </c:pt>
                <c:pt idx="3605">
                  <c:v>2137.7950000000001</c:v>
                </c:pt>
                <c:pt idx="3606">
                  <c:v>2138.2779999999998</c:v>
                </c:pt>
                <c:pt idx="3607">
                  <c:v>2138.7600000000002</c:v>
                </c:pt>
                <c:pt idx="3608">
                  <c:v>2139.2420000000002</c:v>
                </c:pt>
                <c:pt idx="3609">
                  <c:v>2139.7240000000002</c:v>
                </c:pt>
                <c:pt idx="3610">
                  <c:v>2140.2060000000001</c:v>
                </c:pt>
                <c:pt idx="3611">
                  <c:v>2140.6880000000001</c:v>
                </c:pt>
                <c:pt idx="3612">
                  <c:v>2141.17</c:v>
                </c:pt>
                <c:pt idx="3613">
                  <c:v>2141.6529999999998</c:v>
                </c:pt>
                <c:pt idx="3614">
                  <c:v>2142.1350000000002</c:v>
                </c:pt>
                <c:pt idx="3615">
                  <c:v>2142.6170000000002</c:v>
                </c:pt>
                <c:pt idx="3616">
                  <c:v>2143.0990000000002</c:v>
                </c:pt>
                <c:pt idx="3617">
                  <c:v>2143.5810000000001</c:v>
                </c:pt>
                <c:pt idx="3618">
                  <c:v>2144.0630000000001</c:v>
                </c:pt>
                <c:pt idx="3619">
                  <c:v>2144.5450000000001</c:v>
                </c:pt>
                <c:pt idx="3620">
                  <c:v>2145.0279999999998</c:v>
                </c:pt>
                <c:pt idx="3621">
                  <c:v>2145.5100000000002</c:v>
                </c:pt>
                <c:pt idx="3622">
                  <c:v>2145.9920000000002</c:v>
                </c:pt>
                <c:pt idx="3623">
                  <c:v>2146.4740000000002</c:v>
                </c:pt>
                <c:pt idx="3624">
                  <c:v>2146.9560000000001</c:v>
                </c:pt>
                <c:pt idx="3625">
                  <c:v>2147.4380000000001</c:v>
                </c:pt>
                <c:pt idx="3626">
                  <c:v>2147.92</c:v>
                </c:pt>
                <c:pt idx="3627">
                  <c:v>2148.4029999999998</c:v>
                </c:pt>
                <c:pt idx="3628">
                  <c:v>2148.8850000000002</c:v>
                </c:pt>
                <c:pt idx="3629">
                  <c:v>2149.3670000000002</c:v>
                </c:pt>
                <c:pt idx="3630">
                  <c:v>2149.8490000000002</c:v>
                </c:pt>
                <c:pt idx="3631">
                  <c:v>2150.3310000000001</c:v>
                </c:pt>
                <c:pt idx="3632">
                  <c:v>2150.8130000000001</c:v>
                </c:pt>
                <c:pt idx="3633">
                  <c:v>2151.2950000000001</c:v>
                </c:pt>
                <c:pt idx="3634">
                  <c:v>2151.777</c:v>
                </c:pt>
                <c:pt idx="3635">
                  <c:v>2152.2600000000002</c:v>
                </c:pt>
                <c:pt idx="3636">
                  <c:v>2152.7420000000002</c:v>
                </c:pt>
                <c:pt idx="3637">
                  <c:v>2153.2240000000002</c:v>
                </c:pt>
                <c:pt idx="3638">
                  <c:v>2153.7060000000001</c:v>
                </c:pt>
                <c:pt idx="3639">
                  <c:v>2154.1880000000001</c:v>
                </c:pt>
                <c:pt idx="3640">
                  <c:v>2154.67</c:v>
                </c:pt>
                <c:pt idx="3641">
                  <c:v>2155.152</c:v>
                </c:pt>
                <c:pt idx="3642">
                  <c:v>2155.6350000000002</c:v>
                </c:pt>
                <c:pt idx="3643">
                  <c:v>2156.1170000000002</c:v>
                </c:pt>
                <c:pt idx="3644">
                  <c:v>2156.5990000000002</c:v>
                </c:pt>
                <c:pt idx="3645">
                  <c:v>2157.0810000000001</c:v>
                </c:pt>
                <c:pt idx="3646">
                  <c:v>2157.5630000000001</c:v>
                </c:pt>
                <c:pt idx="3647">
                  <c:v>2158.0450000000001</c:v>
                </c:pt>
                <c:pt idx="3648">
                  <c:v>2158.527</c:v>
                </c:pt>
                <c:pt idx="3649">
                  <c:v>2159.0100000000002</c:v>
                </c:pt>
                <c:pt idx="3650">
                  <c:v>2159.4920000000002</c:v>
                </c:pt>
                <c:pt idx="3651">
                  <c:v>2159.9740000000002</c:v>
                </c:pt>
                <c:pt idx="3652">
                  <c:v>2160.4560000000001</c:v>
                </c:pt>
                <c:pt idx="3653">
                  <c:v>2160.9380000000001</c:v>
                </c:pt>
                <c:pt idx="3654">
                  <c:v>2161.42</c:v>
                </c:pt>
                <c:pt idx="3655">
                  <c:v>2161.902</c:v>
                </c:pt>
                <c:pt idx="3656">
                  <c:v>2162.3850000000002</c:v>
                </c:pt>
                <c:pt idx="3657">
                  <c:v>2162.8670000000002</c:v>
                </c:pt>
                <c:pt idx="3658">
                  <c:v>2163.3490000000002</c:v>
                </c:pt>
                <c:pt idx="3659">
                  <c:v>2163.8310000000001</c:v>
                </c:pt>
                <c:pt idx="3660">
                  <c:v>2164.3130000000001</c:v>
                </c:pt>
                <c:pt idx="3661">
                  <c:v>2164.7950000000001</c:v>
                </c:pt>
                <c:pt idx="3662">
                  <c:v>2165.277</c:v>
                </c:pt>
                <c:pt idx="3663">
                  <c:v>2165.7600000000002</c:v>
                </c:pt>
                <c:pt idx="3664">
                  <c:v>2166.241</c:v>
                </c:pt>
                <c:pt idx="3665">
                  <c:v>2166.7240000000002</c:v>
                </c:pt>
                <c:pt idx="3666">
                  <c:v>2167.2060000000001</c:v>
                </c:pt>
                <c:pt idx="3667">
                  <c:v>2167.6880000000001</c:v>
                </c:pt>
                <c:pt idx="3668">
                  <c:v>2168.17</c:v>
                </c:pt>
                <c:pt idx="3669">
                  <c:v>2168.652</c:v>
                </c:pt>
                <c:pt idx="3670">
                  <c:v>2169.134</c:v>
                </c:pt>
                <c:pt idx="3671">
                  <c:v>2169.616</c:v>
                </c:pt>
                <c:pt idx="3672">
                  <c:v>2170.0990000000002</c:v>
                </c:pt>
                <c:pt idx="3673">
                  <c:v>2170.5810000000001</c:v>
                </c:pt>
                <c:pt idx="3674">
                  <c:v>2171.0630000000001</c:v>
                </c:pt>
                <c:pt idx="3675">
                  <c:v>2171.5450000000001</c:v>
                </c:pt>
                <c:pt idx="3676">
                  <c:v>2172.027</c:v>
                </c:pt>
                <c:pt idx="3677">
                  <c:v>2172.509</c:v>
                </c:pt>
                <c:pt idx="3678">
                  <c:v>2172.991</c:v>
                </c:pt>
                <c:pt idx="3679">
                  <c:v>2173.4740000000002</c:v>
                </c:pt>
                <c:pt idx="3680">
                  <c:v>2173.9560000000001</c:v>
                </c:pt>
                <c:pt idx="3681">
                  <c:v>2174.4380000000001</c:v>
                </c:pt>
                <c:pt idx="3682">
                  <c:v>2174.92</c:v>
                </c:pt>
                <c:pt idx="3683">
                  <c:v>2175.402</c:v>
                </c:pt>
                <c:pt idx="3684">
                  <c:v>2175.884</c:v>
                </c:pt>
                <c:pt idx="3685">
                  <c:v>2176.366</c:v>
                </c:pt>
                <c:pt idx="3686">
                  <c:v>2176.8490000000002</c:v>
                </c:pt>
                <c:pt idx="3687">
                  <c:v>2177.3310000000001</c:v>
                </c:pt>
                <c:pt idx="3688">
                  <c:v>2177.8130000000001</c:v>
                </c:pt>
                <c:pt idx="3689">
                  <c:v>2178.2950000000001</c:v>
                </c:pt>
                <c:pt idx="3690">
                  <c:v>2178.777</c:v>
                </c:pt>
                <c:pt idx="3691">
                  <c:v>2179.259</c:v>
                </c:pt>
                <c:pt idx="3692">
                  <c:v>2179.741</c:v>
                </c:pt>
                <c:pt idx="3693">
                  <c:v>2180.223</c:v>
                </c:pt>
                <c:pt idx="3694">
                  <c:v>2180.7060000000001</c:v>
                </c:pt>
                <c:pt idx="3695">
                  <c:v>2181.1880000000001</c:v>
                </c:pt>
                <c:pt idx="3696">
                  <c:v>2181.67</c:v>
                </c:pt>
                <c:pt idx="3697">
                  <c:v>2182.152</c:v>
                </c:pt>
                <c:pt idx="3698">
                  <c:v>2182.634</c:v>
                </c:pt>
                <c:pt idx="3699">
                  <c:v>2183.116</c:v>
                </c:pt>
                <c:pt idx="3700">
                  <c:v>2183.598</c:v>
                </c:pt>
                <c:pt idx="3701">
                  <c:v>2184.0810000000001</c:v>
                </c:pt>
                <c:pt idx="3702">
                  <c:v>2184.5630000000001</c:v>
                </c:pt>
                <c:pt idx="3703">
                  <c:v>2185.0450000000001</c:v>
                </c:pt>
                <c:pt idx="3704">
                  <c:v>2185.527</c:v>
                </c:pt>
                <c:pt idx="3705">
                  <c:v>2186.009</c:v>
                </c:pt>
                <c:pt idx="3706">
                  <c:v>2186.491</c:v>
                </c:pt>
                <c:pt idx="3707">
                  <c:v>2186.973</c:v>
                </c:pt>
                <c:pt idx="3708">
                  <c:v>2187.4560000000001</c:v>
                </c:pt>
                <c:pt idx="3709">
                  <c:v>2187.9380000000001</c:v>
                </c:pt>
                <c:pt idx="3710">
                  <c:v>2188.42</c:v>
                </c:pt>
                <c:pt idx="3711">
                  <c:v>2188.902</c:v>
                </c:pt>
                <c:pt idx="3712">
                  <c:v>2189.384</c:v>
                </c:pt>
                <c:pt idx="3713">
                  <c:v>2189.866</c:v>
                </c:pt>
                <c:pt idx="3714">
                  <c:v>2190.348</c:v>
                </c:pt>
                <c:pt idx="3715">
                  <c:v>2190.8310000000001</c:v>
                </c:pt>
                <c:pt idx="3716">
                  <c:v>2191.3130000000001</c:v>
                </c:pt>
                <c:pt idx="3717">
                  <c:v>2191.7950000000001</c:v>
                </c:pt>
                <c:pt idx="3718">
                  <c:v>2192.277</c:v>
                </c:pt>
                <c:pt idx="3719">
                  <c:v>2192.759</c:v>
                </c:pt>
                <c:pt idx="3720">
                  <c:v>2193.241</c:v>
                </c:pt>
                <c:pt idx="3721">
                  <c:v>2193.723</c:v>
                </c:pt>
                <c:pt idx="3722">
                  <c:v>2194.2060000000001</c:v>
                </c:pt>
                <c:pt idx="3723">
                  <c:v>2194.6880000000001</c:v>
                </c:pt>
                <c:pt idx="3724">
                  <c:v>2195.17</c:v>
                </c:pt>
                <c:pt idx="3725">
                  <c:v>2195.652</c:v>
                </c:pt>
                <c:pt idx="3726">
                  <c:v>2196.134</c:v>
                </c:pt>
                <c:pt idx="3727">
                  <c:v>2196.616</c:v>
                </c:pt>
                <c:pt idx="3728">
                  <c:v>2197.098</c:v>
                </c:pt>
                <c:pt idx="3729">
                  <c:v>2197.58</c:v>
                </c:pt>
                <c:pt idx="3730">
                  <c:v>2198.0630000000001</c:v>
                </c:pt>
                <c:pt idx="3731">
                  <c:v>2198.5450000000001</c:v>
                </c:pt>
                <c:pt idx="3732">
                  <c:v>2199.027</c:v>
                </c:pt>
                <c:pt idx="3733">
                  <c:v>2199.509</c:v>
                </c:pt>
                <c:pt idx="3734">
                  <c:v>2199.991</c:v>
                </c:pt>
                <c:pt idx="3735">
                  <c:v>2200.473</c:v>
                </c:pt>
                <c:pt idx="3736">
                  <c:v>2200.9549999999999</c:v>
                </c:pt>
                <c:pt idx="3737">
                  <c:v>2201.4380000000001</c:v>
                </c:pt>
                <c:pt idx="3738">
                  <c:v>2201.92</c:v>
                </c:pt>
                <c:pt idx="3739">
                  <c:v>2202.402</c:v>
                </c:pt>
                <c:pt idx="3740">
                  <c:v>2202.884</c:v>
                </c:pt>
                <c:pt idx="3741">
                  <c:v>2203.366</c:v>
                </c:pt>
                <c:pt idx="3742">
                  <c:v>2203.848</c:v>
                </c:pt>
                <c:pt idx="3743">
                  <c:v>2204.33</c:v>
                </c:pt>
                <c:pt idx="3744">
                  <c:v>2204.8130000000001</c:v>
                </c:pt>
                <c:pt idx="3745">
                  <c:v>2205.2950000000001</c:v>
                </c:pt>
                <c:pt idx="3746">
                  <c:v>2205.777</c:v>
                </c:pt>
                <c:pt idx="3747">
                  <c:v>2206.259</c:v>
                </c:pt>
                <c:pt idx="3748">
                  <c:v>2206.741</c:v>
                </c:pt>
                <c:pt idx="3749">
                  <c:v>2207.223</c:v>
                </c:pt>
                <c:pt idx="3750">
                  <c:v>2207.7049999999999</c:v>
                </c:pt>
                <c:pt idx="3751">
                  <c:v>2208.1880000000001</c:v>
                </c:pt>
                <c:pt idx="3752">
                  <c:v>2208.67</c:v>
                </c:pt>
                <c:pt idx="3753">
                  <c:v>2209.152</c:v>
                </c:pt>
                <c:pt idx="3754">
                  <c:v>2209.634</c:v>
                </c:pt>
                <c:pt idx="3755">
                  <c:v>2210.116</c:v>
                </c:pt>
                <c:pt idx="3756">
                  <c:v>2210.598</c:v>
                </c:pt>
                <c:pt idx="3757">
                  <c:v>2211.08</c:v>
                </c:pt>
                <c:pt idx="3758">
                  <c:v>2211.5630000000001</c:v>
                </c:pt>
                <c:pt idx="3759">
                  <c:v>2212.0439999999999</c:v>
                </c:pt>
                <c:pt idx="3760">
                  <c:v>2212.527</c:v>
                </c:pt>
                <c:pt idx="3761">
                  <c:v>2213.009</c:v>
                </c:pt>
                <c:pt idx="3762">
                  <c:v>2213.491</c:v>
                </c:pt>
                <c:pt idx="3763">
                  <c:v>2213.973</c:v>
                </c:pt>
                <c:pt idx="3764">
                  <c:v>2214.4549999999999</c:v>
                </c:pt>
                <c:pt idx="3765">
                  <c:v>2214.9369999999999</c:v>
                </c:pt>
                <c:pt idx="3766">
                  <c:v>2215.4189999999999</c:v>
                </c:pt>
                <c:pt idx="3767">
                  <c:v>2215.902</c:v>
                </c:pt>
                <c:pt idx="3768">
                  <c:v>2216.384</c:v>
                </c:pt>
                <c:pt idx="3769">
                  <c:v>2216.866</c:v>
                </c:pt>
                <c:pt idx="3770">
                  <c:v>2217.348</c:v>
                </c:pt>
                <c:pt idx="3771">
                  <c:v>2217.83</c:v>
                </c:pt>
                <c:pt idx="3772">
                  <c:v>2218.3119999999999</c:v>
                </c:pt>
                <c:pt idx="3773">
                  <c:v>2218.7939999999999</c:v>
                </c:pt>
                <c:pt idx="3774">
                  <c:v>2219.277</c:v>
                </c:pt>
                <c:pt idx="3775">
                  <c:v>2219.759</c:v>
                </c:pt>
                <c:pt idx="3776">
                  <c:v>2220.241</c:v>
                </c:pt>
                <c:pt idx="3777">
                  <c:v>2220.723</c:v>
                </c:pt>
                <c:pt idx="3778">
                  <c:v>2221.2049999999999</c:v>
                </c:pt>
                <c:pt idx="3779">
                  <c:v>2221.6869999999999</c:v>
                </c:pt>
                <c:pt idx="3780">
                  <c:v>2222.1689999999999</c:v>
                </c:pt>
                <c:pt idx="3781">
                  <c:v>2222.652</c:v>
                </c:pt>
                <c:pt idx="3782">
                  <c:v>2223.134</c:v>
                </c:pt>
                <c:pt idx="3783">
                  <c:v>2223.616</c:v>
                </c:pt>
                <c:pt idx="3784">
                  <c:v>2224.098</c:v>
                </c:pt>
                <c:pt idx="3785">
                  <c:v>2224.58</c:v>
                </c:pt>
                <c:pt idx="3786">
                  <c:v>2225.0619999999999</c:v>
                </c:pt>
                <c:pt idx="3787">
                  <c:v>2225.5439999999999</c:v>
                </c:pt>
                <c:pt idx="3788">
                  <c:v>2226.027</c:v>
                </c:pt>
                <c:pt idx="3789">
                  <c:v>2226.509</c:v>
                </c:pt>
                <c:pt idx="3790">
                  <c:v>2226.991</c:v>
                </c:pt>
                <c:pt idx="3791">
                  <c:v>2227.473</c:v>
                </c:pt>
                <c:pt idx="3792">
                  <c:v>2227.9549999999999</c:v>
                </c:pt>
                <c:pt idx="3793">
                  <c:v>2228.4369999999999</c:v>
                </c:pt>
                <c:pt idx="3794">
                  <c:v>2228.9189999999999</c:v>
                </c:pt>
                <c:pt idx="3795">
                  <c:v>2229.4009999999998</c:v>
                </c:pt>
                <c:pt idx="3796">
                  <c:v>2229.884</c:v>
                </c:pt>
                <c:pt idx="3797">
                  <c:v>2230.366</c:v>
                </c:pt>
                <c:pt idx="3798">
                  <c:v>2230.848</c:v>
                </c:pt>
                <c:pt idx="3799">
                  <c:v>2231.33</c:v>
                </c:pt>
                <c:pt idx="3800">
                  <c:v>2231.8119999999999</c:v>
                </c:pt>
                <c:pt idx="3801">
                  <c:v>2232.2939999999999</c:v>
                </c:pt>
                <c:pt idx="3802">
                  <c:v>2232.7759999999998</c:v>
                </c:pt>
                <c:pt idx="3803">
                  <c:v>2233.259</c:v>
                </c:pt>
                <c:pt idx="3804">
                  <c:v>2233.741</c:v>
                </c:pt>
                <c:pt idx="3805">
                  <c:v>2234.223</c:v>
                </c:pt>
                <c:pt idx="3806">
                  <c:v>2234.7049999999999</c:v>
                </c:pt>
                <c:pt idx="3807">
                  <c:v>2235.1869999999999</c:v>
                </c:pt>
                <c:pt idx="3808">
                  <c:v>2235.6689999999999</c:v>
                </c:pt>
                <c:pt idx="3809">
                  <c:v>2236.1509999999998</c:v>
                </c:pt>
                <c:pt idx="3810">
                  <c:v>2236.634</c:v>
                </c:pt>
                <c:pt idx="3811">
                  <c:v>2237.116</c:v>
                </c:pt>
                <c:pt idx="3812">
                  <c:v>2237.598</c:v>
                </c:pt>
                <c:pt idx="3813">
                  <c:v>2238.08</c:v>
                </c:pt>
                <c:pt idx="3814">
                  <c:v>2238.5619999999999</c:v>
                </c:pt>
                <c:pt idx="3815">
                  <c:v>2239.0439999999999</c:v>
                </c:pt>
                <c:pt idx="3816">
                  <c:v>2239.5259999999998</c:v>
                </c:pt>
                <c:pt idx="3817">
                  <c:v>2240.009</c:v>
                </c:pt>
                <c:pt idx="3818">
                  <c:v>2240.491</c:v>
                </c:pt>
                <c:pt idx="3819">
                  <c:v>2240.973</c:v>
                </c:pt>
                <c:pt idx="3820">
                  <c:v>2241.4549999999999</c:v>
                </c:pt>
                <c:pt idx="3821">
                  <c:v>2241.9369999999999</c:v>
                </c:pt>
                <c:pt idx="3822">
                  <c:v>2242.4189999999999</c:v>
                </c:pt>
                <c:pt idx="3823">
                  <c:v>2242.9009999999998</c:v>
                </c:pt>
                <c:pt idx="3824">
                  <c:v>2243.384</c:v>
                </c:pt>
                <c:pt idx="3825">
                  <c:v>2243.8649999999998</c:v>
                </c:pt>
                <c:pt idx="3826">
                  <c:v>2244.348</c:v>
                </c:pt>
                <c:pt idx="3827">
                  <c:v>2244.83</c:v>
                </c:pt>
                <c:pt idx="3828">
                  <c:v>2245.3119999999999</c:v>
                </c:pt>
                <c:pt idx="3829">
                  <c:v>2245.7939999999999</c:v>
                </c:pt>
                <c:pt idx="3830">
                  <c:v>2246.2759999999998</c:v>
                </c:pt>
                <c:pt idx="3831">
                  <c:v>2246.7579999999998</c:v>
                </c:pt>
                <c:pt idx="3832">
                  <c:v>2247.2399999999998</c:v>
                </c:pt>
                <c:pt idx="3833">
                  <c:v>2247.723</c:v>
                </c:pt>
                <c:pt idx="3834">
                  <c:v>2248.2049999999999</c:v>
                </c:pt>
                <c:pt idx="3835">
                  <c:v>2248.6869999999999</c:v>
                </c:pt>
                <c:pt idx="3836">
                  <c:v>2249.1689999999999</c:v>
                </c:pt>
                <c:pt idx="3837">
                  <c:v>2249.6509999999998</c:v>
                </c:pt>
                <c:pt idx="3838">
                  <c:v>2250.1329999999998</c:v>
                </c:pt>
                <c:pt idx="3839">
                  <c:v>2250.6149999999998</c:v>
                </c:pt>
                <c:pt idx="3840">
                  <c:v>2251.098</c:v>
                </c:pt>
                <c:pt idx="3841">
                  <c:v>2251.58</c:v>
                </c:pt>
                <c:pt idx="3842">
                  <c:v>2252.0619999999999</c:v>
                </c:pt>
                <c:pt idx="3843">
                  <c:v>2252.5439999999999</c:v>
                </c:pt>
                <c:pt idx="3844">
                  <c:v>2253.0259999999998</c:v>
                </c:pt>
                <c:pt idx="3845">
                  <c:v>2253.5079999999998</c:v>
                </c:pt>
                <c:pt idx="3846">
                  <c:v>2253.9899999999998</c:v>
                </c:pt>
                <c:pt idx="3847">
                  <c:v>2254.473</c:v>
                </c:pt>
                <c:pt idx="3848">
                  <c:v>2254.9549999999999</c:v>
                </c:pt>
                <c:pt idx="3849">
                  <c:v>2255.4369999999999</c:v>
                </c:pt>
                <c:pt idx="3850">
                  <c:v>2255.9189999999999</c:v>
                </c:pt>
                <c:pt idx="3851">
                  <c:v>2256.4009999999998</c:v>
                </c:pt>
                <c:pt idx="3852">
                  <c:v>2256.8829999999998</c:v>
                </c:pt>
                <c:pt idx="3853">
                  <c:v>2257.3649999999998</c:v>
                </c:pt>
                <c:pt idx="3854">
                  <c:v>2257.848</c:v>
                </c:pt>
                <c:pt idx="3855">
                  <c:v>2258.33</c:v>
                </c:pt>
                <c:pt idx="3856">
                  <c:v>2258.8119999999999</c:v>
                </c:pt>
                <c:pt idx="3857">
                  <c:v>2259.2939999999999</c:v>
                </c:pt>
                <c:pt idx="3858">
                  <c:v>2259.7759999999998</c:v>
                </c:pt>
                <c:pt idx="3859">
                  <c:v>2260.2579999999998</c:v>
                </c:pt>
                <c:pt idx="3860">
                  <c:v>2260.7399999999998</c:v>
                </c:pt>
                <c:pt idx="3861">
                  <c:v>2261.2220000000002</c:v>
                </c:pt>
                <c:pt idx="3862">
                  <c:v>2261.7049999999999</c:v>
                </c:pt>
                <c:pt idx="3863">
                  <c:v>2262.1869999999999</c:v>
                </c:pt>
                <c:pt idx="3864">
                  <c:v>2262.6689999999999</c:v>
                </c:pt>
                <c:pt idx="3865">
                  <c:v>2263.1509999999998</c:v>
                </c:pt>
                <c:pt idx="3866">
                  <c:v>2263.6329999999998</c:v>
                </c:pt>
                <c:pt idx="3867">
                  <c:v>2264.1149999999998</c:v>
                </c:pt>
                <c:pt idx="3868">
                  <c:v>2264.5970000000002</c:v>
                </c:pt>
                <c:pt idx="3869">
                  <c:v>2265.08</c:v>
                </c:pt>
                <c:pt idx="3870">
                  <c:v>2265.5619999999999</c:v>
                </c:pt>
                <c:pt idx="3871">
                  <c:v>2266.0439999999999</c:v>
                </c:pt>
                <c:pt idx="3872">
                  <c:v>2266.5259999999998</c:v>
                </c:pt>
                <c:pt idx="3873">
                  <c:v>2267.0079999999998</c:v>
                </c:pt>
                <c:pt idx="3874">
                  <c:v>2267.4899999999998</c:v>
                </c:pt>
                <c:pt idx="3875">
                  <c:v>2267.9720000000002</c:v>
                </c:pt>
                <c:pt idx="3876">
                  <c:v>2268.4549999999999</c:v>
                </c:pt>
                <c:pt idx="3877">
                  <c:v>2268.9369999999999</c:v>
                </c:pt>
                <c:pt idx="3878">
                  <c:v>2269.4189999999999</c:v>
                </c:pt>
                <c:pt idx="3879">
                  <c:v>2269.9009999999998</c:v>
                </c:pt>
                <c:pt idx="3880">
                  <c:v>2270.3829999999998</c:v>
                </c:pt>
                <c:pt idx="3881">
                  <c:v>2270.8649999999998</c:v>
                </c:pt>
                <c:pt idx="3882">
                  <c:v>2271.3470000000002</c:v>
                </c:pt>
                <c:pt idx="3883">
                  <c:v>2271.83</c:v>
                </c:pt>
                <c:pt idx="3884">
                  <c:v>2272.3119999999999</c:v>
                </c:pt>
                <c:pt idx="3885">
                  <c:v>2272.7939999999999</c:v>
                </c:pt>
                <c:pt idx="3886">
                  <c:v>2273.2759999999998</c:v>
                </c:pt>
                <c:pt idx="3887">
                  <c:v>2273.7579999999998</c:v>
                </c:pt>
                <c:pt idx="3888">
                  <c:v>2274.2399999999998</c:v>
                </c:pt>
                <c:pt idx="3889">
                  <c:v>2274.7220000000002</c:v>
                </c:pt>
                <c:pt idx="3890">
                  <c:v>2275.2049999999999</c:v>
                </c:pt>
                <c:pt idx="3891">
                  <c:v>2275.6869999999999</c:v>
                </c:pt>
                <c:pt idx="3892">
                  <c:v>2276.1689999999999</c:v>
                </c:pt>
                <c:pt idx="3893">
                  <c:v>2276.6509999999998</c:v>
                </c:pt>
                <c:pt idx="3894">
                  <c:v>2277.1329999999998</c:v>
                </c:pt>
                <c:pt idx="3895">
                  <c:v>2277.6149999999998</c:v>
                </c:pt>
                <c:pt idx="3896">
                  <c:v>2278.0970000000002</c:v>
                </c:pt>
                <c:pt idx="3897">
                  <c:v>2278.5790000000002</c:v>
                </c:pt>
                <c:pt idx="3898">
                  <c:v>2279.0619999999999</c:v>
                </c:pt>
                <c:pt idx="3899">
                  <c:v>2279.5439999999999</c:v>
                </c:pt>
                <c:pt idx="3900">
                  <c:v>2280.0259999999998</c:v>
                </c:pt>
                <c:pt idx="3901">
                  <c:v>2280.5079999999998</c:v>
                </c:pt>
                <c:pt idx="3902">
                  <c:v>2280.9899999999998</c:v>
                </c:pt>
                <c:pt idx="3903">
                  <c:v>2281.4720000000002</c:v>
                </c:pt>
                <c:pt idx="3904">
                  <c:v>2281.9540000000002</c:v>
                </c:pt>
                <c:pt idx="3905">
                  <c:v>2282.4369999999999</c:v>
                </c:pt>
                <c:pt idx="3906">
                  <c:v>2282.9189999999999</c:v>
                </c:pt>
                <c:pt idx="3907">
                  <c:v>2283.4009999999998</c:v>
                </c:pt>
                <c:pt idx="3908">
                  <c:v>2283.8829999999998</c:v>
                </c:pt>
                <c:pt idx="3909">
                  <c:v>2284.3649999999998</c:v>
                </c:pt>
                <c:pt idx="3910">
                  <c:v>2284.8470000000002</c:v>
                </c:pt>
                <c:pt idx="3911">
                  <c:v>2285.3290000000002</c:v>
                </c:pt>
                <c:pt idx="3912">
                  <c:v>2285.8119999999999</c:v>
                </c:pt>
                <c:pt idx="3913">
                  <c:v>2286.2939999999999</c:v>
                </c:pt>
                <c:pt idx="3914">
                  <c:v>2286.7759999999998</c:v>
                </c:pt>
                <c:pt idx="3915">
                  <c:v>2287.2579999999998</c:v>
                </c:pt>
                <c:pt idx="3916">
                  <c:v>2287.7399999999998</c:v>
                </c:pt>
                <c:pt idx="3917">
                  <c:v>2288.2220000000002</c:v>
                </c:pt>
                <c:pt idx="3918">
                  <c:v>2288.7040000000002</c:v>
                </c:pt>
                <c:pt idx="3919">
                  <c:v>2289.1869999999999</c:v>
                </c:pt>
                <c:pt idx="3920">
                  <c:v>2289.6689999999999</c:v>
                </c:pt>
                <c:pt idx="3921">
                  <c:v>2290.1509999999998</c:v>
                </c:pt>
                <c:pt idx="3922">
                  <c:v>2290.6329999999998</c:v>
                </c:pt>
                <c:pt idx="3923">
                  <c:v>2291.1149999999998</c:v>
                </c:pt>
                <c:pt idx="3924">
                  <c:v>2291.5970000000002</c:v>
                </c:pt>
                <c:pt idx="3925">
                  <c:v>2292.0790000000002</c:v>
                </c:pt>
                <c:pt idx="3926">
                  <c:v>2292.5619999999999</c:v>
                </c:pt>
                <c:pt idx="3927">
                  <c:v>2293.0430000000001</c:v>
                </c:pt>
                <c:pt idx="3928">
                  <c:v>2293.5259999999998</c:v>
                </c:pt>
                <c:pt idx="3929">
                  <c:v>2294.0079999999998</c:v>
                </c:pt>
                <c:pt idx="3930">
                  <c:v>2294.4899999999998</c:v>
                </c:pt>
                <c:pt idx="3931">
                  <c:v>2294.9720000000002</c:v>
                </c:pt>
                <c:pt idx="3932">
                  <c:v>2295.4540000000002</c:v>
                </c:pt>
                <c:pt idx="3933">
                  <c:v>2295.9360000000001</c:v>
                </c:pt>
                <c:pt idx="3934">
                  <c:v>2296.4180000000001</c:v>
                </c:pt>
                <c:pt idx="3935">
                  <c:v>2296.9009999999998</c:v>
                </c:pt>
                <c:pt idx="3936">
                  <c:v>2297.3829999999998</c:v>
                </c:pt>
                <c:pt idx="3937">
                  <c:v>2297.8649999999998</c:v>
                </c:pt>
                <c:pt idx="3938">
                  <c:v>2298.3470000000002</c:v>
                </c:pt>
                <c:pt idx="3939">
                  <c:v>2298.8290000000002</c:v>
                </c:pt>
                <c:pt idx="3940">
                  <c:v>2299.3110000000001</c:v>
                </c:pt>
                <c:pt idx="3941">
                  <c:v>2299.7930000000001</c:v>
                </c:pt>
                <c:pt idx="3942">
                  <c:v>2300.2759999999998</c:v>
                </c:pt>
                <c:pt idx="3943">
                  <c:v>2300.7579999999998</c:v>
                </c:pt>
                <c:pt idx="3944">
                  <c:v>2301.2399999999998</c:v>
                </c:pt>
                <c:pt idx="3945">
                  <c:v>2301.7220000000002</c:v>
                </c:pt>
                <c:pt idx="3946">
                  <c:v>2302.2040000000002</c:v>
                </c:pt>
                <c:pt idx="3947">
                  <c:v>2302.6860000000001</c:v>
                </c:pt>
                <c:pt idx="3948">
                  <c:v>2303.1680000000001</c:v>
                </c:pt>
                <c:pt idx="3949">
                  <c:v>2303.6509999999998</c:v>
                </c:pt>
                <c:pt idx="3950">
                  <c:v>2304.1329999999998</c:v>
                </c:pt>
                <c:pt idx="3951">
                  <c:v>2304.6149999999998</c:v>
                </c:pt>
                <c:pt idx="3952">
                  <c:v>2305.0970000000002</c:v>
                </c:pt>
                <c:pt idx="3953">
                  <c:v>2305.5790000000002</c:v>
                </c:pt>
                <c:pt idx="3954">
                  <c:v>2306.0610000000001</c:v>
                </c:pt>
                <c:pt idx="3955">
                  <c:v>2306.5430000000001</c:v>
                </c:pt>
                <c:pt idx="3956">
                  <c:v>2307.0259999999998</c:v>
                </c:pt>
                <c:pt idx="3957">
                  <c:v>2307.5079999999998</c:v>
                </c:pt>
                <c:pt idx="3958">
                  <c:v>2307.9899999999998</c:v>
                </c:pt>
                <c:pt idx="3959">
                  <c:v>2308.4720000000002</c:v>
                </c:pt>
                <c:pt idx="3960">
                  <c:v>2308.9540000000002</c:v>
                </c:pt>
                <c:pt idx="3961">
                  <c:v>2309.4360000000001</c:v>
                </c:pt>
                <c:pt idx="3962">
                  <c:v>2309.9180000000001</c:v>
                </c:pt>
                <c:pt idx="3963">
                  <c:v>2310.4</c:v>
                </c:pt>
                <c:pt idx="3964">
                  <c:v>2310.8829999999998</c:v>
                </c:pt>
                <c:pt idx="3965">
                  <c:v>2311.3649999999998</c:v>
                </c:pt>
                <c:pt idx="3966">
                  <c:v>2311.8470000000002</c:v>
                </c:pt>
                <c:pt idx="3967">
                  <c:v>2312.3290000000002</c:v>
                </c:pt>
                <c:pt idx="3968">
                  <c:v>2312.8110000000001</c:v>
                </c:pt>
                <c:pt idx="3969">
                  <c:v>2313.2930000000001</c:v>
                </c:pt>
                <c:pt idx="3970">
                  <c:v>2313.7750000000001</c:v>
                </c:pt>
                <c:pt idx="3971">
                  <c:v>2314.2579999999998</c:v>
                </c:pt>
                <c:pt idx="3972">
                  <c:v>2314.7399999999998</c:v>
                </c:pt>
                <c:pt idx="3973">
                  <c:v>2315.2220000000002</c:v>
                </c:pt>
                <c:pt idx="3974">
                  <c:v>2315.7040000000002</c:v>
                </c:pt>
                <c:pt idx="3975">
                  <c:v>2316.1860000000001</c:v>
                </c:pt>
                <c:pt idx="3976">
                  <c:v>2316.6680000000001</c:v>
                </c:pt>
                <c:pt idx="3977">
                  <c:v>2317.15</c:v>
                </c:pt>
                <c:pt idx="3978">
                  <c:v>2317.6329999999998</c:v>
                </c:pt>
                <c:pt idx="3979">
                  <c:v>2318.1149999999998</c:v>
                </c:pt>
                <c:pt idx="3980">
                  <c:v>2318.5970000000002</c:v>
                </c:pt>
                <c:pt idx="3981">
                  <c:v>2319.0790000000002</c:v>
                </c:pt>
                <c:pt idx="3982">
                  <c:v>2319.5610000000001</c:v>
                </c:pt>
                <c:pt idx="3983">
                  <c:v>2320.0430000000001</c:v>
                </c:pt>
                <c:pt idx="3984">
                  <c:v>2320.5250000000001</c:v>
                </c:pt>
                <c:pt idx="3985">
                  <c:v>2321.0079999999998</c:v>
                </c:pt>
                <c:pt idx="3986">
                  <c:v>2321.4899999999998</c:v>
                </c:pt>
                <c:pt idx="3987">
                  <c:v>2321.9720000000002</c:v>
                </c:pt>
                <c:pt idx="3988">
                  <c:v>2322.4540000000002</c:v>
                </c:pt>
                <c:pt idx="3989">
                  <c:v>2322.9360000000001</c:v>
                </c:pt>
                <c:pt idx="3990">
                  <c:v>2323.4180000000001</c:v>
                </c:pt>
                <c:pt idx="3991">
                  <c:v>2323.9</c:v>
                </c:pt>
                <c:pt idx="3992">
                  <c:v>2324.3829999999998</c:v>
                </c:pt>
                <c:pt idx="3993">
                  <c:v>2324.8649999999998</c:v>
                </c:pt>
                <c:pt idx="3994">
                  <c:v>2325.3470000000002</c:v>
                </c:pt>
                <c:pt idx="3995">
                  <c:v>2325.8290000000002</c:v>
                </c:pt>
                <c:pt idx="3996">
                  <c:v>2326.3110000000001</c:v>
                </c:pt>
                <c:pt idx="3997">
                  <c:v>2326.7930000000001</c:v>
                </c:pt>
                <c:pt idx="3998">
                  <c:v>2327.2750000000001</c:v>
                </c:pt>
                <c:pt idx="3999">
                  <c:v>2327.7570000000001</c:v>
                </c:pt>
                <c:pt idx="4000">
                  <c:v>2328.2399999999998</c:v>
                </c:pt>
                <c:pt idx="4001">
                  <c:v>2328.7220000000002</c:v>
                </c:pt>
                <c:pt idx="4002">
                  <c:v>2329.2040000000002</c:v>
                </c:pt>
                <c:pt idx="4003">
                  <c:v>2329.6860000000001</c:v>
                </c:pt>
                <c:pt idx="4004">
                  <c:v>2330.1680000000001</c:v>
                </c:pt>
                <c:pt idx="4005">
                  <c:v>2330.65</c:v>
                </c:pt>
                <c:pt idx="4006">
                  <c:v>2331.1320000000001</c:v>
                </c:pt>
                <c:pt idx="4007">
                  <c:v>2331.6149999999998</c:v>
                </c:pt>
                <c:pt idx="4008">
                  <c:v>2332.0970000000002</c:v>
                </c:pt>
                <c:pt idx="4009">
                  <c:v>2332.5790000000002</c:v>
                </c:pt>
                <c:pt idx="4010">
                  <c:v>2333.0610000000001</c:v>
                </c:pt>
                <c:pt idx="4011">
                  <c:v>2333.5430000000001</c:v>
                </c:pt>
                <c:pt idx="4012">
                  <c:v>2334.0250000000001</c:v>
                </c:pt>
                <c:pt idx="4013">
                  <c:v>2334.5070000000001</c:v>
                </c:pt>
                <c:pt idx="4014">
                  <c:v>2334.9899999999998</c:v>
                </c:pt>
                <c:pt idx="4015">
                  <c:v>2335.4720000000002</c:v>
                </c:pt>
                <c:pt idx="4016">
                  <c:v>2335.9540000000002</c:v>
                </c:pt>
                <c:pt idx="4017">
                  <c:v>2336.4360000000001</c:v>
                </c:pt>
                <c:pt idx="4018">
                  <c:v>2336.9180000000001</c:v>
                </c:pt>
                <c:pt idx="4019">
                  <c:v>2337.4</c:v>
                </c:pt>
                <c:pt idx="4020">
                  <c:v>2337.8820000000001</c:v>
                </c:pt>
                <c:pt idx="4021">
                  <c:v>2338.3649999999998</c:v>
                </c:pt>
                <c:pt idx="4022">
                  <c:v>2338.8470000000002</c:v>
                </c:pt>
                <c:pt idx="4023">
                  <c:v>2339.3290000000002</c:v>
                </c:pt>
                <c:pt idx="4024">
                  <c:v>2339.8110000000001</c:v>
                </c:pt>
                <c:pt idx="4025">
                  <c:v>2340.2930000000001</c:v>
                </c:pt>
                <c:pt idx="4026">
                  <c:v>2340.7750000000001</c:v>
                </c:pt>
                <c:pt idx="4027">
                  <c:v>2341.2570000000001</c:v>
                </c:pt>
                <c:pt idx="4028">
                  <c:v>2341.7399999999998</c:v>
                </c:pt>
                <c:pt idx="4029">
                  <c:v>2342.221</c:v>
                </c:pt>
                <c:pt idx="4030">
                  <c:v>2342.7040000000002</c:v>
                </c:pt>
                <c:pt idx="4031">
                  <c:v>2343.1860000000001</c:v>
                </c:pt>
                <c:pt idx="4032">
                  <c:v>2343.6680000000001</c:v>
                </c:pt>
                <c:pt idx="4033">
                  <c:v>2344.15</c:v>
                </c:pt>
                <c:pt idx="4034">
                  <c:v>2344.6320000000001</c:v>
                </c:pt>
                <c:pt idx="4035">
                  <c:v>2345.114</c:v>
                </c:pt>
                <c:pt idx="4036">
                  <c:v>2345.596</c:v>
                </c:pt>
                <c:pt idx="4037">
                  <c:v>2346.0790000000002</c:v>
                </c:pt>
                <c:pt idx="4038">
                  <c:v>2346.5610000000001</c:v>
                </c:pt>
                <c:pt idx="4039">
                  <c:v>2347.0430000000001</c:v>
                </c:pt>
                <c:pt idx="4040">
                  <c:v>2347.5250000000001</c:v>
                </c:pt>
                <c:pt idx="4041">
                  <c:v>2348.0070000000001</c:v>
                </c:pt>
                <c:pt idx="4042">
                  <c:v>2348.489</c:v>
                </c:pt>
                <c:pt idx="4043">
                  <c:v>2348.971</c:v>
                </c:pt>
                <c:pt idx="4044">
                  <c:v>2349.4540000000002</c:v>
                </c:pt>
                <c:pt idx="4045">
                  <c:v>2349.9360000000001</c:v>
                </c:pt>
                <c:pt idx="4046">
                  <c:v>2350.4180000000001</c:v>
                </c:pt>
                <c:pt idx="4047">
                  <c:v>2350.9</c:v>
                </c:pt>
                <c:pt idx="4048">
                  <c:v>2351.3820000000001</c:v>
                </c:pt>
                <c:pt idx="4049">
                  <c:v>2351.864</c:v>
                </c:pt>
                <c:pt idx="4050">
                  <c:v>2352.346</c:v>
                </c:pt>
                <c:pt idx="4051">
                  <c:v>2352.8290000000002</c:v>
                </c:pt>
                <c:pt idx="4052">
                  <c:v>2353.3110000000001</c:v>
                </c:pt>
                <c:pt idx="4053">
                  <c:v>2353.7930000000001</c:v>
                </c:pt>
                <c:pt idx="4054">
                  <c:v>2354.2750000000001</c:v>
                </c:pt>
                <c:pt idx="4055">
                  <c:v>2354.7570000000001</c:v>
                </c:pt>
                <c:pt idx="4056">
                  <c:v>2355.239</c:v>
                </c:pt>
                <c:pt idx="4057">
                  <c:v>2355.721</c:v>
                </c:pt>
                <c:pt idx="4058">
                  <c:v>2356.2040000000002</c:v>
                </c:pt>
                <c:pt idx="4059">
                  <c:v>2356.6860000000001</c:v>
                </c:pt>
                <c:pt idx="4060">
                  <c:v>2357.1680000000001</c:v>
                </c:pt>
                <c:pt idx="4061">
                  <c:v>2357.65</c:v>
                </c:pt>
                <c:pt idx="4062">
                  <c:v>2358.1320000000001</c:v>
                </c:pt>
                <c:pt idx="4063">
                  <c:v>2358.614</c:v>
                </c:pt>
                <c:pt idx="4064">
                  <c:v>2359.096</c:v>
                </c:pt>
                <c:pt idx="4065">
                  <c:v>2359.578</c:v>
                </c:pt>
                <c:pt idx="4066">
                  <c:v>2360.0610000000001</c:v>
                </c:pt>
                <c:pt idx="4067">
                  <c:v>2360.5430000000001</c:v>
                </c:pt>
                <c:pt idx="4068">
                  <c:v>2361.0250000000001</c:v>
                </c:pt>
                <c:pt idx="4069">
                  <c:v>2361.5070000000001</c:v>
                </c:pt>
                <c:pt idx="4070">
                  <c:v>2361.989</c:v>
                </c:pt>
                <c:pt idx="4071">
                  <c:v>2362.471</c:v>
                </c:pt>
                <c:pt idx="4072">
                  <c:v>2362.953</c:v>
                </c:pt>
                <c:pt idx="4073">
                  <c:v>2363.4360000000001</c:v>
                </c:pt>
                <c:pt idx="4074">
                  <c:v>2363.9180000000001</c:v>
                </c:pt>
                <c:pt idx="4075">
                  <c:v>2364.4</c:v>
                </c:pt>
                <c:pt idx="4076">
                  <c:v>2364.8820000000001</c:v>
                </c:pt>
                <c:pt idx="4077">
                  <c:v>2365.364</c:v>
                </c:pt>
                <c:pt idx="4078">
                  <c:v>2365.846</c:v>
                </c:pt>
                <c:pt idx="4079">
                  <c:v>2366.328</c:v>
                </c:pt>
                <c:pt idx="4080">
                  <c:v>2366.8110000000001</c:v>
                </c:pt>
                <c:pt idx="4081">
                  <c:v>2367.2930000000001</c:v>
                </c:pt>
                <c:pt idx="4082">
                  <c:v>2367.7750000000001</c:v>
                </c:pt>
                <c:pt idx="4083">
                  <c:v>2368.2570000000001</c:v>
                </c:pt>
                <c:pt idx="4084">
                  <c:v>2368.739</c:v>
                </c:pt>
                <c:pt idx="4085">
                  <c:v>2369.221</c:v>
                </c:pt>
                <c:pt idx="4086">
                  <c:v>2369.703</c:v>
                </c:pt>
                <c:pt idx="4087">
                  <c:v>2370.1860000000001</c:v>
                </c:pt>
                <c:pt idx="4088">
                  <c:v>2370.6680000000001</c:v>
                </c:pt>
                <c:pt idx="4089">
                  <c:v>2371.15</c:v>
                </c:pt>
                <c:pt idx="4090">
                  <c:v>2371.6320000000001</c:v>
                </c:pt>
                <c:pt idx="4091">
                  <c:v>2372.114</c:v>
                </c:pt>
                <c:pt idx="4092">
                  <c:v>2372.596</c:v>
                </c:pt>
                <c:pt idx="4093">
                  <c:v>2373.078</c:v>
                </c:pt>
                <c:pt idx="4094">
                  <c:v>2373.5610000000001</c:v>
                </c:pt>
                <c:pt idx="4095">
                  <c:v>2374.0419999999999</c:v>
                </c:pt>
                <c:pt idx="4096">
                  <c:v>2374.5250000000001</c:v>
                </c:pt>
                <c:pt idx="4097">
                  <c:v>2375.0070000000001</c:v>
                </c:pt>
                <c:pt idx="4098">
                  <c:v>2375.489</c:v>
                </c:pt>
                <c:pt idx="4099">
                  <c:v>2375.971</c:v>
                </c:pt>
                <c:pt idx="4100">
                  <c:v>2376.453</c:v>
                </c:pt>
                <c:pt idx="4101">
                  <c:v>2376.9349999999999</c:v>
                </c:pt>
                <c:pt idx="4102">
                  <c:v>2377.4169999999999</c:v>
                </c:pt>
                <c:pt idx="4103">
                  <c:v>2377.9</c:v>
                </c:pt>
                <c:pt idx="4104">
                  <c:v>2378.3820000000001</c:v>
                </c:pt>
                <c:pt idx="4105">
                  <c:v>2378.864</c:v>
                </c:pt>
                <c:pt idx="4106">
                  <c:v>2379.346</c:v>
                </c:pt>
                <c:pt idx="4107">
                  <c:v>2379.828</c:v>
                </c:pt>
                <c:pt idx="4108">
                  <c:v>2380.31</c:v>
                </c:pt>
                <c:pt idx="4109">
                  <c:v>2380.7919999999999</c:v>
                </c:pt>
                <c:pt idx="4110">
                  <c:v>2381.2750000000001</c:v>
                </c:pt>
                <c:pt idx="4111">
                  <c:v>2381.7570000000001</c:v>
                </c:pt>
                <c:pt idx="4112">
                  <c:v>2382.239</c:v>
                </c:pt>
                <c:pt idx="4113">
                  <c:v>2382.721</c:v>
                </c:pt>
                <c:pt idx="4114">
                  <c:v>2383.203</c:v>
                </c:pt>
                <c:pt idx="4115">
                  <c:v>2383.6849999999999</c:v>
                </c:pt>
                <c:pt idx="4116">
                  <c:v>2384.1669999999999</c:v>
                </c:pt>
                <c:pt idx="4117">
                  <c:v>2384.65</c:v>
                </c:pt>
                <c:pt idx="4118">
                  <c:v>2385.1320000000001</c:v>
                </c:pt>
                <c:pt idx="4119">
                  <c:v>2385.614</c:v>
                </c:pt>
                <c:pt idx="4120">
                  <c:v>2386.096</c:v>
                </c:pt>
                <c:pt idx="4121">
                  <c:v>2386.578</c:v>
                </c:pt>
                <c:pt idx="4122">
                  <c:v>2387.06</c:v>
                </c:pt>
                <c:pt idx="4123">
                  <c:v>2387.5419999999999</c:v>
                </c:pt>
                <c:pt idx="4124">
                  <c:v>2388.0250000000001</c:v>
                </c:pt>
                <c:pt idx="4125">
                  <c:v>2388.5070000000001</c:v>
                </c:pt>
                <c:pt idx="4126">
                  <c:v>2388.989</c:v>
                </c:pt>
                <c:pt idx="4127">
                  <c:v>2389.471</c:v>
                </c:pt>
                <c:pt idx="4128">
                  <c:v>2389.953</c:v>
                </c:pt>
                <c:pt idx="4129">
                  <c:v>2390.4349999999999</c:v>
                </c:pt>
                <c:pt idx="4130">
                  <c:v>2390.9169999999999</c:v>
                </c:pt>
                <c:pt idx="4131">
                  <c:v>2391.3989999999999</c:v>
                </c:pt>
                <c:pt idx="4132">
                  <c:v>2391.8820000000001</c:v>
                </c:pt>
                <c:pt idx="4133">
                  <c:v>2392.364</c:v>
                </c:pt>
                <c:pt idx="4134">
                  <c:v>2392.846</c:v>
                </c:pt>
                <c:pt idx="4135">
                  <c:v>2393.328</c:v>
                </c:pt>
                <c:pt idx="4136">
                  <c:v>2393.81</c:v>
                </c:pt>
                <c:pt idx="4137">
                  <c:v>2394.2919999999999</c:v>
                </c:pt>
                <c:pt idx="4138">
                  <c:v>2394.7739999999999</c:v>
                </c:pt>
                <c:pt idx="4139">
                  <c:v>2395.2570000000001</c:v>
                </c:pt>
                <c:pt idx="4140">
                  <c:v>2395.739</c:v>
                </c:pt>
                <c:pt idx="4141">
                  <c:v>2396.221</c:v>
                </c:pt>
                <c:pt idx="4142">
                  <c:v>2396.703</c:v>
                </c:pt>
                <c:pt idx="4143">
                  <c:v>2397.1849999999999</c:v>
                </c:pt>
                <c:pt idx="4144">
                  <c:v>2397.6669999999999</c:v>
                </c:pt>
                <c:pt idx="4145">
                  <c:v>2398.1489999999999</c:v>
                </c:pt>
                <c:pt idx="4146">
                  <c:v>2398.6320000000001</c:v>
                </c:pt>
                <c:pt idx="4147">
                  <c:v>2399.114</c:v>
                </c:pt>
                <c:pt idx="4148">
                  <c:v>2399.596</c:v>
                </c:pt>
                <c:pt idx="4149">
                  <c:v>2400.078</c:v>
                </c:pt>
                <c:pt idx="4150">
                  <c:v>2400.56</c:v>
                </c:pt>
                <c:pt idx="4151">
                  <c:v>2401.0419999999999</c:v>
                </c:pt>
                <c:pt idx="4152">
                  <c:v>2401.5239999999999</c:v>
                </c:pt>
                <c:pt idx="4153">
                  <c:v>2402.0070000000001</c:v>
                </c:pt>
                <c:pt idx="4154">
                  <c:v>2402.489</c:v>
                </c:pt>
                <c:pt idx="4155">
                  <c:v>2402.971</c:v>
                </c:pt>
                <c:pt idx="4156">
                  <c:v>2403.453</c:v>
                </c:pt>
                <c:pt idx="4157">
                  <c:v>2403.9349999999999</c:v>
                </c:pt>
                <c:pt idx="4158">
                  <c:v>2404.4169999999999</c:v>
                </c:pt>
                <c:pt idx="4159">
                  <c:v>2404.8989999999999</c:v>
                </c:pt>
                <c:pt idx="4160">
                  <c:v>2405.3820000000001</c:v>
                </c:pt>
                <c:pt idx="4161">
                  <c:v>2405.864</c:v>
                </c:pt>
                <c:pt idx="4162">
                  <c:v>2406.346</c:v>
                </c:pt>
                <c:pt idx="4163">
                  <c:v>2406.828</c:v>
                </c:pt>
                <c:pt idx="4164">
                  <c:v>2407.31</c:v>
                </c:pt>
                <c:pt idx="4165">
                  <c:v>2407.7919999999999</c:v>
                </c:pt>
                <c:pt idx="4166">
                  <c:v>2408.2739999999999</c:v>
                </c:pt>
                <c:pt idx="4167">
                  <c:v>2408.7559999999999</c:v>
                </c:pt>
                <c:pt idx="4168">
                  <c:v>2409.239</c:v>
                </c:pt>
                <c:pt idx="4169">
                  <c:v>2409.721</c:v>
                </c:pt>
                <c:pt idx="4170">
                  <c:v>2410.203</c:v>
                </c:pt>
                <c:pt idx="4171">
                  <c:v>2410.6849999999999</c:v>
                </c:pt>
                <c:pt idx="4172">
                  <c:v>2411.1669999999999</c:v>
                </c:pt>
                <c:pt idx="4173">
                  <c:v>2411.6489999999999</c:v>
                </c:pt>
                <c:pt idx="4174">
                  <c:v>2412.1309999999999</c:v>
                </c:pt>
                <c:pt idx="4175">
                  <c:v>2412.614</c:v>
                </c:pt>
                <c:pt idx="4176">
                  <c:v>2413.096</c:v>
                </c:pt>
                <c:pt idx="4177">
                  <c:v>2413.578</c:v>
                </c:pt>
                <c:pt idx="4178">
                  <c:v>2414.06</c:v>
                </c:pt>
                <c:pt idx="4179">
                  <c:v>2414.5419999999999</c:v>
                </c:pt>
                <c:pt idx="4180">
                  <c:v>2415.0239999999999</c:v>
                </c:pt>
                <c:pt idx="4181">
                  <c:v>2415.5059999999999</c:v>
                </c:pt>
                <c:pt idx="4182">
                  <c:v>2415.989</c:v>
                </c:pt>
                <c:pt idx="4183">
                  <c:v>2416.471</c:v>
                </c:pt>
                <c:pt idx="4184">
                  <c:v>2416.953</c:v>
                </c:pt>
                <c:pt idx="4185">
                  <c:v>2417.4349999999999</c:v>
                </c:pt>
                <c:pt idx="4186">
                  <c:v>2417.9169999999999</c:v>
                </c:pt>
                <c:pt idx="4187">
                  <c:v>2418.3989999999999</c:v>
                </c:pt>
                <c:pt idx="4188">
                  <c:v>2418.8809999999999</c:v>
                </c:pt>
                <c:pt idx="4189">
                  <c:v>2419.364</c:v>
                </c:pt>
                <c:pt idx="4190">
                  <c:v>2419.846</c:v>
                </c:pt>
                <c:pt idx="4191">
                  <c:v>2420.328</c:v>
                </c:pt>
                <c:pt idx="4192">
                  <c:v>2420.81</c:v>
                </c:pt>
                <c:pt idx="4193">
                  <c:v>2421.2919999999999</c:v>
                </c:pt>
                <c:pt idx="4194">
                  <c:v>2421.7739999999999</c:v>
                </c:pt>
                <c:pt idx="4195">
                  <c:v>2422.2559999999999</c:v>
                </c:pt>
                <c:pt idx="4196">
                  <c:v>2422.739</c:v>
                </c:pt>
                <c:pt idx="4197">
                  <c:v>2423.2199999999998</c:v>
                </c:pt>
                <c:pt idx="4198">
                  <c:v>2423.703</c:v>
                </c:pt>
                <c:pt idx="4199">
                  <c:v>2424.1849999999999</c:v>
                </c:pt>
                <c:pt idx="4200">
                  <c:v>2424.6669999999999</c:v>
                </c:pt>
                <c:pt idx="4201">
                  <c:v>2425.1489999999999</c:v>
                </c:pt>
                <c:pt idx="4202">
                  <c:v>2425.6309999999999</c:v>
                </c:pt>
                <c:pt idx="4203">
                  <c:v>2426.1129999999998</c:v>
                </c:pt>
                <c:pt idx="4204">
                  <c:v>2426.5949999999998</c:v>
                </c:pt>
                <c:pt idx="4205">
                  <c:v>2427.078</c:v>
                </c:pt>
                <c:pt idx="4206">
                  <c:v>2427.56</c:v>
                </c:pt>
                <c:pt idx="4207">
                  <c:v>2428.0419999999999</c:v>
                </c:pt>
                <c:pt idx="4208">
                  <c:v>2428.5239999999999</c:v>
                </c:pt>
                <c:pt idx="4209">
                  <c:v>2429.0059999999999</c:v>
                </c:pt>
                <c:pt idx="4210">
                  <c:v>2429.4879999999998</c:v>
                </c:pt>
                <c:pt idx="4211">
                  <c:v>2429.9699999999998</c:v>
                </c:pt>
                <c:pt idx="4212">
                  <c:v>2430.453</c:v>
                </c:pt>
                <c:pt idx="4213">
                  <c:v>2430.9349999999999</c:v>
                </c:pt>
                <c:pt idx="4214">
                  <c:v>2431.4169999999999</c:v>
                </c:pt>
                <c:pt idx="4215">
                  <c:v>2431.8989999999999</c:v>
                </c:pt>
                <c:pt idx="4216">
                  <c:v>2432.3809999999999</c:v>
                </c:pt>
                <c:pt idx="4217">
                  <c:v>2432.8629999999998</c:v>
                </c:pt>
                <c:pt idx="4218">
                  <c:v>2433.3449999999998</c:v>
                </c:pt>
                <c:pt idx="4219">
                  <c:v>2433.828</c:v>
                </c:pt>
                <c:pt idx="4220">
                  <c:v>2434.31</c:v>
                </c:pt>
                <c:pt idx="4221">
                  <c:v>2434.7919999999999</c:v>
                </c:pt>
                <c:pt idx="4222">
                  <c:v>2435.2739999999999</c:v>
                </c:pt>
                <c:pt idx="4223">
                  <c:v>2435.7559999999999</c:v>
                </c:pt>
                <c:pt idx="4224">
                  <c:v>2436.2379999999998</c:v>
                </c:pt>
                <c:pt idx="4225">
                  <c:v>2436.7199999999998</c:v>
                </c:pt>
                <c:pt idx="4226">
                  <c:v>2437.203</c:v>
                </c:pt>
                <c:pt idx="4227">
                  <c:v>2437.6849999999999</c:v>
                </c:pt>
                <c:pt idx="4228">
                  <c:v>2438.1669999999999</c:v>
                </c:pt>
                <c:pt idx="4229">
                  <c:v>2438.6489999999999</c:v>
                </c:pt>
                <c:pt idx="4230">
                  <c:v>2439.1309999999999</c:v>
                </c:pt>
                <c:pt idx="4231">
                  <c:v>2439.6129999999998</c:v>
                </c:pt>
                <c:pt idx="4232">
                  <c:v>2440.0949999999998</c:v>
                </c:pt>
                <c:pt idx="4233">
                  <c:v>2440.5770000000002</c:v>
                </c:pt>
                <c:pt idx="4234">
                  <c:v>2441.06</c:v>
                </c:pt>
                <c:pt idx="4235">
                  <c:v>2441.5419999999999</c:v>
                </c:pt>
                <c:pt idx="4236">
                  <c:v>2442.0239999999999</c:v>
                </c:pt>
                <c:pt idx="4237">
                  <c:v>2442.5059999999999</c:v>
                </c:pt>
                <c:pt idx="4238">
                  <c:v>2442.9879999999998</c:v>
                </c:pt>
                <c:pt idx="4239">
                  <c:v>2443.4699999999998</c:v>
                </c:pt>
                <c:pt idx="4240">
                  <c:v>2443.9520000000002</c:v>
                </c:pt>
                <c:pt idx="4241">
                  <c:v>2444.4349999999999</c:v>
                </c:pt>
                <c:pt idx="4242">
                  <c:v>2444.9169999999999</c:v>
                </c:pt>
                <c:pt idx="4243">
                  <c:v>2445.3989999999999</c:v>
                </c:pt>
                <c:pt idx="4244">
                  <c:v>2445.8809999999999</c:v>
                </c:pt>
                <c:pt idx="4245">
                  <c:v>2446.3629999999998</c:v>
                </c:pt>
                <c:pt idx="4246">
                  <c:v>2446.8449999999998</c:v>
                </c:pt>
                <c:pt idx="4247">
                  <c:v>2447.3270000000002</c:v>
                </c:pt>
                <c:pt idx="4248">
                  <c:v>2447.81</c:v>
                </c:pt>
                <c:pt idx="4249">
                  <c:v>2448.2919999999999</c:v>
                </c:pt>
                <c:pt idx="4250">
                  <c:v>2448.7739999999999</c:v>
                </c:pt>
                <c:pt idx="4251">
                  <c:v>2449.2559999999999</c:v>
                </c:pt>
                <c:pt idx="4252">
                  <c:v>2449.7379999999998</c:v>
                </c:pt>
                <c:pt idx="4253">
                  <c:v>2450.2199999999998</c:v>
                </c:pt>
                <c:pt idx="4254">
                  <c:v>2450.7020000000002</c:v>
                </c:pt>
                <c:pt idx="4255">
                  <c:v>2451.1849999999999</c:v>
                </c:pt>
                <c:pt idx="4256">
                  <c:v>2451.6669999999999</c:v>
                </c:pt>
                <c:pt idx="4257">
                  <c:v>2452.1489999999999</c:v>
                </c:pt>
                <c:pt idx="4258">
                  <c:v>2452.6309999999999</c:v>
                </c:pt>
                <c:pt idx="4259">
                  <c:v>2453.1129999999998</c:v>
                </c:pt>
                <c:pt idx="4260">
                  <c:v>2453.5949999999998</c:v>
                </c:pt>
                <c:pt idx="4261">
                  <c:v>2454.0770000000002</c:v>
                </c:pt>
                <c:pt idx="4262">
                  <c:v>2454.56</c:v>
                </c:pt>
                <c:pt idx="4263">
                  <c:v>2455.0419999999999</c:v>
                </c:pt>
                <c:pt idx="4264">
                  <c:v>2455.5239999999999</c:v>
                </c:pt>
                <c:pt idx="4265">
                  <c:v>2456.0059999999999</c:v>
                </c:pt>
                <c:pt idx="4266">
                  <c:v>2456.4879999999998</c:v>
                </c:pt>
                <c:pt idx="4267">
                  <c:v>2456.9699999999998</c:v>
                </c:pt>
                <c:pt idx="4268">
                  <c:v>2457.4520000000002</c:v>
                </c:pt>
                <c:pt idx="4269">
                  <c:v>2457.9349999999999</c:v>
                </c:pt>
                <c:pt idx="4270">
                  <c:v>2458.4169999999999</c:v>
                </c:pt>
                <c:pt idx="4271">
                  <c:v>2458.8989999999999</c:v>
                </c:pt>
                <c:pt idx="4272">
                  <c:v>2459.3809999999999</c:v>
                </c:pt>
                <c:pt idx="4273">
                  <c:v>2459.8629999999998</c:v>
                </c:pt>
                <c:pt idx="4274">
                  <c:v>2460.3449999999998</c:v>
                </c:pt>
                <c:pt idx="4275">
                  <c:v>2460.8270000000002</c:v>
                </c:pt>
                <c:pt idx="4276">
                  <c:v>2461.3090000000002</c:v>
                </c:pt>
                <c:pt idx="4277">
                  <c:v>2461.7919999999999</c:v>
                </c:pt>
                <c:pt idx="4278">
                  <c:v>2462.2739999999999</c:v>
                </c:pt>
                <c:pt idx="4279">
                  <c:v>2462.7559999999999</c:v>
                </c:pt>
                <c:pt idx="4280">
                  <c:v>2463.2379999999998</c:v>
                </c:pt>
                <c:pt idx="4281">
                  <c:v>2463.7199999999998</c:v>
                </c:pt>
                <c:pt idx="4282">
                  <c:v>2464.2020000000002</c:v>
                </c:pt>
                <c:pt idx="4283">
                  <c:v>2464.6840000000002</c:v>
                </c:pt>
                <c:pt idx="4284">
                  <c:v>2465.1669999999999</c:v>
                </c:pt>
                <c:pt idx="4285">
                  <c:v>2465.6489999999999</c:v>
                </c:pt>
                <c:pt idx="4286">
                  <c:v>2466.1309999999999</c:v>
                </c:pt>
                <c:pt idx="4287">
                  <c:v>2466.6129999999998</c:v>
                </c:pt>
                <c:pt idx="4288">
                  <c:v>2467.0949999999998</c:v>
                </c:pt>
                <c:pt idx="4289">
                  <c:v>2467.5770000000002</c:v>
                </c:pt>
                <c:pt idx="4290">
                  <c:v>2468.0590000000002</c:v>
                </c:pt>
                <c:pt idx="4291">
                  <c:v>2468.5419999999999</c:v>
                </c:pt>
                <c:pt idx="4292">
                  <c:v>2469.0239999999999</c:v>
                </c:pt>
                <c:pt idx="4293">
                  <c:v>2469.5059999999999</c:v>
                </c:pt>
                <c:pt idx="4294">
                  <c:v>2469.9879999999998</c:v>
                </c:pt>
                <c:pt idx="4295">
                  <c:v>2470.4699999999998</c:v>
                </c:pt>
                <c:pt idx="4296">
                  <c:v>2470.9520000000002</c:v>
                </c:pt>
                <c:pt idx="4297">
                  <c:v>2471.4340000000002</c:v>
                </c:pt>
                <c:pt idx="4298">
                  <c:v>2471.9169999999999</c:v>
                </c:pt>
                <c:pt idx="4299">
                  <c:v>2472.3989999999999</c:v>
                </c:pt>
                <c:pt idx="4300">
                  <c:v>2472.8809999999999</c:v>
                </c:pt>
                <c:pt idx="4301">
                  <c:v>2473.3629999999998</c:v>
                </c:pt>
                <c:pt idx="4302">
                  <c:v>2473.8449999999998</c:v>
                </c:pt>
                <c:pt idx="4303">
                  <c:v>2474.3270000000002</c:v>
                </c:pt>
                <c:pt idx="4304">
                  <c:v>2474.8090000000002</c:v>
                </c:pt>
                <c:pt idx="4305">
                  <c:v>2475.2919999999999</c:v>
                </c:pt>
                <c:pt idx="4306">
                  <c:v>2475.7730000000001</c:v>
                </c:pt>
                <c:pt idx="4307">
                  <c:v>2476.2559999999999</c:v>
                </c:pt>
                <c:pt idx="4308">
                  <c:v>2476.7379999999998</c:v>
                </c:pt>
                <c:pt idx="4309">
                  <c:v>2477.2199999999998</c:v>
                </c:pt>
                <c:pt idx="4310">
                  <c:v>2477.7020000000002</c:v>
                </c:pt>
                <c:pt idx="4311">
                  <c:v>2478.1840000000002</c:v>
                </c:pt>
                <c:pt idx="4312">
                  <c:v>2478.6660000000002</c:v>
                </c:pt>
                <c:pt idx="4313">
                  <c:v>2479.1480000000001</c:v>
                </c:pt>
                <c:pt idx="4314">
                  <c:v>2479.6309999999999</c:v>
                </c:pt>
                <c:pt idx="4315">
                  <c:v>2480.1129999999998</c:v>
                </c:pt>
                <c:pt idx="4316">
                  <c:v>2480.5949999999998</c:v>
                </c:pt>
                <c:pt idx="4317">
                  <c:v>2481.0770000000002</c:v>
                </c:pt>
                <c:pt idx="4318">
                  <c:v>2481.5590000000002</c:v>
                </c:pt>
                <c:pt idx="4319">
                  <c:v>2482.0410000000002</c:v>
                </c:pt>
                <c:pt idx="4320">
                  <c:v>2482.5230000000001</c:v>
                </c:pt>
                <c:pt idx="4321">
                  <c:v>2483.0059999999999</c:v>
                </c:pt>
                <c:pt idx="4322">
                  <c:v>2483.4879999999998</c:v>
                </c:pt>
                <c:pt idx="4323">
                  <c:v>2483.9699999999998</c:v>
                </c:pt>
                <c:pt idx="4324">
                  <c:v>2484.4520000000002</c:v>
                </c:pt>
                <c:pt idx="4325">
                  <c:v>2484.9340000000002</c:v>
                </c:pt>
                <c:pt idx="4326">
                  <c:v>2485.4160000000002</c:v>
                </c:pt>
                <c:pt idx="4327">
                  <c:v>2485.8980000000001</c:v>
                </c:pt>
                <c:pt idx="4328">
                  <c:v>2486.3809999999999</c:v>
                </c:pt>
                <c:pt idx="4329">
                  <c:v>2486.8629999999998</c:v>
                </c:pt>
                <c:pt idx="4330">
                  <c:v>2487.3449999999998</c:v>
                </c:pt>
                <c:pt idx="4331">
                  <c:v>2487.8270000000002</c:v>
                </c:pt>
                <c:pt idx="4332">
                  <c:v>2488.3090000000002</c:v>
                </c:pt>
                <c:pt idx="4333">
                  <c:v>2488.7910000000002</c:v>
                </c:pt>
                <c:pt idx="4334">
                  <c:v>2489.2730000000001</c:v>
                </c:pt>
                <c:pt idx="4335">
                  <c:v>2489.7559999999999</c:v>
                </c:pt>
                <c:pt idx="4336">
                  <c:v>2490.2379999999998</c:v>
                </c:pt>
                <c:pt idx="4337">
                  <c:v>2490.7199999999998</c:v>
                </c:pt>
                <c:pt idx="4338">
                  <c:v>2491.2020000000002</c:v>
                </c:pt>
                <c:pt idx="4339">
                  <c:v>2491.6840000000002</c:v>
                </c:pt>
                <c:pt idx="4340">
                  <c:v>2492.1660000000002</c:v>
                </c:pt>
                <c:pt idx="4341">
                  <c:v>2492.6480000000001</c:v>
                </c:pt>
                <c:pt idx="4342">
                  <c:v>2493.13</c:v>
                </c:pt>
                <c:pt idx="4343">
                  <c:v>2493.6129999999998</c:v>
                </c:pt>
                <c:pt idx="4344">
                  <c:v>2494.0949999999998</c:v>
                </c:pt>
                <c:pt idx="4345">
                  <c:v>2494.5770000000002</c:v>
                </c:pt>
                <c:pt idx="4346">
                  <c:v>2495.0590000000002</c:v>
                </c:pt>
                <c:pt idx="4347">
                  <c:v>2495.5410000000002</c:v>
                </c:pt>
                <c:pt idx="4348">
                  <c:v>2496.0230000000001</c:v>
                </c:pt>
                <c:pt idx="4349">
                  <c:v>2496.5050000000001</c:v>
                </c:pt>
                <c:pt idx="4350">
                  <c:v>2496.9879999999998</c:v>
                </c:pt>
                <c:pt idx="4351">
                  <c:v>2497.4699999999998</c:v>
                </c:pt>
                <c:pt idx="4352">
                  <c:v>2497.9520000000002</c:v>
                </c:pt>
                <c:pt idx="4353">
                  <c:v>2498.4340000000002</c:v>
                </c:pt>
                <c:pt idx="4354">
                  <c:v>2498.9160000000002</c:v>
                </c:pt>
                <c:pt idx="4355">
                  <c:v>2499.3980000000001</c:v>
                </c:pt>
                <c:pt idx="4356">
                  <c:v>2499.88</c:v>
                </c:pt>
                <c:pt idx="4357">
                  <c:v>2500.3629999999998</c:v>
                </c:pt>
                <c:pt idx="4358">
                  <c:v>2500.8449999999998</c:v>
                </c:pt>
                <c:pt idx="4359">
                  <c:v>2501.3270000000002</c:v>
                </c:pt>
                <c:pt idx="4360">
                  <c:v>2501.8090000000002</c:v>
                </c:pt>
                <c:pt idx="4361">
                  <c:v>2502.2910000000002</c:v>
                </c:pt>
                <c:pt idx="4362">
                  <c:v>2502.7730000000001</c:v>
                </c:pt>
                <c:pt idx="4363">
                  <c:v>2503.2550000000001</c:v>
                </c:pt>
                <c:pt idx="4364">
                  <c:v>2503.7379999999998</c:v>
                </c:pt>
                <c:pt idx="4365">
                  <c:v>2504.2199999999998</c:v>
                </c:pt>
                <c:pt idx="4366">
                  <c:v>2504.7020000000002</c:v>
                </c:pt>
                <c:pt idx="4367">
                  <c:v>2505.1840000000002</c:v>
                </c:pt>
                <c:pt idx="4368">
                  <c:v>2505.6660000000002</c:v>
                </c:pt>
                <c:pt idx="4369">
                  <c:v>2506.1480000000001</c:v>
                </c:pt>
                <c:pt idx="4370">
                  <c:v>2506.63</c:v>
                </c:pt>
                <c:pt idx="4371">
                  <c:v>2507.1129999999998</c:v>
                </c:pt>
                <c:pt idx="4372">
                  <c:v>2507.5940000000001</c:v>
                </c:pt>
                <c:pt idx="4373">
                  <c:v>2508.0770000000002</c:v>
                </c:pt>
                <c:pt idx="4374">
                  <c:v>2508.5590000000002</c:v>
                </c:pt>
                <c:pt idx="4375">
                  <c:v>2509.0410000000002</c:v>
                </c:pt>
                <c:pt idx="4376">
                  <c:v>2509.5230000000001</c:v>
                </c:pt>
                <c:pt idx="4377">
                  <c:v>2510.0050000000001</c:v>
                </c:pt>
                <c:pt idx="4378">
                  <c:v>2510.4870000000001</c:v>
                </c:pt>
                <c:pt idx="4379">
                  <c:v>2510.9690000000001</c:v>
                </c:pt>
                <c:pt idx="4380">
                  <c:v>2511.4520000000002</c:v>
                </c:pt>
                <c:pt idx="4381">
                  <c:v>2511.9340000000002</c:v>
                </c:pt>
                <c:pt idx="4382">
                  <c:v>2512.4160000000002</c:v>
                </c:pt>
                <c:pt idx="4383">
                  <c:v>2512.8980000000001</c:v>
                </c:pt>
                <c:pt idx="4384">
                  <c:v>2513.38</c:v>
                </c:pt>
                <c:pt idx="4385">
                  <c:v>2513.8620000000001</c:v>
                </c:pt>
                <c:pt idx="4386">
                  <c:v>2514.3440000000001</c:v>
                </c:pt>
                <c:pt idx="4387">
                  <c:v>2514.8270000000002</c:v>
                </c:pt>
                <c:pt idx="4388">
                  <c:v>2515.3090000000002</c:v>
                </c:pt>
                <c:pt idx="4389">
                  <c:v>2515.7910000000002</c:v>
                </c:pt>
                <c:pt idx="4390">
                  <c:v>2516.2730000000001</c:v>
                </c:pt>
                <c:pt idx="4391">
                  <c:v>2516.7550000000001</c:v>
                </c:pt>
                <c:pt idx="4392">
                  <c:v>2517.2370000000001</c:v>
                </c:pt>
                <c:pt idx="4393">
                  <c:v>2517.7190000000001</c:v>
                </c:pt>
                <c:pt idx="4394">
                  <c:v>2518.2020000000002</c:v>
                </c:pt>
                <c:pt idx="4395">
                  <c:v>2518.6840000000002</c:v>
                </c:pt>
                <c:pt idx="4396">
                  <c:v>2519.1660000000002</c:v>
                </c:pt>
                <c:pt idx="4397">
                  <c:v>2519.6480000000001</c:v>
                </c:pt>
                <c:pt idx="4398">
                  <c:v>2520.13</c:v>
                </c:pt>
                <c:pt idx="4399">
                  <c:v>2520.6120000000001</c:v>
                </c:pt>
                <c:pt idx="4400">
                  <c:v>2521.0940000000001</c:v>
                </c:pt>
                <c:pt idx="4401">
                  <c:v>2521.5770000000002</c:v>
                </c:pt>
                <c:pt idx="4402">
                  <c:v>2522.0590000000002</c:v>
                </c:pt>
                <c:pt idx="4403">
                  <c:v>2522.5410000000002</c:v>
                </c:pt>
                <c:pt idx="4404">
                  <c:v>2523.0230000000001</c:v>
                </c:pt>
                <c:pt idx="4405">
                  <c:v>2523.5050000000001</c:v>
                </c:pt>
                <c:pt idx="4406">
                  <c:v>2523.9870000000001</c:v>
                </c:pt>
                <c:pt idx="4407">
                  <c:v>2524.4690000000001</c:v>
                </c:pt>
                <c:pt idx="4408">
                  <c:v>2524.951</c:v>
                </c:pt>
                <c:pt idx="4409">
                  <c:v>2525.4340000000002</c:v>
                </c:pt>
                <c:pt idx="4410">
                  <c:v>2525.9160000000002</c:v>
                </c:pt>
                <c:pt idx="4411">
                  <c:v>2526.3980000000001</c:v>
                </c:pt>
                <c:pt idx="4412">
                  <c:v>2526.88</c:v>
                </c:pt>
                <c:pt idx="4413">
                  <c:v>2527.3620000000001</c:v>
                </c:pt>
                <c:pt idx="4414">
                  <c:v>2527.8440000000001</c:v>
                </c:pt>
                <c:pt idx="4415">
                  <c:v>2528.326</c:v>
                </c:pt>
                <c:pt idx="4416">
                  <c:v>2528.8090000000002</c:v>
                </c:pt>
                <c:pt idx="4417">
                  <c:v>2529.2910000000002</c:v>
                </c:pt>
                <c:pt idx="4418">
                  <c:v>2529.7730000000001</c:v>
                </c:pt>
                <c:pt idx="4419">
                  <c:v>2530.2550000000001</c:v>
                </c:pt>
                <c:pt idx="4420">
                  <c:v>2530.7370000000001</c:v>
                </c:pt>
                <c:pt idx="4421">
                  <c:v>2531.2190000000001</c:v>
                </c:pt>
                <c:pt idx="4422">
                  <c:v>2531.701</c:v>
                </c:pt>
                <c:pt idx="4423">
                  <c:v>2532.1840000000002</c:v>
                </c:pt>
                <c:pt idx="4424">
                  <c:v>2532.6660000000002</c:v>
                </c:pt>
                <c:pt idx="4425">
                  <c:v>2533.1480000000001</c:v>
                </c:pt>
                <c:pt idx="4426">
                  <c:v>2533.63</c:v>
                </c:pt>
                <c:pt idx="4427">
                  <c:v>2534.1120000000001</c:v>
                </c:pt>
                <c:pt idx="4428">
                  <c:v>2534.5940000000001</c:v>
                </c:pt>
                <c:pt idx="4429">
                  <c:v>2535.076</c:v>
                </c:pt>
                <c:pt idx="4430">
                  <c:v>2535.5590000000002</c:v>
                </c:pt>
                <c:pt idx="4431">
                  <c:v>2536.0410000000002</c:v>
                </c:pt>
                <c:pt idx="4432">
                  <c:v>2536.5230000000001</c:v>
                </c:pt>
                <c:pt idx="4433">
                  <c:v>2537.0050000000001</c:v>
                </c:pt>
                <c:pt idx="4434">
                  <c:v>2537.4870000000001</c:v>
                </c:pt>
                <c:pt idx="4435">
                  <c:v>2537.9690000000001</c:v>
                </c:pt>
                <c:pt idx="4436">
                  <c:v>2538.451</c:v>
                </c:pt>
                <c:pt idx="4437">
                  <c:v>2538.9340000000002</c:v>
                </c:pt>
                <c:pt idx="4438">
                  <c:v>2539.4160000000002</c:v>
                </c:pt>
                <c:pt idx="4439">
                  <c:v>2539.8980000000001</c:v>
                </c:pt>
                <c:pt idx="4440">
                  <c:v>2540.38</c:v>
                </c:pt>
                <c:pt idx="4441">
                  <c:v>2540.8620000000001</c:v>
                </c:pt>
                <c:pt idx="4442">
                  <c:v>2541.3440000000001</c:v>
                </c:pt>
                <c:pt idx="4443">
                  <c:v>2541.826</c:v>
                </c:pt>
                <c:pt idx="4444">
                  <c:v>2542.308</c:v>
                </c:pt>
                <c:pt idx="4445">
                  <c:v>2542.7910000000002</c:v>
                </c:pt>
                <c:pt idx="4446">
                  <c:v>2543.2730000000001</c:v>
                </c:pt>
                <c:pt idx="4447">
                  <c:v>2543.7550000000001</c:v>
                </c:pt>
                <c:pt idx="4448">
                  <c:v>2544.2370000000001</c:v>
                </c:pt>
                <c:pt idx="4449">
                  <c:v>2544.7190000000001</c:v>
                </c:pt>
                <c:pt idx="4450">
                  <c:v>2545.201</c:v>
                </c:pt>
                <c:pt idx="4451">
                  <c:v>2545.683</c:v>
                </c:pt>
                <c:pt idx="4452">
                  <c:v>2546.1660000000002</c:v>
                </c:pt>
                <c:pt idx="4453">
                  <c:v>2546.6480000000001</c:v>
                </c:pt>
                <c:pt idx="4454">
                  <c:v>2547.13</c:v>
                </c:pt>
                <c:pt idx="4455">
                  <c:v>2547.6120000000001</c:v>
                </c:pt>
                <c:pt idx="4456">
                  <c:v>2548.0940000000001</c:v>
                </c:pt>
                <c:pt idx="4457">
                  <c:v>2548.576</c:v>
                </c:pt>
                <c:pt idx="4458">
                  <c:v>2549.058</c:v>
                </c:pt>
                <c:pt idx="4459">
                  <c:v>2549.5410000000002</c:v>
                </c:pt>
                <c:pt idx="4460">
                  <c:v>2550.0230000000001</c:v>
                </c:pt>
                <c:pt idx="4461">
                  <c:v>2550.5050000000001</c:v>
                </c:pt>
                <c:pt idx="4462">
                  <c:v>2550.9870000000001</c:v>
                </c:pt>
                <c:pt idx="4463">
                  <c:v>2551.4690000000001</c:v>
                </c:pt>
                <c:pt idx="4464">
                  <c:v>2551.951</c:v>
                </c:pt>
                <c:pt idx="4465">
                  <c:v>2552.433</c:v>
                </c:pt>
                <c:pt idx="4466">
                  <c:v>2552.9160000000002</c:v>
                </c:pt>
                <c:pt idx="4467">
                  <c:v>2553.3980000000001</c:v>
                </c:pt>
                <c:pt idx="4468">
                  <c:v>2553.88</c:v>
                </c:pt>
                <c:pt idx="4469">
                  <c:v>2554.3620000000001</c:v>
                </c:pt>
                <c:pt idx="4470">
                  <c:v>2554.8440000000001</c:v>
                </c:pt>
                <c:pt idx="4471">
                  <c:v>2555.326</c:v>
                </c:pt>
                <c:pt idx="4472">
                  <c:v>2555.808</c:v>
                </c:pt>
                <c:pt idx="4473">
                  <c:v>2556.2910000000002</c:v>
                </c:pt>
                <c:pt idx="4474">
                  <c:v>2556.7719999999999</c:v>
                </c:pt>
                <c:pt idx="4475">
                  <c:v>2557.2550000000001</c:v>
                </c:pt>
                <c:pt idx="4476">
                  <c:v>2557.7370000000001</c:v>
                </c:pt>
                <c:pt idx="4477">
                  <c:v>2558.2190000000001</c:v>
                </c:pt>
                <c:pt idx="4478">
                  <c:v>2558.701</c:v>
                </c:pt>
                <c:pt idx="4479">
                  <c:v>2559.183</c:v>
                </c:pt>
                <c:pt idx="4480">
                  <c:v>2559.665</c:v>
                </c:pt>
                <c:pt idx="4481">
                  <c:v>2560.1469999999999</c:v>
                </c:pt>
                <c:pt idx="4482">
                  <c:v>2560.63</c:v>
                </c:pt>
                <c:pt idx="4483">
                  <c:v>2561.1120000000001</c:v>
                </c:pt>
                <c:pt idx="4484">
                  <c:v>2561.5940000000001</c:v>
                </c:pt>
                <c:pt idx="4485">
                  <c:v>2562.076</c:v>
                </c:pt>
                <c:pt idx="4486">
                  <c:v>2562.558</c:v>
                </c:pt>
                <c:pt idx="4487">
                  <c:v>2563.04</c:v>
                </c:pt>
                <c:pt idx="4488">
                  <c:v>2563.5219999999999</c:v>
                </c:pt>
                <c:pt idx="4489">
                  <c:v>2564.0050000000001</c:v>
                </c:pt>
                <c:pt idx="4490">
                  <c:v>2564.4870000000001</c:v>
                </c:pt>
                <c:pt idx="4491">
                  <c:v>2564.9690000000001</c:v>
                </c:pt>
                <c:pt idx="4492">
                  <c:v>2565.451</c:v>
                </c:pt>
                <c:pt idx="4493">
                  <c:v>2565.933</c:v>
                </c:pt>
                <c:pt idx="4494">
                  <c:v>2566.415</c:v>
                </c:pt>
                <c:pt idx="4495">
                  <c:v>2566.8969999999999</c:v>
                </c:pt>
                <c:pt idx="4496">
                  <c:v>2567.38</c:v>
                </c:pt>
                <c:pt idx="4497">
                  <c:v>2567.8620000000001</c:v>
                </c:pt>
                <c:pt idx="4498">
                  <c:v>2568.3440000000001</c:v>
                </c:pt>
                <c:pt idx="4499">
                  <c:v>2568.826</c:v>
                </c:pt>
                <c:pt idx="4500">
                  <c:v>2569.308</c:v>
                </c:pt>
                <c:pt idx="4501">
                  <c:v>2569.79</c:v>
                </c:pt>
                <c:pt idx="4502">
                  <c:v>2570.2719999999999</c:v>
                </c:pt>
                <c:pt idx="4503">
                  <c:v>2570.7550000000001</c:v>
                </c:pt>
                <c:pt idx="4504">
                  <c:v>2571.2370000000001</c:v>
                </c:pt>
                <c:pt idx="4505">
                  <c:v>2571.7190000000001</c:v>
                </c:pt>
                <c:pt idx="4506">
                  <c:v>2572.201</c:v>
                </c:pt>
                <c:pt idx="4507">
                  <c:v>2572.683</c:v>
                </c:pt>
                <c:pt idx="4508">
                  <c:v>2573.165</c:v>
                </c:pt>
                <c:pt idx="4509">
                  <c:v>2573.6469999999999</c:v>
                </c:pt>
                <c:pt idx="4510">
                  <c:v>2574.1289999999999</c:v>
                </c:pt>
                <c:pt idx="4511">
                  <c:v>2574.6120000000001</c:v>
                </c:pt>
                <c:pt idx="4512">
                  <c:v>2575.0940000000001</c:v>
                </c:pt>
                <c:pt idx="4513">
                  <c:v>2575.576</c:v>
                </c:pt>
                <c:pt idx="4514">
                  <c:v>2576.058</c:v>
                </c:pt>
                <c:pt idx="4515">
                  <c:v>2576.54</c:v>
                </c:pt>
                <c:pt idx="4516">
                  <c:v>2577.0219999999999</c:v>
                </c:pt>
                <c:pt idx="4517">
                  <c:v>2577.5039999999999</c:v>
                </c:pt>
                <c:pt idx="4518">
                  <c:v>2577.9870000000001</c:v>
                </c:pt>
                <c:pt idx="4519">
                  <c:v>2578.4690000000001</c:v>
                </c:pt>
                <c:pt idx="4520">
                  <c:v>2578.951</c:v>
                </c:pt>
                <c:pt idx="4521">
                  <c:v>2579.433</c:v>
                </c:pt>
                <c:pt idx="4522">
                  <c:v>2579.915</c:v>
                </c:pt>
                <c:pt idx="4523">
                  <c:v>2580.3969999999999</c:v>
                </c:pt>
                <c:pt idx="4524">
                  <c:v>2580.8789999999999</c:v>
                </c:pt>
                <c:pt idx="4525">
                  <c:v>2581.3620000000001</c:v>
                </c:pt>
                <c:pt idx="4526">
                  <c:v>2581.8440000000001</c:v>
                </c:pt>
                <c:pt idx="4527">
                  <c:v>2582.326</c:v>
                </c:pt>
                <c:pt idx="4528">
                  <c:v>2582.808</c:v>
                </c:pt>
                <c:pt idx="4529">
                  <c:v>2583.29</c:v>
                </c:pt>
                <c:pt idx="4530">
                  <c:v>2583.7719999999999</c:v>
                </c:pt>
                <c:pt idx="4531">
                  <c:v>2584.2539999999999</c:v>
                </c:pt>
                <c:pt idx="4532">
                  <c:v>2584.7370000000001</c:v>
                </c:pt>
                <c:pt idx="4533">
                  <c:v>2585.2190000000001</c:v>
                </c:pt>
                <c:pt idx="4534">
                  <c:v>2585.701</c:v>
                </c:pt>
                <c:pt idx="4535">
                  <c:v>2586.183</c:v>
                </c:pt>
                <c:pt idx="4536">
                  <c:v>2586.665</c:v>
                </c:pt>
                <c:pt idx="4537">
                  <c:v>2587.1469999999999</c:v>
                </c:pt>
                <c:pt idx="4538">
                  <c:v>2587.6289999999999</c:v>
                </c:pt>
                <c:pt idx="4539">
                  <c:v>2588.1120000000001</c:v>
                </c:pt>
                <c:pt idx="4540">
                  <c:v>2588.5940000000001</c:v>
                </c:pt>
                <c:pt idx="4541">
                  <c:v>2589.076</c:v>
                </c:pt>
                <c:pt idx="4542">
                  <c:v>2589.558</c:v>
                </c:pt>
                <c:pt idx="4543">
                  <c:v>2590.04</c:v>
                </c:pt>
                <c:pt idx="4544">
                  <c:v>2590.5219999999999</c:v>
                </c:pt>
                <c:pt idx="4545">
                  <c:v>2591.0039999999999</c:v>
                </c:pt>
                <c:pt idx="4546">
                  <c:v>2591.4859999999999</c:v>
                </c:pt>
                <c:pt idx="4547">
                  <c:v>2591.9690000000001</c:v>
                </c:pt>
                <c:pt idx="4548">
                  <c:v>2592.451</c:v>
                </c:pt>
                <c:pt idx="4549">
                  <c:v>2592.933</c:v>
                </c:pt>
                <c:pt idx="4550">
                  <c:v>2593.415</c:v>
                </c:pt>
                <c:pt idx="4551">
                  <c:v>2593.8969999999999</c:v>
                </c:pt>
                <c:pt idx="4552">
                  <c:v>2594.3789999999999</c:v>
                </c:pt>
                <c:pt idx="4553">
                  <c:v>2594.8609999999999</c:v>
                </c:pt>
                <c:pt idx="4554">
                  <c:v>2595.3440000000001</c:v>
                </c:pt>
                <c:pt idx="4555">
                  <c:v>2595.826</c:v>
                </c:pt>
                <c:pt idx="4556">
                  <c:v>2596.308</c:v>
                </c:pt>
                <c:pt idx="4557">
                  <c:v>2596.79</c:v>
                </c:pt>
                <c:pt idx="4558">
                  <c:v>2597.2719999999999</c:v>
                </c:pt>
                <c:pt idx="4559">
                  <c:v>2597.7539999999999</c:v>
                </c:pt>
                <c:pt idx="4560">
                  <c:v>2598.2359999999999</c:v>
                </c:pt>
                <c:pt idx="4561">
                  <c:v>2598.7190000000001</c:v>
                </c:pt>
                <c:pt idx="4562">
                  <c:v>2599.201</c:v>
                </c:pt>
                <c:pt idx="4563">
                  <c:v>2599.683</c:v>
                </c:pt>
                <c:pt idx="4564">
                  <c:v>2600.165</c:v>
                </c:pt>
                <c:pt idx="4565">
                  <c:v>2600.6469999999999</c:v>
                </c:pt>
                <c:pt idx="4566">
                  <c:v>2601.1289999999999</c:v>
                </c:pt>
                <c:pt idx="4567">
                  <c:v>2601.6109999999999</c:v>
                </c:pt>
                <c:pt idx="4568">
                  <c:v>2602.0940000000001</c:v>
                </c:pt>
                <c:pt idx="4569">
                  <c:v>2602.576</c:v>
                </c:pt>
                <c:pt idx="4570">
                  <c:v>2603.058</c:v>
                </c:pt>
                <c:pt idx="4571">
                  <c:v>2603.54</c:v>
                </c:pt>
                <c:pt idx="4572">
                  <c:v>2604.0219999999999</c:v>
                </c:pt>
                <c:pt idx="4573">
                  <c:v>2604.5039999999999</c:v>
                </c:pt>
                <c:pt idx="4574">
                  <c:v>2604.9859999999999</c:v>
                </c:pt>
                <c:pt idx="4575">
                  <c:v>2605.4690000000001</c:v>
                </c:pt>
                <c:pt idx="4576">
                  <c:v>2605.9499999999998</c:v>
                </c:pt>
                <c:pt idx="4577">
                  <c:v>2606.433</c:v>
                </c:pt>
                <c:pt idx="4578">
                  <c:v>2606.915</c:v>
                </c:pt>
                <c:pt idx="4579">
                  <c:v>2607.3969999999999</c:v>
                </c:pt>
                <c:pt idx="4580">
                  <c:v>2607.8789999999999</c:v>
                </c:pt>
                <c:pt idx="4581">
                  <c:v>2608.3609999999999</c:v>
                </c:pt>
                <c:pt idx="4582">
                  <c:v>2608.8429999999998</c:v>
                </c:pt>
                <c:pt idx="4583">
                  <c:v>2609.3249999999998</c:v>
                </c:pt>
                <c:pt idx="4584">
                  <c:v>2609.808</c:v>
                </c:pt>
                <c:pt idx="4585">
                  <c:v>2610.29</c:v>
                </c:pt>
                <c:pt idx="4586">
                  <c:v>2610.7719999999999</c:v>
                </c:pt>
                <c:pt idx="4587">
                  <c:v>2611.2539999999999</c:v>
                </c:pt>
                <c:pt idx="4588">
                  <c:v>2611.7359999999999</c:v>
                </c:pt>
                <c:pt idx="4589">
                  <c:v>2612.2179999999998</c:v>
                </c:pt>
                <c:pt idx="4590">
                  <c:v>2612.6999999999998</c:v>
                </c:pt>
                <c:pt idx="4591">
                  <c:v>2613.183</c:v>
                </c:pt>
                <c:pt idx="4592">
                  <c:v>2613.665</c:v>
                </c:pt>
                <c:pt idx="4593">
                  <c:v>2614.1469999999999</c:v>
                </c:pt>
                <c:pt idx="4594">
                  <c:v>2614.6289999999999</c:v>
                </c:pt>
                <c:pt idx="4595">
                  <c:v>2615.1109999999999</c:v>
                </c:pt>
                <c:pt idx="4596">
                  <c:v>2615.5929999999998</c:v>
                </c:pt>
                <c:pt idx="4597">
                  <c:v>2616.0749999999998</c:v>
                </c:pt>
                <c:pt idx="4598">
                  <c:v>2616.558</c:v>
                </c:pt>
                <c:pt idx="4599">
                  <c:v>2617.04</c:v>
                </c:pt>
                <c:pt idx="4600">
                  <c:v>2617.5219999999999</c:v>
                </c:pt>
                <c:pt idx="4601">
                  <c:v>2618.0039999999999</c:v>
                </c:pt>
                <c:pt idx="4602">
                  <c:v>2618.4859999999999</c:v>
                </c:pt>
                <c:pt idx="4603">
                  <c:v>2618.9679999999998</c:v>
                </c:pt>
                <c:pt idx="4604">
                  <c:v>2619.4499999999998</c:v>
                </c:pt>
                <c:pt idx="4605">
                  <c:v>2619.933</c:v>
                </c:pt>
                <c:pt idx="4606">
                  <c:v>2620.415</c:v>
                </c:pt>
                <c:pt idx="4607">
                  <c:v>2620.8969999999999</c:v>
                </c:pt>
                <c:pt idx="4608">
                  <c:v>2621.3789999999999</c:v>
                </c:pt>
                <c:pt idx="4609">
                  <c:v>2621.8609999999999</c:v>
                </c:pt>
                <c:pt idx="4610">
                  <c:v>2622.3429999999998</c:v>
                </c:pt>
                <c:pt idx="4611">
                  <c:v>2622.8249999999998</c:v>
                </c:pt>
                <c:pt idx="4612">
                  <c:v>2623.3069999999998</c:v>
                </c:pt>
                <c:pt idx="4613">
                  <c:v>2623.79</c:v>
                </c:pt>
                <c:pt idx="4614">
                  <c:v>2624.2719999999999</c:v>
                </c:pt>
                <c:pt idx="4615">
                  <c:v>2624.7539999999999</c:v>
                </c:pt>
                <c:pt idx="4616">
                  <c:v>2625.2359999999999</c:v>
                </c:pt>
                <c:pt idx="4617">
                  <c:v>2625.7179999999998</c:v>
                </c:pt>
                <c:pt idx="4618">
                  <c:v>2626.2</c:v>
                </c:pt>
                <c:pt idx="4619">
                  <c:v>2626.6819999999998</c:v>
                </c:pt>
                <c:pt idx="4620">
                  <c:v>2627.165</c:v>
                </c:pt>
                <c:pt idx="4621">
                  <c:v>2627.6469999999999</c:v>
                </c:pt>
                <c:pt idx="4622">
                  <c:v>2628.1289999999999</c:v>
                </c:pt>
                <c:pt idx="4623">
                  <c:v>2628.6109999999999</c:v>
                </c:pt>
                <c:pt idx="4624">
                  <c:v>2629.0929999999998</c:v>
                </c:pt>
                <c:pt idx="4625">
                  <c:v>2629.5749999999998</c:v>
                </c:pt>
                <c:pt idx="4626">
                  <c:v>2630.0569999999998</c:v>
                </c:pt>
                <c:pt idx="4627">
                  <c:v>2630.54</c:v>
                </c:pt>
                <c:pt idx="4628">
                  <c:v>2631.0219999999999</c:v>
                </c:pt>
                <c:pt idx="4629">
                  <c:v>2631.5039999999999</c:v>
                </c:pt>
                <c:pt idx="4630">
                  <c:v>2631.9859999999999</c:v>
                </c:pt>
                <c:pt idx="4631">
                  <c:v>2632.4679999999998</c:v>
                </c:pt>
                <c:pt idx="4632">
                  <c:v>2632.95</c:v>
                </c:pt>
                <c:pt idx="4633">
                  <c:v>2633.4319999999998</c:v>
                </c:pt>
                <c:pt idx="4634">
                  <c:v>2633.915</c:v>
                </c:pt>
                <c:pt idx="4635">
                  <c:v>2634.3969999999999</c:v>
                </c:pt>
                <c:pt idx="4636">
                  <c:v>2634.8789999999999</c:v>
                </c:pt>
                <c:pt idx="4637">
                  <c:v>2635.3609999999999</c:v>
                </c:pt>
                <c:pt idx="4638">
                  <c:v>2635.8429999999998</c:v>
                </c:pt>
                <c:pt idx="4639">
                  <c:v>2636.3249999999998</c:v>
                </c:pt>
                <c:pt idx="4640">
                  <c:v>2636.8069999999998</c:v>
                </c:pt>
                <c:pt idx="4641">
                  <c:v>2637.29</c:v>
                </c:pt>
                <c:pt idx="4642">
                  <c:v>2637.7710000000002</c:v>
                </c:pt>
                <c:pt idx="4643">
                  <c:v>2638.2539999999999</c:v>
                </c:pt>
                <c:pt idx="4644">
                  <c:v>2638.7359999999999</c:v>
                </c:pt>
                <c:pt idx="4645">
                  <c:v>2639.2179999999998</c:v>
                </c:pt>
                <c:pt idx="4646">
                  <c:v>2639.7</c:v>
                </c:pt>
                <c:pt idx="4647">
                  <c:v>2640.1819999999998</c:v>
                </c:pt>
                <c:pt idx="4648">
                  <c:v>2640.6640000000002</c:v>
                </c:pt>
                <c:pt idx="4649">
                  <c:v>2641.1460000000002</c:v>
                </c:pt>
                <c:pt idx="4650">
                  <c:v>2641.6289999999999</c:v>
                </c:pt>
                <c:pt idx="4651">
                  <c:v>2642.1109999999999</c:v>
                </c:pt>
                <c:pt idx="4652">
                  <c:v>2642.5929999999998</c:v>
                </c:pt>
                <c:pt idx="4653">
                  <c:v>2643.0749999999998</c:v>
                </c:pt>
                <c:pt idx="4654">
                  <c:v>2643.5569999999998</c:v>
                </c:pt>
                <c:pt idx="4655">
                  <c:v>2644.0390000000002</c:v>
                </c:pt>
                <c:pt idx="4656">
                  <c:v>2644.5210000000002</c:v>
                </c:pt>
                <c:pt idx="4657">
                  <c:v>2645.0039999999999</c:v>
                </c:pt>
                <c:pt idx="4658">
                  <c:v>2645.4859999999999</c:v>
                </c:pt>
                <c:pt idx="4659">
                  <c:v>2645.9679999999998</c:v>
                </c:pt>
                <c:pt idx="4660">
                  <c:v>2646.45</c:v>
                </c:pt>
                <c:pt idx="4661">
                  <c:v>2646.9319999999998</c:v>
                </c:pt>
                <c:pt idx="4662">
                  <c:v>2647.4140000000002</c:v>
                </c:pt>
                <c:pt idx="4663">
                  <c:v>2647.8960000000002</c:v>
                </c:pt>
                <c:pt idx="4664">
                  <c:v>2648.3789999999999</c:v>
                </c:pt>
                <c:pt idx="4665">
                  <c:v>2648.8609999999999</c:v>
                </c:pt>
                <c:pt idx="4666">
                  <c:v>2649.3429999999998</c:v>
                </c:pt>
                <c:pt idx="4667">
                  <c:v>2649.8249999999998</c:v>
                </c:pt>
                <c:pt idx="4668">
                  <c:v>2650.3069999999998</c:v>
                </c:pt>
                <c:pt idx="4669">
                  <c:v>2650.7890000000002</c:v>
                </c:pt>
                <c:pt idx="4670">
                  <c:v>2651.2710000000002</c:v>
                </c:pt>
                <c:pt idx="4671">
                  <c:v>2651.7539999999999</c:v>
                </c:pt>
                <c:pt idx="4672">
                  <c:v>2652.2359999999999</c:v>
                </c:pt>
                <c:pt idx="4673">
                  <c:v>2652.7179999999998</c:v>
                </c:pt>
                <c:pt idx="4674">
                  <c:v>2653.2</c:v>
                </c:pt>
                <c:pt idx="4675">
                  <c:v>2653.6819999999998</c:v>
                </c:pt>
                <c:pt idx="4676">
                  <c:v>2654.1640000000002</c:v>
                </c:pt>
                <c:pt idx="4677">
                  <c:v>2654.6460000000002</c:v>
                </c:pt>
                <c:pt idx="4678">
                  <c:v>2655.1280000000002</c:v>
                </c:pt>
                <c:pt idx="4679">
                  <c:v>2655.6109999999999</c:v>
                </c:pt>
                <c:pt idx="4680">
                  <c:v>2656.0929999999998</c:v>
                </c:pt>
                <c:pt idx="4681">
                  <c:v>2656.5749999999998</c:v>
                </c:pt>
                <c:pt idx="4682">
                  <c:v>2657.0569999999998</c:v>
                </c:pt>
                <c:pt idx="4683">
                  <c:v>2657.5390000000002</c:v>
                </c:pt>
                <c:pt idx="4684">
                  <c:v>2658.0210000000002</c:v>
                </c:pt>
                <c:pt idx="4685">
                  <c:v>2658.5030000000002</c:v>
                </c:pt>
                <c:pt idx="4686">
                  <c:v>2658.9859999999999</c:v>
                </c:pt>
                <c:pt idx="4687">
                  <c:v>2659.4679999999998</c:v>
                </c:pt>
                <c:pt idx="4688">
                  <c:v>2659.95</c:v>
                </c:pt>
                <c:pt idx="4689">
                  <c:v>2660.4319999999998</c:v>
                </c:pt>
                <c:pt idx="4690">
                  <c:v>2660.9140000000002</c:v>
                </c:pt>
                <c:pt idx="4691">
                  <c:v>2661.3960000000002</c:v>
                </c:pt>
                <c:pt idx="4692">
                  <c:v>2661.8780000000002</c:v>
                </c:pt>
                <c:pt idx="4693">
                  <c:v>2662.3609999999999</c:v>
                </c:pt>
                <c:pt idx="4694">
                  <c:v>2662.8429999999998</c:v>
                </c:pt>
                <c:pt idx="4695">
                  <c:v>2663.3249999999998</c:v>
                </c:pt>
                <c:pt idx="4696">
                  <c:v>2663.8069999999998</c:v>
                </c:pt>
                <c:pt idx="4697">
                  <c:v>2664.2890000000002</c:v>
                </c:pt>
                <c:pt idx="4698">
                  <c:v>2664.7710000000002</c:v>
                </c:pt>
                <c:pt idx="4699">
                  <c:v>2665.2530000000002</c:v>
                </c:pt>
                <c:pt idx="4700">
                  <c:v>2665.7359999999999</c:v>
                </c:pt>
                <c:pt idx="4701">
                  <c:v>2666.2179999999998</c:v>
                </c:pt>
                <c:pt idx="4702">
                  <c:v>2666.7</c:v>
                </c:pt>
                <c:pt idx="4703">
                  <c:v>2667.1819999999998</c:v>
                </c:pt>
                <c:pt idx="4704">
                  <c:v>2667.6640000000002</c:v>
                </c:pt>
                <c:pt idx="4705">
                  <c:v>2668.1460000000002</c:v>
                </c:pt>
                <c:pt idx="4706">
                  <c:v>2668.6280000000002</c:v>
                </c:pt>
                <c:pt idx="4707">
                  <c:v>2669.1109999999999</c:v>
                </c:pt>
                <c:pt idx="4708">
                  <c:v>2669.5929999999998</c:v>
                </c:pt>
                <c:pt idx="4709">
                  <c:v>2670.0749999999998</c:v>
                </c:pt>
                <c:pt idx="4710">
                  <c:v>2670.5569999999998</c:v>
                </c:pt>
                <c:pt idx="4711">
                  <c:v>2671.0390000000002</c:v>
                </c:pt>
                <c:pt idx="4712">
                  <c:v>2671.5210000000002</c:v>
                </c:pt>
                <c:pt idx="4713">
                  <c:v>2672.0030000000002</c:v>
                </c:pt>
                <c:pt idx="4714">
                  <c:v>2672.4850000000001</c:v>
                </c:pt>
                <c:pt idx="4715">
                  <c:v>2672.9679999999998</c:v>
                </c:pt>
                <c:pt idx="4716">
                  <c:v>2673.45</c:v>
                </c:pt>
                <c:pt idx="4717">
                  <c:v>2673.9319999999998</c:v>
                </c:pt>
                <c:pt idx="4718">
                  <c:v>2674.4140000000002</c:v>
                </c:pt>
                <c:pt idx="4719">
                  <c:v>2674.8960000000002</c:v>
                </c:pt>
                <c:pt idx="4720">
                  <c:v>2675.3780000000002</c:v>
                </c:pt>
                <c:pt idx="4721">
                  <c:v>2675.86</c:v>
                </c:pt>
                <c:pt idx="4722">
                  <c:v>2676.3429999999998</c:v>
                </c:pt>
                <c:pt idx="4723">
                  <c:v>2676.8249999999998</c:v>
                </c:pt>
                <c:pt idx="4724">
                  <c:v>2677.3069999999998</c:v>
                </c:pt>
                <c:pt idx="4725">
                  <c:v>2677.7890000000002</c:v>
                </c:pt>
                <c:pt idx="4726">
                  <c:v>2678.2710000000002</c:v>
                </c:pt>
                <c:pt idx="4727">
                  <c:v>2678.7530000000002</c:v>
                </c:pt>
                <c:pt idx="4728">
                  <c:v>2679.2350000000001</c:v>
                </c:pt>
                <c:pt idx="4729">
                  <c:v>2679.7179999999998</c:v>
                </c:pt>
                <c:pt idx="4730">
                  <c:v>2680.2</c:v>
                </c:pt>
                <c:pt idx="4731">
                  <c:v>2680.6819999999998</c:v>
                </c:pt>
                <c:pt idx="4732">
                  <c:v>2681.1640000000002</c:v>
                </c:pt>
                <c:pt idx="4733">
                  <c:v>2681.6460000000002</c:v>
                </c:pt>
                <c:pt idx="4734">
                  <c:v>2682.1280000000002</c:v>
                </c:pt>
                <c:pt idx="4735">
                  <c:v>2682.61</c:v>
                </c:pt>
                <c:pt idx="4736">
                  <c:v>2683.0929999999998</c:v>
                </c:pt>
                <c:pt idx="4737">
                  <c:v>2683.5749999999998</c:v>
                </c:pt>
                <c:pt idx="4738">
                  <c:v>2684.0569999999998</c:v>
                </c:pt>
                <c:pt idx="4739">
                  <c:v>2684.5390000000002</c:v>
                </c:pt>
                <c:pt idx="4740">
                  <c:v>2685.0210000000002</c:v>
                </c:pt>
                <c:pt idx="4741">
                  <c:v>2685.5030000000002</c:v>
                </c:pt>
                <c:pt idx="4742">
                  <c:v>2685.9850000000001</c:v>
                </c:pt>
                <c:pt idx="4743">
                  <c:v>2686.4679999999998</c:v>
                </c:pt>
                <c:pt idx="4744">
                  <c:v>2686.9490000000001</c:v>
                </c:pt>
                <c:pt idx="4745">
                  <c:v>2687.4319999999998</c:v>
                </c:pt>
                <c:pt idx="4746">
                  <c:v>2687.9140000000002</c:v>
                </c:pt>
                <c:pt idx="4747">
                  <c:v>2688.3960000000002</c:v>
                </c:pt>
                <c:pt idx="4748">
                  <c:v>2688.8780000000002</c:v>
                </c:pt>
                <c:pt idx="4749">
                  <c:v>2689.36</c:v>
                </c:pt>
                <c:pt idx="4750">
                  <c:v>2689.8420000000001</c:v>
                </c:pt>
                <c:pt idx="4751">
                  <c:v>2690.3240000000001</c:v>
                </c:pt>
                <c:pt idx="4752">
                  <c:v>2690.8069999999998</c:v>
                </c:pt>
                <c:pt idx="4753">
                  <c:v>2691.2890000000002</c:v>
                </c:pt>
                <c:pt idx="4754">
                  <c:v>2691.7710000000002</c:v>
                </c:pt>
                <c:pt idx="4755">
                  <c:v>2692.2530000000002</c:v>
                </c:pt>
                <c:pt idx="4756">
                  <c:v>2692.7350000000001</c:v>
                </c:pt>
                <c:pt idx="4757">
                  <c:v>2693.2170000000001</c:v>
                </c:pt>
                <c:pt idx="4758">
                  <c:v>2693.6990000000001</c:v>
                </c:pt>
                <c:pt idx="4759">
                  <c:v>2694.1819999999998</c:v>
                </c:pt>
                <c:pt idx="4760">
                  <c:v>2694.6640000000002</c:v>
                </c:pt>
                <c:pt idx="4761">
                  <c:v>2695.1460000000002</c:v>
                </c:pt>
                <c:pt idx="4762">
                  <c:v>2695.6280000000002</c:v>
                </c:pt>
                <c:pt idx="4763">
                  <c:v>2696.11</c:v>
                </c:pt>
                <c:pt idx="4764">
                  <c:v>2696.5920000000001</c:v>
                </c:pt>
                <c:pt idx="4765">
                  <c:v>2697.0740000000001</c:v>
                </c:pt>
                <c:pt idx="4766">
                  <c:v>2697.5569999999998</c:v>
                </c:pt>
                <c:pt idx="4767">
                  <c:v>2698.0390000000002</c:v>
                </c:pt>
                <c:pt idx="4768">
                  <c:v>2698.5210000000002</c:v>
                </c:pt>
                <c:pt idx="4769">
                  <c:v>2699.0030000000002</c:v>
                </c:pt>
                <c:pt idx="4770">
                  <c:v>2699.4850000000001</c:v>
                </c:pt>
                <c:pt idx="4771">
                  <c:v>2699.9670000000001</c:v>
                </c:pt>
                <c:pt idx="4772">
                  <c:v>2700.4490000000001</c:v>
                </c:pt>
                <c:pt idx="4773">
                  <c:v>2700.9319999999998</c:v>
                </c:pt>
                <c:pt idx="4774">
                  <c:v>2701.4140000000002</c:v>
                </c:pt>
                <c:pt idx="4775">
                  <c:v>2701.8960000000002</c:v>
                </c:pt>
                <c:pt idx="4776">
                  <c:v>2702.3780000000002</c:v>
                </c:pt>
                <c:pt idx="4777">
                  <c:v>2702.86</c:v>
                </c:pt>
                <c:pt idx="4778">
                  <c:v>2703.3420000000001</c:v>
                </c:pt>
                <c:pt idx="4779">
                  <c:v>2703.8240000000001</c:v>
                </c:pt>
                <c:pt idx="4780">
                  <c:v>2704.306</c:v>
                </c:pt>
                <c:pt idx="4781">
                  <c:v>2704.7890000000002</c:v>
                </c:pt>
                <c:pt idx="4782">
                  <c:v>2705.2710000000002</c:v>
                </c:pt>
                <c:pt idx="4783">
                  <c:v>2705.7530000000002</c:v>
                </c:pt>
                <c:pt idx="4784">
                  <c:v>2706.2350000000001</c:v>
                </c:pt>
                <c:pt idx="4785">
                  <c:v>2706.7170000000001</c:v>
                </c:pt>
                <c:pt idx="4786">
                  <c:v>2707.1990000000001</c:v>
                </c:pt>
                <c:pt idx="4787">
                  <c:v>2707.681</c:v>
                </c:pt>
                <c:pt idx="4788">
                  <c:v>2708.1640000000002</c:v>
                </c:pt>
                <c:pt idx="4789">
                  <c:v>2708.6460000000002</c:v>
                </c:pt>
                <c:pt idx="4790">
                  <c:v>2709.1280000000002</c:v>
                </c:pt>
                <c:pt idx="4791">
                  <c:v>2709.61</c:v>
                </c:pt>
                <c:pt idx="4792">
                  <c:v>2710.0920000000001</c:v>
                </c:pt>
                <c:pt idx="4793">
                  <c:v>2710.5740000000001</c:v>
                </c:pt>
                <c:pt idx="4794">
                  <c:v>2711.056</c:v>
                </c:pt>
                <c:pt idx="4795">
                  <c:v>2711.5390000000002</c:v>
                </c:pt>
                <c:pt idx="4796">
                  <c:v>2712.0210000000002</c:v>
                </c:pt>
                <c:pt idx="4797">
                  <c:v>2712.5030000000002</c:v>
                </c:pt>
                <c:pt idx="4798">
                  <c:v>2712.9850000000001</c:v>
                </c:pt>
                <c:pt idx="4799">
                  <c:v>2713.4670000000001</c:v>
                </c:pt>
                <c:pt idx="4800">
                  <c:v>2713.9490000000001</c:v>
                </c:pt>
                <c:pt idx="4801">
                  <c:v>2714.431</c:v>
                </c:pt>
                <c:pt idx="4802">
                  <c:v>2714.9140000000002</c:v>
                </c:pt>
                <c:pt idx="4803">
                  <c:v>2715.3960000000002</c:v>
                </c:pt>
                <c:pt idx="4804">
                  <c:v>2715.8780000000002</c:v>
                </c:pt>
                <c:pt idx="4805">
                  <c:v>2716.36</c:v>
                </c:pt>
                <c:pt idx="4806">
                  <c:v>2716.8420000000001</c:v>
                </c:pt>
                <c:pt idx="4807">
                  <c:v>2717.3240000000001</c:v>
                </c:pt>
                <c:pt idx="4808">
                  <c:v>2717.806</c:v>
                </c:pt>
                <c:pt idx="4809">
                  <c:v>2718.2890000000002</c:v>
                </c:pt>
                <c:pt idx="4810">
                  <c:v>2718.7710000000002</c:v>
                </c:pt>
                <c:pt idx="4811">
                  <c:v>2719.2530000000002</c:v>
                </c:pt>
                <c:pt idx="4812">
                  <c:v>2719.7350000000001</c:v>
                </c:pt>
                <c:pt idx="4813">
                  <c:v>2720.2170000000001</c:v>
                </c:pt>
                <c:pt idx="4814">
                  <c:v>2720.6990000000001</c:v>
                </c:pt>
                <c:pt idx="4815">
                  <c:v>2721.181</c:v>
                </c:pt>
                <c:pt idx="4816">
                  <c:v>2721.663</c:v>
                </c:pt>
                <c:pt idx="4817">
                  <c:v>2722.1460000000002</c:v>
                </c:pt>
                <c:pt idx="4818">
                  <c:v>2722.6280000000002</c:v>
                </c:pt>
                <c:pt idx="4819">
                  <c:v>2723.11</c:v>
                </c:pt>
                <c:pt idx="4820">
                  <c:v>2723.5920000000001</c:v>
                </c:pt>
                <c:pt idx="4821">
                  <c:v>2724.0740000000001</c:v>
                </c:pt>
                <c:pt idx="4822">
                  <c:v>2724.556</c:v>
                </c:pt>
                <c:pt idx="4823">
                  <c:v>2725.038</c:v>
                </c:pt>
                <c:pt idx="4824">
                  <c:v>2725.5210000000002</c:v>
                </c:pt>
                <c:pt idx="4825">
                  <c:v>2726.0030000000002</c:v>
                </c:pt>
                <c:pt idx="4826">
                  <c:v>2726.4850000000001</c:v>
                </c:pt>
                <c:pt idx="4827">
                  <c:v>2726.9670000000001</c:v>
                </c:pt>
                <c:pt idx="4828">
                  <c:v>2727.4490000000001</c:v>
                </c:pt>
                <c:pt idx="4829">
                  <c:v>2727.931</c:v>
                </c:pt>
                <c:pt idx="4830">
                  <c:v>2728.413</c:v>
                </c:pt>
                <c:pt idx="4831">
                  <c:v>2728.8960000000002</c:v>
                </c:pt>
                <c:pt idx="4832">
                  <c:v>2729.3780000000002</c:v>
                </c:pt>
                <c:pt idx="4833">
                  <c:v>2729.86</c:v>
                </c:pt>
                <c:pt idx="4834">
                  <c:v>2730.3420000000001</c:v>
                </c:pt>
                <c:pt idx="4835">
                  <c:v>2730.8240000000001</c:v>
                </c:pt>
                <c:pt idx="4836">
                  <c:v>2731.306</c:v>
                </c:pt>
                <c:pt idx="4837">
                  <c:v>2731.788</c:v>
                </c:pt>
                <c:pt idx="4838">
                  <c:v>2732.2710000000002</c:v>
                </c:pt>
                <c:pt idx="4839">
                  <c:v>2732.7530000000002</c:v>
                </c:pt>
                <c:pt idx="4840">
                  <c:v>2733.2350000000001</c:v>
                </c:pt>
                <c:pt idx="4841">
                  <c:v>2733.7170000000001</c:v>
                </c:pt>
                <c:pt idx="4842">
                  <c:v>2734.1990000000001</c:v>
                </c:pt>
                <c:pt idx="4843">
                  <c:v>2734.681</c:v>
                </c:pt>
                <c:pt idx="4844">
                  <c:v>2735.163</c:v>
                </c:pt>
                <c:pt idx="4845">
                  <c:v>2735.6460000000002</c:v>
                </c:pt>
                <c:pt idx="4846">
                  <c:v>2736.127</c:v>
                </c:pt>
                <c:pt idx="4847">
                  <c:v>2736.61</c:v>
                </c:pt>
                <c:pt idx="4848">
                  <c:v>2737.0920000000001</c:v>
                </c:pt>
                <c:pt idx="4849">
                  <c:v>2737.5740000000001</c:v>
                </c:pt>
                <c:pt idx="4850">
                  <c:v>2738.056</c:v>
                </c:pt>
                <c:pt idx="4851">
                  <c:v>2738.538</c:v>
                </c:pt>
                <c:pt idx="4852">
                  <c:v>2739.02</c:v>
                </c:pt>
                <c:pt idx="4853">
                  <c:v>2739.502</c:v>
                </c:pt>
                <c:pt idx="4854">
                  <c:v>2739.9850000000001</c:v>
                </c:pt>
                <c:pt idx="4855">
                  <c:v>2740.4670000000001</c:v>
                </c:pt>
                <c:pt idx="4856">
                  <c:v>2740.9490000000001</c:v>
                </c:pt>
                <c:pt idx="4857">
                  <c:v>2741.431</c:v>
                </c:pt>
                <c:pt idx="4858">
                  <c:v>2741.913</c:v>
                </c:pt>
                <c:pt idx="4859">
                  <c:v>2742.395</c:v>
                </c:pt>
                <c:pt idx="4860">
                  <c:v>2742.877</c:v>
                </c:pt>
                <c:pt idx="4861">
                  <c:v>2743.36</c:v>
                </c:pt>
                <c:pt idx="4862">
                  <c:v>2743.8420000000001</c:v>
                </c:pt>
                <c:pt idx="4863">
                  <c:v>2744.3240000000001</c:v>
                </c:pt>
                <c:pt idx="4864">
                  <c:v>2744.806</c:v>
                </c:pt>
                <c:pt idx="4865">
                  <c:v>2745.288</c:v>
                </c:pt>
                <c:pt idx="4866">
                  <c:v>2745.77</c:v>
                </c:pt>
                <c:pt idx="4867">
                  <c:v>2746.252</c:v>
                </c:pt>
                <c:pt idx="4868">
                  <c:v>2746.7350000000001</c:v>
                </c:pt>
                <c:pt idx="4869">
                  <c:v>2747.2170000000001</c:v>
                </c:pt>
                <c:pt idx="4870">
                  <c:v>2747.6990000000001</c:v>
                </c:pt>
                <c:pt idx="4871">
                  <c:v>2748.181</c:v>
                </c:pt>
                <c:pt idx="4872">
                  <c:v>2748.663</c:v>
                </c:pt>
                <c:pt idx="4873">
                  <c:v>2749.145</c:v>
                </c:pt>
                <c:pt idx="4874">
                  <c:v>2749.627</c:v>
                </c:pt>
                <c:pt idx="4875">
                  <c:v>2750.11</c:v>
                </c:pt>
                <c:pt idx="4876">
                  <c:v>2750.5920000000001</c:v>
                </c:pt>
                <c:pt idx="4877">
                  <c:v>2751.0740000000001</c:v>
                </c:pt>
                <c:pt idx="4878">
                  <c:v>2751.556</c:v>
                </c:pt>
                <c:pt idx="4879">
                  <c:v>2752.038</c:v>
                </c:pt>
                <c:pt idx="4880">
                  <c:v>2752.52</c:v>
                </c:pt>
                <c:pt idx="4881">
                  <c:v>2753.002</c:v>
                </c:pt>
                <c:pt idx="4882">
                  <c:v>2753.4839999999999</c:v>
                </c:pt>
                <c:pt idx="4883">
                  <c:v>2753.9670000000001</c:v>
                </c:pt>
                <c:pt idx="4884">
                  <c:v>2754.4490000000001</c:v>
                </c:pt>
                <c:pt idx="4885">
                  <c:v>2754.931</c:v>
                </c:pt>
                <c:pt idx="4886">
                  <c:v>2755.413</c:v>
                </c:pt>
                <c:pt idx="4887">
                  <c:v>2755.895</c:v>
                </c:pt>
                <c:pt idx="4888">
                  <c:v>2756.377</c:v>
                </c:pt>
                <c:pt idx="4889">
                  <c:v>2756.8589999999999</c:v>
                </c:pt>
                <c:pt idx="4890">
                  <c:v>2757.3420000000001</c:v>
                </c:pt>
                <c:pt idx="4891">
                  <c:v>2757.8240000000001</c:v>
                </c:pt>
                <c:pt idx="4892">
                  <c:v>2758.306</c:v>
                </c:pt>
                <c:pt idx="4893">
                  <c:v>2758.788</c:v>
                </c:pt>
                <c:pt idx="4894">
                  <c:v>2759.27</c:v>
                </c:pt>
                <c:pt idx="4895">
                  <c:v>2759.752</c:v>
                </c:pt>
                <c:pt idx="4896">
                  <c:v>2760.2339999999999</c:v>
                </c:pt>
                <c:pt idx="4897">
                  <c:v>2760.7170000000001</c:v>
                </c:pt>
                <c:pt idx="4898">
                  <c:v>2761.1990000000001</c:v>
                </c:pt>
                <c:pt idx="4899">
                  <c:v>2761.681</c:v>
                </c:pt>
                <c:pt idx="4900">
                  <c:v>2762.163</c:v>
                </c:pt>
                <c:pt idx="4901">
                  <c:v>2762.645</c:v>
                </c:pt>
                <c:pt idx="4902">
                  <c:v>2763.127</c:v>
                </c:pt>
                <c:pt idx="4903">
                  <c:v>2763.6089999999999</c:v>
                </c:pt>
                <c:pt idx="4904">
                  <c:v>2764.0920000000001</c:v>
                </c:pt>
                <c:pt idx="4905">
                  <c:v>2764.5740000000001</c:v>
                </c:pt>
                <c:pt idx="4906">
                  <c:v>2765.056</c:v>
                </c:pt>
                <c:pt idx="4907">
                  <c:v>2765.538</c:v>
                </c:pt>
                <c:pt idx="4908">
                  <c:v>2766.02</c:v>
                </c:pt>
                <c:pt idx="4909">
                  <c:v>2766.502</c:v>
                </c:pt>
                <c:pt idx="4910">
                  <c:v>2766.9839999999999</c:v>
                </c:pt>
                <c:pt idx="4911">
                  <c:v>2767.4670000000001</c:v>
                </c:pt>
                <c:pt idx="4912">
                  <c:v>2767.9479999999999</c:v>
                </c:pt>
                <c:pt idx="4913">
                  <c:v>2768.431</c:v>
                </c:pt>
                <c:pt idx="4914">
                  <c:v>2768.913</c:v>
                </c:pt>
                <c:pt idx="4915">
                  <c:v>2769.395</c:v>
                </c:pt>
                <c:pt idx="4916">
                  <c:v>2769.877</c:v>
                </c:pt>
                <c:pt idx="4917">
                  <c:v>2770.3589999999999</c:v>
                </c:pt>
                <c:pt idx="4918">
                  <c:v>2770.8409999999999</c:v>
                </c:pt>
                <c:pt idx="4919">
                  <c:v>2771.3229999999999</c:v>
                </c:pt>
                <c:pt idx="4920">
                  <c:v>2771.806</c:v>
                </c:pt>
                <c:pt idx="4921">
                  <c:v>2772.288</c:v>
                </c:pt>
                <c:pt idx="4922">
                  <c:v>2772.77</c:v>
                </c:pt>
                <c:pt idx="4923">
                  <c:v>2773.252</c:v>
                </c:pt>
                <c:pt idx="4924">
                  <c:v>2773.7339999999999</c:v>
                </c:pt>
                <c:pt idx="4925">
                  <c:v>2774.2159999999999</c:v>
                </c:pt>
                <c:pt idx="4926">
                  <c:v>2774.6979999999999</c:v>
                </c:pt>
                <c:pt idx="4927">
                  <c:v>2775.181</c:v>
                </c:pt>
                <c:pt idx="4928">
                  <c:v>2775.663</c:v>
                </c:pt>
                <c:pt idx="4929">
                  <c:v>2776.145</c:v>
                </c:pt>
                <c:pt idx="4930">
                  <c:v>2776.627</c:v>
                </c:pt>
                <c:pt idx="4931">
                  <c:v>2777.1089999999999</c:v>
                </c:pt>
                <c:pt idx="4932">
                  <c:v>2777.5909999999999</c:v>
                </c:pt>
                <c:pt idx="4933">
                  <c:v>2778.0729999999999</c:v>
                </c:pt>
                <c:pt idx="4934">
                  <c:v>2778.556</c:v>
                </c:pt>
                <c:pt idx="4935">
                  <c:v>2779.038</c:v>
                </c:pt>
                <c:pt idx="4936">
                  <c:v>2779.52</c:v>
                </c:pt>
                <c:pt idx="4937">
                  <c:v>2780.002</c:v>
                </c:pt>
                <c:pt idx="4938">
                  <c:v>2780.4839999999999</c:v>
                </c:pt>
                <c:pt idx="4939">
                  <c:v>2780.9659999999999</c:v>
                </c:pt>
                <c:pt idx="4940">
                  <c:v>2781.4479999999999</c:v>
                </c:pt>
                <c:pt idx="4941">
                  <c:v>2781.93</c:v>
                </c:pt>
                <c:pt idx="4942">
                  <c:v>2782.413</c:v>
                </c:pt>
                <c:pt idx="4943">
                  <c:v>2782.895</c:v>
                </c:pt>
                <c:pt idx="4944">
                  <c:v>2783.377</c:v>
                </c:pt>
                <c:pt idx="4945">
                  <c:v>2783.8589999999999</c:v>
                </c:pt>
                <c:pt idx="4946">
                  <c:v>2784.3409999999999</c:v>
                </c:pt>
                <c:pt idx="4947">
                  <c:v>2784.8229999999999</c:v>
                </c:pt>
                <c:pt idx="4948">
                  <c:v>2785.3049999999998</c:v>
                </c:pt>
                <c:pt idx="4949">
                  <c:v>2785.788</c:v>
                </c:pt>
                <c:pt idx="4950">
                  <c:v>2786.27</c:v>
                </c:pt>
                <c:pt idx="4951">
                  <c:v>2786.752</c:v>
                </c:pt>
                <c:pt idx="4952">
                  <c:v>2787.2339999999999</c:v>
                </c:pt>
                <c:pt idx="4953">
                  <c:v>2787.7159999999999</c:v>
                </c:pt>
                <c:pt idx="4954">
                  <c:v>2788.1979999999999</c:v>
                </c:pt>
                <c:pt idx="4955">
                  <c:v>2788.68</c:v>
                </c:pt>
                <c:pt idx="4956">
                  <c:v>2789.163</c:v>
                </c:pt>
                <c:pt idx="4957">
                  <c:v>2789.645</c:v>
                </c:pt>
                <c:pt idx="4958">
                  <c:v>2790.127</c:v>
                </c:pt>
                <c:pt idx="4959">
                  <c:v>2790.6089999999999</c:v>
                </c:pt>
                <c:pt idx="4960">
                  <c:v>2791.0909999999999</c:v>
                </c:pt>
                <c:pt idx="4961">
                  <c:v>2791.5729999999999</c:v>
                </c:pt>
                <c:pt idx="4962">
                  <c:v>2792.0549999999998</c:v>
                </c:pt>
                <c:pt idx="4963">
                  <c:v>2792.538</c:v>
                </c:pt>
                <c:pt idx="4964">
                  <c:v>2793.02</c:v>
                </c:pt>
                <c:pt idx="4965">
                  <c:v>2793.502</c:v>
                </c:pt>
                <c:pt idx="4966">
                  <c:v>2793.9839999999999</c:v>
                </c:pt>
                <c:pt idx="4967">
                  <c:v>2794.4659999999999</c:v>
                </c:pt>
                <c:pt idx="4968">
                  <c:v>2794.9479999999999</c:v>
                </c:pt>
                <c:pt idx="4969">
                  <c:v>2795.43</c:v>
                </c:pt>
                <c:pt idx="4970">
                  <c:v>2795.913</c:v>
                </c:pt>
                <c:pt idx="4971">
                  <c:v>2796.395</c:v>
                </c:pt>
                <c:pt idx="4972">
                  <c:v>2796.877</c:v>
                </c:pt>
                <c:pt idx="4973">
                  <c:v>2797.3589999999999</c:v>
                </c:pt>
                <c:pt idx="4974">
                  <c:v>2797.8409999999999</c:v>
                </c:pt>
                <c:pt idx="4975">
                  <c:v>2798.3229999999999</c:v>
                </c:pt>
                <c:pt idx="4976">
                  <c:v>2798.8049999999998</c:v>
                </c:pt>
                <c:pt idx="4977">
                  <c:v>2799.2869999999998</c:v>
                </c:pt>
                <c:pt idx="4978">
                  <c:v>2799.77</c:v>
                </c:pt>
                <c:pt idx="4979">
                  <c:v>2800.252</c:v>
                </c:pt>
                <c:pt idx="4980">
                  <c:v>2800.7339999999999</c:v>
                </c:pt>
                <c:pt idx="4981">
                  <c:v>2801.2159999999999</c:v>
                </c:pt>
                <c:pt idx="4982">
                  <c:v>2801.6979999999999</c:v>
                </c:pt>
                <c:pt idx="4983">
                  <c:v>2802.18</c:v>
                </c:pt>
                <c:pt idx="4984">
                  <c:v>2802.6619999999998</c:v>
                </c:pt>
                <c:pt idx="4985">
                  <c:v>2803.145</c:v>
                </c:pt>
                <c:pt idx="4986">
                  <c:v>2803.627</c:v>
                </c:pt>
                <c:pt idx="4987">
                  <c:v>2804.1089999999999</c:v>
                </c:pt>
                <c:pt idx="4988">
                  <c:v>2804.5909999999999</c:v>
                </c:pt>
                <c:pt idx="4989">
                  <c:v>2805.0729999999999</c:v>
                </c:pt>
                <c:pt idx="4990">
                  <c:v>2805.5549999999998</c:v>
                </c:pt>
                <c:pt idx="4991">
                  <c:v>2806.0369999999998</c:v>
                </c:pt>
                <c:pt idx="4992">
                  <c:v>2806.52</c:v>
                </c:pt>
                <c:pt idx="4993">
                  <c:v>2807.002</c:v>
                </c:pt>
                <c:pt idx="4994">
                  <c:v>2807.4839999999999</c:v>
                </c:pt>
                <c:pt idx="4995">
                  <c:v>2807.9659999999999</c:v>
                </c:pt>
                <c:pt idx="4996">
                  <c:v>2808.4479999999999</c:v>
                </c:pt>
                <c:pt idx="4997">
                  <c:v>2808.93</c:v>
                </c:pt>
                <c:pt idx="4998">
                  <c:v>2809.4119999999998</c:v>
                </c:pt>
                <c:pt idx="4999">
                  <c:v>2809.895</c:v>
                </c:pt>
                <c:pt idx="5000">
                  <c:v>2810.377</c:v>
                </c:pt>
                <c:pt idx="5001">
                  <c:v>2810.8589999999999</c:v>
                </c:pt>
                <c:pt idx="5002">
                  <c:v>2811.3409999999999</c:v>
                </c:pt>
                <c:pt idx="5003">
                  <c:v>2811.8229999999999</c:v>
                </c:pt>
                <c:pt idx="5004">
                  <c:v>2812.3049999999998</c:v>
                </c:pt>
                <c:pt idx="5005">
                  <c:v>2812.7869999999998</c:v>
                </c:pt>
                <c:pt idx="5006">
                  <c:v>2813.27</c:v>
                </c:pt>
                <c:pt idx="5007">
                  <c:v>2813.7510000000002</c:v>
                </c:pt>
                <c:pt idx="5008">
                  <c:v>2814.2339999999999</c:v>
                </c:pt>
                <c:pt idx="5009">
                  <c:v>2814.7159999999999</c:v>
                </c:pt>
                <c:pt idx="5010">
                  <c:v>2815.1979999999999</c:v>
                </c:pt>
                <c:pt idx="5011">
                  <c:v>2815.68</c:v>
                </c:pt>
                <c:pt idx="5012">
                  <c:v>2816.1619999999998</c:v>
                </c:pt>
                <c:pt idx="5013">
                  <c:v>2816.6439999999998</c:v>
                </c:pt>
                <c:pt idx="5014">
                  <c:v>2817.1260000000002</c:v>
                </c:pt>
                <c:pt idx="5015">
                  <c:v>2817.6089999999999</c:v>
                </c:pt>
                <c:pt idx="5016">
                  <c:v>2818.0909999999999</c:v>
                </c:pt>
                <c:pt idx="5017">
                  <c:v>2818.5729999999999</c:v>
                </c:pt>
                <c:pt idx="5018">
                  <c:v>2819.0549999999998</c:v>
                </c:pt>
                <c:pt idx="5019">
                  <c:v>2819.5369999999998</c:v>
                </c:pt>
                <c:pt idx="5020">
                  <c:v>2820.0189999999998</c:v>
                </c:pt>
                <c:pt idx="5021">
                  <c:v>2820.5010000000002</c:v>
                </c:pt>
                <c:pt idx="5022">
                  <c:v>2820.9839999999999</c:v>
                </c:pt>
                <c:pt idx="5023">
                  <c:v>2821.4659999999999</c:v>
                </c:pt>
                <c:pt idx="5024">
                  <c:v>2821.9479999999999</c:v>
                </c:pt>
                <c:pt idx="5025">
                  <c:v>2822.43</c:v>
                </c:pt>
                <c:pt idx="5026">
                  <c:v>2822.9119999999998</c:v>
                </c:pt>
                <c:pt idx="5027">
                  <c:v>2823.3939999999998</c:v>
                </c:pt>
                <c:pt idx="5028">
                  <c:v>2823.8760000000002</c:v>
                </c:pt>
                <c:pt idx="5029">
                  <c:v>2824.3589999999999</c:v>
                </c:pt>
                <c:pt idx="5030">
                  <c:v>2824.8409999999999</c:v>
                </c:pt>
                <c:pt idx="5031">
                  <c:v>2825.3229999999999</c:v>
                </c:pt>
                <c:pt idx="5032">
                  <c:v>2825.8049999999998</c:v>
                </c:pt>
                <c:pt idx="5033">
                  <c:v>2826.2869999999998</c:v>
                </c:pt>
                <c:pt idx="5034">
                  <c:v>2826.7689999999998</c:v>
                </c:pt>
                <c:pt idx="5035">
                  <c:v>2827.2510000000002</c:v>
                </c:pt>
                <c:pt idx="5036">
                  <c:v>2827.7339999999999</c:v>
                </c:pt>
                <c:pt idx="5037">
                  <c:v>2828.2159999999999</c:v>
                </c:pt>
                <c:pt idx="5038">
                  <c:v>2828.6979999999999</c:v>
                </c:pt>
                <c:pt idx="5039">
                  <c:v>2829.18</c:v>
                </c:pt>
                <c:pt idx="5040">
                  <c:v>2829.6619999999998</c:v>
                </c:pt>
                <c:pt idx="5041">
                  <c:v>2830.1439999999998</c:v>
                </c:pt>
                <c:pt idx="5042">
                  <c:v>2830.6260000000002</c:v>
                </c:pt>
                <c:pt idx="5043">
                  <c:v>2831.1080000000002</c:v>
                </c:pt>
                <c:pt idx="5044">
                  <c:v>2831.5909999999999</c:v>
                </c:pt>
                <c:pt idx="5045">
                  <c:v>2832.0729999999999</c:v>
                </c:pt>
                <c:pt idx="5046">
                  <c:v>2832.5549999999998</c:v>
                </c:pt>
                <c:pt idx="5047">
                  <c:v>2833.0369999999998</c:v>
                </c:pt>
                <c:pt idx="5048">
                  <c:v>2833.5189999999998</c:v>
                </c:pt>
                <c:pt idx="5049">
                  <c:v>2834.0010000000002</c:v>
                </c:pt>
                <c:pt idx="5050">
                  <c:v>2834.4830000000002</c:v>
                </c:pt>
                <c:pt idx="5051">
                  <c:v>2834.9659999999999</c:v>
                </c:pt>
                <c:pt idx="5052">
                  <c:v>2835.4479999999999</c:v>
                </c:pt>
                <c:pt idx="5053">
                  <c:v>2835.93</c:v>
                </c:pt>
                <c:pt idx="5054">
                  <c:v>2836.4119999999998</c:v>
                </c:pt>
                <c:pt idx="5055">
                  <c:v>2836.8939999999998</c:v>
                </c:pt>
                <c:pt idx="5056">
                  <c:v>2837.3760000000002</c:v>
                </c:pt>
                <c:pt idx="5057">
                  <c:v>2837.8580000000002</c:v>
                </c:pt>
                <c:pt idx="5058">
                  <c:v>2838.3409999999999</c:v>
                </c:pt>
                <c:pt idx="5059">
                  <c:v>2838.8229999999999</c:v>
                </c:pt>
                <c:pt idx="5060">
                  <c:v>2839.3049999999998</c:v>
                </c:pt>
                <c:pt idx="5061">
                  <c:v>2839.7869999999998</c:v>
                </c:pt>
                <c:pt idx="5062">
                  <c:v>2840.2689999999998</c:v>
                </c:pt>
                <c:pt idx="5063">
                  <c:v>2840.7510000000002</c:v>
                </c:pt>
                <c:pt idx="5064">
                  <c:v>2841.2330000000002</c:v>
                </c:pt>
                <c:pt idx="5065">
                  <c:v>2841.7159999999999</c:v>
                </c:pt>
                <c:pt idx="5066">
                  <c:v>2842.1979999999999</c:v>
                </c:pt>
                <c:pt idx="5067">
                  <c:v>2842.68</c:v>
                </c:pt>
                <c:pt idx="5068">
                  <c:v>2843.1619999999998</c:v>
                </c:pt>
                <c:pt idx="5069">
                  <c:v>2843.6439999999998</c:v>
                </c:pt>
                <c:pt idx="5070">
                  <c:v>2844.1260000000002</c:v>
                </c:pt>
                <c:pt idx="5071">
                  <c:v>2844.6080000000002</c:v>
                </c:pt>
                <c:pt idx="5072">
                  <c:v>2845.0909999999999</c:v>
                </c:pt>
                <c:pt idx="5073">
                  <c:v>2845.5729999999999</c:v>
                </c:pt>
                <c:pt idx="5074">
                  <c:v>2846.0549999999998</c:v>
                </c:pt>
                <c:pt idx="5075">
                  <c:v>2846.5369999999998</c:v>
                </c:pt>
                <c:pt idx="5076">
                  <c:v>2847.0189999999998</c:v>
                </c:pt>
                <c:pt idx="5077">
                  <c:v>2847.5010000000002</c:v>
                </c:pt>
                <c:pt idx="5078">
                  <c:v>2847.9830000000002</c:v>
                </c:pt>
                <c:pt idx="5079">
                  <c:v>2848.4650000000001</c:v>
                </c:pt>
                <c:pt idx="5080">
                  <c:v>2848.9479999999999</c:v>
                </c:pt>
                <c:pt idx="5081">
                  <c:v>2849.43</c:v>
                </c:pt>
                <c:pt idx="5082">
                  <c:v>2849.9119999999998</c:v>
                </c:pt>
                <c:pt idx="5083">
                  <c:v>2850.3939999999998</c:v>
                </c:pt>
                <c:pt idx="5084">
                  <c:v>2850.8760000000002</c:v>
                </c:pt>
                <c:pt idx="5085">
                  <c:v>2851.3580000000002</c:v>
                </c:pt>
                <c:pt idx="5086">
                  <c:v>2851.84</c:v>
                </c:pt>
                <c:pt idx="5087">
                  <c:v>2852.3229999999999</c:v>
                </c:pt>
                <c:pt idx="5088">
                  <c:v>2852.8049999999998</c:v>
                </c:pt>
                <c:pt idx="5089">
                  <c:v>2853.2869999999998</c:v>
                </c:pt>
                <c:pt idx="5090">
                  <c:v>2853.7689999999998</c:v>
                </c:pt>
                <c:pt idx="5091">
                  <c:v>2854.2510000000002</c:v>
                </c:pt>
                <c:pt idx="5092">
                  <c:v>2854.7330000000002</c:v>
                </c:pt>
                <c:pt idx="5093">
                  <c:v>2855.2150000000001</c:v>
                </c:pt>
                <c:pt idx="5094">
                  <c:v>2855.6979999999999</c:v>
                </c:pt>
                <c:pt idx="5095">
                  <c:v>2856.18</c:v>
                </c:pt>
                <c:pt idx="5096">
                  <c:v>2856.6619999999998</c:v>
                </c:pt>
                <c:pt idx="5097">
                  <c:v>2857.1439999999998</c:v>
                </c:pt>
                <c:pt idx="5098">
                  <c:v>2857.6260000000002</c:v>
                </c:pt>
                <c:pt idx="5099">
                  <c:v>2858.1080000000002</c:v>
                </c:pt>
                <c:pt idx="5100">
                  <c:v>2858.59</c:v>
                </c:pt>
                <c:pt idx="5101">
                  <c:v>2859.0729999999999</c:v>
                </c:pt>
                <c:pt idx="5102">
                  <c:v>2859.5549999999998</c:v>
                </c:pt>
                <c:pt idx="5103">
                  <c:v>2860.0369999999998</c:v>
                </c:pt>
                <c:pt idx="5104">
                  <c:v>2860.5189999999998</c:v>
                </c:pt>
                <c:pt idx="5105">
                  <c:v>2861.0010000000002</c:v>
                </c:pt>
                <c:pt idx="5106">
                  <c:v>2861.4830000000002</c:v>
                </c:pt>
                <c:pt idx="5107">
                  <c:v>2861.9650000000001</c:v>
                </c:pt>
                <c:pt idx="5108">
                  <c:v>2862.4479999999999</c:v>
                </c:pt>
                <c:pt idx="5109">
                  <c:v>2862.9290000000001</c:v>
                </c:pt>
                <c:pt idx="5110">
                  <c:v>2863.4119999999998</c:v>
                </c:pt>
                <c:pt idx="5111">
                  <c:v>2863.8939999999998</c:v>
                </c:pt>
                <c:pt idx="5112">
                  <c:v>2864.3760000000002</c:v>
                </c:pt>
                <c:pt idx="5113">
                  <c:v>2864.8580000000002</c:v>
                </c:pt>
                <c:pt idx="5114">
                  <c:v>2865.34</c:v>
                </c:pt>
                <c:pt idx="5115">
                  <c:v>2865.8220000000001</c:v>
                </c:pt>
                <c:pt idx="5116">
                  <c:v>2866.3040000000001</c:v>
                </c:pt>
                <c:pt idx="5117">
                  <c:v>2866.7869999999998</c:v>
                </c:pt>
                <c:pt idx="5118">
                  <c:v>2867.2689999999998</c:v>
                </c:pt>
                <c:pt idx="5119">
                  <c:v>2867.7510000000002</c:v>
                </c:pt>
                <c:pt idx="5120">
                  <c:v>2868.2330000000002</c:v>
                </c:pt>
                <c:pt idx="5121">
                  <c:v>2868.7150000000001</c:v>
                </c:pt>
                <c:pt idx="5122">
                  <c:v>2869.1970000000001</c:v>
                </c:pt>
                <c:pt idx="5123">
                  <c:v>2869.6790000000001</c:v>
                </c:pt>
                <c:pt idx="5124">
                  <c:v>2870.1619999999998</c:v>
                </c:pt>
                <c:pt idx="5125">
                  <c:v>2870.6439999999998</c:v>
                </c:pt>
                <c:pt idx="5126">
                  <c:v>2871.1260000000002</c:v>
                </c:pt>
                <c:pt idx="5127">
                  <c:v>2871.6080000000002</c:v>
                </c:pt>
                <c:pt idx="5128">
                  <c:v>2872.09</c:v>
                </c:pt>
                <c:pt idx="5129">
                  <c:v>2872.5720000000001</c:v>
                </c:pt>
                <c:pt idx="5130">
                  <c:v>2873.0540000000001</c:v>
                </c:pt>
                <c:pt idx="5131">
                  <c:v>2873.5369999999998</c:v>
                </c:pt>
                <c:pt idx="5132">
                  <c:v>2874.0189999999998</c:v>
                </c:pt>
                <c:pt idx="5133">
                  <c:v>2874.5010000000002</c:v>
                </c:pt>
                <c:pt idx="5134">
                  <c:v>2874.9830000000002</c:v>
                </c:pt>
                <c:pt idx="5135">
                  <c:v>2875.4650000000001</c:v>
                </c:pt>
                <c:pt idx="5136">
                  <c:v>2875.9470000000001</c:v>
                </c:pt>
                <c:pt idx="5137">
                  <c:v>2876.4290000000001</c:v>
                </c:pt>
                <c:pt idx="5138">
                  <c:v>2876.9119999999998</c:v>
                </c:pt>
                <c:pt idx="5139">
                  <c:v>2877.3939999999998</c:v>
                </c:pt>
                <c:pt idx="5140">
                  <c:v>2877.8760000000002</c:v>
                </c:pt>
                <c:pt idx="5141">
                  <c:v>2878.3580000000002</c:v>
                </c:pt>
                <c:pt idx="5142">
                  <c:v>2878.84</c:v>
                </c:pt>
                <c:pt idx="5143">
                  <c:v>2879.3220000000001</c:v>
                </c:pt>
                <c:pt idx="5144">
                  <c:v>2879.8040000000001</c:v>
                </c:pt>
                <c:pt idx="5145">
                  <c:v>2880.2860000000001</c:v>
                </c:pt>
                <c:pt idx="5146">
                  <c:v>2880.7689999999998</c:v>
                </c:pt>
                <c:pt idx="5147">
                  <c:v>2881.2510000000002</c:v>
                </c:pt>
                <c:pt idx="5148">
                  <c:v>2881.7330000000002</c:v>
                </c:pt>
                <c:pt idx="5149">
                  <c:v>2882.2150000000001</c:v>
                </c:pt>
                <c:pt idx="5150">
                  <c:v>2882.6970000000001</c:v>
                </c:pt>
                <c:pt idx="5151">
                  <c:v>2883.1790000000001</c:v>
                </c:pt>
                <c:pt idx="5152">
                  <c:v>2883.6610000000001</c:v>
                </c:pt>
                <c:pt idx="5153">
                  <c:v>2884.1439999999998</c:v>
                </c:pt>
                <c:pt idx="5154">
                  <c:v>2884.6260000000002</c:v>
                </c:pt>
                <c:pt idx="5155">
                  <c:v>2885.1080000000002</c:v>
                </c:pt>
                <c:pt idx="5156">
                  <c:v>2885.59</c:v>
                </c:pt>
                <c:pt idx="5157">
                  <c:v>2886.0720000000001</c:v>
                </c:pt>
                <c:pt idx="5158">
                  <c:v>2886.5540000000001</c:v>
                </c:pt>
                <c:pt idx="5159">
                  <c:v>2887.0360000000001</c:v>
                </c:pt>
                <c:pt idx="5160">
                  <c:v>2887.5189999999998</c:v>
                </c:pt>
                <c:pt idx="5161">
                  <c:v>2888.0010000000002</c:v>
                </c:pt>
                <c:pt idx="5162">
                  <c:v>2888.4830000000002</c:v>
                </c:pt>
                <c:pt idx="5163">
                  <c:v>2888.9650000000001</c:v>
                </c:pt>
                <c:pt idx="5164">
                  <c:v>2889.4470000000001</c:v>
                </c:pt>
                <c:pt idx="5165">
                  <c:v>2889.9290000000001</c:v>
                </c:pt>
                <c:pt idx="5166">
                  <c:v>2890.4110000000001</c:v>
                </c:pt>
                <c:pt idx="5167">
                  <c:v>2890.8939999999998</c:v>
                </c:pt>
                <c:pt idx="5168">
                  <c:v>2891.3760000000002</c:v>
                </c:pt>
                <c:pt idx="5169">
                  <c:v>2891.8580000000002</c:v>
                </c:pt>
                <c:pt idx="5170">
                  <c:v>2892.34</c:v>
                </c:pt>
                <c:pt idx="5171">
                  <c:v>2892.8220000000001</c:v>
                </c:pt>
                <c:pt idx="5172">
                  <c:v>2893.3040000000001</c:v>
                </c:pt>
                <c:pt idx="5173">
                  <c:v>2893.7860000000001</c:v>
                </c:pt>
                <c:pt idx="5174">
                  <c:v>2894.2689999999998</c:v>
                </c:pt>
                <c:pt idx="5175">
                  <c:v>2894.75</c:v>
                </c:pt>
                <c:pt idx="5176">
                  <c:v>2895.2330000000002</c:v>
                </c:pt>
                <c:pt idx="5177">
                  <c:v>2895.7150000000001</c:v>
                </c:pt>
                <c:pt idx="5178">
                  <c:v>2896.1970000000001</c:v>
                </c:pt>
                <c:pt idx="5179">
                  <c:v>2896.6790000000001</c:v>
                </c:pt>
                <c:pt idx="5180">
                  <c:v>2897.1610000000001</c:v>
                </c:pt>
                <c:pt idx="5181">
                  <c:v>2897.643</c:v>
                </c:pt>
                <c:pt idx="5182">
                  <c:v>2898.125</c:v>
                </c:pt>
                <c:pt idx="5183">
                  <c:v>2898.6080000000002</c:v>
                </c:pt>
                <c:pt idx="5184">
                  <c:v>2899.09</c:v>
                </c:pt>
                <c:pt idx="5185">
                  <c:v>2899.5720000000001</c:v>
                </c:pt>
                <c:pt idx="5186">
                  <c:v>2900.0540000000001</c:v>
                </c:pt>
                <c:pt idx="5187">
                  <c:v>2900.5360000000001</c:v>
                </c:pt>
                <c:pt idx="5188">
                  <c:v>2901.018</c:v>
                </c:pt>
                <c:pt idx="5189">
                  <c:v>2901.5</c:v>
                </c:pt>
                <c:pt idx="5190">
                  <c:v>2901.9830000000002</c:v>
                </c:pt>
                <c:pt idx="5191">
                  <c:v>2902.4650000000001</c:v>
                </c:pt>
                <c:pt idx="5192">
                  <c:v>2902.9470000000001</c:v>
                </c:pt>
                <c:pt idx="5193">
                  <c:v>2903.4290000000001</c:v>
                </c:pt>
                <c:pt idx="5194">
                  <c:v>2903.9110000000001</c:v>
                </c:pt>
                <c:pt idx="5195">
                  <c:v>2904.393</c:v>
                </c:pt>
                <c:pt idx="5196">
                  <c:v>2904.875</c:v>
                </c:pt>
                <c:pt idx="5197">
                  <c:v>2905.3580000000002</c:v>
                </c:pt>
                <c:pt idx="5198">
                  <c:v>2905.84</c:v>
                </c:pt>
                <c:pt idx="5199">
                  <c:v>2906.3220000000001</c:v>
                </c:pt>
                <c:pt idx="5200">
                  <c:v>2906.8040000000001</c:v>
                </c:pt>
                <c:pt idx="5201">
                  <c:v>2907.2860000000001</c:v>
                </c:pt>
                <c:pt idx="5202">
                  <c:v>2907.768</c:v>
                </c:pt>
                <c:pt idx="5203">
                  <c:v>2908.25</c:v>
                </c:pt>
                <c:pt idx="5204">
                  <c:v>2908.7330000000002</c:v>
                </c:pt>
                <c:pt idx="5205">
                  <c:v>2909.2150000000001</c:v>
                </c:pt>
                <c:pt idx="5206">
                  <c:v>2909.6970000000001</c:v>
                </c:pt>
                <c:pt idx="5207">
                  <c:v>2910.1790000000001</c:v>
                </c:pt>
                <c:pt idx="5208">
                  <c:v>2910.6610000000001</c:v>
                </c:pt>
                <c:pt idx="5209">
                  <c:v>2911.143</c:v>
                </c:pt>
                <c:pt idx="5210">
                  <c:v>2911.625</c:v>
                </c:pt>
                <c:pt idx="5211">
                  <c:v>2912.107</c:v>
                </c:pt>
                <c:pt idx="5212">
                  <c:v>2912.59</c:v>
                </c:pt>
                <c:pt idx="5213">
                  <c:v>2913.0720000000001</c:v>
                </c:pt>
                <c:pt idx="5214">
                  <c:v>2913.5540000000001</c:v>
                </c:pt>
                <c:pt idx="5215">
                  <c:v>2914.0360000000001</c:v>
                </c:pt>
                <c:pt idx="5216">
                  <c:v>2914.518</c:v>
                </c:pt>
                <c:pt idx="5217">
                  <c:v>2915</c:v>
                </c:pt>
                <c:pt idx="5218">
                  <c:v>2915.482</c:v>
                </c:pt>
                <c:pt idx="5219">
                  <c:v>2915.9650000000001</c:v>
                </c:pt>
                <c:pt idx="5220">
                  <c:v>2916.4470000000001</c:v>
                </c:pt>
                <c:pt idx="5221">
                  <c:v>2916.9290000000001</c:v>
                </c:pt>
                <c:pt idx="5222">
                  <c:v>2917.4110000000001</c:v>
                </c:pt>
                <c:pt idx="5223">
                  <c:v>2917.893</c:v>
                </c:pt>
                <c:pt idx="5224">
                  <c:v>2918.375</c:v>
                </c:pt>
                <c:pt idx="5225">
                  <c:v>2918.857</c:v>
                </c:pt>
                <c:pt idx="5226">
                  <c:v>2919.34</c:v>
                </c:pt>
                <c:pt idx="5227">
                  <c:v>2919.8220000000001</c:v>
                </c:pt>
                <c:pt idx="5228">
                  <c:v>2920.3040000000001</c:v>
                </c:pt>
                <c:pt idx="5229">
                  <c:v>2920.7860000000001</c:v>
                </c:pt>
                <c:pt idx="5230">
                  <c:v>2921.268</c:v>
                </c:pt>
                <c:pt idx="5231">
                  <c:v>2921.75</c:v>
                </c:pt>
                <c:pt idx="5232">
                  <c:v>2922.232</c:v>
                </c:pt>
                <c:pt idx="5233">
                  <c:v>2922.7150000000001</c:v>
                </c:pt>
                <c:pt idx="5234">
                  <c:v>2923.1970000000001</c:v>
                </c:pt>
                <c:pt idx="5235">
                  <c:v>2923.6790000000001</c:v>
                </c:pt>
                <c:pt idx="5236">
                  <c:v>2924.1610000000001</c:v>
                </c:pt>
                <c:pt idx="5237">
                  <c:v>2924.643</c:v>
                </c:pt>
                <c:pt idx="5238">
                  <c:v>2925.125</c:v>
                </c:pt>
                <c:pt idx="5239">
                  <c:v>2925.607</c:v>
                </c:pt>
                <c:pt idx="5240">
                  <c:v>2926.09</c:v>
                </c:pt>
                <c:pt idx="5241">
                  <c:v>2926.5720000000001</c:v>
                </c:pt>
                <c:pt idx="5242">
                  <c:v>2927.0540000000001</c:v>
                </c:pt>
                <c:pt idx="5243">
                  <c:v>2927.5360000000001</c:v>
                </c:pt>
                <c:pt idx="5244">
                  <c:v>2928.018</c:v>
                </c:pt>
                <c:pt idx="5245">
                  <c:v>2928.5</c:v>
                </c:pt>
                <c:pt idx="5246">
                  <c:v>2928.982</c:v>
                </c:pt>
                <c:pt idx="5247">
                  <c:v>2929.4639999999999</c:v>
                </c:pt>
                <c:pt idx="5248">
                  <c:v>2929.9470000000001</c:v>
                </c:pt>
                <c:pt idx="5249">
                  <c:v>2930.4290000000001</c:v>
                </c:pt>
                <c:pt idx="5250">
                  <c:v>2930.9110000000001</c:v>
                </c:pt>
                <c:pt idx="5251">
                  <c:v>2931.393</c:v>
                </c:pt>
                <c:pt idx="5252">
                  <c:v>2931.875</c:v>
                </c:pt>
                <c:pt idx="5253">
                  <c:v>2932.357</c:v>
                </c:pt>
                <c:pt idx="5254">
                  <c:v>2932.8389999999999</c:v>
                </c:pt>
                <c:pt idx="5255">
                  <c:v>2933.3220000000001</c:v>
                </c:pt>
                <c:pt idx="5256">
                  <c:v>2933.8040000000001</c:v>
                </c:pt>
                <c:pt idx="5257">
                  <c:v>2934.2860000000001</c:v>
                </c:pt>
                <c:pt idx="5258">
                  <c:v>2934.768</c:v>
                </c:pt>
                <c:pt idx="5259">
                  <c:v>2935.25</c:v>
                </c:pt>
                <c:pt idx="5260">
                  <c:v>2935.732</c:v>
                </c:pt>
                <c:pt idx="5261">
                  <c:v>2936.2139999999999</c:v>
                </c:pt>
                <c:pt idx="5262">
                  <c:v>2936.6970000000001</c:v>
                </c:pt>
                <c:pt idx="5263">
                  <c:v>2937.1790000000001</c:v>
                </c:pt>
                <c:pt idx="5264">
                  <c:v>2937.6610000000001</c:v>
                </c:pt>
                <c:pt idx="5265">
                  <c:v>2938.143</c:v>
                </c:pt>
                <c:pt idx="5266">
                  <c:v>2938.625</c:v>
                </c:pt>
                <c:pt idx="5267">
                  <c:v>2939.107</c:v>
                </c:pt>
                <c:pt idx="5268">
                  <c:v>2939.5889999999999</c:v>
                </c:pt>
                <c:pt idx="5269">
                  <c:v>2940.0720000000001</c:v>
                </c:pt>
                <c:pt idx="5270">
                  <c:v>2940.5540000000001</c:v>
                </c:pt>
                <c:pt idx="5271">
                  <c:v>2941.0360000000001</c:v>
                </c:pt>
                <c:pt idx="5272">
                  <c:v>2941.518</c:v>
                </c:pt>
                <c:pt idx="5273">
                  <c:v>2942</c:v>
                </c:pt>
                <c:pt idx="5274">
                  <c:v>2942.482</c:v>
                </c:pt>
                <c:pt idx="5275">
                  <c:v>2942.9639999999999</c:v>
                </c:pt>
                <c:pt idx="5276">
                  <c:v>2943.4470000000001</c:v>
                </c:pt>
                <c:pt idx="5277">
                  <c:v>2943.9279999999999</c:v>
                </c:pt>
                <c:pt idx="5278">
                  <c:v>2944.4110000000001</c:v>
                </c:pt>
                <c:pt idx="5279">
                  <c:v>2944.893</c:v>
                </c:pt>
                <c:pt idx="5280">
                  <c:v>2945.375</c:v>
                </c:pt>
                <c:pt idx="5281">
                  <c:v>2945.857</c:v>
                </c:pt>
                <c:pt idx="5282">
                  <c:v>2946.3389999999999</c:v>
                </c:pt>
                <c:pt idx="5283">
                  <c:v>2946.8209999999999</c:v>
                </c:pt>
                <c:pt idx="5284">
                  <c:v>2947.3029999999999</c:v>
                </c:pt>
                <c:pt idx="5285">
                  <c:v>2947.7860000000001</c:v>
                </c:pt>
                <c:pt idx="5286">
                  <c:v>2948.268</c:v>
                </c:pt>
                <c:pt idx="5287">
                  <c:v>2948.75</c:v>
                </c:pt>
                <c:pt idx="5288">
                  <c:v>2949.232</c:v>
                </c:pt>
                <c:pt idx="5289">
                  <c:v>2949.7139999999999</c:v>
                </c:pt>
                <c:pt idx="5290">
                  <c:v>2950.1959999999999</c:v>
                </c:pt>
                <c:pt idx="5291">
                  <c:v>2950.6779999999999</c:v>
                </c:pt>
                <c:pt idx="5292">
                  <c:v>2951.1610000000001</c:v>
                </c:pt>
                <c:pt idx="5293">
                  <c:v>2951.643</c:v>
                </c:pt>
                <c:pt idx="5294">
                  <c:v>2952.125</c:v>
                </c:pt>
                <c:pt idx="5295">
                  <c:v>2952.607</c:v>
                </c:pt>
                <c:pt idx="5296">
                  <c:v>2953.0889999999999</c:v>
                </c:pt>
                <c:pt idx="5297">
                  <c:v>2953.5709999999999</c:v>
                </c:pt>
                <c:pt idx="5298">
                  <c:v>2954.0529999999999</c:v>
                </c:pt>
                <c:pt idx="5299">
                  <c:v>2954.5360000000001</c:v>
                </c:pt>
                <c:pt idx="5300">
                  <c:v>2955.018</c:v>
                </c:pt>
                <c:pt idx="5301">
                  <c:v>2955.5</c:v>
                </c:pt>
                <c:pt idx="5302">
                  <c:v>2955.982</c:v>
                </c:pt>
                <c:pt idx="5303">
                  <c:v>2956.4639999999999</c:v>
                </c:pt>
                <c:pt idx="5304">
                  <c:v>2956.9459999999999</c:v>
                </c:pt>
                <c:pt idx="5305">
                  <c:v>2957.4279999999999</c:v>
                </c:pt>
                <c:pt idx="5306">
                  <c:v>2957.9110000000001</c:v>
                </c:pt>
                <c:pt idx="5307">
                  <c:v>2958.393</c:v>
                </c:pt>
                <c:pt idx="5308">
                  <c:v>2958.875</c:v>
                </c:pt>
                <c:pt idx="5309">
                  <c:v>2959.357</c:v>
                </c:pt>
                <c:pt idx="5310">
                  <c:v>2959.8389999999999</c:v>
                </c:pt>
                <c:pt idx="5311">
                  <c:v>2960.3209999999999</c:v>
                </c:pt>
                <c:pt idx="5312">
                  <c:v>2960.8029999999999</c:v>
                </c:pt>
                <c:pt idx="5313">
                  <c:v>2961.2849999999999</c:v>
                </c:pt>
                <c:pt idx="5314">
                  <c:v>2961.768</c:v>
                </c:pt>
                <c:pt idx="5315">
                  <c:v>2962.25</c:v>
                </c:pt>
                <c:pt idx="5316">
                  <c:v>2962.732</c:v>
                </c:pt>
                <c:pt idx="5317">
                  <c:v>2963.2139999999999</c:v>
                </c:pt>
                <c:pt idx="5318">
                  <c:v>2963.6959999999999</c:v>
                </c:pt>
                <c:pt idx="5319">
                  <c:v>2964.1779999999999</c:v>
                </c:pt>
                <c:pt idx="5320">
                  <c:v>2964.66</c:v>
                </c:pt>
                <c:pt idx="5321">
                  <c:v>2965.143</c:v>
                </c:pt>
                <c:pt idx="5322">
                  <c:v>2965.625</c:v>
                </c:pt>
                <c:pt idx="5323">
                  <c:v>2966.107</c:v>
                </c:pt>
                <c:pt idx="5324">
                  <c:v>2966.5889999999999</c:v>
                </c:pt>
                <c:pt idx="5325">
                  <c:v>2967.0709999999999</c:v>
                </c:pt>
                <c:pt idx="5326">
                  <c:v>2967.5529999999999</c:v>
                </c:pt>
                <c:pt idx="5327">
                  <c:v>2968.0349999999999</c:v>
                </c:pt>
                <c:pt idx="5328">
                  <c:v>2968.518</c:v>
                </c:pt>
                <c:pt idx="5329">
                  <c:v>2969</c:v>
                </c:pt>
                <c:pt idx="5330">
                  <c:v>2969.482</c:v>
                </c:pt>
                <c:pt idx="5331">
                  <c:v>2969.9639999999999</c:v>
                </c:pt>
                <c:pt idx="5332">
                  <c:v>2970.4459999999999</c:v>
                </c:pt>
                <c:pt idx="5333">
                  <c:v>2970.9279999999999</c:v>
                </c:pt>
                <c:pt idx="5334">
                  <c:v>2971.41</c:v>
                </c:pt>
                <c:pt idx="5335">
                  <c:v>2971.893</c:v>
                </c:pt>
                <c:pt idx="5336">
                  <c:v>2972.375</c:v>
                </c:pt>
                <c:pt idx="5337">
                  <c:v>2972.857</c:v>
                </c:pt>
                <c:pt idx="5338">
                  <c:v>2973.3389999999999</c:v>
                </c:pt>
                <c:pt idx="5339">
                  <c:v>2973.8209999999999</c:v>
                </c:pt>
                <c:pt idx="5340">
                  <c:v>2974.3029999999999</c:v>
                </c:pt>
                <c:pt idx="5341">
                  <c:v>2974.7849999999999</c:v>
                </c:pt>
                <c:pt idx="5342">
                  <c:v>2975.268</c:v>
                </c:pt>
                <c:pt idx="5343">
                  <c:v>2975.75</c:v>
                </c:pt>
                <c:pt idx="5344">
                  <c:v>2976.232</c:v>
                </c:pt>
                <c:pt idx="5345">
                  <c:v>2976.7139999999999</c:v>
                </c:pt>
                <c:pt idx="5346">
                  <c:v>2977.1959999999999</c:v>
                </c:pt>
                <c:pt idx="5347">
                  <c:v>2977.6779999999999</c:v>
                </c:pt>
                <c:pt idx="5348">
                  <c:v>2978.16</c:v>
                </c:pt>
                <c:pt idx="5349">
                  <c:v>2978.6419999999998</c:v>
                </c:pt>
                <c:pt idx="5350">
                  <c:v>2979.125</c:v>
                </c:pt>
                <c:pt idx="5351">
                  <c:v>2979.607</c:v>
                </c:pt>
                <c:pt idx="5352">
                  <c:v>2980.0889999999999</c:v>
                </c:pt>
                <c:pt idx="5353">
                  <c:v>2980.5709999999999</c:v>
                </c:pt>
                <c:pt idx="5354">
                  <c:v>2981.0529999999999</c:v>
                </c:pt>
                <c:pt idx="5355">
                  <c:v>2981.5349999999999</c:v>
                </c:pt>
                <c:pt idx="5356">
                  <c:v>2982.0169999999998</c:v>
                </c:pt>
                <c:pt idx="5357">
                  <c:v>2982.5</c:v>
                </c:pt>
                <c:pt idx="5358">
                  <c:v>2982.982</c:v>
                </c:pt>
                <c:pt idx="5359">
                  <c:v>2983.4639999999999</c:v>
                </c:pt>
                <c:pt idx="5360">
                  <c:v>2983.9459999999999</c:v>
                </c:pt>
                <c:pt idx="5361">
                  <c:v>2984.4279999999999</c:v>
                </c:pt>
                <c:pt idx="5362">
                  <c:v>2984.91</c:v>
                </c:pt>
                <c:pt idx="5363">
                  <c:v>2985.3919999999998</c:v>
                </c:pt>
                <c:pt idx="5364">
                  <c:v>2985.875</c:v>
                </c:pt>
                <c:pt idx="5365">
                  <c:v>2986.357</c:v>
                </c:pt>
                <c:pt idx="5366">
                  <c:v>2986.8389999999999</c:v>
                </c:pt>
                <c:pt idx="5367">
                  <c:v>2987.3209999999999</c:v>
                </c:pt>
                <c:pt idx="5368">
                  <c:v>2987.8029999999999</c:v>
                </c:pt>
                <c:pt idx="5369">
                  <c:v>2988.2849999999999</c:v>
                </c:pt>
                <c:pt idx="5370">
                  <c:v>2988.7669999999998</c:v>
                </c:pt>
                <c:pt idx="5371">
                  <c:v>2989.25</c:v>
                </c:pt>
                <c:pt idx="5372">
                  <c:v>2989.732</c:v>
                </c:pt>
                <c:pt idx="5373">
                  <c:v>2990.2139999999999</c:v>
                </c:pt>
                <c:pt idx="5374">
                  <c:v>2990.6959999999999</c:v>
                </c:pt>
                <c:pt idx="5375">
                  <c:v>2991.1779999999999</c:v>
                </c:pt>
                <c:pt idx="5376">
                  <c:v>2991.66</c:v>
                </c:pt>
                <c:pt idx="5377">
                  <c:v>2992.1419999999998</c:v>
                </c:pt>
                <c:pt idx="5378">
                  <c:v>2992.625</c:v>
                </c:pt>
                <c:pt idx="5379">
                  <c:v>2993.1060000000002</c:v>
                </c:pt>
                <c:pt idx="5380">
                  <c:v>2993.5889999999999</c:v>
                </c:pt>
                <c:pt idx="5381">
                  <c:v>2994.0709999999999</c:v>
                </c:pt>
                <c:pt idx="5382">
                  <c:v>2994.5529999999999</c:v>
                </c:pt>
                <c:pt idx="5383">
                  <c:v>2995.0349999999999</c:v>
                </c:pt>
                <c:pt idx="5384">
                  <c:v>2995.5169999999998</c:v>
                </c:pt>
                <c:pt idx="5385">
                  <c:v>2995.9989999999998</c:v>
                </c:pt>
                <c:pt idx="5386">
                  <c:v>2996.4810000000002</c:v>
                </c:pt>
                <c:pt idx="5387">
                  <c:v>2996.9639999999999</c:v>
                </c:pt>
                <c:pt idx="5388">
                  <c:v>2997.4459999999999</c:v>
                </c:pt>
                <c:pt idx="5389">
                  <c:v>2997.9279999999999</c:v>
                </c:pt>
                <c:pt idx="5390">
                  <c:v>2998.41</c:v>
                </c:pt>
                <c:pt idx="5391">
                  <c:v>2998.8919999999998</c:v>
                </c:pt>
                <c:pt idx="5392">
                  <c:v>2999.3739999999998</c:v>
                </c:pt>
                <c:pt idx="5393">
                  <c:v>2999.8560000000002</c:v>
                </c:pt>
                <c:pt idx="5394">
                  <c:v>3000.3389999999999</c:v>
                </c:pt>
                <c:pt idx="5395">
                  <c:v>3000.8209999999999</c:v>
                </c:pt>
                <c:pt idx="5396">
                  <c:v>3001.3029999999999</c:v>
                </c:pt>
                <c:pt idx="5397">
                  <c:v>3001.7849999999999</c:v>
                </c:pt>
                <c:pt idx="5398">
                  <c:v>3002.2669999999998</c:v>
                </c:pt>
                <c:pt idx="5399">
                  <c:v>3002.7489999999998</c:v>
                </c:pt>
                <c:pt idx="5400">
                  <c:v>3003.2310000000002</c:v>
                </c:pt>
                <c:pt idx="5401">
                  <c:v>3003.7139999999999</c:v>
                </c:pt>
                <c:pt idx="5402">
                  <c:v>3004.1959999999999</c:v>
                </c:pt>
                <c:pt idx="5403">
                  <c:v>3004.6779999999999</c:v>
                </c:pt>
                <c:pt idx="5404">
                  <c:v>3005.16</c:v>
                </c:pt>
                <c:pt idx="5405">
                  <c:v>3005.6419999999998</c:v>
                </c:pt>
                <c:pt idx="5406">
                  <c:v>3006.1239999999998</c:v>
                </c:pt>
                <c:pt idx="5407">
                  <c:v>3006.6060000000002</c:v>
                </c:pt>
                <c:pt idx="5408">
                  <c:v>3007.0889999999999</c:v>
                </c:pt>
                <c:pt idx="5409">
                  <c:v>3007.5709999999999</c:v>
                </c:pt>
                <c:pt idx="5410">
                  <c:v>3008.0529999999999</c:v>
                </c:pt>
                <c:pt idx="5411">
                  <c:v>3008.5349999999999</c:v>
                </c:pt>
                <c:pt idx="5412">
                  <c:v>3009.0169999999998</c:v>
                </c:pt>
                <c:pt idx="5413">
                  <c:v>3009.4989999999998</c:v>
                </c:pt>
                <c:pt idx="5414">
                  <c:v>3009.9810000000002</c:v>
                </c:pt>
                <c:pt idx="5415">
                  <c:v>3010.4630000000002</c:v>
                </c:pt>
                <c:pt idx="5416">
                  <c:v>3010.9459999999999</c:v>
                </c:pt>
                <c:pt idx="5417">
                  <c:v>3011.4279999999999</c:v>
                </c:pt>
                <c:pt idx="5418">
                  <c:v>3011.91</c:v>
                </c:pt>
                <c:pt idx="5419">
                  <c:v>3012.3919999999998</c:v>
                </c:pt>
                <c:pt idx="5420">
                  <c:v>3012.8739999999998</c:v>
                </c:pt>
                <c:pt idx="5421">
                  <c:v>3013.3560000000002</c:v>
                </c:pt>
                <c:pt idx="5422">
                  <c:v>3013.8380000000002</c:v>
                </c:pt>
                <c:pt idx="5423">
                  <c:v>3014.3209999999999</c:v>
                </c:pt>
                <c:pt idx="5424">
                  <c:v>3014.8029999999999</c:v>
                </c:pt>
                <c:pt idx="5425">
                  <c:v>3015.2849999999999</c:v>
                </c:pt>
                <c:pt idx="5426">
                  <c:v>3015.7669999999998</c:v>
                </c:pt>
                <c:pt idx="5427">
                  <c:v>3016.2489999999998</c:v>
                </c:pt>
                <c:pt idx="5428">
                  <c:v>3016.7310000000002</c:v>
                </c:pt>
                <c:pt idx="5429">
                  <c:v>3017.2130000000002</c:v>
                </c:pt>
                <c:pt idx="5430">
                  <c:v>3017.6959999999999</c:v>
                </c:pt>
                <c:pt idx="5431">
                  <c:v>3018.1779999999999</c:v>
                </c:pt>
                <c:pt idx="5432">
                  <c:v>3018.66</c:v>
                </c:pt>
                <c:pt idx="5433">
                  <c:v>3019.1419999999998</c:v>
                </c:pt>
                <c:pt idx="5434">
                  <c:v>3019.6239999999998</c:v>
                </c:pt>
                <c:pt idx="5435">
                  <c:v>3020.1060000000002</c:v>
                </c:pt>
                <c:pt idx="5436">
                  <c:v>3020.5880000000002</c:v>
                </c:pt>
                <c:pt idx="5437">
                  <c:v>3021.0709999999999</c:v>
                </c:pt>
                <c:pt idx="5438">
                  <c:v>3021.5529999999999</c:v>
                </c:pt>
                <c:pt idx="5439">
                  <c:v>3022.0349999999999</c:v>
                </c:pt>
                <c:pt idx="5440">
                  <c:v>3022.5169999999998</c:v>
                </c:pt>
                <c:pt idx="5441">
                  <c:v>3022.9989999999998</c:v>
                </c:pt>
                <c:pt idx="5442">
                  <c:v>3023.4810000000002</c:v>
                </c:pt>
                <c:pt idx="5443">
                  <c:v>3023.9630000000002</c:v>
                </c:pt>
                <c:pt idx="5444">
                  <c:v>3024.4459999999999</c:v>
                </c:pt>
                <c:pt idx="5445">
                  <c:v>3024.9270000000001</c:v>
                </c:pt>
                <c:pt idx="5446">
                  <c:v>3025.41</c:v>
                </c:pt>
                <c:pt idx="5447">
                  <c:v>3025.8919999999998</c:v>
                </c:pt>
                <c:pt idx="5448">
                  <c:v>3026.3739999999998</c:v>
                </c:pt>
                <c:pt idx="5449">
                  <c:v>3026.8560000000002</c:v>
                </c:pt>
                <c:pt idx="5450">
                  <c:v>3027.3380000000002</c:v>
                </c:pt>
                <c:pt idx="5451">
                  <c:v>3027.82</c:v>
                </c:pt>
                <c:pt idx="5452">
                  <c:v>3028.3020000000001</c:v>
                </c:pt>
                <c:pt idx="5453">
                  <c:v>3028.7849999999999</c:v>
                </c:pt>
                <c:pt idx="5454">
                  <c:v>3029.2669999999998</c:v>
                </c:pt>
                <c:pt idx="5455">
                  <c:v>3029.7489999999998</c:v>
                </c:pt>
                <c:pt idx="5456">
                  <c:v>3030.2310000000002</c:v>
                </c:pt>
                <c:pt idx="5457">
                  <c:v>3030.7130000000002</c:v>
                </c:pt>
                <c:pt idx="5458">
                  <c:v>3031.1950000000002</c:v>
                </c:pt>
                <c:pt idx="5459">
                  <c:v>3031.6770000000001</c:v>
                </c:pt>
                <c:pt idx="5460">
                  <c:v>3032.16</c:v>
                </c:pt>
                <c:pt idx="5461">
                  <c:v>3032.6419999999998</c:v>
                </c:pt>
                <c:pt idx="5462">
                  <c:v>3033.1239999999998</c:v>
                </c:pt>
                <c:pt idx="5463">
                  <c:v>3033.6060000000002</c:v>
                </c:pt>
                <c:pt idx="5464">
                  <c:v>3034.0880000000002</c:v>
                </c:pt>
                <c:pt idx="5465">
                  <c:v>3034.57</c:v>
                </c:pt>
                <c:pt idx="5466">
                  <c:v>3035.0520000000001</c:v>
                </c:pt>
                <c:pt idx="5467">
                  <c:v>3035.5349999999999</c:v>
                </c:pt>
                <c:pt idx="5468">
                  <c:v>3036.0169999999998</c:v>
                </c:pt>
                <c:pt idx="5469">
                  <c:v>3036.4989999999998</c:v>
                </c:pt>
                <c:pt idx="5470">
                  <c:v>3036.9810000000002</c:v>
                </c:pt>
                <c:pt idx="5471">
                  <c:v>3037.4630000000002</c:v>
                </c:pt>
                <c:pt idx="5472">
                  <c:v>3037.9450000000002</c:v>
                </c:pt>
                <c:pt idx="5473">
                  <c:v>3038.4270000000001</c:v>
                </c:pt>
                <c:pt idx="5474">
                  <c:v>3038.91</c:v>
                </c:pt>
                <c:pt idx="5475">
                  <c:v>3039.3919999999998</c:v>
                </c:pt>
                <c:pt idx="5476">
                  <c:v>3039.8739999999998</c:v>
                </c:pt>
                <c:pt idx="5477">
                  <c:v>3040.3560000000002</c:v>
                </c:pt>
                <c:pt idx="5478">
                  <c:v>3040.8380000000002</c:v>
                </c:pt>
                <c:pt idx="5479">
                  <c:v>3041.32</c:v>
                </c:pt>
                <c:pt idx="5480">
                  <c:v>3041.8020000000001</c:v>
                </c:pt>
                <c:pt idx="5481">
                  <c:v>3042.2840000000001</c:v>
                </c:pt>
                <c:pt idx="5482">
                  <c:v>3042.7669999999998</c:v>
                </c:pt>
                <c:pt idx="5483">
                  <c:v>3043.2489999999998</c:v>
                </c:pt>
                <c:pt idx="5484">
                  <c:v>3043.7310000000002</c:v>
                </c:pt>
                <c:pt idx="5485">
                  <c:v>3044.2130000000002</c:v>
                </c:pt>
                <c:pt idx="5486">
                  <c:v>3044.6950000000002</c:v>
                </c:pt>
                <c:pt idx="5487">
                  <c:v>3045.1770000000001</c:v>
                </c:pt>
                <c:pt idx="5488">
                  <c:v>3045.6590000000001</c:v>
                </c:pt>
                <c:pt idx="5489">
                  <c:v>3046.1419999999998</c:v>
                </c:pt>
                <c:pt idx="5490">
                  <c:v>3046.6239999999998</c:v>
                </c:pt>
                <c:pt idx="5491">
                  <c:v>3047.1060000000002</c:v>
                </c:pt>
                <c:pt idx="5492">
                  <c:v>3047.5880000000002</c:v>
                </c:pt>
                <c:pt idx="5493">
                  <c:v>3048.07</c:v>
                </c:pt>
                <c:pt idx="5494">
                  <c:v>3048.5520000000001</c:v>
                </c:pt>
                <c:pt idx="5495">
                  <c:v>3049.0340000000001</c:v>
                </c:pt>
                <c:pt idx="5496">
                  <c:v>3049.5169999999998</c:v>
                </c:pt>
                <c:pt idx="5497">
                  <c:v>3049.9989999999998</c:v>
                </c:pt>
                <c:pt idx="5498">
                  <c:v>3050.4810000000002</c:v>
                </c:pt>
                <c:pt idx="5499">
                  <c:v>3050.9630000000002</c:v>
                </c:pt>
                <c:pt idx="5500">
                  <c:v>3051.4450000000002</c:v>
                </c:pt>
                <c:pt idx="5501">
                  <c:v>3051.9270000000001</c:v>
                </c:pt>
                <c:pt idx="5502">
                  <c:v>3052.4090000000001</c:v>
                </c:pt>
                <c:pt idx="5503">
                  <c:v>3052.8919999999998</c:v>
                </c:pt>
                <c:pt idx="5504">
                  <c:v>3053.3739999999998</c:v>
                </c:pt>
                <c:pt idx="5505">
                  <c:v>3053.8560000000002</c:v>
                </c:pt>
                <c:pt idx="5506">
                  <c:v>3054.3380000000002</c:v>
                </c:pt>
                <c:pt idx="5507">
                  <c:v>3054.82</c:v>
                </c:pt>
                <c:pt idx="5508">
                  <c:v>3055.3020000000001</c:v>
                </c:pt>
                <c:pt idx="5509">
                  <c:v>3055.7840000000001</c:v>
                </c:pt>
                <c:pt idx="5510">
                  <c:v>3056.2669999999998</c:v>
                </c:pt>
                <c:pt idx="5511">
                  <c:v>3056.7489999999998</c:v>
                </c:pt>
                <c:pt idx="5512">
                  <c:v>3057.2310000000002</c:v>
                </c:pt>
                <c:pt idx="5513">
                  <c:v>3057.7130000000002</c:v>
                </c:pt>
                <c:pt idx="5514">
                  <c:v>3058.1950000000002</c:v>
                </c:pt>
                <c:pt idx="5515">
                  <c:v>3058.6770000000001</c:v>
                </c:pt>
                <c:pt idx="5516">
                  <c:v>3059.1590000000001</c:v>
                </c:pt>
                <c:pt idx="5517">
                  <c:v>3059.6410000000001</c:v>
                </c:pt>
                <c:pt idx="5518">
                  <c:v>3060.1239999999998</c:v>
                </c:pt>
                <c:pt idx="5519">
                  <c:v>3060.6060000000002</c:v>
                </c:pt>
                <c:pt idx="5520">
                  <c:v>3061.0880000000002</c:v>
                </c:pt>
                <c:pt idx="5521">
                  <c:v>3061.57</c:v>
                </c:pt>
                <c:pt idx="5522">
                  <c:v>3062.0520000000001</c:v>
                </c:pt>
                <c:pt idx="5523">
                  <c:v>3062.5340000000001</c:v>
                </c:pt>
                <c:pt idx="5524">
                  <c:v>3063.0160000000001</c:v>
                </c:pt>
                <c:pt idx="5525">
                  <c:v>3063.4989999999998</c:v>
                </c:pt>
                <c:pt idx="5526">
                  <c:v>3063.9810000000002</c:v>
                </c:pt>
                <c:pt idx="5527">
                  <c:v>3064.4630000000002</c:v>
                </c:pt>
                <c:pt idx="5528">
                  <c:v>3064.9450000000002</c:v>
                </c:pt>
                <c:pt idx="5529">
                  <c:v>3065.4270000000001</c:v>
                </c:pt>
                <c:pt idx="5530">
                  <c:v>3065.9090000000001</c:v>
                </c:pt>
                <c:pt idx="5531">
                  <c:v>3066.3910000000001</c:v>
                </c:pt>
                <c:pt idx="5532">
                  <c:v>3066.8739999999998</c:v>
                </c:pt>
                <c:pt idx="5533">
                  <c:v>3067.3560000000002</c:v>
                </c:pt>
                <c:pt idx="5534">
                  <c:v>3067.8380000000002</c:v>
                </c:pt>
                <c:pt idx="5535">
                  <c:v>3068.32</c:v>
                </c:pt>
                <c:pt idx="5536">
                  <c:v>3068.8020000000001</c:v>
                </c:pt>
                <c:pt idx="5537">
                  <c:v>3069.2840000000001</c:v>
                </c:pt>
                <c:pt idx="5538">
                  <c:v>3069.7660000000001</c:v>
                </c:pt>
                <c:pt idx="5539">
                  <c:v>3070.2489999999998</c:v>
                </c:pt>
                <c:pt idx="5540">
                  <c:v>3070.7310000000002</c:v>
                </c:pt>
                <c:pt idx="5541">
                  <c:v>3071.2130000000002</c:v>
                </c:pt>
                <c:pt idx="5542">
                  <c:v>3071.6950000000002</c:v>
                </c:pt>
                <c:pt idx="5543">
                  <c:v>3072.1770000000001</c:v>
                </c:pt>
                <c:pt idx="5544">
                  <c:v>3072.6590000000001</c:v>
                </c:pt>
                <c:pt idx="5545">
                  <c:v>3073.1410000000001</c:v>
                </c:pt>
                <c:pt idx="5546">
                  <c:v>3073.6239999999998</c:v>
                </c:pt>
                <c:pt idx="5547">
                  <c:v>3074.105</c:v>
                </c:pt>
                <c:pt idx="5548">
                  <c:v>3074.5880000000002</c:v>
                </c:pt>
                <c:pt idx="5549">
                  <c:v>3075.07</c:v>
                </c:pt>
                <c:pt idx="5550">
                  <c:v>3075.5520000000001</c:v>
                </c:pt>
                <c:pt idx="5551">
                  <c:v>3076.0340000000001</c:v>
                </c:pt>
                <c:pt idx="5552">
                  <c:v>3076.5160000000001</c:v>
                </c:pt>
                <c:pt idx="5553">
                  <c:v>3076.998</c:v>
                </c:pt>
                <c:pt idx="5554">
                  <c:v>3077.48</c:v>
                </c:pt>
                <c:pt idx="5555">
                  <c:v>3077.9630000000002</c:v>
                </c:pt>
                <c:pt idx="5556">
                  <c:v>3078.4450000000002</c:v>
                </c:pt>
                <c:pt idx="5557">
                  <c:v>3078.9270000000001</c:v>
                </c:pt>
                <c:pt idx="5558">
                  <c:v>3079.4090000000001</c:v>
                </c:pt>
                <c:pt idx="5559">
                  <c:v>3079.8910000000001</c:v>
                </c:pt>
                <c:pt idx="5560">
                  <c:v>3080.373</c:v>
                </c:pt>
                <c:pt idx="5561">
                  <c:v>3080.855</c:v>
                </c:pt>
                <c:pt idx="5562">
                  <c:v>3081.3380000000002</c:v>
                </c:pt>
                <c:pt idx="5563">
                  <c:v>3081.82</c:v>
                </c:pt>
                <c:pt idx="5564">
                  <c:v>3082.3020000000001</c:v>
                </c:pt>
                <c:pt idx="5565">
                  <c:v>3082.7840000000001</c:v>
                </c:pt>
                <c:pt idx="5566">
                  <c:v>3083.2660000000001</c:v>
                </c:pt>
                <c:pt idx="5567">
                  <c:v>3083.748</c:v>
                </c:pt>
                <c:pt idx="5568">
                  <c:v>3084.23</c:v>
                </c:pt>
                <c:pt idx="5569">
                  <c:v>3084.7130000000002</c:v>
                </c:pt>
                <c:pt idx="5570">
                  <c:v>3085.1950000000002</c:v>
                </c:pt>
                <c:pt idx="5571">
                  <c:v>3085.6770000000001</c:v>
                </c:pt>
                <c:pt idx="5572">
                  <c:v>3086.1590000000001</c:v>
                </c:pt>
                <c:pt idx="5573">
                  <c:v>3086.6410000000001</c:v>
                </c:pt>
                <c:pt idx="5574">
                  <c:v>3087.123</c:v>
                </c:pt>
                <c:pt idx="5575">
                  <c:v>3087.605</c:v>
                </c:pt>
                <c:pt idx="5576">
                  <c:v>3088.0880000000002</c:v>
                </c:pt>
                <c:pt idx="5577">
                  <c:v>3088.57</c:v>
                </c:pt>
                <c:pt idx="5578">
                  <c:v>3089.0520000000001</c:v>
                </c:pt>
                <c:pt idx="5579">
                  <c:v>3089.5340000000001</c:v>
                </c:pt>
                <c:pt idx="5580">
                  <c:v>3090.0160000000001</c:v>
                </c:pt>
                <c:pt idx="5581">
                  <c:v>3090.498</c:v>
                </c:pt>
                <c:pt idx="5582">
                  <c:v>3090.98</c:v>
                </c:pt>
                <c:pt idx="5583">
                  <c:v>3091.462</c:v>
                </c:pt>
                <c:pt idx="5584">
                  <c:v>3091.9450000000002</c:v>
                </c:pt>
                <c:pt idx="5585">
                  <c:v>3092.4270000000001</c:v>
                </c:pt>
                <c:pt idx="5586">
                  <c:v>3092.9090000000001</c:v>
                </c:pt>
                <c:pt idx="5587">
                  <c:v>3093.3910000000001</c:v>
                </c:pt>
                <c:pt idx="5588">
                  <c:v>3093.873</c:v>
                </c:pt>
                <c:pt idx="5589">
                  <c:v>3094.355</c:v>
                </c:pt>
                <c:pt idx="5590">
                  <c:v>3094.837</c:v>
                </c:pt>
                <c:pt idx="5591">
                  <c:v>3095.32</c:v>
                </c:pt>
                <c:pt idx="5592">
                  <c:v>3095.8020000000001</c:v>
                </c:pt>
                <c:pt idx="5593">
                  <c:v>3096.2840000000001</c:v>
                </c:pt>
                <c:pt idx="5594">
                  <c:v>3096.7660000000001</c:v>
                </c:pt>
                <c:pt idx="5595">
                  <c:v>3097.248</c:v>
                </c:pt>
                <c:pt idx="5596">
                  <c:v>3097.73</c:v>
                </c:pt>
                <c:pt idx="5597">
                  <c:v>3098.212</c:v>
                </c:pt>
                <c:pt idx="5598">
                  <c:v>3098.6950000000002</c:v>
                </c:pt>
                <c:pt idx="5599">
                  <c:v>3099.1770000000001</c:v>
                </c:pt>
                <c:pt idx="5600">
                  <c:v>3099.6590000000001</c:v>
                </c:pt>
                <c:pt idx="5601">
                  <c:v>3100.1410000000001</c:v>
                </c:pt>
                <c:pt idx="5602">
                  <c:v>3100.623</c:v>
                </c:pt>
                <c:pt idx="5603">
                  <c:v>3101.105</c:v>
                </c:pt>
                <c:pt idx="5604">
                  <c:v>3101.587</c:v>
                </c:pt>
                <c:pt idx="5605">
                  <c:v>3102.07</c:v>
                </c:pt>
                <c:pt idx="5606">
                  <c:v>3102.5520000000001</c:v>
                </c:pt>
                <c:pt idx="5607">
                  <c:v>3103.0340000000001</c:v>
                </c:pt>
                <c:pt idx="5608">
                  <c:v>3103.5160000000001</c:v>
                </c:pt>
                <c:pt idx="5609">
                  <c:v>3103.998</c:v>
                </c:pt>
                <c:pt idx="5610">
                  <c:v>3104.48</c:v>
                </c:pt>
                <c:pt idx="5611">
                  <c:v>3104.962</c:v>
                </c:pt>
                <c:pt idx="5612">
                  <c:v>3105.4450000000002</c:v>
                </c:pt>
                <c:pt idx="5613">
                  <c:v>3105.9270000000001</c:v>
                </c:pt>
                <c:pt idx="5614">
                  <c:v>3106.4090000000001</c:v>
                </c:pt>
                <c:pt idx="5615">
                  <c:v>3106.8910000000001</c:v>
                </c:pt>
                <c:pt idx="5616">
                  <c:v>3107.373</c:v>
                </c:pt>
                <c:pt idx="5617">
                  <c:v>3107.855</c:v>
                </c:pt>
                <c:pt idx="5618">
                  <c:v>3108.337</c:v>
                </c:pt>
                <c:pt idx="5619">
                  <c:v>3108.819</c:v>
                </c:pt>
                <c:pt idx="5620">
                  <c:v>3109.3020000000001</c:v>
                </c:pt>
                <c:pt idx="5621">
                  <c:v>3109.7840000000001</c:v>
                </c:pt>
                <c:pt idx="5622">
                  <c:v>3110.2660000000001</c:v>
                </c:pt>
                <c:pt idx="5623">
                  <c:v>3110.748</c:v>
                </c:pt>
                <c:pt idx="5624">
                  <c:v>3111.23</c:v>
                </c:pt>
                <c:pt idx="5625">
                  <c:v>3111.712</c:v>
                </c:pt>
                <c:pt idx="5626">
                  <c:v>3112.194</c:v>
                </c:pt>
                <c:pt idx="5627">
                  <c:v>3112.6770000000001</c:v>
                </c:pt>
                <c:pt idx="5628">
                  <c:v>3113.1590000000001</c:v>
                </c:pt>
                <c:pt idx="5629">
                  <c:v>3113.6410000000001</c:v>
                </c:pt>
                <c:pt idx="5630">
                  <c:v>3114.123</c:v>
                </c:pt>
                <c:pt idx="5631">
                  <c:v>3114.605</c:v>
                </c:pt>
                <c:pt idx="5632">
                  <c:v>3115.087</c:v>
                </c:pt>
                <c:pt idx="5633">
                  <c:v>3115.569</c:v>
                </c:pt>
                <c:pt idx="5634">
                  <c:v>3116.0520000000001</c:v>
                </c:pt>
                <c:pt idx="5635">
                  <c:v>3116.5340000000001</c:v>
                </c:pt>
                <c:pt idx="5636">
                  <c:v>3117.0160000000001</c:v>
                </c:pt>
                <c:pt idx="5637">
                  <c:v>3117.498</c:v>
                </c:pt>
                <c:pt idx="5638">
                  <c:v>3117.98</c:v>
                </c:pt>
                <c:pt idx="5639">
                  <c:v>3118.462</c:v>
                </c:pt>
                <c:pt idx="5640">
                  <c:v>3118.944</c:v>
                </c:pt>
                <c:pt idx="5641">
                  <c:v>3119.4270000000001</c:v>
                </c:pt>
                <c:pt idx="5642">
                  <c:v>3119.9090000000001</c:v>
                </c:pt>
                <c:pt idx="5643">
                  <c:v>3120.3910000000001</c:v>
                </c:pt>
                <c:pt idx="5644">
                  <c:v>3120.873</c:v>
                </c:pt>
                <c:pt idx="5645">
                  <c:v>3121.355</c:v>
                </c:pt>
                <c:pt idx="5646">
                  <c:v>3121.837</c:v>
                </c:pt>
                <c:pt idx="5647">
                  <c:v>3122.319</c:v>
                </c:pt>
                <c:pt idx="5648">
                  <c:v>3122.8020000000001</c:v>
                </c:pt>
                <c:pt idx="5649">
                  <c:v>3123.2829999999999</c:v>
                </c:pt>
                <c:pt idx="5650">
                  <c:v>3123.7660000000001</c:v>
                </c:pt>
                <c:pt idx="5651">
                  <c:v>3124.248</c:v>
                </c:pt>
                <c:pt idx="5652">
                  <c:v>3124.73</c:v>
                </c:pt>
                <c:pt idx="5653">
                  <c:v>3125.212</c:v>
                </c:pt>
                <c:pt idx="5654">
                  <c:v>3125.694</c:v>
                </c:pt>
                <c:pt idx="5655">
                  <c:v>3126.1759999999999</c:v>
                </c:pt>
                <c:pt idx="5656">
                  <c:v>3126.6579999999999</c:v>
                </c:pt>
                <c:pt idx="5657">
                  <c:v>3127.1410000000001</c:v>
                </c:pt>
                <c:pt idx="5658">
                  <c:v>3127.623</c:v>
                </c:pt>
                <c:pt idx="5659">
                  <c:v>3128.105</c:v>
                </c:pt>
                <c:pt idx="5660">
                  <c:v>3128.587</c:v>
                </c:pt>
                <c:pt idx="5661">
                  <c:v>3129.069</c:v>
                </c:pt>
                <c:pt idx="5662">
                  <c:v>3129.5509999999999</c:v>
                </c:pt>
                <c:pt idx="5663">
                  <c:v>3130.0329999999999</c:v>
                </c:pt>
                <c:pt idx="5664">
                  <c:v>3130.5160000000001</c:v>
                </c:pt>
                <c:pt idx="5665">
                  <c:v>3130.998</c:v>
                </c:pt>
                <c:pt idx="5666">
                  <c:v>3131.48</c:v>
                </c:pt>
                <c:pt idx="5667">
                  <c:v>3131.962</c:v>
                </c:pt>
                <c:pt idx="5668">
                  <c:v>3132.444</c:v>
                </c:pt>
                <c:pt idx="5669">
                  <c:v>3132.9259999999999</c:v>
                </c:pt>
                <c:pt idx="5670">
                  <c:v>3133.4079999999999</c:v>
                </c:pt>
                <c:pt idx="5671">
                  <c:v>3133.8910000000001</c:v>
                </c:pt>
                <c:pt idx="5672">
                  <c:v>3134.373</c:v>
                </c:pt>
                <c:pt idx="5673">
                  <c:v>3134.855</c:v>
                </c:pt>
                <c:pt idx="5674">
                  <c:v>3135.337</c:v>
                </c:pt>
                <c:pt idx="5675">
                  <c:v>3135.819</c:v>
                </c:pt>
                <c:pt idx="5676">
                  <c:v>3136.3009999999999</c:v>
                </c:pt>
                <c:pt idx="5677">
                  <c:v>3136.7829999999999</c:v>
                </c:pt>
                <c:pt idx="5678">
                  <c:v>3137.2660000000001</c:v>
                </c:pt>
                <c:pt idx="5679">
                  <c:v>3137.748</c:v>
                </c:pt>
                <c:pt idx="5680">
                  <c:v>3138.23</c:v>
                </c:pt>
                <c:pt idx="5681">
                  <c:v>3138.712</c:v>
                </c:pt>
                <c:pt idx="5682">
                  <c:v>3139.194</c:v>
                </c:pt>
                <c:pt idx="5683">
                  <c:v>3139.6759999999999</c:v>
                </c:pt>
                <c:pt idx="5684">
                  <c:v>3140.1579999999999</c:v>
                </c:pt>
                <c:pt idx="5685">
                  <c:v>3140.64</c:v>
                </c:pt>
                <c:pt idx="5686">
                  <c:v>3141.123</c:v>
                </c:pt>
                <c:pt idx="5687">
                  <c:v>3141.605</c:v>
                </c:pt>
                <c:pt idx="5688">
                  <c:v>3142.087</c:v>
                </c:pt>
                <c:pt idx="5689">
                  <c:v>3142.569</c:v>
                </c:pt>
                <c:pt idx="5690">
                  <c:v>3143.0509999999999</c:v>
                </c:pt>
                <c:pt idx="5691">
                  <c:v>3143.5329999999999</c:v>
                </c:pt>
                <c:pt idx="5692">
                  <c:v>3144.0149999999999</c:v>
                </c:pt>
                <c:pt idx="5693">
                  <c:v>3144.498</c:v>
                </c:pt>
                <c:pt idx="5694">
                  <c:v>3144.98</c:v>
                </c:pt>
                <c:pt idx="5695">
                  <c:v>3145.462</c:v>
                </c:pt>
                <c:pt idx="5696">
                  <c:v>3145.944</c:v>
                </c:pt>
                <c:pt idx="5697">
                  <c:v>3146.4259999999999</c:v>
                </c:pt>
                <c:pt idx="5698">
                  <c:v>3146.9079999999999</c:v>
                </c:pt>
                <c:pt idx="5699">
                  <c:v>3147.39</c:v>
                </c:pt>
                <c:pt idx="5700">
                  <c:v>3147.873</c:v>
                </c:pt>
                <c:pt idx="5701">
                  <c:v>3148.355</c:v>
                </c:pt>
                <c:pt idx="5702">
                  <c:v>3148.837</c:v>
                </c:pt>
                <c:pt idx="5703">
                  <c:v>3149.319</c:v>
                </c:pt>
                <c:pt idx="5704">
                  <c:v>3149.8009999999999</c:v>
                </c:pt>
                <c:pt idx="5705">
                  <c:v>3150.2829999999999</c:v>
                </c:pt>
                <c:pt idx="5706">
                  <c:v>3150.7649999999999</c:v>
                </c:pt>
                <c:pt idx="5707">
                  <c:v>3151.248</c:v>
                </c:pt>
                <c:pt idx="5708">
                  <c:v>3151.73</c:v>
                </c:pt>
                <c:pt idx="5709">
                  <c:v>3152.212</c:v>
                </c:pt>
                <c:pt idx="5710">
                  <c:v>3152.694</c:v>
                </c:pt>
                <c:pt idx="5711">
                  <c:v>3153.1759999999999</c:v>
                </c:pt>
                <c:pt idx="5712">
                  <c:v>3153.6579999999999</c:v>
                </c:pt>
                <c:pt idx="5713">
                  <c:v>3154.14</c:v>
                </c:pt>
                <c:pt idx="5714">
                  <c:v>3154.623</c:v>
                </c:pt>
                <c:pt idx="5715">
                  <c:v>3155.1039999999998</c:v>
                </c:pt>
                <c:pt idx="5716">
                  <c:v>3155.587</c:v>
                </c:pt>
                <c:pt idx="5717">
                  <c:v>3156.069</c:v>
                </c:pt>
                <c:pt idx="5718">
                  <c:v>3156.5509999999999</c:v>
                </c:pt>
                <c:pt idx="5719">
                  <c:v>3157.0329999999999</c:v>
                </c:pt>
                <c:pt idx="5720">
                  <c:v>3157.5149999999999</c:v>
                </c:pt>
                <c:pt idx="5721">
                  <c:v>3157.9969999999998</c:v>
                </c:pt>
                <c:pt idx="5722">
                  <c:v>3158.4789999999998</c:v>
                </c:pt>
                <c:pt idx="5723">
                  <c:v>3158.962</c:v>
                </c:pt>
                <c:pt idx="5724">
                  <c:v>3159.444</c:v>
                </c:pt>
                <c:pt idx="5725">
                  <c:v>3159.9259999999999</c:v>
                </c:pt>
                <c:pt idx="5726">
                  <c:v>3160.4079999999999</c:v>
                </c:pt>
                <c:pt idx="5727">
                  <c:v>3160.89</c:v>
                </c:pt>
                <c:pt idx="5728">
                  <c:v>3161.3719999999998</c:v>
                </c:pt>
                <c:pt idx="5729">
                  <c:v>3161.8539999999998</c:v>
                </c:pt>
                <c:pt idx="5730">
                  <c:v>3162.337</c:v>
                </c:pt>
                <c:pt idx="5731">
                  <c:v>3162.819</c:v>
                </c:pt>
                <c:pt idx="5732">
                  <c:v>3163.3009999999999</c:v>
                </c:pt>
                <c:pt idx="5733">
                  <c:v>3163.7829999999999</c:v>
                </c:pt>
                <c:pt idx="5734">
                  <c:v>3164.2649999999999</c:v>
                </c:pt>
                <c:pt idx="5735">
                  <c:v>3164.7469999999998</c:v>
                </c:pt>
                <c:pt idx="5736">
                  <c:v>3165.2289999999998</c:v>
                </c:pt>
                <c:pt idx="5737">
                  <c:v>3165.712</c:v>
                </c:pt>
                <c:pt idx="5738">
                  <c:v>3166.194</c:v>
                </c:pt>
                <c:pt idx="5739">
                  <c:v>3166.6759999999999</c:v>
                </c:pt>
                <c:pt idx="5740">
                  <c:v>3167.1579999999999</c:v>
                </c:pt>
                <c:pt idx="5741">
                  <c:v>3167.64</c:v>
                </c:pt>
                <c:pt idx="5742">
                  <c:v>3168.1219999999998</c:v>
                </c:pt>
                <c:pt idx="5743">
                  <c:v>3168.6039999999998</c:v>
                </c:pt>
                <c:pt idx="5744">
                  <c:v>3169.0859999999998</c:v>
                </c:pt>
                <c:pt idx="5745">
                  <c:v>3169.569</c:v>
                </c:pt>
                <c:pt idx="5746">
                  <c:v>3170.0509999999999</c:v>
                </c:pt>
                <c:pt idx="5747">
                  <c:v>3170.5329999999999</c:v>
                </c:pt>
                <c:pt idx="5748">
                  <c:v>3171.0149999999999</c:v>
                </c:pt>
                <c:pt idx="5749">
                  <c:v>3171.4969999999998</c:v>
                </c:pt>
                <c:pt idx="5750">
                  <c:v>3171.9789999999998</c:v>
                </c:pt>
                <c:pt idx="5751">
                  <c:v>3172.4609999999998</c:v>
                </c:pt>
                <c:pt idx="5752">
                  <c:v>3172.944</c:v>
                </c:pt>
                <c:pt idx="5753">
                  <c:v>3173.4259999999999</c:v>
                </c:pt>
                <c:pt idx="5754">
                  <c:v>3173.9079999999999</c:v>
                </c:pt>
                <c:pt idx="5755">
                  <c:v>3174.39</c:v>
                </c:pt>
                <c:pt idx="5756">
                  <c:v>3174.8719999999998</c:v>
                </c:pt>
                <c:pt idx="5757">
                  <c:v>3175.3539999999998</c:v>
                </c:pt>
                <c:pt idx="5758">
                  <c:v>3175.8359999999998</c:v>
                </c:pt>
                <c:pt idx="5759">
                  <c:v>3176.319</c:v>
                </c:pt>
                <c:pt idx="5760">
                  <c:v>3176.8009999999999</c:v>
                </c:pt>
                <c:pt idx="5761">
                  <c:v>3177.2829999999999</c:v>
                </c:pt>
                <c:pt idx="5762">
                  <c:v>3177.7649999999999</c:v>
                </c:pt>
                <c:pt idx="5763">
                  <c:v>3178.2469999999998</c:v>
                </c:pt>
                <c:pt idx="5764">
                  <c:v>3178.7289999999998</c:v>
                </c:pt>
                <c:pt idx="5765">
                  <c:v>3179.2109999999998</c:v>
                </c:pt>
                <c:pt idx="5766">
                  <c:v>3179.694</c:v>
                </c:pt>
                <c:pt idx="5767">
                  <c:v>3180.1759999999999</c:v>
                </c:pt>
                <c:pt idx="5768">
                  <c:v>3180.6579999999999</c:v>
                </c:pt>
                <c:pt idx="5769">
                  <c:v>3181.14</c:v>
                </c:pt>
                <c:pt idx="5770">
                  <c:v>3181.6219999999998</c:v>
                </c:pt>
                <c:pt idx="5771">
                  <c:v>3182.1039999999998</c:v>
                </c:pt>
                <c:pt idx="5772">
                  <c:v>3182.5859999999998</c:v>
                </c:pt>
                <c:pt idx="5773">
                  <c:v>3183.069</c:v>
                </c:pt>
                <c:pt idx="5774">
                  <c:v>3183.5509999999999</c:v>
                </c:pt>
                <c:pt idx="5775">
                  <c:v>3184.0329999999999</c:v>
                </c:pt>
                <c:pt idx="5776">
                  <c:v>3184.5149999999999</c:v>
                </c:pt>
                <c:pt idx="5777">
                  <c:v>3184.9969999999998</c:v>
                </c:pt>
                <c:pt idx="5778">
                  <c:v>3185.4789999999998</c:v>
                </c:pt>
                <c:pt idx="5779">
                  <c:v>3185.9609999999998</c:v>
                </c:pt>
                <c:pt idx="5780">
                  <c:v>3186.4430000000002</c:v>
                </c:pt>
                <c:pt idx="5781">
                  <c:v>3186.9259999999999</c:v>
                </c:pt>
                <c:pt idx="5782">
                  <c:v>3187.4079999999999</c:v>
                </c:pt>
                <c:pt idx="5783">
                  <c:v>3187.89</c:v>
                </c:pt>
                <c:pt idx="5784">
                  <c:v>3188.3719999999998</c:v>
                </c:pt>
                <c:pt idx="5785">
                  <c:v>3188.8539999999998</c:v>
                </c:pt>
                <c:pt idx="5786">
                  <c:v>3189.3359999999998</c:v>
                </c:pt>
                <c:pt idx="5787">
                  <c:v>3189.8180000000002</c:v>
                </c:pt>
                <c:pt idx="5788">
                  <c:v>3190.3009999999999</c:v>
                </c:pt>
                <c:pt idx="5789">
                  <c:v>3190.7829999999999</c:v>
                </c:pt>
                <c:pt idx="5790">
                  <c:v>3191.2649999999999</c:v>
                </c:pt>
                <c:pt idx="5791">
                  <c:v>3191.7469999999998</c:v>
                </c:pt>
                <c:pt idx="5792">
                  <c:v>3192.2289999999998</c:v>
                </c:pt>
                <c:pt idx="5793">
                  <c:v>3192.7109999999998</c:v>
                </c:pt>
                <c:pt idx="5794">
                  <c:v>3193.1930000000002</c:v>
                </c:pt>
                <c:pt idx="5795">
                  <c:v>3193.6759999999999</c:v>
                </c:pt>
                <c:pt idx="5796">
                  <c:v>3194.1579999999999</c:v>
                </c:pt>
                <c:pt idx="5797">
                  <c:v>3194.64</c:v>
                </c:pt>
                <c:pt idx="5798">
                  <c:v>3195.1219999999998</c:v>
                </c:pt>
                <c:pt idx="5799">
                  <c:v>3195.6039999999998</c:v>
                </c:pt>
                <c:pt idx="5800">
                  <c:v>3196.0859999999998</c:v>
                </c:pt>
                <c:pt idx="5801">
                  <c:v>3196.5680000000002</c:v>
                </c:pt>
                <c:pt idx="5802">
                  <c:v>3197.0509999999999</c:v>
                </c:pt>
                <c:pt idx="5803">
                  <c:v>3197.5329999999999</c:v>
                </c:pt>
                <c:pt idx="5804">
                  <c:v>3198.0149999999999</c:v>
                </c:pt>
                <c:pt idx="5805">
                  <c:v>3198.4969999999998</c:v>
                </c:pt>
                <c:pt idx="5806">
                  <c:v>3198.9789999999998</c:v>
                </c:pt>
                <c:pt idx="5807">
                  <c:v>3199.4609999999998</c:v>
                </c:pt>
                <c:pt idx="5808">
                  <c:v>3199.9430000000002</c:v>
                </c:pt>
                <c:pt idx="5809">
                  <c:v>3200.4259999999999</c:v>
                </c:pt>
                <c:pt idx="5810">
                  <c:v>3200.9070000000002</c:v>
                </c:pt>
                <c:pt idx="5811">
                  <c:v>3201.39</c:v>
                </c:pt>
                <c:pt idx="5812">
                  <c:v>3201.8719999999998</c:v>
                </c:pt>
                <c:pt idx="5813">
                  <c:v>3202.3539999999998</c:v>
                </c:pt>
                <c:pt idx="5814">
                  <c:v>3202.8359999999998</c:v>
                </c:pt>
                <c:pt idx="5815">
                  <c:v>3203.3180000000002</c:v>
                </c:pt>
                <c:pt idx="5816">
                  <c:v>3203.8</c:v>
                </c:pt>
                <c:pt idx="5817">
                  <c:v>3204.2820000000002</c:v>
                </c:pt>
                <c:pt idx="5818">
                  <c:v>3204.7649999999999</c:v>
                </c:pt>
                <c:pt idx="5819">
                  <c:v>3205.2469999999998</c:v>
                </c:pt>
                <c:pt idx="5820">
                  <c:v>3205.7289999999998</c:v>
                </c:pt>
                <c:pt idx="5821">
                  <c:v>3206.2109999999998</c:v>
                </c:pt>
                <c:pt idx="5822">
                  <c:v>3206.6930000000002</c:v>
                </c:pt>
                <c:pt idx="5823">
                  <c:v>3207.1750000000002</c:v>
                </c:pt>
                <c:pt idx="5824">
                  <c:v>3207.6570000000002</c:v>
                </c:pt>
                <c:pt idx="5825">
                  <c:v>3208.14</c:v>
                </c:pt>
                <c:pt idx="5826">
                  <c:v>3208.6219999999998</c:v>
                </c:pt>
                <c:pt idx="5827">
                  <c:v>3209.1039999999998</c:v>
                </c:pt>
                <c:pt idx="5828">
                  <c:v>3209.5859999999998</c:v>
                </c:pt>
                <c:pt idx="5829">
                  <c:v>3210.0680000000002</c:v>
                </c:pt>
                <c:pt idx="5830">
                  <c:v>3210.55</c:v>
                </c:pt>
                <c:pt idx="5831">
                  <c:v>3211.0320000000002</c:v>
                </c:pt>
                <c:pt idx="5832">
                  <c:v>3211.5149999999999</c:v>
                </c:pt>
                <c:pt idx="5833">
                  <c:v>3211.9969999999998</c:v>
                </c:pt>
                <c:pt idx="5834">
                  <c:v>3212.4789999999998</c:v>
                </c:pt>
                <c:pt idx="5835">
                  <c:v>3212.9609999999998</c:v>
                </c:pt>
                <c:pt idx="5836">
                  <c:v>3213.4430000000002</c:v>
                </c:pt>
                <c:pt idx="5837">
                  <c:v>3213.9250000000002</c:v>
                </c:pt>
                <c:pt idx="5838">
                  <c:v>3214.4070000000002</c:v>
                </c:pt>
                <c:pt idx="5839">
                  <c:v>3214.89</c:v>
                </c:pt>
                <c:pt idx="5840">
                  <c:v>3215.3719999999998</c:v>
                </c:pt>
                <c:pt idx="5841">
                  <c:v>3215.8539999999998</c:v>
                </c:pt>
                <c:pt idx="5842">
                  <c:v>3216.3359999999998</c:v>
                </c:pt>
                <c:pt idx="5843">
                  <c:v>3216.8180000000002</c:v>
                </c:pt>
                <c:pt idx="5844">
                  <c:v>3217.3</c:v>
                </c:pt>
                <c:pt idx="5845">
                  <c:v>3217.7820000000002</c:v>
                </c:pt>
                <c:pt idx="5846">
                  <c:v>3218.2640000000001</c:v>
                </c:pt>
                <c:pt idx="5847">
                  <c:v>3218.7469999999998</c:v>
                </c:pt>
                <c:pt idx="5848">
                  <c:v>3219.2289999999998</c:v>
                </c:pt>
                <c:pt idx="5849">
                  <c:v>3219.7109999999998</c:v>
                </c:pt>
                <c:pt idx="5850">
                  <c:v>3220.1930000000002</c:v>
                </c:pt>
                <c:pt idx="5851">
                  <c:v>3220.6750000000002</c:v>
                </c:pt>
                <c:pt idx="5852">
                  <c:v>3221.1570000000002</c:v>
                </c:pt>
                <c:pt idx="5853">
                  <c:v>3221.6390000000001</c:v>
                </c:pt>
                <c:pt idx="5854">
                  <c:v>3222.1219999999998</c:v>
                </c:pt>
                <c:pt idx="5855">
                  <c:v>3222.6039999999998</c:v>
                </c:pt>
                <c:pt idx="5856">
                  <c:v>3223.0859999999998</c:v>
                </c:pt>
                <c:pt idx="5857">
                  <c:v>3223.5680000000002</c:v>
                </c:pt>
                <c:pt idx="5858">
                  <c:v>3224.05</c:v>
                </c:pt>
                <c:pt idx="5859">
                  <c:v>3224.5320000000002</c:v>
                </c:pt>
                <c:pt idx="5860">
                  <c:v>3225.0140000000001</c:v>
                </c:pt>
                <c:pt idx="5861">
                  <c:v>3225.4969999999998</c:v>
                </c:pt>
                <c:pt idx="5862">
                  <c:v>3225.9789999999998</c:v>
                </c:pt>
                <c:pt idx="5863">
                  <c:v>3226.4609999999998</c:v>
                </c:pt>
                <c:pt idx="5864">
                  <c:v>3226.9430000000002</c:v>
                </c:pt>
                <c:pt idx="5865">
                  <c:v>3227.4250000000002</c:v>
                </c:pt>
                <c:pt idx="5866">
                  <c:v>3227.9070000000002</c:v>
                </c:pt>
                <c:pt idx="5867">
                  <c:v>3228.3890000000001</c:v>
                </c:pt>
                <c:pt idx="5868">
                  <c:v>3228.8719999999998</c:v>
                </c:pt>
                <c:pt idx="5869">
                  <c:v>3229.3539999999998</c:v>
                </c:pt>
                <c:pt idx="5870">
                  <c:v>3229.8359999999998</c:v>
                </c:pt>
                <c:pt idx="5871">
                  <c:v>3230.3180000000002</c:v>
                </c:pt>
                <c:pt idx="5872">
                  <c:v>3230.8</c:v>
                </c:pt>
                <c:pt idx="5873">
                  <c:v>3231.2820000000002</c:v>
                </c:pt>
                <c:pt idx="5874">
                  <c:v>3231.7640000000001</c:v>
                </c:pt>
                <c:pt idx="5875">
                  <c:v>3232.2469999999998</c:v>
                </c:pt>
                <c:pt idx="5876">
                  <c:v>3232.7289999999998</c:v>
                </c:pt>
                <c:pt idx="5877">
                  <c:v>3233.2109999999998</c:v>
                </c:pt>
                <c:pt idx="5878">
                  <c:v>3233.6930000000002</c:v>
                </c:pt>
                <c:pt idx="5879">
                  <c:v>3234.1750000000002</c:v>
                </c:pt>
                <c:pt idx="5880">
                  <c:v>3234.6570000000002</c:v>
                </c:pt>
                <c:pt idx="5881">
                  <c:v>3235.1390000000001</c:v>
                </c:pt>
                <c:pt idx="5882">
                  <c:v>3235.6210000000001</c:v>
                </c:pt>
                <c:pt idx="5883">
                  <c:v>3236.1039999999998</c:v>
                </c:pt>
                <c:pt idx="5884">
                  <c:v>3236.5859999999998</c:v>
                </c:pt>
                <c:pt idx="5885">
                  <c:v>3237.0680000000002</c:v>
                </c:pt>
                <c:pt idx="5886">
                  <c:v>3237.55</c:v>
                </c:pt>
                <c:pt idx="5887">
                  <c:v>3238.0320000000002</c:v>
                </c:pt>
                <c:pt idx="5888">
                  <c:v>3238.5140000000001</c:v>
                </c:pt>
                <c:pt idx="5889">
                  <c:v>3238.9960000000001</c:v>
                </c:pt>
                <c:pt idx="5890">
                  <c:v>3239.4789999999998</c:v>
                </c:pt>
                <c:pt idx="5891">
                  <c:v>3239.9609999999998</c:v>
                </c:pt>
                <c:pt idx="5892">
                  <c:v>3240.4430000000002</c:v>
                </c:pt>
                <c:pt idx="5893">
                  <c:v>3240.9250000000002</c:v>
                </c:pt>
                <c:pt idx="5894">
                  <c:v>3241.4070000000002</c:v>
                </c:pt>
                <c:pt idx="5895">
                  <c:v>3241.8890000000001</c:v>
                </c:pt>
                <c:pt idx="5896">
                  <c:v>3242.3710000000001</c:v>
                </c:pt>
                <c:pt idx="5897">
                  <c:v>3242.8539999999998</c:v>
                </c:pt>
                <c:pt idx="5898">
                  <c:v>3243.3359999999998</c:v>
                </c:pt>
                <c:pt idx="5899">
                  <c:v>3243.8180000000002</c:v>
                </c:pt>
                <c:pt idx="5900">
                  <c:v>3244.3</c:v>
                </c:pt>
                <c:pt idx="5901">
                  <c:v>3244.7820000000002</c:v>
                </c:pt>
                <c:pt idx="5902">
                  <c:v>3245.2640000000001</c:v>
                </c:pt>
                <c:pt idx="5903">
                  <c:v>3245.7460000000001</c:v>
                </c:pt>
                <c:pt idx="5904">
                  <c:v>3246.2289999999998</c:v>
                </c:pt>
                <c:pt idx="5905">
                  <c:v>3246.7109999999998</c:v>
                </c:pt>
                <c:pt idx="5906">
                  <c:v>3247.1930000000002</c:v>
                </c:pt>
                <c:pt idx="5907">
                  <c:v>3247.6750000000002</c:v>
                </c:pt>
                <c:pt idx="5908">
                  <c:v>3248.1570000000002</c:v>
                </c:pt>
                <c:pt idx="5909">
                  <c:v>3248.6390000000001</c:v>
                </c:pt>
                <c:pt idx="5910">
                  <c:v>3249.1210000000001</c:v>
                </c:pt>
                <c:pt idx="5911">
                  <c:v>3249.6039999999998</c:v>
                </c:pt>
                <c:pt idx="5912">
                  <c:v>3250.085</c:v>
                </c:pt>
                <c:pt idx="5913">
                  <c:v>3250.5680000000002</c:v>
                </c:pt>
                <c:pt idx="5914">
                  <c:v>3251.05</c:v>
                </c:pt>
                <c:pt idx="5915">
                  <c:v>3251.5320000000002</c:v>
                </c:pt>
                <c:pt idx="5916">
                  <c:v>3252.0140000000001</c:v>
                </c:pt>
                <c:pt idx="5917">
                  <c:v>3252.4960000000001</c:v>
                </c:pt>
                <c:pt idx="5918">
                  <c:v>3252.9780000000001</c:v>
                </c:pt>
                <c:pt idx="5919">
                  <c:v>3253.46</c:v>
                </c:pt>
                <c:pt idx="5920">
                  <c:v>3253.9430000000002</c:v>
                </c:pt>
                <c:pt idx="5921">
                  <c:v>3254.4250000000002</c:v>
                </c:pt>
                <c:pt idx="5922">
                  <c:v>3254.9070000000002</c:v>
                </c:pt>
                <c:pt idx="5923">
                  <c:v>3255.3890000000001</c:v>
                </c:pt>
                <c:pt idx="5924">
                  <c:v>3255.8710000000001</c:v>
                </c:pt>
                <c:pt idx="5925">
                  <c:v>3256.3530000000001</c:v>
                </c:pt>
                <c:pt idx="5926">
                  <c:v>3256.835</c:v>
                </c:pt>
                <c:pt idx="5927">
                  <c:v>3257.3180000000002</c:v>
                </c:pt>
                <c:pt idx="5928">
                  <c:v>3257.8</c:v>
                </c:pt>
                <c:pt idx="5929">
                  <c:v>3258.2820000000002</c:v>
                </c:pt>
                <c:pt idx="5930">
                  <c:v>3258.7640000000001</c:v>
                </c:pt>
                <c:pt idx="5931">
                  <c:v>3259.2460000000001</c:v>
                </c:pt>
                <c:pt idx="5932">
                  <c:v>3259.7280000000001</c:v>
                </c:pt>
                <c:pt idx="5933">
                  <c:v>3260.21</c:v>
                </c:pt>
                <c:pt idx="5934">
                  <c:v>3260.6930000000002</c:v>
                </c:pt>
                <c:pt idx="5935">
                  <c:v>3261.1750000000002</c:v>
                </c:pt>
                <c:pt idx="5936">
                  <c:v>3261.6570000000002</c:v>
                </c:pt>
                <c:pt idx="5937">
                  <c:v>3262.1390000000001</c:v>
                </c:pt>
                <c:pt idx="5938">
                  <c:v>3262.6210000000001</c:v>
                </c:pt>
                <c:pt idx="5939">
                  <c:v>3263.1030000000001</c:v>
                </c:pt>
                <c:pt idx="5940">
                  <c:v>3263.585</c:v>
                </c:pt>
                <c:pt idx="5941">
                  <c:v>3264.0680000000002</c:v>
                </c:pt>
                <c:pt idx="5942">
                  <c:v>3264.55</c:v>
                </c:pt>
                <c:pt idx="5943">
                  <c:v>3265.0320000000002</c:v>
                </c:pt>
                <c:pt idx="5944">
                  <c:v>3265.5140000000001</c:v>
                </c:pt>
                <c:pt idx="5945">
                  <c:v>3265.9960000000001</c:v>
                </c:pt>
                <c:pt idx="5946">
                  <c:v>3266.4780000000001</c:v>
                </c:pt>
                <c:pt idx="5947">
                  <c:v>3266.96</c:v>
                </c:pt>
                <c:pt idx="5948">
                  <c:v>3267.442</c:v>
                </c:pt>
                <c:pt idx="5949">
                  <c:v>3267.9250000000002</c:v>
                </c:pt>
                <c:pt idx="5950">
                  <c:v>3268.4070000000002</c:v>
                </c:pt>
                <c:pt idx="5951">
                  <c:v>3268.8890000000001</c:v>
                </c:pt>
                <c:pt idx="5952">
                  <c:v>3269.3710000000001</c:v>
                </c:pt>
                <c:pt idx="5953">
                  <c:v>3269.8530000000001</c:v>
                </c:pt>
                <c:pt idx="5954">
                  <c:v>3270.335</c:v>
                </c:pt>
                <c:pt idx="5955">
                  <c:v>3270.817</c:v>
                </c:pt>
                <c:pt idx="5956">
                  <c:v>3271.3</c:v>
                </c:pt>
                <c:pt idx="5957">
                  <c:v>3271.7820000000002</c:v>
                </c:pt>
                <c:pt idx="5958">
                  <c:v>3272.2640000000001</c:v>
                </c:pt>
                <c:pt idx="5959">
                  <c:v>3272.7460000000001</c:v>
                </c:pt>
                <c:pt idx="5960">
                  <c:v>3273.2280000000001</c:v>
                </c:pt>
                <c:pt idx="5961">
                  <c:v>3273.71</c:v>
                </c:pt>
                <c:pt idx="5962">
                  <c:v>3274.192</c:v>
                </c:pt>
                <c:pt idx="5963">
                  <c:v>3274.6750000000002</c:v>
                </c:pt>
                <c:pt idx="5964">
                  <c:v>3275.1570000000002</c:v>
                </c:pt>
                <c:pt idx="5965">
                  <c:v>3275.6390000000001</c:v>
                </c:pt>
                <c:pt idx="5966">
                  <c:v>3276.1210000000001</c:v>
                </c:pt>
                <c:pt idx="5967">
                  <c:v>3276.6030000000001</c:v>
                </c:pt>
                <c:pt idx="5968">
                  <c:v>3277.085</c:v>
                </c:pt>
                <c:pt idx="5969">
                  <c:v>3277.567</c:v>
                </c:pt>
                <c:pt idx="5970">
                  <c:v>3278.05</c:v>
                </c:pt>
                <c:pt idx="5971">
                  <c:v>3278.5320000000002</c:v>
                </c:pt>
                <c:pt idx="5972">
                  <c:v>3279.0140000000001</c:v>
                </c:pt>
                <c:pt idx="5973">
                  <c:v>3279.4960000000001</c:v>
                </c:pt>
                <c:pt idx="5974">
                  <c:v>3279.9780000000001</c:v>
                </c:pt>
                <c:pt idx="5975">
                  <c:v>3280.46</c:v>
                </c:pt>
                <c:pt idx="5976">
                  <c:v>3280.942</c:v>
                </c:pt>
                <c:pt idx="5977">
                  <c:v>3281.4250000000002</c:v>
                </c:pt>
                <c:pt idx="5978">
                  <c:v>3281.9059999999999</c:v>
                </c:pt>
                <c:pt idx="5979">
                  <c:v>3282.3890000000001</c:v>
                </c:pt>
                <c:pt idx="5980">
                  <c:v>3282.8710000000001</c:v>
                </c:pt>
                <c:pt idx="5981">
                  <c:v>3283.3530000000001</c:v>
                </c:pt>
                <c:pt idx="5982">
                  <c:v>3283.835</c:v>
                </c:pt>
                <c:pt idx="5983">
                  <c:v>3284.317</c:v>
                </c:pt>
                <c:pt idx="5984">
                  <c:v>3284.799</c:v>
                </c:pt>
                <c:pt idx="5985">
                  <c:v>3285.2809999999999</c:v>
                </c:pt>
                <c:pt idx="5986">
                  <c:v>3285.7640000000001</c:v>
                </c:pt>
                <c:pt idx="5987">
                  <c:v>3286.2460000000001</c:v>
                </c:pt>
                <c:pt idx="5988">
                  <c:v>3286.7280000000001</c:v>
                </c:pt>
                <c:pt idx="5989">
                  <c:v>3287.21</c:v>
                </c:pt>
                <c:pt idx="5990">
                  <c:v>3287.692</c:v>
                </c:pt>
                <c:pt idx="5991">
                  <c:v>3288.174</c:v>
                </c:pt>
                <c:pt idx="5992">
                  <c:v>3288.6559999999999</c:v>
                </c:pt>
                <c:pt idx="5993">
                  <c:v>3289.1390000000001</c:v>
                </c:pt>
                <c:pt idx="5994">
                  <c:v>3289.6210000000001</c:v>
                </c:pt>
                <c:pt idx="5995">
                  <c:v>3290.1030000000001</c:v>
                </c:pt>
                <c:pt idx="5996">
                  <c:v>3290.585</c:v>
                </c:pt>
                <c:pt idx="5997">
                  <c:v>3291.067</c:v>
                </c:pt>
                <c:pt idx="5998">
                  <c:v>3291.549</c:v>
                </c:pt>
                <c:pt idx="5999">
                  <c:v>3292.0309999999999</c:v>
                </c:pt>
                <c:pt idx="6000">
                  <c:v>3292.5140000000001</c:v>
                </c:pt>
                <c:pt idx="6001">
                  <c:v>3292.9960000000001</c:v>
                </c:pt>
                <c:pt idx="6002">
                  <c:v>3293.4780000000001</c:v>
                </c:pt>
                <c:pt idx="6003">
                  <c:v>3293.96</c:v>
                </c:pt>
                <c:pt idx="6004">
                  <c:v>3294.442</c:v>
                </c:pt>
                <c:pt idx="6005">
                  <c:v>3294.924</c:v>
                </c:pt>
                <c:pt idx="6006">
                  <c:v>3295.4059999999999</c:v>
                </c:pt>
                <c:pt idx="6007">
                  <c:v>3295.8890000000001</c:v>
                </c:pt>
                <c:pt idx="6008">
                  <c:v>3296.3710000000001</c:v>
                </c:pt>
                <c:pt idx="6009">
                  <c:v>3296.8530000000001</c:v>
                </c:pt>
                <c:pt idx="6010">
                  <c:v>3297.335</c:v>
                </c:pt>
                <c:pt idx="6011">
                  <c:v>3297.817</c:v>
                </c:pt>
                <c:pt idx="6012">
                  <c:v>3298.299</c:v>
                </c:pt>
                <c:pt idx="6013">
                  <c:v>3298.7809999999999</c:v>
                </c:pt>
                <c:pt idx="6014">
                  <c:v>3299.2629999999999</c:v>
                </c:pt>
                <c:pt idx="6015">
                  <c:v>3299.7460000000001</c:v>
                </c:pt>
                <c:pt idx="6016">
                  <c:v>3300.2280000000001</c:v>
                </c:pt>
                <c:pt idx="6017">
                  <c:v>3300.71</c:v>
                </c:pt>
                <c:pt idx="6018">
                  <c:v>3301.192</c:v>
                </c:pt>
                <c:pt idx="6019">
                  <c:v>3301.674</c:v>
                </c:pt>
                <c:pt idx="6020">
                  <c:v>3302.1559999999999</c:v>
                </c:pt>
                <c:pt idx="6021">
                  <c:v>3302.6379999999999</c:v>
                </c:pt>
                <c:pt idx="6022">
                  <c:v>3303.1210000000001</c:v>
                </c:pt>
                <c:pt idx="6023">
                  <c:v>3303.6030000000001</c:v>
                </c:pt>
                <c:pt idx="6024">
                  <c:v>3304.085</c:v>
                </c:pt>
                <c:pt idx="6025">
                  <c:v>3304.567</c:v>
                </c:pt>
                <c:pt idx="6026">
                  <c:v>3305.049</c:v>
                </c:pt>
                <c:pt idx="6027">
                  <c:v>3305.5309999999999</c:v>
                </c:pt>
                <c:pt idx="6028">
                  <c:v>3306.0129999999999</c:v>
                </c:pt>
                <c:pt idx="6029">
                  <c:v>3306.4960000000001</c:v>
                </c:pt>
                <c:pt idx="6030">
                  <c:v>3306.9780000000001</c:v>
                </c:pt>
                <c:pt idx="6031">
                  <c:v>3307.46</c:v>
                </c:pt>
                <c:pt idx="6032">
                  <c:v>3307.942</c:v>
                </c:pt>
                <c:pt idx="6033">
                  <c:v>3308.424</c:v>
                </c:pt>
                <c:pt idx="6034">
                  <c:v>3308.9059999999999</c:v>
                </c:pt>
                <c:pt idx="6035">
                  <c:v>3309.3879999999999</c:v>
                </c:pt>
                <c:pt idx="6036">
                  <c:v>3309.8710000000001</c:v>
                </c:pt>
                <c:pt idx="6037">
                  <c:v>3310.3530000000001</c:v>
                </c:pt>
                <c:pt idx="6038">
                  <c:v>3310.835</c:v>
                </c:pt>
                <c:pt idx="6039">
                  <c:v>3311.317</c:v>
                </c:pt>
                <c:pt idx="6040">
                  <c:v>3311.799</c:v>
                </c:pt>
                <c:pt idx="6041">
                  <c:v>3312.2809999999999</c:v>
                </c:pt>
                <c:pt idx="6042">
                  <c:v>3312.7629999999999</c:v>
                </c:pt>
                <c:pt idx="6043">
                  <c:v>3313.2460000000001</c:v>
                </c:pt>
                <c:pt idx="6044">
                  <c:v>3313.7280000000001</c:v>
                </c:pt>
                <c:pt idx="6045">
                  <c:v>3314.21</c:v>
                </c:pt>
                <c:pt idx="6046">
                  <c:v>3314.692</c:v>
                </c:pt>
                <c:pt idx="6047">
                  <c:v>3315.174</c:v>
                </c:pt>
                <c:pt idx="6048">
                  <c:v>3315.6559999999999</c:v>
                </c:pt>
                <c:pt idx="6049">
                  <c:v>3316.1379999999999</c:v>
                </c:pt>
                <c:pt idx="6050">
                  <c:v>3316.62</c:v>
                </c:pt>
                <c:pt idx="6051">
                  <c:v>3317.1030000000001</c:v>
                </c:pt>
                <c:pt idx="6052">
                  <c:v>3317.585</c:v>
                </c:pt>
                <c:pt idx="6053">
                  <c:v>3318.067</c:v>
                </c:pt>
                <c:pt idx="6054">
                  <c:v>3318.549</c:v>
                </c:pt>
                <c:pt idx="6055">
                  <c:v>3319.0309999999999</c:v>
                </c:pt>
                <c:pt idx="6056">
                  <c:v>3319.5129999999999</c:v>
                </c:pt>
                <c:pt idx="6057">
                  <c:v>3319.9949999999999</c:v>
                </c:pt>
                <c:pt idx="6058">
                  <c:v>3320.4780000000001</c:v>
                </c:pt>
                <c:pt idx="6059">
                  <c:v>3320.96</c:v>
                </c:pt>
                <c:pt idx="6060">
                  <c:v>3321.442</c:v>
                </c:pt>
                <c:pt idx="6061">
                  <c:v>3321.924</c:v>
                </c:pt>
                <c:pt idx="6062">
                  <c:v>3322.4059999999999</c:v>
                </c:pt>
                <c:pt idx="6063">
                  <c:v>3322.8879999999999</c:v>
                </c:pt>
                <c:pt idx="6064">
                  <c:v>3323.37</c:v>
                </c:pt>
                <c:pt idx="6065">
                  <c:v>3323.8530000000001</c:v>
                </c:pt>
                <c:pt idx="6066">
                  <c:v>3324.335</c:v>
                </c:pt>
                <c:pt idx="6067">
                  <c:v>3324.817</c:v>
                </c:pt>
                <c:pt idx="6068">
                  <c:v>3325.299</c:v>
                </c:pt>
                <c:pt idx="6069">
                  <c:v>3325.7809999999999</c:v>
                </c:pt>
                <c:pt idx="6070">
                  <c:v>3326.2629999999999</c:v>
                </c:pt>
                <c:pt idx="6071">
                  <c:v>3326.7449999999999</c:v>
                </c:pt>
                <c:pt idx="6072">
                  <c:v>3327.2280000000001</c:v>
                </c:pt>
                <c:pt idx="6073">
                  <c:v>3327.71</c:v>
                </c:pt>
                <c:pt idx="6074">
                  <c:v>3328.192</c:v>
                </c:pt>
                <c:pt idx="6075">
                  <c:v>3328.674</c:v>
                </c:pt>
                <c:pt idx="6076">
                  <c:v>3329.1559999999999</c:v>
                </c:pt>
                <c:pt idx="6077">
                  <c:v>3329.6379999999999</c:v>
                </c:pt>
                <c:pt idx="6078">
                  <c:v>3330.12</c:v>
                </c:pt>
                <c:pt idx="6079">
                  <c:v>3330.6030000000001</c:v>
                </c:pt>
                <c:pt idx="6080">
                  <c:v>3331.0839999999998</c:v>
                </c:pt>
                <c:pt idx="6081">
                  <c:v>3331.567</c:v>
                </c:pt>
                <c:pt idx="6082">
                  <c:v>3332.049</c:v>
                </c:pt>
                <c:pt idx="6083">
                  <c:v>3332.5309999999999</c:v>
                </c:pt>
                <c:pt idx="6084">
                  <c:v>3333.0129999999999</c:v>
                </c:pt>
                <c:pt idx="6085">
                  <c:v>3333.4949999999999</c:v>
                </c:pt>
                <c:pt idx="6086">
                  <c:v>3333.9769999999999</c:v>
                </c:pt>
                <c:pt idx="6087">
                  <c:v>3334.4589999999998</c:v>
                </c:pt>
                <c:pt idx="6088">
                  <c:v>3334.942</c:v>
                </c:pt>
                <c:pt idx="6089">
                  <c:v>3335.424</c:v>
                </c:pt>
                <c:pt idx="6090">
                  <c:v>3335.9059999999999</c:v>
                </c:pt>
                <c:pt idx="6091">
                  <c:v>3336.3879999999999</c:v>
                </c:pt>
                <c:pt idx="6092">
                  <c:v>3336.87</c:v>
                </c:pt>
                <c:pt idx="6093">
                  <c:v>3337.3519999999999</c:v>
                </c:pt>
                <c:pt idx="6094">
                  <c:v>3337.8339999999998</c:v>
                </c:pt>
                <c:pt idx="6095">
                  <c:v>3338.317</c:v>
                </c:pt>
                <c:pt idx="6096">
                  <c:v>3338.799</c:v>
                </c:pt>
                <c:pt idx="6097">
                  <c:v>3339.2809999999999</c:v>
                </c:pt>
                <c:pt idx="6098">
                  <c:v>3339.7629999999999</c:v>
                </c:pt>
                <c:pt idx="6099">
                  <c:v>3340.2449999999999</c:v>
                </c:pt>
                <c:pt idx="6100">
                  <c:v>3340.7269999999999</c:v>
                </c:pt>
                <c:pt idx="6101">
                  <c:v>3341.2089999999998</c:v>
                </c:pt>
                <c:pt idx="6102">
                  <c:v>3341.692</c:v>
                </c:pt>
                <c:pt idx="6103">
                  <c:v>3342.174</c:v>
                </c:pt>
                <c:pt idx="6104">
                  <c:v>3342.6559999999999</c:v>
                </c:pt>
                <c:pt idx="6105">
                  <c:v>3343.1379999999999</c:v>
                </c:pt>
                <c:pt idx="6106">
                  <c:v>3343.62</c:v>
                </c:pt>
                <c:pt idx="6107">
                  <c:v>3344.1019999999999</c:v>
                </c:pt>
                <c:pt idx="6108">
                  <c:v>3344.5839999999998</c:v>
                </c:pt>
                <c:pt idx="6109">
                  <c:v>3345.067</c:v>
                </c:pt>
                <c:pt idx="6110">
                  <c:v>3345.549</c:v>
                </c:pt>
                <c:pt idx="6111">
                  <c:v>3346.0309999999999</c:v>
                </c:pt>
                <c:pt idx="6112">
                  <c:v>3346.5129999999999</c:v>
                </c:pt>
                <c:pt idx="6113">
                  <c:v>3346.9949999999999</c:v>
                </c:pt>
                <c:pt idx="6114">
                  <c:v>3347.4769999999999</c:v>
                </c:pt>
                <c:pt idx="6115">
                  <c:v>3347.9589999999998</c:v>
                </c:pt>
                <c:pt idx="6116">
                  <c:v>3348.4409999999998</c:v>
                </c:pt>
                <c:pt idx="6117">
                  <c:v>3348.924</c:v>
                </c:pt>
                <c:pt idx="6118">
                  <c:v>3349.4059999999999</c:v>
                </c:pt>
                <c:pt idx="6119">
                  <c:v>3349.8879999999999</c:v>
                </c:pt>
                <c:pt idx="6120">
                  <c:v>3350.37</c:v>
                </c:pt>
                <c:pt idx="6121">
                  <c:v>3350.8519999999999</c:v>
                </c:pt>
                <c:pt idx="6122">
                  <c:v>3351.3339999999998</c:v>
                </c:pt>
                <c:pt idx="6123">
                  <c:v>3351.8159999999998</c:v>
                </c:pt>
                <c:pt idx="6124">
                  <c:v>3352.299</c:v>
                </c:pt>
                <c:pt idx="6125">
                  <c:v>3352.7809999999999</c:v>
                </c:pt>
                <c:pt idx="6126">
                  <c:v>3353.2629999999999</c:v>
                </c:pt>
                <c:pt idx="6127">
                  <c:v>3353.7449999999999</c:v>
                </c:pt>
                <c:pt idx="6128">
                  <c:v>3354.2269999999999</c:v>
                </c:pt>
                <c:pt idx="6129">
                  <c:v>3354.7089999999998</c:v>
                </c:pt>
                <c:pt idx="6130">
                  <c:v>3355.1909999999998</c:v>
                </c:pt>
                <c:pt idx="6131">
                  <c:v>3355.674</c:v>
                </c:pt>
                <c:pt idx="6132">
                  <c:v>3356.1559999999999</c:v>
                </c:pt>
                <c:pt idx="6133">
                  <c:v>3356.6379999999999</c:v>
                </c:pt>
                <c:pt idx="6134">
                  <c:v>3357.12</c:v>
                </c:pt>
                <c:pt idx="6135">
                  <c:v>3357.6019999999999</c:v>
                </c:pt>
                <c:pt idx="6136">
                  <c:v>3358.0839999999998</c:v>
                </c:pt>
                <c:pt idx="6137">
                  <c:v>3358.5659999999998</c:v>
                </c:pt>
                <c:pt idx="6138">
                  <c:v>3359.049</c:v>
                </c:pt>
                <c:pt idx="6139">
                  <c:v>3359.5309999999999</c:v>
                </c:pt>
                <c:pt idx="6140">
                  <c:v>3360.0129999999999</c:v>
                </c:pt>
                <c:pt idx="6141">
                  <c:v>3360.4949999999999</c:v>
                </c:pt>
                <c:pt idx="6142">
                  <c:v>3360.9769999999999</c:v>
                </c:pt>
                <c:pt idx="6143">
                  <c:v>3361.4589999999998</c:v>
                </c:pt>
                <c:pt idx="6144">
                  <c:v>3361.9409999999998</c:v>
                </c:pt>
                <c:pt idx="6145">
                  <c:v>3362.424</c:v>
                </c:pt>
                <c:pt idx="6146">
                  <c:v>3362.9059999999999</c:v>
                </c:pt>
                <c:pt idx="6147">
                  <c:v>3363.3879999999999</c:v>
                </c:pt>
                <c:pt idx="6148">
                  <c:v>3363.87</c:v>
                </c:pt>
                <c:pt idx="6149">
                  <c:v>3364.3519999999999</c:v>
                </c:pt>
                <c:pt idx="6150">
                  <c:v>3364.8339999999998</c:v>
                </c:pt>
                <c:pt idx="6151">
                  <c:v>3365.3159999999998</c:v>
                </c:pt>
                <c:pt idx="6152">
                  <c:v>3365.7979999999998</c:v>
                </c:pt>
                <c:pt idx="6153">
                  <c:v>3366.2809999999999</c:v>
                </c:pt>
                <c:pt idx="6154">
                  <c:v>3366.7629999999999</c:v>
                </c:pt>
                <c:pt idx="6155">
                  <c:v>3367.2449999999999</c:v>
                </c:pt>
                <c:pt idx="6156">
                  <c:v>3367.7269999999999</c:v>
                </c:pt>
                <c:pt idx="6157">
                  <c:v>3368.2089999999998</c:v>
                </c:pt>
                <c:pt idx="6158">
                  <c:v>3368.6909999999998</c:v>
                </c:pt>
                <c:pt idx="6159">
                  <c:v>3369.1729999999998</c:v>
                </c:pt>
                <c:pt idx="6160">
                  <c:v>3369.6559999999999</c:v>
                </c:pt>
                <c:pt idx="6161">
                  <c:v>3370.1379999999999</c:v>
                </c:pt>
                <c:pt idx="6162">
                  <c:v>3370.62</c:v>
                </c:pt>
                <c:pt idx="6163">
                  <c:v>3371.1019999999999</c:v>
                </c:pt>
                <c:pt idx="6164">
                  <c:v>3371.5839999999998</c:v>
                </c:pt>
                <c:pt idx="6165">
                  <c:v>3372.0659999999998</c:v>
                </c:pt>
                <c:pt idx="6166">
                  <c:v>3372.5479999999998</c:v>
                </c:pt>
                <c:pt idx="6167">
                  <c:v>3373.0309999999999</c:v>
                </c:pt>
                <c:pt idx="6168">
                  <c:v>3373.5129999999999</c:v>
                </c:pt>
                <c:pt idx="6169">
                  <c:v>3373.9949999999999</c:v>
                </c:pt>
                <c:pt idx="6170">
                  <c:v>3374.4769999999999</c:v>
                </c:pt>
                <c:pt idx="6171">
                  <c:v>3374.9589999999998</c:v>
                </c:pt>
                <c:pt idx="6172">
                  <c:v>3375.4409999999998</c:v>
                </c:pt>
                <c:pt idx="6173">
                  <c:v>3375.9229999999998</c:v>
                </c:pt>
                <c:pt idx="6174">
                  <c:v>3376.4059999999999</c:v>
                </c:pt>
                <c:pt idx="6175">
                  <c:v>3376.8879999999999</c:v>
                </c:pt>
                <c:pt idx="6176">
                  <c:v>3377.37</c:v>
                </c:pt>
                <c:pt idx="6177">
                  <c:v>3377.8519999999999</c:v>
                </c:pt>
                <c:pt idx="6178">
                  <c:v>3378.3339999999998</c:v>
                </c:pt>
                <c:pt idx="6179">
                  <c:v>3378.8159999999998</c:v>
                </c:pt>
                <c:pt idx="6180">
                  <c:v>3379.2979999999998</c:v>
                </c:pt>
                <c:pt idx="6181">
                  <c:v>3379.7809999999999</c:v>
                </c:pt>
                <c:pt idx="6182">
                  <c:v>3380.2620000000002</c:v>
                </c:pt>
                <c:pt idx="6183">
                  <c:v>3380.7449999999999</c:v>
                </c:pt>
                <c:pt idx="6184">
                  <c:v>3381.2269999999999</c:v>
                </c:pt>
                <c:pt idx="6185">
                  <c:v>3381.7089999999998</c:v>
                </c:pt>
                <c:pt idx="6186">
                  <c:v>3382.1909999999998</c:v>
                </c:pt>
                <c:pt idx="6187">
                  <c:v>3382.6729999999998</c:v>
                </c:pt>
                <c:pt idx="6188">
                  <c:v>3383.1550000000002</c:v>
                </c:pt>
                <c:pt idx="6189">
                  <c:v>3383.6370000000002</c:v>
                </c:pt>
                <c:pt idx="6190">
                  <c:v>3384.12</c:v>
                </c:pt>
                <c:pt idx="6191">
                  <c:v>3384.6019999999999</c:v>
                </c:pt>
                <c:pt idx="6192">
                  <c:v>3385.0839999999998</c:v>
                </c:pt>
                <c:pt idx="6193">
                  <c:v>3385.5659999999998</c:v>
                </c:pt>
                <c:pt idx="6194">
                  <c:v>3386.0479999999998</c:v>
                </c:pt>
                <c:pt idx="6195">
                  <c:v>3386.53</c:v>
                </c:pt>
                <c:pt idx="6196">
                  <c:v>3387.0120000000002</c:v>
                </c:pt>
                <c:pt idx="6197">
                  <c:v>3387.4949999999999</c:v>
                </c:pt>
                <c:pt idx="6198">
                  <c:v>3387.9769999999999</c:v>
                </c:pt>
                <c:pt idx="6199">
                  <c:v>3388.4589999999998</c:v>
                </c:pt>
                <c:pt idx="6200">
                  <c:v>3388.9409999999998</c:v>
                </c:pt>
                <c:pt idx="6201">
                  <c:v>3389.4229999999998</c:v>
                </c:pt>
                <c:pt idx="6202">
                  <c:v>3389.9050000000002</c:v>
                </c:pt>
                <c:pt idx="6203">
                  <c:v>3390.3870000000002</c:v>
                </c:pt>
                <c:pt idx="6204">
                  <c:v>3390.87</c:v>
                </c:pt>
                <c:pt idx="6205">
                  <c:v>3391.3519999999999</c:v>
                </c:pt>
                <c:pt idx="6206">
                  <c:v>3391.8339999999998</c:v>
                </c:pt>
                <c:pt idx="6207">
                  <c:v>3392.3159999999998</c:v>
                </c:pt>
                <c:pt idx="6208">
                  <c:v>3392.7979999999998</c:v>
                </c:pt>
                <c:pt idx="6209">
                  <c:v>3393.28</c:v>
                </c:pt>
                <c:pt idx="6210">
                  <c:v>3393.7620000000002</c:v>
                </c:pt>
                <c:pt idx="6211">
                  <c:v>3394.2449999999999</c:v>
                </c:pt>
                <c:pt idx="6212">
                  <c:v>3394.7269999999999</c:v>
                </c:pt>
                <c:pt idx="6213">
                  <c:v>3395.2089999999998</c:v>
                </c:pt>
                <c:pt idx="6214">
                  <c:v>3395.6909999999998</c:v>
                </c:pt>
                <c:pt idx="6215">
                  <c:v>3396.1729999999998</c:v>
                </c:pt>
                <c:pt idx="6216">
                  <c:v>3396.6550000000002</c:v>
                </c:pt>
                <c:pt idx="6217">
                  <c:v>3397.1370000000002</c:v>
                </c:pt>
                <c:pt idx="6218">
                  <c:v>3397.6190000000001</c:v>
                </c:pt>
                <c:pt idx="6219">
                  <c:v>3398.1019999999999</c:v>
                </c:pt>
                <c:pt idx="6220">
                  <c:v>3398.5839999999998</c:v>
                </c:pt>
                <c:pt idx="6221">
                  <c:v>3399.0659999999998</c:v>
                </c:pt>
                <c:pt idx="6222">
                  <c:v>3399.5479999999998</c:v>
                </c:pt>
                <c:pt idx="6223">
                  <c:v>3400.03</c:v>
                </c:pt>
                <c:pt idx="6224">
                  <c:v>3400.5120000000002</c:v>
                </c:pt>
                <c:pt idx="6225">
                  <c:v>3400.9940000000001</c:v>
                </c:pt>
                <c:pt idx="6226">
                  <c:v>3401.4769999999999</c:v>
                </c:pt>
                <c:pt idx="6227">
                  <c:v>3401.9589999999998</c:v>
                </c:pt>
                <c:pt idx="6228">
                  <c:v>3402.4409999999998</c:v>
                </c:pt>
                <c:pt idx="6229">
                  <c:v>3402.9229999999998</c:v>
                </c:pt>
                <c:pt idx="6230">
                  <c:v>3403.4050000000002</c:v>
                </c:pt>
                <c:pt idx="6231">
                  <c:v>3403.8870000000002</c:v>
                </c:pt>
                <c:pt idx="6232">
                  <c:v>3404.3690000000001</c:v>
                </c:pt>
                <c:pt idx="6233">
                  <c:v>3404.8519999999999</c:v>
                </c:pt>
                <c:pt idx="6234">
                  <c:v>3405.3339999999998</c:v>
                </c:pt>
                <c:pt idx="6235">
                  <c:v>3405.8159999999998</c:v>
                </c:pt>
                <c:pt idx="6236">
                  <c:v>3406.2979999999998</c:v>
                </c:pt>
                <c:pt idx="6237">
                  <c:v>3406.78</c:v>
                </c:pt>
                <c:pt idx="6238">
                  <c:v>3407.2620000000002</c:v>
                </c:pt>
                <c:pt idx="6239">
                  <c:v>3407.7440000000001</c:v>
                </c:pt>
                <c:pt idx="6240">
                  <c:v>3408.2269999999999</c:v>
                </c:pt>
                <c:pt idx="6241">
                  <c:v>3408.7089999999998</c:v>
                </c:pt>
                <c:pt idx="6242">
                  <c:v>3409.1909999999998</c:v>
                </c:pt>
                <c:pt idx="6243">
                  <c:v>3409.6729999999998</c:v>
                </c:pt>
                <c:pt idx="6244">
                  <c:v>3410.1550000000002</c:v>
                </c:pt>
                <c:pt idx="6245">
                  <c:v>3410.6370000000002</c:v>
                </c:pt>
                <c:pt idx="6246">
                  <c:v>3411.1190000000001</c:v>
                </c:pt>
                <c:pt idx="6247">
                  <c:v>3411.6019999999999</c:v>
                </c:pt>
                <c:pt idx="6248">
                  <c:v>3412.0830000000001</c:v>
                </c:pt>
                <c:pt idx="6249">
                  <c:v>3412.5659999999998</c:v>
                </c:pt>
                <c:pt idx="6250">
                  <c:v>3413.0479999999998</c:v>
                </c:pt>
                <c:pt idx="6251">
                  <c:v>3413.53</c:v>
                </c:pt>
                <c:pt idx="6252">
                  <c:v>3414.0120000000002</c:v>
                </c:pt>
                <c:pt idx="6253">
                  <c:v>3414.4940000000001</c:v>
                </c:pt>
                <c:pt idx="6254">
                  <c:v>3414.9760000000001</c:v>
                </c:pt>
                <c:pt idx="6255">
                  <c:v>3415.4580000000001</c:v>
                </c:pt>
                <c:pt idx="6256">
                  <c:v>3415.9409999999998</c:v>
                </c:pt>
                <c:pt idx="6257">
                  <c:v>3416.4229999999998</c:v>
                </c:pt>
                <c:pt idx="6258">
                  <c:v>3416.9050000000002</c:v>
                </c:pt>
                <c:pt idx="6259">
                  <c:v>3417.3870000000002</c:v>
                </c:pt>
                <c:pt idx="6260">
                  <c:v>3417.8690000000001</c:v>
                </c:pt>
                <c:pt idx="6261">
                  <c:v>3418.3510000000001</c:v>
                </c:pt>
                <c:pt idx="6262">
                  <c:v>3418.8330000000001</c:v>
                </c:pt>
                <c:pt idx="6263">
                  <c:v>3419.3159999999998</c:v>
                </c:pt>
                <c:pt idx="6264">
                  <c:v>3419.7979999999998</c:v>
                </c:pt>
                <c:pt idx="6265">
                  <c:v>3420.28</c:v>
                </c:pt>
                <c:pt idx="6266">
                  <c:v>3420.7620000000002</c:v>
                </c:pt>
                <c:pt idx="6267">
                  <c:v>3421.2440000000001</c:v>
                </c:pt>
                <c:pt idx="6268">
                  <c:v>3421.7260000000001</c:v>
                </c:pt>
                <c:pt idx="6269">
                  <c:v>3422.2080000000001</c:v>
                </c:pt>
                <c:pt idx="6270">
                  <c:v>3422.6909999999998</c:v>
                </c:pt>
                <c:pt idx="6271">
                  <c:v>3423.1729999999998</c:v>
                </c:pt>
                <c:pt idx="6272">
                  <c:v>3423.6550000000002</c:v>
                </c:pt>
                <c:pt idx="6273">
                  <c:v>3424.1370000000002</c:v>
                </c:pt>
                <c:pt idx="6274">
                  <c:v>3424.6190000000001</c:v>
                </c:pt>
                <c:pt idx="6275">
                  <c:v>3425.1010000000001</c:v>
                </c:pt>
                <c:pt idx="6276">
                  <c:v>3425.5830000000001</c:v>
                </c:pt>
                <c:pt idx="6277">
                  <c:v>3426.0659999999998</c:v>
                </c:pt>
                <c:pt idx="6278">
                  <c:v>3426.5479999999998</c:v>
                </c:pt>
                <c:pt idx="6279">
                  <c:v>3427.03</c:v>
                </c:pt>
                <c:pt idx="6280">
                  <c:v>3427.5120000000002</c:v>
                </c:pt>
                <c:pt idx="6281">
                  <c:v>3427.9940000000001</c:v>
                </c:pt>
                <c:pt idx="6282">
                  <c:v>3428.4760000000001</c:v>
                </c:pt>
                <c:pt idx="6283">
                  <c:v>3428.9580000000001</c:v>
                </c:pt>
                <c:pt idx="6284">
                  <c:v>3429.44</c:v>
                </c:pt>
                <c:pt idx="6285">
                  <c:v>3429.9229999999998</c:v>
                </c:pt>
                <c:pt idx="6286">
                  <c:v>3430.4050000000002</c:v>
                </c:pt>
                <c:pt idx="6287">
                  <c:v>3430.8870000000002</c:v>
                </c:pt>
                <c:pt idx="6288">
                  <c:v>3431.3690000000001</c:v>
                </c:pt>
                <c:pt idx="6289">
                  <c:v>3431.8510000000001</c:v>
                </c:pt>
                <c:pt idx="6290">
                  <c:v>3432.3330000000001</c:v>
                </c:pt>
                <c:pt idx="6291">
                  <c:v>3432.8150000000001</c:v>
                </c:pt>
                <c:pt idx="6292">
                  <c:v>3433.2979999999998</c:v>
                </c:pt>
                <c:pt idx="6293">
                  <c:v>3433.78</c:v>
                </c:pt>
                <c:pt idx="6294">
                  <c:v>3434.2620000000002</c:v>
                </c:pt>
                <c:pt idx="6295">
                  <c:v>3434.7440000000001</c:v>
                </c:pt>
                <c:pt idx="6296">
                  <c:v>3435.2260000000001</c:v>
                </c:pt>
                <c:pt idx="6297">
                  <c:v>3435.7080000000001</c:v>
                </c:pt>
                <c:pt idx="6298">
                  <c:v>3436.19</c:v>
                </c:pt>
                <c:pt idx="6299">
                  <c:v>3436.6729999999998</c:v>
                </c:pt>
                <c:pt idx="6300">
                  <c:v>3437.1550000000002</c:v>
                </c:pt>
                <c:pt idx="6301">
                  <c:v>3437.6370000000002</c:v>
                </c:pt>
                <c:pt idx="6302">
                  <c:v>3438.1190000000001</c:v>
                </c:pt>
                <c:pt idx="6303">
                  <c:v>3438.6010000000001</c:v>
                </c:pt>
                <c:pt idx="6304">
                  <c:v>3439.0830000000001</c:v>
                </c:pt>
                <c:pt idx="6305">
                  <c:v>3439.5650000000001</c:v>
                </c:pt>
                <c:pt idx="6306">
                  <c:v>3440.0479999999998</c:v>
                </c:pt>
                <c:pt idx="6307">
                  <c:v>3440.53</c:v>
                </c:pt>
                <c:pt idx="6308">
                  <c:v>3441.0120000000002</c:v>
                </c:pt>
                <c:pt idx="6309">
                  <c:v>3441.4940000000001</c:v>
                </c:pt>
                <c:pt idx="6310">
                  <c:v>3441.9760000000001</c:v>
                </c:pt>
                <c:pt idx="6311">
                  <c:v>3442.4580000000001</c:v>
                </c:pt>
                <c:pt idx="6312">
                  <c:v>3442.94</c:v>
                </c:pt>
                <c:pt idx="6313">
                  <c:v>3443.4229999999998</c:v>
                </c:pt>
                <c:pt idx="6314">
                  <c:v>3443.9050000000002</c:v>
                </c:pt>
                <c:pt idx="6315">
                  <c:v>3444.3870000000002</c:v>
                </c:pt>
                <c:pt idx="6316">
                  <c:v>3444.8690000000001</c:v>
                </c:pt>
                <c:pt idx="6317">
                  <c:v>3445.3510000000001</c:v>
                </c:pt>
                <c:pt idx="6318">
                  <c:v>3445.8330000000001</c:v>
                </c:pt>
                <c:pt idx="6319">
                  <c:v>3446.3150000000001</c:v>
                </c:pt>
                <c:pt idx="6320">
                  <c:v>3446.797</c:v>
                </c:pt>
                <c:pt idx="6321">
                  <c:v>3447.28</c:v>
                </c:pt>
                <c:pt idx="6322">
                  <c:v>3447.7620000000002</c:v>
                </c:pt>
                <c:pt idx="6323">
                  <c:v>3448.2440000000001</c:v>
                </c:pt>
                <c:pt idx="6324">
                  <c:v>3448.7260000000001</c:v>
                </c:pt>
                <c:pt idx="6325">
                  <c:v>3449.2080000000001</c:v>
                </c:pt>
                <c:pt idx="6326">
                  <c:v>3449.69</c:v>
                </c:pt>
                <c:pt idx="6327">
                  <c:v>3450.172</c:v>
                </c:pt>
                <c:pt idx="6328">
                  <c:v>3450.6550000000002</c:v>
                </c:pt>
                <c:pt idx="6329">
                  <c:v>3451.1370000000002</c:v>
                </c:pt>
                <c:pt idx="6330">
                  <c:v>3451.6190000000001</c:v>
                </c:pt>
                <c:pt idx="6331">
                  <c:v>3452.1010000000001</c:v>
                </c:pt>
                <c:pt idx="6332">
                  <c:v>3452.5830000000001</c:v>
                </c:pt>
                <c:pt idx="6333">
                  <c:v>3453.0650000000001</c:v>
                </c:pt>
                <c:pt idx="6334">
                  <c:v>3453.547</c:v>
                </c:pt>
                <c:pt idx="6335">
                  <c:v>3454.03</c:v>
                </c:pt>
                <c:pt idx="6336">
                  <c:v>3454.5120000000002</c:v>
                </c:pt>
                <c:pt idx="6337">
                  <c:v>3454.9940000000001</c:v>
                </c:pt>
                <c:pt idx="6338">
                  <c:v>3455.4760000000001</c:v>
                </c:pt>
                <c:pt idx="6339">
                  <c:v>3455.9580000000001</c:v>
                </c:pt>
                <c:pt idx="6340">
                  <c:v>3456.44</c:v>
                </c:pt>
                <c:pt idx="6341">
                  <c:v>3456.922</c:v>
                </c:pt>
                <c:pt idx="6342">
                  <c:v>3457.4050000000002</c:v>
                </c:pt>
                <c:pt idx="6343">
                  <c:v>3457.8870000000002</c:v>
                </c:pt>
                <c:pt idx="6344">
                  <c:v>3458.3690000000001</c:v>
                </c:pt>
                <c:pt idx="6345">
                  <c:v>3458.8510000000001</c:v>
                </c:pt>
                <c:pt idx="6346">
                  <c:v>3459.3330000000001</c:v>
                </c:pt>
                <c:pt idx="6347">
                  <c:v>3459.8150000000001</c:v>
                </c:pt>
                <c:pt idx="6348">
                  <c:v>3460.297</c:v>
                </c:pt>
                <c:pt idx="6349">
                  <c:v>3460.78</c:v>
                </c:pt>
                <c:pt idx="6350">
                  <c:v>3461.261</c:v>
                </c:pt>
                <c:pt idx="6351">
                  <c:v>3461.7440000000001</c:v>
                </c:pt>
                <c:pt idx="6352">
                  <c:v>3462.2260000000001</c:v>
                </c:pt>
                <c:pt idx="6353">
                  <c:v>3462.7080000000001</c:v>
                </c:pt>
                <c:pt idx="6354">
                  <c:v>3463.19</c:v>
                </c:pt>
                <c:pt idx="6355">
                  <c:v>3463.672</c:v>
                </c:pt>
                <c:pt idx="6356">
                  <c:v>3464.154</c:v>
                </c:pt>
                <c:pt idx="6357">
                  <c:v>3464.636</c:v>
                </c:pt>
                <c:pt idx="6358">
                  <c:v>3465.1190000000001</c:v>
                </c:pt>
                <c:pt idx="6359">
                  <c:v>3465.6010000000001</c:v>
                </c:pt>
                <c:pt idx="6360">
                  <c:v>3466.0830000000001</c:v>
                </c:pt>
                <c:pt idx="6361">
                  <c:v>3466.5650000000001</c:v>
                </c:pt>
                <c:pt idx="6362">
                  <c:v>3467.047</c:v>
                </c:pt>
                <c:pt idx="6363">
                  <c:v>3467.529</c:v>
                </c:pt>
                <c:pt idx="6364">
                  <c:v>3468.011</c:v>
                </c:pt>
                <c:pt idx="6365">
                  <c:v>3468.4940000000001</c:v>
                </c:pt>
                <c:pt idx="6366">
                  <c:v>3468.9760000000001</c:v>
                </c:pt>
                <c:pt idx="6367">
                  <c:v>3469.4580000000001</c:v>
                </c:pt>
                <c:pt idx="6368">
                  <c:v>3469.94</c:v>
                </c:pt>
                <c:pt idx="6369">
                  <c:v>3470.422</c:v>
                </c:pt>
                <c:pt idx="6370">
                  <c:v>3470.904</c:v>
                </c:pt>
                <c:pt idx="6371">
                  <c:v>3471.386</c:v>
                </c:pt>
                <c:pt idx="6372">
                  <c:v>3471.8690000000001</c:v>
                </c:pt>
                <c:pt idx="6373">
                  <c:v>3472.3510000000001</c:v>
                </c:pt>
                <c:pt idx="6374">
                  <c:v>3472.8330000000001</c:v>
                </c:pt>
                <c:pt idx="6375">
                  <c:v>3473.3150000000001</c:v>
                </c:pt>
                <c:pt idx="6376">
                  <c:v>3473.797</c:v>
                </c:pt>
                <c:pt idx="6377">
                  <c:v>3474.279</c:v>
                </c:pt>
                <c:pt idx="6378">
                  <c:v>3474.761</c:v>
                </c:pt>
                <c:pt idx="6379">
                  <c:v>3475.2440000000001</c:v>
                </c:pt>
                <c:pt idx="6380">
                  <c:v>3475.7260000000001</c:v>
                </c:pt>
                <c:pt idx="6381">
                  <c:v>3476.2080000000001</c:v>
                </c:pt>
                <c:pt idx="6382">
                  <c:v>3476.69</c:v>
                </c:pt>
                <c:pt idx="6383">
                  <c:v>3477.172</c:v>
                </c:pt>
                <c:pt idx="6384">
                  <c:v>3477.654</c:v>
                </c:pt>
                <c:pt idx="6385">
                  <c:v>3478.136</c:v>
                </c:pt>
                <c:pt idx="6386">
                  <c:v>3478.6179999999999</c:v>
                </c:pt>
                <c:pt idx="6387">
                  <c:v>3479.1010000000001</c:v>
                </c:pt>
                <c:pt idx="6388">
                  <c:v>3479.5830000000001</c:v>
                </c:pt>
                <c:pt idx="6389">
                  <c:v>3480.0650000000001</c:v>
                </c:pt>
                <c:pt idx="6390">
                  <c:v>3480.547</c:v>
                </c:pt>
                <c:pt idx="6391">
                  <c:v>3481.029</c:v>
                </c:pt>
                <c:pt idx="6392">
                  <c:v>3481.511</c:v>
                </c:pt>
                <c:pt idx="6393">
                  <c:v>3481.9929999999999</c:v>
                </c:pt>
                <c:pt idx="6394">
                  <c:v>3482.4760000000001</c:v>
                </c:pt>
                <c:pt idx="6395">
                  <c:v>3482.9580000000001</c:v>
                </c:pt>
                <c:pt idx="6396">
                  <c:v>3483.44</c:v>
                </c:pt>
                <c:pt idx="6397">
                  <c:v>3483.922</c:v>
                </c:pt>
                <c:pt idx="6398">
                  <c:v>3484.404</c:v>
                </c:pt>
                <c:pt idx="6399">
                  <c:v>3484.886</c:v>
                </c:pt>
                <c:pt idx="6400">
                  <c:v>3485.3679999999999</c:v>
                </c:pt>
                <c:pt idx="6401">
                  <c:v>3485.8510000000001</c:v>
                </c:pt>
                <c:pt idx="6402">
                  <c:v>3486.3330000000001</c:v>
                </c:pt>
                <c:pt idx="6403">
                  <c:v>3486.8150000000001</c:v>
                </c:pt>
                <c:pt idx="6404">
                  <c:v>3487.297</c:v>
                </c:pt>
                <c:pt idx="6405">
                  <c:v>3487.779</c:v>
                </c:pt>
                <c:pt idx="6406">
                  <c:v>3488.261</c:v>
                </c:pt>
                <c:pt idx="6407">
                  <c:v>3488.7429999999999</c:v>
                </c:pt>
                <c:pt idx="6408">
                  <c:v>3489.2260000000001</c:v>
                </c:pt>
                <c:pt idx="6409">
                  <c:v>3489.7080000000001</c:v>
                </c:pt>
                <c:pt idx="6410">
                  <c:v>3490.19</c:v>
                </c:pt>
                <c:pt idx="6411">
                  <c:v>3490.672</c:v>
                </c:pt>
                <c:pt idx="6412">
                  <c:v>3491.154</c:v>
                </c:pt>
                <c:pt idx="6413">
                  <c:v>3491.636</c:v>
                </c:pt>
                <c:pt idx="6414">
                  <c:v>3492.1179999999999</c:v>
                </c:pt>
                <c:pt idx="6415">
                  <c:v>3492.6010000000001</c:v>
                </c:pt>
                <c:pt idx="6416">
                  <c:v>3493.0830000000001</c:v>
                </c:pt>
                <c:pt idx="6417">
                  <c:v>3493.5650000000001</c:v>
                </c:pt>
                <c:pt idx="6418">
                  <c:v>3494.047</c:v>
                </c:pt>
                <c:pt idx="6419">
                  <c:v>3494.529</c:v>
                </c:pt>
                <c:pt idx="6420">
                  <c:v>3495.011</c:v>
                </c:pt>
                <c:pt idx="6421">
                  <c:v>3495.4929999999999</c:v>
                </c:pt>
                <c:pt idx="6422">
                  <c:v>3495.9749999999999</c:v>
                </c:pt>
                <c:pt idx="6423">
                  <c:v>3496.4580000000001</c:v>
                </c:pt>
                <c:pt idx="6424">
                  <c:v>3496.94</c:v>
                </c:pt>
                <c:pt idx="6425">
                  <c:v>3497.422</c:v>
                </c:pt>
                <c:pt idx="6426">
                  <c:v>3497.904</c:v>
                </c:pt>
                <c:pt idx="6427">
                  <c:v>3498.386</c:v>
                </c:pt>
                <c:pt idx="6428">
                  <c:v>3498.8679999999999</c:v>
                </c:pt>
                <c:pt idx="6429">
                  <c:v>3499.35</c:v>
                </c:pt>
                <c:pt idx="6430">
                  <c:v>3499.8330000000001</c:v>
                </c:pt>
                <c:pt idx="6431">
                  <c:v>3500.3150000000001</c:v>
                </c:pt>
                <c:pt idx="6432">
                  <c:v>3500.797</c:v>
                </c:pt>
                <c:pt idx="6433">
                  <c:v>3501.279</c:v>
                </c:pt>
                <c:pt idx="6434">
                  <c:v>3501.761</c:v>
                </c:pt>
                <c:pt idx="6435">
                  <c:v>3502.2429999999999</c:v>
                </c:pt>
                <c:pt idx="6436">
                  <c:v>3502.7249999999999</c:v>
                </c:pt>
                <c:pt idx="6437">
                  <c:v>3503.2080000000001</c:v>
                </c:pt>
                <c:pt idx="6438">
                  <c:v>3503.69</c:v>
                </c:pt>
                <c:pt idx="6439">
                  <c:v>3504.172</c:v>
                </c:pt>
                <c:pt idx="6440">
                  <c:v>3504.654</c:v>
                </c:pt>
                <c:pt idx="6441">
                  <c:v>3505.136</c:v>
                </c:pt>
                <c:pt idx="6442">
                  <c:v>3505.6179999999999</c:v>
                </c:pt>
                <c:pt idx="6443">
                  <c:v>3506.1</c:v>
                </c:pt>
                <c:pt idx="6444">
                  <c:v>3506.5830000000001</c:v>
                </c:pt>
                <c:pt idx="6445">
                  <c:v>3507.0650000000001</c:v>
                </c:pt>
                <c:pt idx="6446">
                  <c:v>3507.547</c:v>
                </c:pt>
                <c:pt idx="6447">
                  <c:v>3508.029</c:v>
                </c:pt>
                <c:pt idx="6448">
                  <c:v>3508.511</c:v>
                </c:pt>
                <c:pt idx="6449">
                  <c:v>3508.9929999999999</c:v>
                </c:pt>
                <c:pt idx="6450">
                  <c:v>3509.4749999999999</c:v>
                </c:pt>
                <c:pt idx="6451">
                  <c:v>3509.9580000000001</c:v>
                </c:pt>
                <c:pt idx="6452">
                  <c:v>3510.4389999999999</c:v>
                </c:pt>
                <c:pt idx="6453">
                  <c:v>3510.922</c:v>
                </c:pt>
                <c:pt idx="6454">
                  <c:v>3511.404</c:v>
                </c:pt>
                <c:pt idx="6455">
                  <c:v>3511.886</c:v>
                </c:pt>
                <c:pt idx="6456">
                  <c:v>3512.3679999999999</c:v>
                </c:pt>
                <c:pt idx="6457">
                  <c:v>3512.85</c:v>
                </c:pt>
                <c:pt idx="6458">
                  <c:v>3513.3319999999999</c:v>
                </c:pt>
                <c:pt idx="6459">
                  <c:v>3513.8139999999999</c:v>
                </c:pt>
                <c:pt idx="6460">
                  <c:v>3514.297</c:v>
                </c:pt>
                <c:pt idx="6461">
                  <c:v>3514.779</c:v>
                </c:pt>
                <c:pt idx="6462">
                  <c:v>3515.261</c:v>
                </c:pt>
                <c:pt idx="6463">
                  <c:v>3515.7429999999999</c:v>
                </c:pt>
                <c:pt idx="6464">
                  <c:v>3516.2249999999999</c:v>
                </c:pt>
                <c:pt idx="6465">
                  <c:v>3516.7069999999999</c:v>
                </c:pt>
                <c:pt idx="6466">
                  <c:v>3517.1889999999999</c:v>
                </c:pt>
                <c:pt idx="6467">
                  <c:v>3517.672</c:v>
                </c:pt>
                <c:pt idx="6468">
                  <c:v>3518.154</c:v>
                </c:pt>
                <c:pt idx="6469">
                  <c:v>3518.636</c:v>
                </c:pt>
                <c:pt idx="6470">
                  <c:v>3519.1179999999999</c:v>
                </c:pt>
                <c:pt idx="6471">
                  <c:v>3519.6</c:v>
                </c:pt>
                <c:pt idx="6472">
                  <c:v>3520.0819999999999</c:v>
                </c:pt>
                <c:pt idx="6473">
                  <c:v>3520.5639999999999</c:v>
                </c:pt>
                <c:pt idx="6474">
                  <c:v>3521.047</c:v>
                </c:pt>
                <c:pt idx="6475">
                  <c:v>3521.529</c:v>
                </c:pt>
                <c:pt idx="6476">
                  <c:v>3522.011</c:v>
                </c:pt>
                <c:pt idx="6477">
                  <c:v>3522.4929999999999</c:v>
                </c:pt>
                <c:pt idx="6478">
                  <c:v>3522.9749999999999</c:v>
                </c:pt>
                <c:pt idx="6479">
                  <c:v>3523.4569999999999</c:v>
                </c:pt>
                <c:pt idx="6480">
                  <c:v>3523.9389999999999</c:v>
                </c:pt>
                <c:pt idx="6481">
                  <c:v>3524.422</c:v>
                </c:pt>
                <c:pt idx="6482">
                  <c:v>3524.904</c:v>
                </c:pt>
                <c:pt idx="6483">
                  <c:v>3525.386</c:v>
                </c:pt>
                <c:pt idx="6484">
                  <c:v>3525.8679999999999</c:v>
                </c:pt>
                <c:pt idx="6485">
                  <c:v>3526.35</c:v>
                </c:pt>
                <c:pt idx="6486">
                  <c:v>3526.8319999999999</c:v>
                </c:pt>
                <c:pt idx="6487">
                  <c:v>3527.3139999999999</c:v>
                </c:pt>
                <c:pt idx="6488">
                  <c:v>3527.7959999999998</c:v>
                </c:pt>
                <c:pt idx="6489">
                  <c:v>3528.279</c:v>
                </c:pt>
                <c:pt idx="6490">
                  <c:v>3528.761</c:v>
                </c:pt>
                <c:pt idx="6491">
                  <c:v>3529.2429999999999</c:v>
                </c:pt>
                <c:pt idx="6492">
                  <c:v>3529.7249999999999</c:v>
                </c:pt>
                <c:pt idx="6493">
                  <c:v>3530.2069999999999</c:v>
                </c:pt>
                <c:pt idx="6494">
                  <c:v>3530.6889999999999</c:v>
                </c:pt>
                <c:pt idx="6495">
                  <c:v>3531.1709999999998</c:v>
                </c:pt>
                <c:pt idx="6496">
                  <c:v>3531.654</c:v>
                </c:pt>
                <c:pt idx="6497">
                  <c:v>3532.136</c:v>
                </c:pt>
                <c:pt idx="6498">
                  <c:v>3532.6179999999999</c:v>
                </c:pt>
                <c:pt idx="6499">
                  <c:v>3533.1</c:v>
                </c:pt>
                <c:pt idx="6500">
                  <c:v>3533.5819999999999</c:v>
                </c:pt>
                <c:pt idx="6501">
                  <c:v>3534.0639999999999</c:v>
                </c:pt>
                <c:pt idx="6502">
                  <c:v>3534.5459999999998</c:v>
                </c:pt>
                <c:pt idx="6503">
                  <c:v>3535.029</c:v>
                </c:pt>
                <c:pt idx="6504">
                  <c:v>3535.511</c:v>
                </c:pt>
                <c:pt idx="6505">
                  <c:v>3535.9929999999999</c:v>
                </c:pt>
                <c:pt idx="6506">
                  <c:v>3536.4749999999999</c:v>
                </c:pt>
                <c:pt idx="6507">
                  <c:v>3536.9569999999999</c:v>
                </c:pt>
                <c:pt idx="6508">
                  <c:v>3537.4389999999999</c:v>
                </c:pt>
                <c:pt idx="6509">
                  <c:v>3537.9209999999998</c:v>
                </c:pt>
                <c:pt idx="6510">
                  <c:v>3538.404</c:v>
                </c:pt>
                <c:pt idx="6511">
                  <c:v>3538.886</c:v>
                </c:pt>
                <c:pt idx="6512">
                  <c:v>3539.3679999999999</c:v>
                </c:pt>
                <c:pt idx="6513">
                  <c:v>3539.85</c:v>
                </c:pt>
                <c:pt idx="6514">
                  <c:v>3540.3319999999999</c:v>
                </c:pt>
                <c:pt idx="6515">
                  <c:v>3540.8139999999999</c:v>
                </c:pt>
                <c:pt idx="6516">
                  <c:v>3541.2959999999998</c:v>
                </c:pt>
                <c:pt idx="6517">
                  <c:v>3541.779</c:v>
                </c:pt>
                <c:pt idx="6518">
                  <c:v>3542.26</c:v>
                </c:pt>
                <c:pt idx="6519">
                  <c:v>3542.7429999999999</c:v>
                </c:pt>
                <c:pt idx="6520">
                  <c:v>3543.2249999999999</c:v>
                </c:pt>
                <c:pt idx="6521">
                  <c:v>3543.7069999999999</c:v>
                </c:pt>
                <c:pt idx="6522">
                  <c:v>3544.1889999999999</c:v>
                </c:pt>
                <c:pt idx="6523">
                  <c:v>3544.6709999999998</c:v>
                </c:pt>
                <c:pt idx="6524">
                  <c:v>3545.1529999999998</c:v>
                </c:pt>
                <c:pt idx="6525">
                  <c:v>3545.6350000000002</c:v>
                </c:pt>
                <c:pt idx="6526">
                  <c:v>3546.1179999999999</c:v>
                </c:pt>
                <c:pt idx="6527">
                  <c:v>3546.6</c:v>
                </c:pt>
                <c:pt idx="6528">
                  <c:v>3547.0819999999999</c:v>
                </c:pt>
                <c:pt idx="6529">
                  <c:v>3547.5639999999999</c:v>
                </c:pt>
                <c:pt idx="6530">
                  <c:v>3548.0459999999998</c:v>
                </c:pt>
                <c:pt idx="6531">
                  <c:v>3548.5279999999998</c:v>
                </c:pt>
                <c:pt idx="6532">
                  <c:v>3549.01</c:v>
                </c:pt>
                <c:pt idx="6533">
                  <c:v>3549.4929999999999</c:v>
                </c:pt>
                <c:pt idx="6534">
                  <c:v>3549.9749999999999</c:v>
                </c:pt>
                <c:pt idx="6535">
                  <c:v>3550.4569999999999</c:v>
                </c:pt>
                <c:pt idx="6536">
                  <c:v>3550.9389999999999</c:v>
                </c:pt>
                <c:pt idx="6537">
                  <c:v>3551.4209999999998</c:v>
                </c:pt>
                <c:pt idx="6538">
                  <c:v>3551.9029999999998</c:v>
                </c:pt>
                <c:pt idx="6539">
                  <c:v>3552.3850000000002</c:v>
                </c:pt>
                <c:pt idx="6540">
                  <c:v>3552.8679999999999</c:v>
                </c:pt>
                <c:pt idx="6541">
                  <c:v>3553.35</c:v>
                </c:pt>
                <c:pt idx="6542">
                  <c:v>3553.8319999999999</c:v>
                </c:pt>
                <c:pt idx="6543">
                  <c:v>3554.3139999999999</c:v>
                </c:pt>
                <c:pt idx="6544">
                  <c:v>3554.7959999999998</c:v>
                </c:pt>
                <c:pt idx="6545">
                  <c:v>3555.2779999999998</c:v>
                </c:pt>
                <c:pt idx="6546">
                  <c:v>3555.76</c:v>
                </c:pt>
                <c:pt idx="6547">
                  <c:v>3556.2429999999999</c:v>
                </c:pt>
                <c:pt idx="6548">
                  <c:v>3556.7249999999999</c:v>
                </c:pt>
                <c:pt idx="6549">
                  <c:v>3557.2069999999999</c:v>
                </c:pt>
                <c:pt idx="6550">
                  <c:v>3557.6889999999999</c:v>
                </c:pt>
                <c:pt idx="6551">
                  <c:v>3558.1709999999998</c:v>
                </c:pt>
                <c:pt idx="6552">
                  <c:v>3558.6529999999998</c:v>
                </c:pt>
                <c:pt idx="6553">
                  <c:v>3559.1350000000002</c:v>
                </c:pt>
                <c:pt idx="6554">
                  <c:v>3559.6170000000002</c:v>
                </c:pt>
                <c:pt idx="6555">
                  <c:v>3560.1</c:v>
                </c:pt>
                <c:pt idx="6556">
                  <c:v>3560.5819999999999</c:v>
                </c:pt>
                <c:pt idx="6557">
                  <c:v>3561.0639999999999</c:v>
                </c:pt>
                <c:pt idx="6558">
                  <c:v>3561.5459999999998</c:v>
                </c:pt>
                <c:pt idx="6559">
                  <c:v>3562.0279999999998</c:v>
                </c:pt>
                <c:pt idx="6560">
                  <c:v>3562.51</c:v>
                </c:pt>
                <c:pt idx="6561">
                  <c:v>3562.9920000000002</c:v>
                </c:pt>
                <c:pt idx="6562">
                  <c:v>3563.4749999999999</c:v>
                </c:pt>
                <c:pt idx="6563">
                  <c:v>3563.9569999999999</c:v>
                </c:pt>
                <c:pt idx="6564">
                  <c:v>3564.4389999999999</c:v>
                </c:pt>
                <c:pt idx="6565">
                  <c:v>3564.9209999999998</c:v>
                </c:pt>
                <c:pt idx="6566">
                  <c:v>3565.4029999999998</c:v>
                </c:pt>
                <c:pt idx="6567">
                  <c:v>3565.8850000000002</c:v>
                </c:pt>
                <c:pt idx="6568">
                  <c:v>3566.3670000000002</c:v>
                </c:pt>
                <c:pt idx="6569">
                  <c:v>3566.85</c:v>
                </c:pt>
                <c:pt idx="6570">
                  <c:v>3567.3319999999999</c:v>
                </c:pt>
                <c:pt idx="6571">
                  <c:v>3567.8139999999999</c:v>
                </c:pt>
                <c:pt idx="6572">
                  <c:v>3568.2959999999998</c:v>
                </c:pt>
                <c:pt idx="6573">
                  <c:v>3568.7779999999998</c:v>
                </c:pt>
                <c:pt idx="6574">
                  <c:v>3569.26</c:v>
                </c:pt>
                <c:pt idx="6575">
                  <c:v>3569.7420000000002</c:v>
                </c:pt>
                <c:pt idx="6576">
                  <c:v>3570.2249999999999</c:v>
                </c:pt>
                <c:pt idx="6577">
                  <c:v>3570.7069999999999</c:v>
                </c:pt>
                <c:pt idx="6578">
                  <c:v>3571.1889999999999</c:v>
                </c:pt>
                <c:pt idx="6579">
                  <c:v>3571.6709999999998</c:v>
                </c:pt>
                <c:pt idx="6580">
                  <c:v>3572.1529999999998</c:v>
                </c:pt>
                <c:pt idx="6581">
                  <c:v>3572.6350000000002</c:v>
                </c:pt>
                <c:pt idx="6582">
                  <c:v>3573.1170000000002</c:v>
                </c:pt>
                <c:pt idx="6583">
                  <c:v>3573.5990000000002</c:v>
                </c:pt>
                <c:pt idx="6584">
                  <c:v>3574.0819999999999</c:v>
                </c:pt>
                <c:pt idx="6585">
                  <c:v>3574.5639999999999</c:v>
                </c:pt>
                <c:pt idx="6586">
                  <c:v>3575.0459999999998</c:v>
                </c:pt>
                <c:pt idx="6587">
                  <c:v>3575.5279999999998</c:v>
                </c:pt>
                <c:pt idx="6588">
                  <c:v>3576.01</c:v>
                </c:pt>
                <c:pt idx="6589">
                  <c:v>3576.4920000000002</c:v>
                </c:pt>
                <c:pt idx="6590">
                  <c:v>3576.9740000000002</c:v>
                </c:pt>
                <c:pt idx="6591">
                  <c:v>3577.4569999999999</c:v>
                </c:pt>
                <c:pt idx="6592">
                  <c:v>3577.9389999999999</c:v>
                </c:pt>
                <c:pt idx="6593">
                  <c:v>3578.4209999999998</c:v>
                </c:pt>
                <c:pt idx="6594">
                  <c:v>3578.9029999999998</c:v>
                </c:pt>
                <c:pt idx="6595">
                  <c:v>3579.3850000000002</c:v>
                </c:pt>
                <c:pt idx="6596">
                  <c:v>3579.8670000000002</c:v>
                </c:pt>
                <c:pt idx="6597">
                  <c:v>3580.3490000000002</c:v>
                </c:pt>
                <c:pt idx="6598">
                  <c:v>3580.8319999999999</c:v>
                </c:pt>
                <c:pt idx="6599">
                  <c:v>3581.3139999999999</c:v>
                </c:pt>
                <c:pt idx="6600">
                  <c:v>3581.7959999999998</c:v>
                </c:pt>
                <c:pt idx="6601">
                  <c:v>3582.2779999999998</c:v>
                </c:pt>
                <c:pt idx="6602">
                  <c:v>3582.76</c:v>
                </c:pt>
                <c:pt idx="6603">
                  <c:v>3583.2420000000002</c:v>
                </c:pt>
                <c:pt idx="6604">
                  <c:v>3583.7240000000002</c:v>
                </c:pt>
                <c:pt idx="6605">
                  <c:v>3584.2069999999999</c:v>
                </c:pt>
                <c:pt idx="6606">
                  <c:v>3584.6889999999999</c:v>
                </c:pt>
                <c:pt idx="6607">
                  <c:v>3585.1709999999998</c:v>
                </c:pt>
                <c:pt idx="6608">
                  <c:v>3585.6529999999998</c:v>
                </c:pt>
                <c:pt idx="6609">
                  <c:v>3586.1350000000002</c:v>
                </c:pt>
                <c:pt idx="6610">
                  <c:v>3586.6170000000002</c:v>
                </c:pt>
                <c:pt idx="6611">
                  <c:v>3587.0990000000002</c:v>
                </c:pt>
                <c:pt idx="6612">
                  <c:v>3587.5819999999999</c:v>
                </c:pt>
                <c:pt idx="6613">
                  <c:v>3588.0630000000001</c:v>
                </c:pt>
                <c:pt idx="6614">
                  <c:v>3588.5459999999998</c:v>
                </c:pt>
                <c:pt idx="6615">
                  <c:v>3589.0279999999998</c:v>
                </c:pt>
                <c:pt idx="6616">
                  <c:v>3589.51</c:v>
                </c:pt>
                <c:pt idx="6617">
                  <c:v>3589.9920000000002</c:v>
                </c:pt>
                <c:pt idx="6618">
                  <c:v>3590.4740000000002</c:v>
                </c:pt>
                <c:pt idx="6619">
                  <c:v>3590.9560000000001</c:v>
                </c:pt>
                <c:pt idx="6620">
                  <c:v>3591.4380000000001</c:v>
                </c:pt>
                <c:pt idx="6621">
                  <c:v>3591.9209999999998</c:v>
                </c:pt>
                <c:pt idx="6622">
                  <c:v>3592.4029999999998</c:v>
                </c:pt>
                <c:pt idx="6623">
                  <c:v>3592.8850000000002</c:v>
                </c:pt>
                <c:pt idx="6624">
                  <c:v>3593.3670000000002</c:v>
                </c:pt>
                <c:pt idx="6625">
                  <c:v>3593.8490000000002</c:v>
                </c:pt>
                <c:pt idx="6626">
                  <c:v>3594.3310000000001</c:v>
                </c:pt>
                <c:pt idx="6627">
                  <c:v>3594.8130000000001</c:v>
                </c:pt>
                <c:pt idx="6628">
                  <c:v>3595.2959999999998</c:v>
                </c:pt>
                <c:pt idx="6629">
                  <c:v>3595.7779999999998</c:v>
                </c:pt>
                <c:pt idx="6630">
                  <c:v>3596.26</c:v>
                </c:pt>
                <c:pt idx="6631">
                  <c:v>3596.7420000000002</c:v>
                </c:pt>
                <c:pt idx="6632">
                  <c:v>3597.2240000000002</c:v>
                </c:pt>
                <c:pt idx="6633">
                  <c:v>3597.7060000000001</c:v>
                </c:pt>
                <c:pt idx="6634">
                  <c:v>3598.1880000000001</c:v>
                </c:pt>
                <c:pt idx="6635">
                  <c:v>3598.6709999999998</c:v>
                </c:pt>
                <c:pt idx="6636">
                  <c:v>3599.1529999999998</c:v>
                </c:pt>
                <c:pt idx="6637">
                  <c:v>3599.6350000000002</c:v>
                </c:pt>
                <c:pt idx="6638">
                  <c:v>3600.1170000000002</c:v>
                </c:pt>
                <c:pt idx="6639">
                  <c:v>3600.5990000000002</c:v>
                </c:pt>
                <c:pt idx="6640">
                  <c:v>3601.0810000000001</c:v>
                </c:pt>
                <c:pt idx="6641">
                  <c:v>3601.5630000000001</c:v>
                </c:pt>
                <c:pt idx="6642">
                  <c:v>3602.0459999999998</c:v>
                </c:pt>
                <c:pt idx="6643">
                  <c:v>3602.5279999999998</c:v>
                </c:pt>
                <c:pt idx="6644">
                  <c:v>3603.01</c:v>
                </c:pt>
                <c:pt idx="6645">
                  <c:v>3603.4920000000002</c:v>
                </c:pt>
                <c:pt idx="6646">
                  <c:v>3603.9740000000002</c:v>
                </c:pt>
                <c:pt idx="6647">
                  <c:v>3604.4560000000001</c:v>
                </c:pt>
                <c:pt idx="6648">
                  <c:v>3604.9380000000001</c:v>
                </c:pt>
                <c:pt idx="6649">
                  <c:v>3605.42</c:v>
                </c:pt>
                <c:pt idx="6650">
                  <c:v>3605.9029999999998</c:v>
                </c:pt>
                <c:pt idx="6651">
                  <c:v>3606.3850000000002</c:v>
                </c:pt>
                <c:pt idx="6652">
                  <c:v>3606.8670000000002</c:v>
                </c:pt>
                <c:pt idx="6653">
                  <c:v>3607.3490000000002</c:v>
                </c:pt>
                <c:pt idx="6654">
                  <c:v>3607.8310000000001</c:v>
                </c:pt>
                <c:pt idx="6655">
                  <c:v>3608.3130000000001</c:v>
                </c:pt>
                <c:pt idx="6656">
                  <c:v>3608.7950000000001</c:v>
                </c:pt>
                <c:pt idx="6657">
                  <c:v>3609.2779999999998</c:v>
                </c:pt>
                <c:pt idx="6658">
                  <c:v>3609.76</c:v>
                </c:pt>
                <c:pt idx="6659">
                  <c:v>3610.2420000000002</c:v>
                </c:pt>
                <c:pt idx="6660">
                  <c:v>3610.7240000000002</c:v>
                </c:pt>
                <c:pt idx="6661">
                  <c:v>3611.2060000000001</c:v>
                </c:pt>
                <c:pt idx="6662">
                  <c:v>3611.6880000000001</c:v>
                </c:pt>
                <c:pt idx="6663">
                  <c:v>3612.17</c:v>
                </c:pt>
                <c:pt idx="6664">
                  <c:v>3612.6529999999998</c:v>
                </c:pt>
                <c:pt idx="6665">
                  <c:v>3613.1350000000002</c:v>
                </c:pt>
                <c:pt idx="6666">
                  <c:v>3613.6170000000002</c:v>
                </c:pt>
                <c:pt idx="6667">
                  <c:v>3614.0990000000002</c:v>
                </c:pt>
                <c:pt idx="6668">
                  <c:v>3614.5810000000001</c:v>
                </c:pt>
                <c:pt idx="6669">
                  <c:v>3615.0630000000001</c:v>
                </c:pt>
                <c:pt idx="6670">
                  <c:v>3615.5450000000001</c:v>
                </c:pt>
                <c:pt idx="6671">
                  <c:v>3616.0279999999998</c:v>
                </c:pt>
                <c:pt idx="6672">
                  <c:v>3616.51</c:v>
                </c:pt>
                <c:pt idx="6673">
                  <c:v>3616.9920000000002</c:v>
                </c:pt>
                <c:pt idx="6674">
                  <c:v>3617.4740000000002</c:v>
                </c:pt>
                <c:pt idx="6675">
                  <c:v>3617.9560000000001</c:v>
                </c:pt>
                <c:pt idx="6676">
                  <c:v>3618.4380000000001</c:v>
                </c:pt>
                <c:pt idx="6677">
                  <c:v>3618.92</c:v>
                </c:pt>
                <c:pt idx="6678">
                  <c:v>3619.4029999999998</c:v>
                </c:pt>
                <c:pt idx="6679">
                  <c:v>3619.8850000000002</c:v>
                </c:pt>
                <c:pt idx="6680">
                  <c:v>3620.3670000000002</c:v>
                </c:pt>
                <c:pt idx="6681">
                  <c:v>3620.8490000000002</c:v>
                </c:pt>
                <c:pt idx="6682">
                  <c:v>3621.3310000000001</c:v>
                </c:pt>
                <c:pt idx="6683">
                  <c:v>3621.8130000000001</c:v>
                </c:pt>
                <c:pt idx="6684">
                  <c:v>3622.2950000000001</c:v>
                </c:pt>
                <c:pt idx="6685">
                  <c:v>3622.777</c:v>
                </c:pt>
                <c:pt idx="6686">
                  <c:v>3623.26</c:v>
                </c:pt>
                <c:pt idx="6687">
                  <c:v>3623.7420000000002</c:v>
                </c:pt>
                <c:pt idx="6688">
                  <c:v>3624.2240000000002</c:v>
                </c:pt>
                <c:pt idx="6689">
                  <c:v>3624.7060000000001</c:v>
                </c:pt>
                <c:pt idx="6690">
                  <c:v>3625.1880000000001</c:v>
                </c:pt>
                <c:pt idx="6691">
                  <c:v>3625.67</c:v>
                </c:pt>
                <c:pt idx="6692">
                  <c:v>3626.152</c:v>
                </c:pt>
                <c:pt idx="6693">
                  <c:v>3626.6350000000002</c:v>
                </c:pt>
                <c:pt idx="6694">
                  <c:v>3627.1170000000002</c:v>
                </c:pt>
                <c:pt idx="6695">
                  <c:v>3627.5990000000002</c:v>
                </c:pt>
                <c:pt idx="6696">
                  <c:v>3628.0810000000001</c:v>
                </c:pt>
                <c:pt idx="6697">
                  <c:v>3628.5630000000001</c:v>
                </c:pt>
                <c:pt idx="6698">
                  <c:v>3629.0450000000001</c:v>
                </c:pt>
                <c:pt idx="6699">
                  <c:v>3629.527</c:v>
                </c:pt>
                <c:pt idx="6700">
                  <c:v>3630.01</c:v>
                </c:pt>
                <c:pt idx="6701">
                  <c:v>3630.4920000000002</c:v>
                </c:pt>
                <c:pt idx="6702">
                  <c:v>3630.9740000000002</c:v>
                </c:pt>
                <c:pt idx="6703">
                  <c:v>3631.4560000000001</c:v>
                </c:pt>
                <c:pt idx="6704">
                  <c:v>3631.9380000000001</c:v>
                </c:pt>
                <c:pt idx="6705">
                  <c:v>3632.42</c:v>
                </c:pt>
                <c:pt idx="6706">
                  <c:v>3632.902</c:v>
                </c:pt>
                <c:pt idx="6707">
                  <c:v>3633.3850000000002</c:v>
                </c:pt>
                <c:pt idx="6708">
                  <c:v>3633.8670000000002</c:v>
                </c:pt>
                <c:pt idx="6709">
                  <c:v>3634.3490000000002</c:v>
                </c:pt>
                <c:pt idx="6710">
                  <c:v>3634.8310000000001</c:v>
                </c:pt>
                <c:pt idx="6711">
                  <c:v>3635.3130000000001</c:v>
                </c:pt>
                <c:pt idx="6712">
                  <c:v>3635.7950000000001</c:v>
                </c:pt>
                <c:pt idx="6713">
                  <c:v>3636.277</c:v>
                </c:pt>
                <c:pt idx="6714">
                  <c:v>3636.76</c:v>
                </c:pt>
                <c:pt idx="6715">
                  <c:v>3637.241</c:v>
                </c:pt>
                <c:pt idx="6716">
                  <c:v>3637.7240000000002</c:v>
                </c:pt>
                <c:pt idx="6717">
                  <c:v>3638.2060000000001</c:v>
                </c:pt>
                <c:pt idx="6718">
                  <c:v>3638.6880000000001</c:v>
                </c:pt>
                <c:pt idx="6719">
                  <c:v>3639.17</c:v>
                </c:pt>
                <c:pt idx="6720">
                  <c:v>3639.652</c:v>
                </c:pt>
                <c:pt idx="6721">
                  <c:v>3640.134</c:v>
                </c:pt>
                <c:pt idx="6722">
                  <c:v>3640.616</c:v>
                </c:pt>
                <c:pt idx="6723">
                  <c:v>3641.0990000000002</c:v>
                </c:pt>
                <c:pt idx="6724">
                  <c:v>3641.5810000000001</c:v>
                </c:pt>
                <c:pt idx="6725">
                  <c:v>3642.0630000000001</c:v>
                </c:pt>
                <c:pt idx="6726">
                  <c:v>3642.5450000000001</c:v>
                </c:pt>
                <c:pt idx="6727">
                  <c:v>3643.027</c:v>
                </c:pt>
                <c:pt idx="6728">
                  <c:v>3643.509</c:v>
                </c:pt>
                <c:pt idx="6729">
                  <c:v>3643.991</c:v>
                </c:pt>
                <c:pt idx="6730">
                  <c:v>3644.4740000000002</c:v>
                </c:pt>
                <c:pt idx="6731">
                  <c:v>3644.9560000000001</c:v>
                </c:pt>
                <c:pt idx="6732">
                  <c:v>3645.4380000000001</c:v>
                </c:pt>
                <c:pt idx="6733">
                  <c:v>3645.92</c:v>
                </c:pt>
                <c:pt idx="6734">
                  <c:v>3646.402</c:v>
                </c:pt>
                <c:pt idx="6735">
                  <c:v>3646.884</c:v>
                </c:pt>
                <c:pt idx="6736">
                  <c:v>3647.366</c:v>
                </c:pt>
                <c:pt idx="6737">
                  <c:v>3647.8490000000002</c:v>
                </c:pt>
                <c:pt idx="6738">
                  <c:v>3648.3310000000001</c:v>
                </c:pt>
                <c:pt idx="6739">
                  <c:v>3648.8130000000001</c:v>
                </c:pt>
                <c:pt idx="6740">
                  <c:v>3649.2950000000001</c:v>
                </c:pt>
                <c:pt idx="6741">
                  <c:v>3649.777</c:v>
                </c:pt>
                <c:pt idx="6742">
                  <c:v>3650.259</c:v>
                </c:pt>
                <c:pt idx="6743">
                  <c:v>3650.741</c:v>
                </c:pt>
                <c:pt idx="6744">
                  <c:v>3651.2240000000002</c:v>
                </c:pt>
                <c:pt idx="6745">
                  <c:v>3651.7060000000001</c:v>
                </c:pt>
                <c:pt idx="6746">
                  <c:v>3652.1880000000001</c:v>
                </c:pt>
                <c:pt idx="6747">
                  <c:v>3652.67</c:v>
                </c:pt>
                <c:pt idx="6748">
                  <c:v>3653.152</c:v>
                </c:pt>
                <c:pt idx="6749">
                  <c:v>3653.634</c:v>
                </c:pt>
                <c:pt idx="6750">
                  <c:v>3654.116</c:v>
                </c:pt>
                <c:pt idx="6751">
                  <c:v>3654.598</c:v>
                </c:pt>
                <c:pt idx="6752">
                  <c:v>3655.0810000000001</c:v>
                </c:pt>
                <c:pt idx="6753">
                  <c:v>3655.5630000000001</c:v>
                </c:pt>
                <c:pt idx="6754">
                  <c:v>3656.0450000000001</c:v>
                </c:pt>
                <c:pt idx="6755">
                  <c:v>3656.527</c:v>
                </c:pt>
                <c:pt idx="6756">
                  <c:v>3657.009</c:v>
                </c:pt>
                <c:pt idx="6757">
                  <c:v>3657.491</c:v>
                </c:pt>
                <c:pt idx="6758">
                  <c:v>3657.973</c:v>
                </c:pt>
                <c:pt idx="6759">
                  <c:v>3658.4560000000001</c:v>
                </c:pt>
                <c:pt idx="6760">
                  <c:v>3658.9380000000001</c:v>
                </c:pt>
                <c:pt idx="6761">
                  <c:v>3659.42</c:v>
                </c:pt>
                <c:pt idx="6762">
                  <c:v>3659.902</c:v>
                </c:pt>
                <c:pt idx="6763">
                  <c:v>3660.384</c:v>
                </c:pt>
                <c:pt idx="6764">
                  <c:v>3660.866</c:v>
                </c:pt>
                <c:pt idx="6765">
                  <c:v>3661.348</c:v>
                </c:pt>
                <c:pt idx="6766">
                  <c:v>3661.8310000000001</c:v>
                </c:pt>
                <c:pt idx="6767">
                  <c:v>3662.3130000000001</c:v>
                </c:pt>
                <c:pt idx="6768">
                  <c:v>3662.7950000000001</c:v>
                </c:pt>
                <c:pt idx="6769">
                  <c:v>3663.277</c:v>
                </c:pt>
                <c:pt idx="6770">
                  <c:v>3663.759</c:v>
                </c:pt>
                <c:pt idx="6771">
                  <c:v>3664.241</c:v>
                </c:pt>
                <c:pt idx="6772">
                  <c:v>3664.723</c:v>
                </c:pt>
                <c:pt idx="6773">
                  <c:v>3665.2060000000001</c:v>
                </c:pt>
                <c:pt idx="6774">
                  <c:v>3665.6880000000001</c:v>
                </c:pt>
                <c:pt idx="6775">
                  <c:v>3666.17</c:v>
                </c:pt>
                <c:pt idx="6776">
                  <c:v>3666.652</c:v>
                </c:pt>
                <c:pt idx="6777">
                  <c:v>3667.134</c:v>
                </c:pt>
                <c:pt idx="6778">
                  <c:v>3667.616</c:v>
                </c:pt>
                <c:pt idx="6779">
                  <c:v>3668.098</c:v>
                </c:pt>
                <c:pt idx="6780">
                  <c:v>3668.5810000000001</c:v>
                </c:pt>
                <c:pt idx="6781">
                  <c:v>3669.0630000000001</c:v>
                </c:pt>
                <c:pt idx="6782">
                  <c:v>3669.5450000000001</c:v>
                </c:pt>
                <c:pt idx="6783">
                  <c:v>3670.027</c:v>
                </c:pt>
                <c:pt idx="6784">
                  <c:v>3670.509</c:v>
                </c:pt>
                <c:pt idx="6785">
                  <c:v>3670.991</c:v>
                </c:pt>
                <c:pt idx="6786">
                  <c:v>3671.473</c:v>
                </c:pt>
                <c:pt idx="6787">
                  <c:v>3671.9549999999999</c:v>
                </c:pt>
                <c:pt idx="6788">
                  <c:v>3672.4380000000001</c:v>
                </c:pt>
                <c:pt idx="6789">
                  <c:v>3672.92</c:v>
                </c:pt>
                <c:pt idx="6790">
                  <c:v>3673.402</c:v>
                </c:pt>
                <c:pt idx="6791">
                  <c:v>3673.884</c:v>
                </c:pt>
                <c:pt idx="6792">
                  <c:v>3674.366</c:v>
                </c:pt>
                <c:pt idx="6793">
                  <c:v>3674.848</c:v>
                </c:pt>
                <c:pt idx="6794">
                  <c:v>3675.33</c:v>
                </c:pt>
                <c:pt idx="6795">
                  <c:v>3675.8130000000001</c:v>
                </c:pt>
                <c:pt idx="6796">
                  <c:v>3676.2950000000001</c:v>
                </c:pt>
                <c:pt idx="6797">
                  <c:v>3676.777</c:v>
                </c:pt>
                <c:pt idx="6798">
                  <c:v>3677.259</c:v>
                </c:pt>
                <c:pt idx="6799">
                  <c:v>3677.741</c:v>
                </c:pt>
                <c:pt idx="6800">
                  <c:v>3678.223</c:v>
                </c:pt>
                <c:pt idx="6801">
                  <c:v>3678.7049999999999</c:v>
                </c:pt>
                <c:pt idx="6802">
                  <c:v>3679.1880000000001</c:v>
                </c:pt>
                <c:pt idx="6803">
                  <c:v>3679.67</c:v>
                </c:pt>
                <c:pt idx="6804">
                  <c:v>3680.152</c:v>
                </c:pt>
                <c:pt idx="6805">
                  <c:v>3680.634</c:v>
                </c:pt>
                <c:pt idx="6806">
                  <c:v>3681.116</c:v>
                </c:pt>
                <c:pt idx="6807">
                  <c:v>3681.598</c:v>
                </c:pt>
                <c:pt idx="6808">
                  <c:v>3682.08</c:v>
                </c:pt>
                <c:pt idx="6809">
                  <c:v>3682.5630000000001</c:v>
                </c:pt>
                <c:pt idx="6810">
                  <c:v>3683.0450000000001</c:v>
                </c:pt>
                <c:pt idx="6811">
                  <c:v>3683.527</c:v>
                </c:pt>
                <c:pt idx="6812">
                  <c:v>3684.009</c:v>
                </c:pt>
                <c:pt idx="6813">
                  <c:v>3684.491</c:v>
                </c:pt>
                <c:pt idx="6814">
                  <c:v>3684.973</c:v>
                </c:pt>
                <c:pt idx="6815">
                  <c:v>3685.4549999999999</c:v>
                </c:pt>
                <c:pt idx="6816">
                  <c:v>3685.9380000000001</c:v>
                </c:pt>
                <c:pt idx="6817">
                  <c:v>3686.4189999999999</c:v>
                </c:pt>
                <c:pt idx="6818">
                  <c:v>3686.902</c:v>
                </c:pt>
                <c:pt idx="6819">
                  <c:v>3687.384</c:v>
                </c:pt>
                <c:pt idx="6820">
                  <c:v>3687.866</c:v>
                </c:pt>
                <c:pt idx="6821">
                  <c:v>3688.348</c:v>
                </c:pt>
                <c:pt idx="6822">
                  <c:v>3688.83</c:v>
                </c:pt>
                <c:pt idx="6823">
                  <c:v>3689.3119999999999</c:v>
                </c:pt>
                <c:pt idx="6824">
                  <c:v>3689.7939999999999</c:v>
                </c:pt>
                <c:pt idx="6825">
                  <c:v>3690.277</c:v>
                </c:pt>
                <c:pt idx="6826">
                  <c:v>3690.759</c:v>
                </c:pt>
                <c:pt idx="6827">
                  <c:v>3691.241</c:v>
                </c:pt>
                <c:pt idx="6828">
                  <c:v>3691.723</c:v>
                </c:pt>
                <c:pt idx="6829">
                  <c:v>3692.2049999999999</c:v>
                </c:pt>
                <c:pt idx="6830">
                  <c:v>3692.6869999999999</c:v>
                </c:pt>
                <c:pt idx="6831">
                  <c:v>3693.1689999999999</c:v>
                </c:pt>
                <c:pt idx="6832">
                  <c:v>3693.652</c:v>
                </c:pt>
                <c:pt idx="6833">
                  <c:v>3694.134</c:v>
                </c:pt>
                <c:pt idx="6834">
                  <c:v>3694.616</c:v>
                </c:pt>
                <c:pt idx="6835">
                  <c:v>3695.098</c:v>
                </c:pt>
                <c:pt idx="6836">
                  <c:v>3695.58</c:v>
                </c:pt>
                <c:pt idx="6837">
                  <c:v>3696.0619999999999</c:v>
                </c:pt>
                <c:pt idx="6838">
                  <c:v>3696.5439999999999</c:v>
                </c:pt>
                <c:pt idx="6839">
                  <c:v>3697.027</c:v>
                </c:pt>
                <c:pt idx="6840">
                  <c:v>3697.509</c:v>
                </c:pt>
                <c:pt idx="6841">
                  <c:v>3697.991</c:v>
                </c:pt>
                <c:pt idx="6842">
                  <c:v>3698.473</c:v>
                </c:pt>
                <c:pt idx="6843">
                  <c:v>3698.9549999999999</c:v>
                </c:pt>
                <c:pt idx="6844">
                  <c:v>3699.4369999999999</c:v>
                </c:pt>
                <c:pt idx="6845">
                  <c:v>3699.9189999999999</c:v>
                </c:pt>
                <c:pt idx="6846">
                  <c:v>3700.402</c:v>
                </c:pt>
                <c:pt idx="6847">
                  <c:v>3700.884</c:v>
                </c:pt>
                <c:pt idx="6848">
                  <c:v>3701.366</c:v>
                </c:pt>
                <c:pt idx="6849">
                  <c:v>3701.848</c:v>
                </c:pt>
                <c:pt idx="6850">
                  <c:v>3702.33</c:v>
                </c:pt>
                <c:pt idx="6851">
                  <c:v>3702.8119999999999</c:v>
                </c:pt>
                <c:pt idx="6852">
                  <c:v>3703.2939999999999</c:v>
                </c:pt>
                <c:pt idx="6853">
                  <c:v>3703.7759999999998</c:v>
                </c:pt>
                <c:pt idx="6854">
                  <c:v>3704.259</c:v>
                </c:pt>
                <c:pt idx="6855">
                  <c:v>3704.741</c:v>
                </c:pt>
                <c:pt idx="6856">
                  <c:v>3705.223</c:v>
                </c:pt>
                <c:pt idx="6857">
                  <c:v>3705.7049999999999</c:v>
                </c:pt>
                <c:pt idx="6858">
                  <c:v>3706.1869999999999</c:v>
                </c:pt>
                <c:pt idx="6859">
                  <c:v>3706.6689999999999</c:v>
                </c:pt>
                <c:pt idx="6860">
                  <c:v>3707.1509999999998</c:v>
                </c:pt>
                <c:pt idx="6861">
                  <c:v>3707.634</c:v>
                </c:pt>
                <c:pt idx="6862">
                  <c:v>3708.116</c:v>
                </c:pt>
                <c:pt idx="6863">
                  <c:v>3708.598</c:v>
                </c:pt>
                <c:pt idx="6864">
                  <c:v>3709.08</c:v>
                </c:pt>
                <c:pt idx="6865">
                  <c:v>3709.5619999999999</c:v>
                </c:pt>
                <c:pt idx="6866">
                  <c:v>3710.0439999999999</c:v>
                </c:pt>
                <c:pt idx="6867">
                  <c:v>3710.5259999999998</c:v>
                </c:pt>
                <c:pt idx="6868">
                  <c:v>3711.009</c:v>
                </c:pt>
                <c:pt idx="6869">
                  <c:v>3711.491</c:v>
                </c:pt>
                <c:pt idx="6870">
                  <c:v>3711.973</c:v>
                </c:pt>
                <c:pt idx="6871">
                  <c:v>3712.4549999999999</c:v>
                </c:pt>
                <c:pt idx="6872">
                  <c:v>3712.9369999999999</c:v>
                </c:pt>
                <c:pt idx="6873">
                  <c:v>3713.4189999999999</c:v>
                </c:pt>
                <c:pt idx="6874">
                  <c:v>3713.9009999999998</c:v>
                </c:pt>
                <c:pt idx="6875">
                  <c:v>3714.384</c:v>
                </c:pt>
                <c:pt idx="6876">
                  <c:v>3714.866</c:v>
                </c:pt>
                <c:pt idx="6877">
                  <c:v>3715.348</c:v>
                </c:pt>
                <c:pt idx="6878">
                  <c:v>3715.83</c:v>
                </c:pt>
                <c:pt idx="6879">
                  <c:v>3716.3119999999999</c:v>
                </c:pt>
                <c:pt idx="6880">
                  <c:v>3716.7939999999999</c:v>
                </c:pt>
                <c:pt idx="6881">
                  <c:v>3717.2759999999998</c:v>
                </c:pt>
                <c:pt idx="6882">
                  <c:v>3717.759</c:v>
                </c:pt>
                <c:pt idx="6883">
                  <c:v>3718.24</c:v>
                </c:pt>
                <c:pt idx="6884">
                  <c:v>3718.723</c:v>
                </c:pt>
                <c:pt idx="6885">
                  <c:v>3719.2049999999999</c:v>
                </c:pt>
                <c:pt idx="6886">
                  <c:v>3719.6869999999999</c:v>
                </c:pt>
                <c:pt idx="6887">
                  <c:v>3720.1689999999999</c:v>
                </c:pt>
                <c:pt idx="6888">
                  <c:v>3720.6509999999998</c:v>
                </c:pt>
                <c:pt idx="6889">
                  <c:v>3721.1329999999998</c:v>
                </c:pt>
                <c:pt idx="6890">
                  <c:v>3721.6149999999998</c:v>
                </c:pt>
                <c:pt idx="6891">
                  <c:v>3722.098</c:v>
                </c:pt>
                <c:pt idx="6892">
                  <c:v>3722.58</c:v>
                </c:pt>
                <c:pt idx="6893">
                  <c:v>3723.0619999999999</c:v>
                </c:pt>
                <c:pt idx="6894">
                  <c:v>3723.5439999999999</c:v>
                </c:pt>
                <c:pt idx="6895">
                  <c:v>3724.0259999999998</c:v>
                </c:pt>
                <c:pt idx="6896">
                  <c:v>3724.5079999999998</c:v>
                </c:pt>
                <c:pt idx="6897">
                  <c:v>3724.99</c:v>
                </c:pt>
                <c:pt idx="6898">
                  <c:v>3725.473</c:v>
                </c:pt>
                <c:pt idx="6899">
                  <c:v>3725.9549999999999</c:v>
                </c:pt>
                <c:pt idx="6900">
                  <c:v>3726.4369999999999</c:v>
                </c:pt>
                <c:pt idx="6901">
                  <c:v>3726.9189999999999</c:v>
                </c:pt>
                <c:pt idx="6902">
                  <c:v>3727.4009999999998</c:v>
                </c:pt>
                <c:pt idx="6903">
                  <c:v>3727.8829999999998</c:v>
                </c:pt>
                <c:pt idx="6904">
                  <c:v>3728.3649999999998</c:v>
                </c:pt>
                <c:pt idx="6905">
                  <c:v>3728.848</c:v>
                </c:pt>
                <c:pt idx="6906">
                  <c:v>3729.33</c:v>
                </c:pt>
                <c:pt idx="6907">
                  <c:v>3729.8119999999999</c:v>
                </c:pt>
                <c:pt idx="6908">
                  <c:v>3730.2939999999999</c:v>
                </c:pt>
                <c:pt idx="6909">
                  <c:v>3730.7759999999998</c:v>
                </c:pt>
                <c:pt idx="6910">
                  <c:v>3731.2579999999998</c:v>
                </c:pt>
                <c:pt idx="6911">
                  <c:v>3731.74</c:v>
                </c:pt>
                <c:pt idx="6912">
                  <c:v>3732.223</c:v>
                </c:pt>
                <c:pt idx="6913">
                  <c:v>3732.7049999999999</c:v>
                </c:pt>
                <c:pt idx="6914">
                  <c:v>3733.1869999999999</c:v>
                </c:pt>
                <c:pt idx="6915">
                  <c:v>3733.6689999999999</c:v>
                </c:pt>
                <c:pt idx="6916">
                  <c:v>3734.1509999999998</c:v>
                </c:pt>
                <c:pt idx="6917">
                  <c:v>3734.6329999999998</c:v>
                </c:pt>
                <c:pt idx="6918">
                  <c:v>3735.1149999999998</c:v>
                </c:pt>
                <c:pt idx="6919">
                  <c:v>3735.5970000000002</c:v>
                </c:pt>
                <c:pt idx="6920">
                  <c:v>3736.08</c:v>
                </c:pt>
                <c:pt idx="6921">
                  <c:v>3736.5619999999999</c:v>
                </c:pt>
                <c:pt idx="6922">
                  <c:v>3737.0439999999999</c:v>
                </c:pt>
                <c:pt idx="6923">
                  <c:v>3737.5259999999998</c:v>
                </c:pt>
                <c:pt idx="6924">
                  <c:v>3738.0079999999998</c:v>
                </c:pt>
                <c:pt idx="6925">
                  <c:v>3738.49</c:v>
                </c:pt>
                <c:pt idx="6926">
                  <c:v>3738.9720000000002</c:v>
                </c:pt>
                <c:pt idx="6927">
                  <c:v>3739.4549999999999</c:v>
                </c:pt>
                <c:pt idx="6928">
                  <c:v>3739.9369999999999</c:v>
                </c:pt>
                <c:pt idx="6929">
                  <c:v>3740.4189999999999</c:v>
                </c:pt>
                <c:pt idx="6930">
                  <c:v>3740.9009999999998</c:v>
                </c:pt>
                <c:pt idx="6931">
                  <c:v>3741.3829999999998</c:v>
                </c:pt>
                <c:pt idx="6932">
                  <c:v>3741.8649999999998</c:v>
                </c:pt>
                <c:pt idx="6933">
                  <c:v>3742.3470000000002</c:v>
                </c:pt>
                <c:pt idx="6934">
                  <c:v>3742.83</c:v>
                </c:pt>
                <c:pt idx="6935">
                  <c:v>3743.3119999999999</c:v>
                </c:pt>
                <c:pt idx="6936">
                  <c:v>3743.7939999999999</c:v>
                </c:pt>
                <c:pt idx="6937">
                  <c:v>3744.2759999999998</c:v>
                </c:pt>
                <c:pt idx="6938">
                  <c:v>3744.7579999999998</c:v>
                </c:pt>
                <c:pt idx="6939">
                  <c:v>3745.24</c:v>
                </c:pt>
                <c:pt idx="6940">
                  <c:v>3745.7220000000002</c:v>
                </c:pt>
                <c:pt idx="6941">
                  <c:v>3746.2049999999999</c:v>
                </c:pt>
                <c:pt idx="6942">
                  <c:v>3746.6869999999999</c:v>
                </c:pt>
                <c:pt idx="6943">
                  <c:v>3747.1689999999999</c:v>
                </c:pt>
                <c:pt idx="6944">
                  <c:v>3747.6509999999998</c:v>
                </c:pt>
                <c:pt idx="6945">
                  <c:v>3748.1329999999998</c:v>
                </c:pt>
                <c:pt idx="6946">
                  <c:v>3748.6149999999998</c:v>
                </c:pt>
                <c:pt idx="6947">
                  <c:v>3749.0970000000002</c:v>
                </c:pt>
                <c:pt idx="6948">
                  <c:v>3749.58</c:v>
                </c:pt>
                <c:pt idx="6949">
                  <c:v>3750.0619999999999</c:v>
                </c:pt>
                <c:pt idx="6950">
                  <c:v>3750.5439999999999</c:v>
                </c:pt>
                <c:pt idx="6951">
                  <c:v>3751.0259999999998</c:v>
                </c:pt>
                <c:pt idx="6952">
                  <c:v>3751.5079999999998</c:v>
                </c:pt>
                <c:pt idx="6953">
                  <c:v>3751.99</c:v>
                </c:pt>
                <c:pt idx="6954">
                  <c:v>3752.4720000000002</c:v>
                </c:pt>
                <c:pt idx="6955">
                  <c:v>3752.9540000000002</c:v>
                </c:pt>
                <c:pt idx="6956">
                  <c:v>3753.4369999999999</c:v>
                </c:pt>
                <c:pt idx="6957">
                  <c:v>3753.9189999999999</c:v>
                </c:pt>
                <c:pt idx="6958">
                  <c:v>3754.4009999999998</c:v>
                </c:pt>
                <c:pt idx="6959">
                  <c:v>3754.8829999999998</c:v>
                </c:pt>
                <c:pt idx="6960">
                  <c:v>3755.3649999999998</c:v>
                </c:pt>
                <c:pt idx="6961">
                  <c:v>3755.8470000000002</c:v>
                </c:pt>
                <c:pt idx="6962">
                  <c:v>3756.3290000000002</c:v>
                </c:pt>
                <c:pt idx="6963">
                  <c:v>3756.8119999999999</c:v>
                </c:pt>
                <c:pt idx="6964">
                  <c:v>3757.2939999999999</c:v>
                </c:pt>
                <c:pt idx="6965">
                  <c:v>3757.7759999999998</c:v>
                </c:pt>
                <c:pt idx="6966">
                  <c:v>3758.2579999999998</c:v>
                </c:pt>
                <c:pt idx="6967">
                  <c:v>3758.74</c:v>
                </c:pt>
                <c:pt idx="6968">
                  <c:v>3759.2220000000002</c:v>
                </c:pt>
                <c:pt idx="6969">
                  <c:v>3759.7040000000002</c:v>
                </c:pt>
                <c:pt idx="6970">
                  <c:v>3760.1869999999999</c:v>
                </c:pt>
                <c:pt idx="6971">
                  <c:v>3760.6689999999999</c:v>
                </c:pt>
                <c:pt idx="6972">
                  <c:v>3761.1509999999998</c:v>
                </c:pt>
                <c:pt idx="6973">
                  <c:v>3761.6329999999998</c:v>
                </c:pt>
                <c:pt idx="6974">
                  <c:v>3762.1149999999998</c:v>
                </c:pt>
                <c:pt idx="6975">
                  <c:v>3762.5970000000002</c:v>
                </c:pt>
                <c:pt idx="6976">
                  <c:v>3763.0790000000002</c:v>
                </c:pt>
                <c:pt idx="6977">
                  <c:v>3763.5619999999999</c:v>
                </c:pt>
                <c:pt idx="6978">
                  <c:v>3764.0439999999999</c:v>
                </c:pt>
                <c:pt idx="6979">
                  <c:v>3764.5259999999998</c:v>
                </c:pt>
                <c:pt idx="6980">
                  <c:v>3765.0079999999998</c:v>
                </c:pt>
                <c:pt idx="6981">
                  <c:v>3765.49</c:v>
                </c:pt>
                <c:pt idx="6982">
                  <c:v>3765.9720000000002</c:v>
                </c:pt>
                <c:pt idx="6983">
                  <c:v>3766.4540000000002</c:v>
                </c:pt>
                <c:pt idx="6984">
                  <c:v>3766.9369999999999</c:v>
                </c:pt>
                <c:pt idx="6985">
                  <c:v>3767.4180000000001</c:v>
                </c:pt>
                <c:pt idx="6986">
                  <c:v>3767.9009999999998</c:v>
                </c:pt>
                <c:pt idx="6987">
                  <c:v>3768.3829999999998</c:v>
                </c:pt>
                <c:pt idx="6988">
                  <c:v>3768.8649999999998</c:v>
                </c:pt>
                <c:pt idx="6989">
                  <c:v>3769.3470000000002</c:v>
                </c:pt>
                <c:pt idx="6990">
                  <c:v>3769.8290000000002</c:v>
                </c:pt>
                <c:pt idx="6991">
                  <c:v>3770.3110000000001</c:v>
                </c:pt>
                <c:pt idx="6992">
                  <c:v>3770.7930000000001</c:v>
                </c:pt>
                <c:pt idx="6993">
                  <c:v>3771.2759999999998</c:v>
                </c:pt>
                <c:pt idx="6994">
                  <c:v>3771.7579999999998</c:v>
                </c:pt>
                <c:pt idx="6995">
                  <c:v>3772.24</c:v>
                </c:pt>
                <c:pt idx="6996">
                  <c:v>3772.7220000000002</c:v>
                </c:pt>
                <c:pt idx="6997">
                  <c:v>3773.2040000000002</c:v>
                </c:pt>
                <c:pt idx="6998">
                  <c:v>3773.6860000000001</c:v>
                </c:pt>
                <c:pt idx="6999">
                  <c:v>3774.1680000000001</c:v>
                </c:pt>
                <c:pt idx="7000">
                  <c:v>3774.6509999999998</c:v>
                </c:pt>
                <c:pt idx="7001">
                  <c:v>3775.1329999999998</c:v>
                </c:pt>
                <c:pt idx="7002">
                  <c:v>3775.6149999999998</c:v>
                </c:pt>
                <c:pt idx="7003">
                  <c:v>3776.0970000000002</c:v>
                </c:pt>
                <c:pt idx="7004">
                  <c:v>3776.5790000000002</c:v>
                </c:pt>
                <c:pt idx="7005">
                  <c:v>3777.0610000000001</c:v>
                </c:pt>
                <c:pt idx="7006">
                  <c:v>3777.5430000000001</c:v>
                </c:pt>
                <c:pt idx="7007">
                  <c:v>3778.0259999999998</c:v>
                </c:pt>
                <c:pt idx="7008">
                  <c:v>3778.5079999999998</c:v>
                </c:pt>
                <c:pt idx="7009">
                  <c:v>3778.99</c:v>
                </c:pt>
                <c:pt idx="7010">
                  <c:v>3779.4720000000002</c:v>
                </c:pt>
                <c:pt idx="7011">
                  <c:v>3779.9540000000002</c:v>
                </c:pt>
                <c:pt idx="7012">
                  <c:v>3780.4360000000001</c:v>
                </c:pt>
                <c:pt idx="7013">
                  <c:v>3780.9180000000001</c:v>
                </c:pt>
                <c:pt idx="7014">
                  <c:v>3781.4009999999998</c:v>
                </c:pt>
                <c:pt idx="7015">
                  <c:v>3781.8829999999998</c:v>
                </c:pt>
                <c:pt idx="7016">
                  <c:v>3782.3649999999998</c:v>
                </c:pt>
                <c:pt idx="7017">
                  <c:v>3782.8470000000002</c:v>
                </c:pt>
                <c:pt idx="7018">
                  <c:v>3783.3290000000002</c:v>
                </c:pt>
                <c:pt idx="7019">
                  <c:v>3783.8110000000001</c:v>
                </c:pt>
                <c:pt idx="7020">
                  <c:v>3784.2930000000001</c:v>
                </c:pt>
                <c:pt idx="7021">
                  <c:v>3784.7750000000001</c:v>
                </c:pt>
                <c:pt idx="7022">
                  <c:v>3785.2579999999998</c:v>
                </c:pt>
                <c:pt idx="7023">
                  <c:v>3785.74</c:v>
                </c:pt>
                <c:pt idx="7024">
                  <c:v>3786.2220000000002</c:v>
                </c:pt>
                <c:pt idx="7025">
                  <c:v>3786.7040000000002</c:v>
                </c:pt>
                <c:pt idx="7026">
                  <c:v>3787.1860000000001</c:v>
                </c:pt>
                <c:pt idx="7027">
                  <c:v>3787.6680000000001</c:v>
                </c:pt>
                <c:pt idx="7028">
                  <c:v>3788.15</c:v>
                </c:pt>
                <c:pt idx="7029">
                  <c:v>3788.6329999999998</c:v>
                </c:pt>
                <c:pt idx="7030">
                  <c:v>3789.1149999999998</c:v>
                </c:pt>
                <c:pt idx="7031">
                  <c:v>3789.5970000000002</c:v>
                </c:pt>
                <c:pt idx="7032">
                  <c:v>3790.0790000000002</c:v>
                </c:pt>
                <c:pt idx="7033">
                  <c:v>3790.5610000000001</c:v>
                </c:pt>
                <c:pt idx="7034">
                  <c:v>3791.0430000000001</c:v>
                </c:pt>
                <c:pt idx="7035">
                  <c:v>3791.5250000000001</c:v>
                </c:pt>
                <c:pt idx="7036">
                  <c:v>3792.0079999999998</c:v>
                </c:pt>
                <c:pt idx="7037">
                  <c:v>3792.49</c:v>
                </c:pt>
                <c:pt idx="7038">
                  <c:v>3792.9720000000002</c:v>
                </c:pt>
                <c:pt idx="7039">
                  <c:v>3793.4540000000002</c:v>
                </c:pt>
                <c:pt idx="7040">
                  <c:v>3793.9360000000001</c:v>
                </c:pt>
                <c:pt idx="7041">
                  <c:v>3794.4180000000001</c:v>
                </c:pt>
                <c:pt idx="7042">
                  <c:v>3794.9</c:v>
                </c:pt>
                <c:pt idx="7043">
                  <c:v>3795.3829999999998</c:v>
                </c:pt>
                <c:pt idx="7044">
                  <c:v>3795.8649999999998</c:v>
                </c:pt>
                <c:pt idx="7045">
                  <c:v>3796.3470000000002</c:v>
                </c:pt>
                <c:pt idx="7046">
                  <c:v>3796.8290000000002</c:v>
                </c:pt>
                <c:pt idx="7047">
                  <c:v>3797.3110000000001</c:v>
                </c:pt>
                <c:pt idx="7048">
                  <c:v>3797.7930000000001</c:v>
                </c:pt>
                <c:pt idx="7049">
                  <c:v>3798.2750000000001</c:v>
                </c:pt>
                <c:pt idx="7050">
                  <c:v>3798.7579999999998</c:v>
                </c:pt>
                <c:pt idx="7051">
                  <c:v>3799.24</c:v>
                </c:pt>
                <c:pt idx="7052">
                  <c:v>3799.7220000000002</c:v>
                </c:pt>
                <c:pt idx="7053">
                  <c:v>3800.2040000000002</c:v>
                </c:pt>
                <c:pt idx="7054">
                  <c:v>3800.6860000000001</c:v>
                </c:pt>
                <c:pt idx="7055">
                  <c:v>3801.1680000000001</c:v>
                </c:pt>
                <c:pt idx="7056">
                  <c:v>3801.65</c:v>
                </c:pt>
                <c:pt idx="7057">
                  <c:v>3802.1320000000001</c:v>
                </c:pt>
                <c:pt idx="7058">
                  <c:v>3802.6149999999998</c:v>
                </c:pt>
                <c:pt idx="7059">
                  <c:v>3803.0970000000002</c:v>
                </c:pt>
                <c:pt idx="7060">
                  <c:v>3803.5790000000002</c:v>
                </c:pt>
                <c:pt idx="7061">
                  <c:v>3804.0610000000001</c:v>
                </c:pt>
                <c:pt idx="7062">
                  <c:v>3804.5430000000001</c:v>
                </c:pt>
                <c:pt idx="7063">
                  <c:v>3805.0250000000001</c:v>
                </c:pt>
                <c:pt idx="7064">
                  <c:v>3805.5070000000001</c:v>
                </c:pt>
                <c:pt idx="7065">
                  <c:v>3805.99</c:v>
                </c:pt>
                <c:pt idx="7066">
                  <c:v>3806.4720000000002</c:v>
                </c:pt>
                <c:pt idx="7067">
                  <c:v>3806.9540000000002</c:v>
                </c:pt>
                <c:pt idx="7068">
                  <c:v>3807.4360000000001</c:v>
                </c:pt>
                <c:pt idx="7069">
                  <c:v>3807.9180000000001</c:v>
                </c:pt>
                <c:pt idx="7070">
                  <c:v>3808.4</c:v>
                </c:pt>
                <c:pt idx="7071">
                  <c:v>3808.8820000000001</c:v>
                </c:pt>
                <c:pt idx="7072">
                  <c:v>3809.3649999999998</c:v>
                </c:pt>
                <c:pt idx="7073">
                  <c:v>3809.8470000000002</c:v>
                </c:pt>
                <c:pt idx="7074">
                  <c:v>3810.3290000000002</c:v>
                </c:pt>
                <c:pt idx="7075">
                  <c:v>3810.8110000000001</c:v>
                </c:pt>
                <c:pt idx="7076">
                  <c:v>3811.2930000000001</c:v>
                </c:pt>
                <c:pt idx="7077">
                  <c:v>3811.7750000000001</c:v>
                </c:pt>
                <c:pt idx="7078">
                  <c:v>3812.2570000000001</c:v>
                </c:pt>
                <c:pt idx="7079">
                  <c:v>3812.74</c:v>
                </c:pt>
                <c:pt idx="7080">
                  <c:v>3813.2220000000002</c:v>
                </c:pt>
                <c:pt idx="7081">
                  <c:v>3813.7040000000002</c:v>
                </c:pt>
                <c:pt idx="7082">
                  <c:v>3814.1860000000001</c:v>
                </c:pt>
                <c:pt idx="7083">
                  <c:v>3814.6680000000001</c:v>
                </c:pt>
                <c:pt idx="7084">
                  <c:v>3815.15</c:v>
                </c:pt>
                <c:pt idx="7085">
                  <c:v>3815.6320000000001</c:v>
                </c:pt>
                <c:pt idx="7086">
                  <c:v>3816.1149999999998</c:v>
                </c:pt>
                <c:pt idx="7087">
                  <c:v>3816.596</c:v>
                </c:pt>
                <c:pt idx="7088">
                  <c:v>3817.0790000000002</c:v>
                </c:pt>
                <c:pt idx="7089">
                  <c:v>3817.5610000000001</c:v>
                </c:pt>
                <c:pt idx="7090">
                  <c:v>3818.0430000000001</c:v>
                </c:pt>
                <c:pt idx="7091">
                  <c:v>3818.5250000000001</c:v>
                </c:pt>
                <c:pt idx="7092">
                  <c:v>3819.0070000000001</c:v>
                </c:pt>
                <c:pt idx="7093">
                  <c:v>3819.489</c:v>
                </c:pt>
                <c:pt idx="7094">
                  <c:v>3819.971</c:v>
                </c:pt>
                <c:pt idx="7095">
                  <c:v>3820.4540000000002</c:v>
                </c:pt>
                <c:pt idx="7096">
                  <c:v>3820.9360000000001</c:v>
                </c:pt>
                <c:pt idx="7097">
                  <c:v>3821.4180000000001</c:v>
                </c:pt>
                <c:pt idx="7098">
                  <c:v>3821.9</c:v>
                </c:pt>
                <c:pt idx="7099">
                  <c:v>3822.3820000000001</c:v>
                </c:pt>
                <c:pt idx="7100">
                  <c:v>3822.864</c:v>
                </c:pt>
                <c:pt idx="7101">
                  <c:v>3823.346</c:v>
                </c:pt>
                <c:pt idx="7102">
                  <c:v>3823.8290000000002</c:v>
                </c:pt>
                <c:pt idx="7103">
                  <c:v>3824.3110000000001</c:v>
                </c:pt>
                <c:pt idx="7104">
                  <c:v>3824.7930000000001</c:v>
                </c:pt>
                <c:pt idx="7105">
                  <c:v>3825.2750000000001</c:v>
                </c:pt>
                <c:pt idx="7106">
                  <c:v>3825.7570000000001</c:v>
                </c:pt>
                <c:pt idx="7107">
                  <c:v>3826.239</c:v>
                </c:pt>
                <c:pt idx="7108">
                  <c:v>3826.721</c:v>
                </c:pt>
                <c:pt idx="7109">
                  <c:v>3827.2040000000002</c:v>
                </c:pt>
                <c:pt idx="7110">
                  <c:v>3827.6860000000001</c:v>
                </c:pt>
                <c:pt idx="7111">
                  <c:v>3828.1680000000001</c:v>
                </c:pt>
                <c:pt idx="7112">
                  <c:v>3828.65</c:v>
                </c:pt>
                <c:pt idx="7113">
                  <c:v>3829.1320000000001</c:v>
                </c:pt>
                <c:pt idx="7114">
                  <c:v>3829.614</c:v>
                </c:pt>
                <c:pt idx="7115">
                  <c:v>3830.096</c:v>
                </c:pt>
                <c:pt idx="7116">
                  <c:v>3830.5790000000002</c:v>
                </c:pt>
                <c:pt idx="7117">
                  <c:v>3831.0610000000001</c:v>
                </c:pt>
                <c:pt idx="7118">
                  <c:v>3831.5430000000001</c:v>
                </c:pt>
                <c:pt idx="7119">
                  <c:v>3832.0250000000001</c:v>
                </c:pt>
                <c:pt idx="7120">
                  <c:v>3832.5070000000001</c:v>
                </c:pt>
                <c:pt idx="7121">
                  <c:v>3832.989</c:v>
                </c:pt>
                <c:pt idx="7122">
                  <c:v>3833.471</c:v>
                </c:pt>
                <c:pt idx="7123">
                  <c:v>3833.953</c:v>
                </c:pt>
                <c:pt idx="7124">
                  <c:v>3834.4360000000001</c:v>
                </c:pt>
                <c:pt idx="7125">
                  <c:v>3834.9180000000001</c:v>
                </c:pt>
                <c:pt idx="7126">
                  <c:v>3835.4</c:v>
                </c:pt>
                <c:pt idx="7127">
                  <c:v>3835.8820000000001</c:v>
                </c:pt>
                <c:pt idx="7128">
                  <c:v>3836.364</c:v>
                </c:pt>
                <c:pt idx="7129">
                  <c:v>3836.846</c:v>
                </c:pt>
                <c:pt idx="7130">
                  <c:v>3837.328</c:v>
                </c:pt>
                <c:pt idx="7131">
                  <c:v>3837.8110000000001</c:v>
                </c:pt>
                <c:pt idx="7132">
                  <c:v>3838.2930000000001</c:v>
                </c:pt>
                <c:pt idx="7133">
                  <c:v>3838.7750000000001</c:v>
                </c:pt>
                <c:pt idx="7134">
                  <c:v>3839.2570000000001</c:v>
                </c:pt>
                <c:pt idx="7135">
                  <c:v>3839.739</c:v>
                </c:pt>
                <c:pt idx="7136">
                  <c:v>3840.221</c:v>
                </c:pt>
                <c:pt idx="7137">
                  <c:v>3840.703</c:v>
                </c:pt>
                <c:pt idx="7138">
                  <c:v>3841.1860000000001</c:v>
                </c:pt>
                <c:pt idx="7139">
                  <c:v>3841.6680000000001</c:v>
                </c:pt>
                <c:pt idx="7140">
                  <c:v>3842.15</c:v>
                </c:pt>
                <c:pt idx="7141">
                  <c:v>3842.6320000000001</c:v>
                </c:pt>
                <c:pt idx="7142">
                  <c:v>3843.114</c:v>
                </c:pt>
                <c:pt idx="7143">
                  <c:v>3843.596</c:v>
                </c:pt>
                <c:pt idx="7144">
                  <c:v>3844.078</c:v>
                </c:pt>
                <c:pt idx="7145">
                  <c:v>3844.5610000000001</c:v>
                </c:pt>
                <c:pt idx="7146">
                  <c:v>3845.0430000000001</c:v>
                </c:pt>
                <c:pt idx="7147">
                  <c:v>3845.5250000000001</c:v>
                </c:pt>
                <c:pt idx="7148">
                  <c:v>3846.0070000000001</c:v>
                </c:pt>
                <c:pt idx="7149">
                  <c:v>3846.489</c:v>
                </c:pt>
                <c:pt idx="7150">
                  <c:v>3846.971</c:v>
                </c:pt>
                <c:pt idx="7151">
                  <c:v>3847.453</c:v>
                </c:pt>
                <c:pt idx="7152">
                  <c:v>3847.9360000000001</c:v>
                </c:pt>
                <c:pt idx="7153">
                  <c:v>3848.4169999999999</c:v>
                </c:pt>
                <c:pt idx="7154">
                  <c:v>3848.9</c:v>
                </c:pt>
                <c:pt idx="7155">
                  <c:v>3849.3820000000001</c:v>
                </c:pt>
                <c:pt idx="7156">
                  <c:v>3849.864</c:v>
                </c:pt>
                <c:pt idx="7157">
                  <c:v>3850.346</c:v>
                </c:pt>
                <c:pt idx="7158">
                  <c:v>3850.828</c:v>
                </c:pt>
                <c:pt idx="7159">
                  <c:v>3851.31</c:v>
                </c:pt>
                <c:pt idx="7160">
                  <c:v>3851.7919999999999</c:v>
                </c:pt>
                <c:pt idx="7161">
                  <c:v>3852.2750000000001</c:v>
                </c:pt>
                <c:pt idx="7162">
                  <c:v>3852.7570000000001</c:v>
                </c:pt>
                <c:pt idx="7163">
                  <c:v>3853.239</c:v>
                </c:pt>
                <c:pt idx="7164">
                  <c:v>3853.721</c:v>
                </c:pt>
                <c:pt idx="7165">
                  <c:v>3854.203</c:v>
                </c:pt>
                <c:pt idx="7166">
                  <c:v>3854.6849999999999</c:v>
                </c:pt>
                <c:pt idx="7167">
                  <c:v>3855.1669999999999</c:v>
                </c:pt>
                <c:pt idx="7168">
                  <c:v>3855.65</c:v>
                </c:pt>
                <c:pt idx="7169">
                  <c:v>3856.1320000000001</c:v>
                </c:pt>
                <c:pt idx="7170">
                  <c:v>3856.614</c:v>
                </c:pt>
                <c:pt idx="7171">
                  <c:v>3857.096</c:v>
                </c:pt>
                <c:pt idx="7172">
                  <c:v>3857.578</c:v>
                </c:pt>
                <c:pt idx="7173">
                  <c:v>3858.06</c:v>
                </c:pt>
                <c:pt idx="7174">
                  <c:v>3858.5419999999999</c:v>
                </c:pt>
                <c:pt idx="7175">
                  <c:v>3859.0250000000001</c:v>
                </c:pt>
                <c:pt idx="7176">
                  <c:v>3859.5070000000001</c:v>
                </c:pt>
                <c:pt idx="7177">
                  <c:v>3859.989</c:v>
                </c:pt>
                <c:pt idx="7178">
                  <c:v>3860.471</c:v>
                </c:pt>
                <c:pt idx="7179">
                  <c:v>3860.953</c:v>
                </c:pt>
                <c:pt idx="7180">
                  <c:v>3861.4349999999999</c:v>
                </c:pt>
                <c:pt idx="7181">
                  <c:v>3861.9169999999999</c:v>
                </c:pt>
                <c:pt idx="7182">
                  <c:v>3862.4</c:v>
                </c:pt>
                <c:pt idx="7183">
                  <c:v>3862.8820000000001</c:v>
                </c:pt>
                <c:pt idx="7184">
                  <c:v>3863.364</c:v>
                </c:pt>
                <c:pt idx="7185">
                  <c:v>3863.846</c:v>
                </c:pt>
                <c:pt idx="7186">
                  <c:v>3864.328</c:v>
                </c:pt>
                <c:pt idx="7187">
                  <c:v>3864.81</c:v>
                </c:pt>
                <c:pt idx="7188">
                  <c:v>3865.2919999999999</c:v>
                </c:pt>
                <c:pt idx="7189">
                  <c:v>3865.7739999999999</c:v>
                </c:pt>
                <c:pt idx="7190">
                  <c:v>3866.2570000000001</c:v>
                </c:pt>
                <c:pt idx="7191">
                  <c:v>3866.739</c:v>
                </c:pt>
                <c:pt idx="7192">
                  <c:v>3867.221</c:v>
                </c:pt>
                <c:pt idx="7193">
                  <c:v>3867.703</c:v>
                </c:pt>
                <c:pt idx="7194">
                  <c:v>3868.1849999999999</c:v>
                </c:pt>
                <c:pt idx="7195">
                  <c:v>3868.6669999999999</c:v>
                </c:pt>
                <c:pt idx="7196">
                  <c:v>3869.1489999999999</c:v>
                </c:pt>
                <c:pt idx="7197">
                  <c:v>3869.6320000000001</c:v>
                </c:pt>
                <c:pt idx="7198">
                  <c:v>3870.114</c:v>
                </c:pt>
                <c:pt idx="7199">
                  <c:v>3870.596</c:v>
                </c:pt>
                <c:pt idx="7200">
                  <c:v>3871.078</c:v>
                </c:pt>
                <c:pt idx="7201">
                  <c:v>3871.56</c:v>
                </c:pt>
                <c:pt idx="7202">
                  <c:v>3872.0419999999999</c:v>
                </c:pt>
                <c:pt idx="7203">
                  <c:v>3872.5239999999999</c:v>
                </c:pt>
                <c:pt idx="7204">
                  <c:v>3873.0070000000001</c:v>
                </c:pt>
                <c:pt idx="7205">
                  <c:v>3873.489</c:v>
                </c:pt>
                <c:pt idx="7206">
                  <c:v>3873.971</c:v>
                </c:pt>
                <c:pt idx="7207">
                  <c:v>3874.453</c:v>
                </c:pt>
                <c:pt idx="7208">
                  <c:v>3874.9349999999999</c:v>
                </c:pt>
                <c:pt idx="7209">
                  <c:v>3875.4169999999999</c:v>
                </c:pt>
                <c:pt idx="7210">
                  <c:v>3875.8989999999999</c:v>
                </c:pt>
                <c:pt idx="7211">
                  <c:v>3876.3820000000001</c:v>
                </c:pt>
                <c:pt idx="7212">
                  <c:v>3876.864</c:v>
                </c:pt>
                <c:pt idx="7213">
                  <c:v>3877.346</c:v>
                </c:pt>
                <c:pt idx="7214">
                  <c:v>3877.828</c:v>
                </c:pt>
                <c:pt idx="7215">
                  <c:v>3878.31</c:v>
                </c:pt>
                <c:pt idx="7216">
                  <c:v>3878.7919999999999</c:v>
                </c:pt>
                <c:pt idx="7217">
                  <c:v>3879.2739999999999</c:v>
                </c:pt>
                <c:pt idx="7218">
                  <c:v>3879.7570000000001</c:v>
                </c:pt>
                <c:pt idx="7219">
                  <c:v>3880.239</c:v>
                </c:pt>
                <c:pt idx="7220">
                  <c:v>3880.721</c:v>
                </c:pt>
                <c:pt idx="7221">
                  <c:v>3881.203</c:v>
                </c:pt>
                <c:pt idx="7222">
                  <c:v>3881.6849999999999</c:v>
                </c:pt>
                <c:pt idx="7223">
                  <c:v>3882.1669999999999</c:v>
                </c:pt>
                <c:pt idx="7224">
                  <c:v>3882.6489999999999</c:v>
                </c:pt>
                <c:pt idx="7225">
                  <c:v>3883.1309999999999</c:v>
                </c:pt>
                <c:pt idx="7226">
                  <c:v>3883.614</c:v>
                </c:pt>
                <c:pt idx="7227">
                  <c:v>3884.096</c:v>
                </c:pt>
                <c:pt idx="7228">
                  <c:v>3884.578</c:v>
                </c:pt>
                <c:pt idx="7229">
                  <c:v>3885.06</c:v>
                </c:pt>
                <c:pt idx="7230">
                  <c:v>3885.5419999999999</c:v>
                </c:pt>
                <c:pt idx="7231">
                  <c:v>3886.0239999999999</c:v>
                </c:pt>
                <c:pt idx="7232">
                  <c:v>3886.5059999999999</c:v>
                </c:pt>
                <c:pt idx="7233">
                  <c:v>3886.989</c:v>
                </c:pt>
                <c:pt idx="7234">
                  <c:v>3887.471</c:v>
                </c:pt>
                <c:pt idx="7235">
                  <c:v>3887.953</c:v>
                </c:pt>
                <c:pt idx="7236">
                  <c:v>3888.4349999999999</c:v>
                </c:pt>
                <c:pt idx="7237">
                  <c:v>3888.9169999999999</c:v>
                </c:pt>
                <c:pt idx="7238">
                  <c:v>3889.3989999999999</c:v>
                </c:pt>
                <c:pt idx="7239">
                  <c:v>3889.8809999999999</c:v>
                </c:pt>
                <c:pt idx="7240">
                  <c:v>3890.364</c:v>
                </c:pt>
                <c:pt idx="7241">
                  <c:v>3890.846</c:v>
                </c:pt>
                <c:pt idx="7242">
                  <c:v>3891.328</c:v>
                </c:pt>
                <c:pt idx="7243">
                  <c:v>3891.81</c:v>
                </c:pt>
                <c:pt idx="7244">
                  <c:v>3892.2919999999999</c:v>
                </c:pt>
                <c:pt idx="7245">
                  <c:v>3892.7739999999999</c:v>
                </c:pt>
                <c:pt idx="7246">
                  <c:v>3893.2559999999999</c:v>
                </c:pt>
                <c:pt idx="7247">
                  <c:v>3893.739</c:v>
                </c:pt>
                <c:pt idx="7248">
                  <c:v>3894.221</c:v>
                </c:pt>
                <c:pt idx="7249">
                  <c:v>3894.703</c:v>
                </c:pt>
                <c:pt idx="7250">
                  <c:v>3895.1849999999999</c:v>
                </c:pt>
                <c:pt idx="7251">
                  <c:v>3895.6669999999999</c:v>
                </c:pt>
                <c:pt idx="7252">
                  <c:v>3896.1489999999999</c:v>
                </c:pt>
                <c:pt idx="7253">
                  <c:v>3896.6309999999999</c:v>
                </c:pt>
                <c:pt idx="7254">
                  <c:v>3897.114</c:v>
                </c:pt>
                <c:pt idx="7255">
                  <c:v>3897.5949999999998</c:v>
                </c:pt>
                <c:pt idx="7256">
                  <c:v>3898.078</c:v>
                </c:pt>
                <c:pt idx="7257">
                  <c:v>3898.56</c:v>
                </c:pt>
                <c:pt idx="7258">
                  <c:v>3899.0419999999999</c:v>
                </c:pt>
                <c:pt idx="7259">
                  <c:v>3899.5239999999999</c:v>
                </c:pt>
                <c:pt idx="7260">
                  <c:v>3900.0059999999999</c:v>
                </c:pt>
                <c:pt idx="7261">
                  <c:v>3900.4879999999998</c:v>
                </c:pt>
                <c:pt idx="7262">
                  <c:v>3900.97</c:v>
                </c:pt>
                <c:pt idx="7263">
                  <c:v>3901.453</c:v>
                </c:pt>
                <c:pt idx="7264">
                  <c:v>3901.9349999999999</c:v>
                </c:pt>
                <c:pt idx="7265">
                  <c:v>3902.4169999999999</c:v>
                </c:pt>
                <c:pt idx="7266">
                  <c:v>3902.8989999999999</c:v>
                </c:pt>
                <c:pt idx="7267">
                  <c:v>3903.3809999999999</c:v>
                </c:pt>
                <c:pt idx="7268">
                  <c:v>3903.8629999999998</c:v>
                </c:pt>
                <c:pt idx="7269">
                  <c:v>3904.3449999999998</c:v>
                </c:pt>
                <c:pt idx="7270">
                  <c:v>3904.828</c:v>
                </c:pt>
                <c:pt idx="7271">
                  <c:v>3905.31</c:v>
                </c:pt>
                <c:pt idx="7272">
                  <c:v>3905.7919999999999</c:v>
                </c:pt>
                <c:pt idx="7273">
                  <c:v>3906.2739999999999</c:v>
                </c:pt>
                <c:pt idx="7274">
                  <c:v>3906.7559999999999</c:v>
                </c:pt>
                <c:pt idx="7275">
                  <c:v>3907.2379999999998</c:v>
                </c:pt>
                <c:pt idx="7276">
                  <c:v>3907.72</c:v>
                </c:pt>
                <c:pt idx="7277">
                  <c:v>3908.203</c:v>
                </c:pt>
                <c:pt idx="7278">
                  <c:v>3908.6849999999999</c:v>
                </c:pt>
                <c:pt idx="7279">
                  <c:v>3909.1669999999999</c:v>
                </c:pt>
                <c:pt idx="7280">
                  <c:v>3909.6489999999999</c:v>
                </c:pt>
                <c:pt idx="7281">
                  <c:v>3910.1309999999999</c:v>
                </c:pt>
                <c:pt idx="7282">
                  <c:v>3910.6129999999998</c:v>
                </c:pt>
                <c:pt idx="7283">
                  <c:v>3911.0949999999998</c:v>
                </c:pt>
                <c:pt idx="7284">
                  <c:v>3911.578</c:v>
                </c:pt>
                <c:pt idx="7285">
                  <c:v>3912.06</c:v>
                </c:pt>
                <c:pt idx="7286">
                  <c:v>3912.5419999999999</c:v>
                </c:pt>
                <c:pt idx="7287">
                  <c:v>3913.0239999999999</c:v>
                </c:pt>
                <c:pt idx="7288">
                  <c:v>3913.5059999999999</c:v>
                </c:pt>
                <c:pt idx="7289">
                  <c:v>3913.9879999999998</c:v>
                </c:pt>
                <c:pt idx="7290">
                  <c:v>3914.47</c:v>
                </c:pt>
                <c:pt idx="7291">
                  <c:v>3914.9520000000002</c:v>
                </c:pt>
                <c:pt idx="7292">
                  <c:v>3915.4349999999999</c:v>
                </c:pt>
                <c:pt idx="7293">
                  <c:v>3915.9169999999999</c:v>
                </c:pt>
                <c:pt idx="7294">
                  <c:v>3916.3989999999999</c:v>
                </c:pt>
                <c:pt idx="7295">
                  <c:v>3916.8809999999999</c:v>
                </c:pt>
                <c:pt idx="7296">
                  <c:v>3917.3629999999998</c:v>
                </c:pt>
                <c:pt idx="7297">
                  <c:v>3917.8449999999998</c:v>
                </c:pt>
                <c:pt idx="7298">
                  <c:v>3918.3270000000002</c:v>
                </c:pt>
                <c:pt idx="7299">
                  <c:v>3918.81</c:v>
                </c:pt>
                <c:pt idx="7300">
                  <c:v>3919.2919999999999</c:v>
                </c:pt>
                <c:pt idx="7301">
                  <c:v>3919.7739999999999</c:v>
                </c:pt>
                <c:pt idx="7302">
                  <c:v>3920.2559999999999</c:v>
                </c:pt>
                <c:pt idx="7303">
                  <c:v>3920.7379999999998</c:v>
                </c:pt>
                <c:pt idx="7304">
                  <c:v>3921.22</c:v>
                </c:pt>
                <c:pt idx="7305">
                  <c:v>3921.7020000000002</c:v>
                </c:pt>
                <c:pt idx="7306">
                  <c:v>3922.1849999999999</c:v>
                </c:pt>
                <c:pt idx="7307">
                  <c:v>3922.6669999999999</c:v>
                </c:pt>
                <c:pt idx="7308">
                  <c:v>3923.1489999999999</c:v>
                </c:pt>
                <c:pt idx="7309">
                  <c:v>3923.6309999999999</c:v>
                </c:pt>
                <c:pt idx="7310">
                  <c:v>3924.1129999999998</c:v>
                </c:pt>
                <c:pt idx="7311">
                  <c:v>3924.5949999999998</c:v>
                </c:pt>
                <c:pt idx="7312">
                  <c:v>3925.0770000000002</c:v>
                </c:pt>
                <c:pt idx="7313">
                  <c:v>3925.56</c:v>
                </c:pt>
                <c:pt idx="7314">
                  <c:v>3926.0419999999999</c:v>
                </c:pt>
                <c:pt idx="7315">
                  <c:v>3926.5239999999999</c:v>
                </c:pt>
                <c:pt idx="7316">
                  <c:v>3927.0059999999999</c:v>
                </c:pt>
                <c:pt idx="7317">
                  <c:v>3927.4879999999998</c:v>
                </c:pt>
                <c:pt idx="7318">
                  <c:v>3927.97</c:v>
                </c:pt>
                <c:pt idx="7319">
                  <c:v>3928.4520000000002</c:v>
                </c:pt>
                <c:pt idx="7320">
                  <c:v>3928.9349999999999</c:v>
                </c:pt>
                <c:pt idx="7321">
                  <c:v>3929.4169999999999</c:v>
                </c:pt>
                <c:pt idx="7322">
                  <c:v>3929.8989999999999</c:v>
                </c:pt>
                <c:pt idx="7323">
                  <c:v>3930.3809999999999</c:v>
                </c:pt>
                <c:pt idx="7324">
                  <c:v>3930.8629999999998</c:v>
                </c:pt>
                <c:pt idx="7325">
                  <c:v>3931.3449999999998</c:v>
                </c:pt>
                <c:pt idx="7326">
                  <c:v>3931.8270000000002</c:v>
                </c:pt>
                <c:pt idx="7327">
                  <c:v>3932.3090000000002</c:v>
                </c:pt>
                <c:pt idx="7328">
                  <c:v>3932.7919999999999</c:v>
                </c:pt>
                <c:pt idx="7329">
                  <c:v>3933.2739999999999</c:v>
                </c:pt>
                <c:pt idx="7330">
                  <c:v>3933.7559999999999</c:v>
                </c:pt>
                <c:pt idx="7331">
                  <c:v>3934.2379999999998</c:v>
                </c:pt>
                <c:pt idx="7332">
                  <c:v>3934.72</c:v>
                </c:pt>
                <c:pt idx="7333">
                  <c:v>3935.2020000000002</c:v>
                </c:pt>
                <c:pt idx="7334">
                  <c:v>3935.6840000000002</c:v>
                </c:pt>
                <c:pt idx="7335">
                  <c:v>3936.1669999999999</c:v>
                </c:pt>
                <c:pt idx="7336">
                  <c:v>3936.6489999999999</c:v>
                </c:pt>
                <c:pt idx="7337">
                  <c:v>3937.1309999999999</c:v>
                </c:pt>
                <c:pt idx="7338">
                  <c:v>3937.6129999999998</c:v>
                </c:pt>
                <c:pt idx="7339">
                  <c:v>3938.0949999999998</c:v>
                </c:pt>
                <c:pt idx="7340">
                  <c:v>3938.5770000000002</c:v>
                </c:pt>
                <c:pt idx="7341">
                  <c:v>3939.0590000000002</c:v>
                </c:pt>
                <c:pt idx="7342">
                  <c:v>3939.5419999999999</c:v>
                </c:pt>
                <c:pt idx="7343">
                  <c:v>3940.0239999999999</c:v>
                </c:pt>
                <c:pt idx="7344">
                  <c:v>3940.5059999999999</c:v>
                </c:pt>
                <c:pt idx="7345">
                  <c:v>3940.9879999999998</c:v>
                </c:pt>
                <c:pt idx="7346">
                  <c:v>3941.47</c:v>
                </c:pt>
                <c:pt idx="7347">
                  <c:v>3941.9520000000002</c:v>
                </c:pt>
                <c:pt idx="7348">
                  <c:v>3942.4340000000002</c:v>
                </c:pt>
                <c:pt idx="7349">
                  <c:v>3942.9169999999999</c:v>
                </c:pt>
                <c:pt idx="7350">
                  <c:v>3943.3989999999999</c:v>
                </c:pt>
                <c:pt idx="7351">
                  <c:v>3943.8809999999999</c:v>
                </c:pt>
                <c:pt idx="7352">
                  <c:v>3944.3629999999998</c:v>
                </c:pt>
                <c:pt idx="7353">
                  <c:v>3944.8449999999998</c:v>
                </c:pt>
                <c:pt idx="7354">
                  <c:v>3945.3270000000002</c:v>
                </c:pt>
                <c:pt idx="7355">
                  <c:v>3945.8090000000002</c:v>
                </c:pt>
                <c:pt idx="7356">
                  <c:v>3946.2919999999999</c:v>
                </c:pt>
                <c:pt idx="7357">
                  <c:v>3946.7730000000001</c:v>
                </c:pt>
                <c:pt idx="7358">
                  <c:v>3947.2559999999999</c:v>
                </c:pt>
                <c:pt idx="7359">
                  <c:v>3947.7379999999998</c:v>
                </c:pt>
                <c:pt idx="7360">
                  <c:v>3948.22</c:v>
                </c:pt>
                <c:pt idx="7361">
                  <c:v>3948.7020000000002</c:v>
                </c:pt>
                <c:pt idx="7362">
                  <c:v>3949.1840000000002</c:v>
                </c:pt>
                <c:pt idx="7363">
                  <c:v>3949.6660000000002</c:v>
                </c:pt>
                <c:pt idx="7364">
                  <c:v>3950.1480000000001</c:v>
                </c:pt>
                <c:pt idx="7365">
                  <c:v>3950.6309999999999</c:v>
                </c:pt>
                <c:pt idx="7366">
                  <c:v>3951.1129999999998</c:v>
                </c:pt>
                <c:pt idx="7367">
                  <c:v>3951.5949999999998</c:v>
                </c:pt>
                <c:pt idx="7368">
                  <c:v>3952.0770000000002</c:v>
                </c:pt>
                <c:pt idx="7369">
                  <c:v>3952.5590000000002</c:v>
                </c:pt>
                <c:pt idx="7370">
                  <c:v>3953.0410000000002</c:v>
                </c:pt>
                <c:pt idx="7371">
                  <c:v>3953.5230000000001</c:v>
                </c:pt>
                <c:pt idx="7372">
                  <c:v>3954.0059999999999</c:v>
                </c:pt>
                <c:pt idx="7373">
                  <c:v>3954.4879999999998</c:v>
                </c:pt>
                <c:pt idx="7374">
                  <c:v>3954.97</c:v>
                </c:pt>
                <c:pt idx="7375">
                  <c:v>3955.4520000000002</c:v>
                </c:pt>
                <c:pt idx="7376">
                  <c:v>3955.9340000000002</c:v>
                </c:pt>
                <c:pt idx="7377">
                  <c:v>3956.4160000000002</c:v>
                </c:pt>
                <c:pt idx="7378">
                  <c:v>3956.8980000000001</c:v>
                </c:pt>
                <c:pt idx="7379">
                  <c:v>3957.3809999999999</c:v>
                </c:pt>
                <c:pt idx="7380">
                  <c:v>3957.8629999999998</c:v>
                </c:pt>
                <c:pt idx="7381">
                  <c:v>3958.3449999999998</c:v>
                </c:pt>
                <c:pt idx="7382">
                  <c:v>3958.8270000000002</c:v>
                </c:pt>
                <c:pt idx="7383">
                  <c:v>3959.3090000000002</c:v>
                </c:pt>
                <c:pt idx="7384">
                  <c:v>3959.7910000000002</c:v>
                </c:pt>
                <c:pt idx="7385">
                  <c:v>3960.2730000000001</c:v>
                </c:pt>
                <c:pt idx="7386">
                  <c:v>3960.7550000000001</c:v>
                </c:pt>
                <c:pt idx="7387">
                  <c:v>3961.2379999999998</c:v>
                </c:pt>
                <c:pt idx="7388">
                  <c:v>3961.72</c:v>
                </c:pt>
                <c:pt idx="7389">
                  <c:v>3962.2020000000002</c:v>
                </c:pt>
                <c:pt idx="7390">
                  <c:v>3962.6840000000002</c:v>
                </c:pt>
                <c:pt idx="7391">
                  <c:v>3963.1660000000002</c:v>
                </c:pt>
                <c:pt idx="7392">
                  <c:v>3963.6480000000001</c:v>
                </c:pt>
                <c:pt idx="7393">
                  <c:v>3964.13</c:v>
                </c:pt>
                <c:pt idx="7394">
                  <c:v>3964.6129999999998</c:v>
                </c:pt>
                <c:pt idx="7395">
                  <c:v>3965.0949999999998</c:v>
                </c:pt>
                <c:pt idx="7396">
                  <c:v>3965.5770000000002</c:v>
                </c:pt>
                <c:pt idx="7397">
                  <c:v>3966.0590000000002</c:v>
                </c:pt>
                <c:pt idx="7398">
                  <c:v>3966.5410000000002</c:v>
                </c:pt>
                <c:pt idx="7399">
                  <c:v>3967.0230000000001</c:v>
                </c:pt>
                <c:pt idx="7400">
                  <c:v>3967.5050000000001</c:v>
                </c:pt>
                <c:pt idx="7401">
                  <c:v>3967.9879999999998</c:v>
                </c:pt>
                <c:pt idx="7402">
                  <c:v>3968.47</c:v>
                </c:pt>
                <c:pt idx="7403">
                  <c:v>3968.9520000000002</c:v>
                </c:pt>
                <c:pt idx="7404">
                  <c:v>3969.4340000000002</c:v>
                </c:pt>
                <c:pt idx="7405">
                  <c:v>3969.9160000000002</c:v>
                </c:pt>
                <c:pt idx="7406">
                  <c:v>3970.3980000000001</c:v>
                </c:pt>
                <c:pt idx="7407">
                  <c:v>3970.88</c:v>
                </c:pt>
                <c:pt idx="7408">
                  <c:v>3971.3629999999998</c:v>
                </c:pt>
                <c:pt idx="7409">
                  <c:v>3971.8449999999998</c:v>
                </c:pt>
                <c:pt idx="7410">
                  <c:v>3972.3270000000002</c:v>
                </c:pt>
                <c:pt idx="7411">
                  <c:v>3972.8090000000002</c:v>
                </c:pt>
                <c:pt idx="7412">
                  <c:v>3973.2910000000002</c:v>
                </c:pt>
                <c:pt idx="7413">
                  <c:v>3973.7730000000001</c:v>
                </c:pt>
                <c:pt idx="7414">
                  <c:v>3974.2550000000001</c:v>
                </c:pt>
                <c:pt idx="7415">
                  <c:v>3974.7379999999998</c:v>
                </c:pt>
                <c:pt idx="7416">
                  <c:v>3975.2190000000001</c:v>
                </c:pt>
                <c:pt idx="7417">
                  <c:v>3975.7020000000002</c:v>
                </c:pt>
                <c:pt idx="7418">
                  <c:v>3976.1840000000002</c:v>
                </c:pt>
                <c:pt idx="7419">
                  <c:v>3976.6660000000002</c:v>
                </c:pt>
                <c:pt idx="7420">
                  <c:v>3977.1480000000001</c:v>
                </c:pt>
                <c:pt idx="7421">
                  <c:v>3977.63</c:v>
                </c:pt>
                <c:pt idx="7422">
                  <c:v>3978.1120000000001</c:v>
                </c:pt>
                <c:pt idx="7423">
                  <c:v>3978.5940000000001</c:v>
                </c:pt>
                <c:pt idx="7424">
                  <c:v>3979.0770000000002</c:v>
                </c:pt>
                <c:pt idx="7425">
                  <c:v>3979.5590000000002</c:v>
                </c:pt>
                <c:pt idx="7426">
                  <c:v>3980.0410000000002</c:v>
                </c:pt>
                <c:pt idx="7427">
                  <c:v>3980.5230000000001</c:v>
                </c:pt>
                <c:pt idx="7428">
                  <c:v>3981.0050000000001</c:v>
                </c:pt>
                <c:pt idx="7429">
                  <c:v>3981.4870000000001</c:v>
                </c:pt>
                <c:pt idx="7430">
                  <c:v>3981.9690000000001</c:v>
                </c:pt>
                <c:pt idx="7431">
                  <c:v>3982.4520000000002</c:v>
                </c:pt>
                <c:pt idx="7432">
                  <c:v>3982.9340000000002</c:v>
                </c:pt>
                <c:pt idx="7433">
                  <c:v>3983.4160000000002</c:v>
                </c:pt>
                <c:pt idx="7434">
                  <c:v>3983.8980000000001</c:v>
                </c:pt>
                <c:pt idx="7435">
                  <c:v>3984.38</c:v>
                </c:pt>
                <c:pt idx="7436">
                  <c:v>3984.8620000000001</c:v>
                </c:pt>
                <c:pt idx="7437">
                  <c:v>3985.3440000000001</c:v>
                </c:pt>
                <c:pt idx="7438">
                  <c:v>3985.8270000000002</c:v>
                </c:pt>
                <c:pt idx="7439">
                  <c:v>3986.3090000000002</c:v>
                </c:pt>
                <c:pt idx="7440">
                  <c:v>3986.7910000000002</c:v>
                </c:pt>
                <c:pt idx="7441">
                  <c:v>3987.2730000000001</c:v>
                </c:pt>
                <c:pt idx="7442">
                  <c:v>3987.7550000000001</c:v>
                </c:pt>
                <c:pt idx="7443">
                  <c:v>3988.2370000000001</c:v>
                </c:pt>
                <c:pt idx="7444">
                  <c:v>3988.7190000000001</c:v>
                </c:pt>
                <c:pt idx="7445">
                  <c:v>3989.2020000000002</c:v>
                </c:pt>
                <c:pt idx="7446">
                  <c:v>3989.6840000000002</c:v>
                </c:pt>
                <c:pt idx="7447">
                  <c:v>3990.1660000000002</c:v>
                </c:pt>
                <c:pt idx="7448">
                  <c:v>3990.6480000000001</c:v>
                </c:pt>
                <c:pt idx="7449">
                  <c:v>3991.13</c:v>
                </c:pt>
                <c:pt idx="7450">
                  <c:v>3991.6120000000001</c:v>
                </c:pt>
                <c:pt idx="7451">
                  <c:v>3992.0940000000001</c:v>
                </c:pt>
                <c:pt idx="7452">
                  <c:v>3992.576</c:v>
                </c:pt>
                <c:pt idx="7453">
                  <c:v>3993.0590000000002</c:v>
                </c:pt>
                <c:pt idx="7454">
                  <c:v>3993.5410000000002</c:v>
                </c:pt>
                <c:pt idx="7455">
                  <c:v>3994.0230000000001</c:v>
                </c:pt>
                <c:pt idx="7456">
                  <c:v>3994.5050000000001</c:v>
                </c:pt>
                <c:pt idx="7457">
                  <c:v>3994.9870000000001</c:v>
                </c:pt>
                <c:pt idx="7458">
                  <c:v>3995.4690000000001</c:v>
                </c:pt>
                <c:pt idx="7459">
                  <c:v>3995.951</c:v>
                </c:pt>
                <c:pt idx="7460">
                  <c:v>3996.4340000000002</c:v>
                </c:pt>
                <c:pt idx="7461">
                  <c:v>3996.9160000000002</c:v>
                </c:pt>
                <c:pt idx="7462">
                  <c:v>3997.3980000000001</c:v>
                </c:pt>
                <c:pt idx="7463">
                  <c:v>3997.88</c:v>
                </c:pt>
                <c:pt idx="7464">
                  <c:v>3998.3620000000001</c:v>
                </c:pt>
                <c:pt idx="7465">
                  <c:v>3998.8440000000001</c:v>
                </c:pt>
                <c:pt idx="7466">
                  <c:v>3999.326</c:v>
                </c:pt>
                <c:pt idx="7467">
                  <c:v>3999.8090000000002</c:v>
                </c:pt>
                <c:pt idx="7468">
                  <c:v>4000.2910000000002</c:v>
                </c:pt>
              </c:numCache>
            </c:numRef>
          </c:xVal>
          <c:yVal>
            <c:numRef>
              <c:f>'Insulation B124 J57 Engine PSL '!$B$1:$B$7469</c:f>
              <c:numCache>
                <c:formatCode>0.00</c:formatCode>
                <c:ptCount val="7469"/>
                <c:pt idx="0">
                  <c:v>0</c:v>
                </c:pt>
                <c:pt idx="1">
                  <c:v>5.6433169999999998E-2</c:v>
                </c:pt>
                <c:pt idx="2">
                  <c:v>5.9986909999999997E-2</c:v>
                </c:pt>
                <c:pt idx="3">
                  <c:v>6.3042890000000004E-2</c:v>
                </c:pt>
                <c:pt idx="4">
                  <c:v>6.4957870000000001E-2</c:v>
                </c:pt>
                <c:pt idx="5">
                  <c:v>6.5366830000000001E-2</c:v>
                </c:pt>
                <c:pt idx="6">
                  <c:v>6.4342360000000001E-2</c:v>
                </c:pt>
                <c:pt idx="7">
                  <c:v>6.2446300000000003E-2</c:v>
                </c:pt>
                <c:pt idx="8">
                  <c:v>6.0574679999999999E-2</c:v>
                </c:pt>
                <c:pt idx="9">
                  <c:v>5.9660860000000003E-2</c:v>
                </c:pt>
                <c:pt idx="10">
                  <c:v>6.0318730000000001E-2</c:v>
                </c:pt>
                <c:pt idx="11">
                  <c:v>6.2633690000000006E-2</c:v>
                </c:pt>
                <c:pt idx="12">
                  <c:v>6.611831E-2</c:v>
                </c:pt>
                <c:pt idx="13">
                  <c:v>6.9879079999999996E-2</c:v>
                </c:pt>
                <c:pt idx="14">
                  <c:v>7.2875480000000006E-2</c:v>
                </c:pt>
                <c:pt idx="15">
                  <c:v>7.4265769999999995E-2</c:v>
                </c:pt>
                <c:pt idx="16">
                  <c:v>7.3649580000000006E-2</c:v>
                </c:pt>
                <c:pt idx="17">
                  <c:v>7.115842E-2</c:v>
                </c:pt>
                <c:pt idx="18">
                  <c:v>6.7369970000000001E-2</c:v>
                </c:pt>
                <c:pt idx="19">
                  <c:v>6.3096910000000006E-2</c:v>
                </c:pt>
                <c:pt idx="20">
                  <c:v>5.9120840000000001E-2</c:v>
                </c:pt>
                <c:pt idx="21">
                  <c:v>5.6018539999999999E-2</c:v>
                </c:pt>
                <c:pt idx="22">
                  <c:v>5.4035380000000001E-2</c:v>
                </c:pt>
                <c:pt idx="23">
                  <c:v>5.310844E-2</c:v>
                </c:pt>
                <c:pt idx="24">
                  <c:v>5.2914179999999998E-2</c:v>
                </c:pt>
                <c:pt idx="25">
                  <c:v>5.302772E-2</c:v>
                </c:pt>
                <c:pt idx="26">
                  <c:v>5.3038050000000003E-2</c:v>
                </c:pt>
                <c:pt idx="27">
                  <c:v>5.2660499999999999E-2</c:v>
                </c:pt>
                <c:pt idx="28">
                  <c:v>5.1786949999999998E-2</c:v>
                </c:pt>
                <c:pt idx="29">
                  <c:v>5.0496010000000001E-2</c:v>
                </c:pt>
                <c:pt idx="30">
                  <c:v>4.9018979999999997E-2</c:v>
                </c:pt>
                <c:pt idx="31">
                  <c:v>4.7699320000000003E-2</c:v>
                </c:pt>
                <c:pt idx="32">
                  <c:v>4.687964E-2</c:v>
                </c:pt>
                <c:pt idx="33">
                  <c:v>4.6810999999999998E-2</c:v>
                </c:pt>
                <c:pt idx="34">
                  <c:v>4.756821E-2</c:v>
                </c:pt>
                <c:pt idx="35">
                  <c:v>4.9036259999999998E-2</c:v>
                </c:pt>
                <c:pt idx="36">
                  <c:v>5.0921010000000003E-2</c:v>
                </c:pt>
                <c:pt idx="37">
                  <c:v>5.2839039999999997E-2</c:v>
                </c:pt>
                <c:pt idx="38">
                  <c:v>5.4411309999999997E-2</c:v>
                </c:pt>
                <c:pt idx="39">
                  <c:v>5.5392719999999999E-2</c:v>
                </c:pt>
                <c:pt idx="40">
                  <c:v>5.5719490000000003E-2</c:v>
                </c:pt>
                <c:pt idx="41">
                  <c:v>5.5531780000000003E-2</c:v>
                </c:pt>
                <c:pt idx="42">
                  <c:v>5.5091010000000003E-2</c:v>
                </c:pt>
                <c:pt idx="43">
                  <c:v>5.4695100000000003E-2</c:v>
                </c:pt>
                <c:pt idx="44">
                  <c:v>5.4568730000000003E-2</c:v>
                </c:pt>
                <c:pt idx="45">
                  <c:v>5.4812479999999997E-2</c:v>
                </c:pt>
                <c:pt idx="46">
                  <c:v>5.5385530000000002E-2</c:v>
                </c:pt>
                <c:pt idx="47">
                  <c:v>5.6154570000000001E-2</c:v>
                </c:pt>
                <c:pt idx="48">
                  <c:v>5.694424E-2</c:v>
                </c:pt>
                <c:pt idx="49">
                  <c:v>5.76039E-2</c:v>
                </c:pt>
                <c:pt idx="50">
                  <c:v>5.8035339999999998E-2</c:v>
                </c:pt>
                <c:pt idx="51">
                  <c:v>5.8200380000000003E-2</c:v>
                </c:pt>
                <c:pt idx="52">
                  <c:v>5.809719E-2</c:v>
                </c:pt>
                <c:pt idx="53">
                  <c:v>5.7735359999999999E-2</c:v>
                </c:pt>
                <c:pt idx="54">
                  <c:v>5.7115140000000002E-2</c:v>
                </c:pt>
                <c:pt idx="55">
                  <c:v>5.6237910000000002E-2</c:v>
                </c:pt>
                <c:pt idx="56">
                  <c:v>5.510553E-2</c:v>
                </c:pt>
                <c:pt idx="57">
                  <c:v>5.373675E-2</c:v>
                </c:pt>
                <c:pt idx="58">
                  <c:v>5.2171889999999999E-2</c:v>
                </c:pt>
                <c:pt idx="59">
                  <c:v>5.0475649999999997E-2</c:v>
                </c:pt>
                <c:pt idx="60">
                  <c:v>4.8727039999999999E-2</c:v>
                </c:pt>
                <c:pt idx="61">
                  <c:v>4.701524E-2</c:v>
                </c:pt>
                <c:pt idx="62">
                  <c:v>4.5425939999999998E-2</c:v>
                </c:pt>
                <c:pt idx="63">
                  <c:v>4.4048999999999998E-2</c:v>
                </c:pt>
                <c:pt idx="64">
                  <c:v>4.2958049999999998E-2</c:v>
                </c:pt>
                <c:pt idx="65">
                  <c:v>4.2212739999999999E-2</c:v>
                </c:pt>
                <c:pt idx="66">
                  <c:v>4.1849480000000001E-2</c:v>
                </c:pt>
                <c:pt idx="67">
                  <c:v>4.187776E-2</c:v>
                </c:pt>
                <c:pt idx="68">
                  <c:v>4.226912E-2</c:v>
                </c:pt>
                <c:pt idx="69">
                  <c:v>4.2959299999999999E-2</c:v>
                </c:pt>
                <c:pt idx="70">
                  <c:v>4.3851099999999997E-2</c:v>
                </c:pt>
                <c:pt idx="71">
                  <c:v>4.482713E-2</c:v>
                </c:pt>
                <c:pt idx="72">
                  <c:v>4.5768280000000001E-2</c:v>
                </c:pt>
                <c:pt idx="73">
                  <c:v>4.657464E-2</c:v>
                </c:pt>
                <c:pt idx="74">
                  <c:v>4.7180609999999998E-2</c:v>
                </c:pt>
                <c:pt idx="75">
                  <c:v>4.7561810000000003E-2</c:v>
                </c:pt>
                <c:pt idx="76">
                  <c:v>4.77309E-2</c:v>
                </c:pt>
                <c:pt idx="77">
                  <c:v>4.7726869999999998E-2</c:v>
                </c:pt>
                <c:pt idx="78">
                  <c:v>4.7595560000000002E-2</c:v>
                </c:pt>
                <c:pt idx="79">
                  <c:v>4.7379739999999997E-2</c:v>
                </c:pt>
                <c:pt idx="80">
                  <c:v>4.7102239999999997E-2</c:v>
                </c:pt>
                <c:pt idx="81">
                  <c:v>4.6764790000000001E-2</c:v>
                </c:pt>
                <c:pt idx="82">
                  <c:v>4.6355239999999999E-2</c:v>
                </c:pt>
                <c:pt idx="83">
                  <c:v>4.5859259999999999E-2</c:v>
                </c:pt>
                <c:pt idx="84">
                  <c:v>4.5276139999999999E-2</c:v>
                </c:pt>
                <c:pt idx="85">
                  <c:v>4.4631469999999999E-2</c:v>
                </c:pt>
                <c:pt idx="86">
                  <c:v>4.3973030000000003E-2</c:v>
                </c:pt>
                <c:pt idx="87">
                  <c:v>4.3366910000000002E-2</c:v>
                </c:pt>
                <c:pt idx="88">
                  <c:v>4.2873420000000002E-2</c:v>
                </c:pt>
                <c:pt idx="89">
                  <c:v>4.2528030000000001E-2</c:v>
                </c:pt>
                <c:pt idx="90">
                  <c:v>4.2327200000000002E-2</c:v>
                </c:pt>
                <c:pt idx="91">
                  <c:v>4.2234170000000001E-2</c:v>
                </c:pt>
                <c:pt idx="92">
                  <c:v>4.2192359999999998E-2</c:v>
                </c:pt>
                <c:pt idx="93">
                  <c:v>4.2150920000000001E-2</c:v>
                </c:pt>
                <c:pt idx="94">
                  <c:v>4.2084799999999999E-2</c:v>
                </c:pt>
                <c:pt idx="95">
                  <c:v>4.2008150000000001E-2</c:v>
                </c:pt>
                <c:pt idx="96">
                  <c:v>4.1959969999999999E-2</c:v>
                </c:pt>
                <c:pt idx="97">
                  <c:v>4.1986290000000002E-2</c:v>
                </c:pt>
                <c:pt idx="98">
                  <c:v>4.2111049999999997E-2</c:v>
                </c:pt>
                <c:pt idx="99">
                  <c:v>4.2321240000000003E-2</c:v>
                </c:pt>
                <c:pt idx="100">
                  <c:v>4.256248E-2</c:v>
                </c:pt>
                <c:pt idx="101">
                  <c:v>4.2757389999999999E-2</c:v>
                </c:pt>
                <c:pt idx="102">
                  <c:v>4.2832240000000001E-2</c:v>
                </c:pt>
                <c:pt idx="103">
                  <c:v>4.2743900000000001E-2</c:v>
                </c:pt>
                <c:pt idx="104">
                  <c:v>4.2491370000000001E-2</c:v>
                </c:pt>
                <c:pt idx="105">
                  <c:v>4.2115E-2</c:v>
                </c:pt>
                <c:pt idx="106">
                  <c:v>4.1674240000000001E-2</c:v>
                </c:pt>
                <c:pt idx="107">
                  <c:v>4.1228170000000001E-2</c:v>
                </c:pt>
                <c:pt idx="108">
                  <c:v>4.0813929999999998E-2</c:v>
                </c:pt>
                <c:pt idx="109">
                  <c:v>4.0445300000000003E-2</c:v>
                </c:pt>
                <c:pt idx="110">
                  <c:v>4.0117670000000001E-2</c:v>
                </c:pt>
                <c:pt idx="111">
                  <c:v>3.9825230000000003E-2</c:v>
                </c:pt>
                <c:pt idx="112">
                  <c:v>3.9569420000000001E-2</c:v>
                </c:pt>
                <c:pt idx="113">
                  <c:v>3.936183E-2</c:v>
                </c:pt>
                <c:pt idx="114">
                  <c:v>3.921297E-2</c:v>
                </c:pt>
                <c:pt idx="115">
                  <c:v>3.9125510000000002E-2</c:v>
                </c:pt>
                <c:pt idx="116">
                  <c:v>3.9081499999999998E-2</c:v>
                </c:pt>
                <c:pt idx="117">
                  <c:v>3.9048109999999997E-2</c:v>
                </c:pt>
                <c:pt idx="118">
                  <c:v>3.8986989999999999E-2</c:v>
                </c:pt>
                <c:pt idx="119">
                  <c:v>3.8875550000000002E-2</c:v>
                </c:pt>
                <c:pt idx="120">
                  <c:v>3.8715810000000003E-2</c:v>
                </c:pt>
                <c:pt idx="121">
                  <c:v>3.8536899999999999E-2</c:v>
                </c:pt>
                <c:pt idx="122">
                  <c:v>3.8382970000000002E-2</c:v>
                </c:pt>
                <c:pt idx="123">
                  <c:v>3.8293180000000003E-2</c:v>
                </c:pt>
                <c:pt idx="124">
                  <c:v>3.8282900000000002E-2</c:v>
                </c:pt>
                <c:pt idx="125">
                  <c:v>3.8335840000000003E-2</c:v>
                </c:pt>
                <c:pt idx="126">
                  <c:v>3.8408820000000003E-2</c:v>
                </c:pt>
                <c:pt idx="127">
                  <c:v>3.8452800000000002E-2</c:v>
                </c:pt>
                <c:pt idx="128">
                  <c:v>3.8427669999999997E-2</c:v>
                </c:pt>
                <c:pt idx="129">
                  <c:v>3.8318869999999998E-2</c:v>
                </c:pt>
                <c:pt idx="130">
                  <c:v>3.8137850000000001E-2</c:v>
                </c:pt>
                <c:pt idx="131">
                  <c:v>3.7914419999999997E-2</c:v>
                </c:pt>
                <c:pt idx="132">
                  <c:v>3.7680760000000001E-2</c:v>
                </c:pt>
                <c:pt idx="133">
                  <c:v>3.7459050000000001E-2</c:v>
                </c:pt>
                <c:pt idx="134">
                  <c:v>3.7257510000000001E-2</c:v>
                </c:pt>
                <c:pt idx="135">
                  <c:v>3.7076280000000003E-2</c:v>
                </c:pt>
                <c:pt idx="136">
                  <c:v>3.6910169999999999E-2</c:v>
                </c:pt>
                <c:pt idx="137">
                  <c:v>3.675966E-2</c:v>
                </c:pt>
                <c:pt idx="138">
                  <c:v>3.6627340000000001E-2</c:v>
                </c:pt>
                <c:pt idx="139">
                  <c:v>3.6517870000000001E-2</c:v>
                </c:pt>
                <c:pt idx="140">
                  <c:v>3.64272E-2</c:v>
                </c:pt>
                <c:pt idx="141">
                  <c:v>3.6342890000000003E-2</c:v>
                </c:pt>
                <c:pt idx="142">
                  <c:v>3.6242429999999999E-2</c:v>
                </c:pt>
                <c:pt idx="143">
                  <c:v>3.6106619999999999E-2</c:v>
                </c:pt>
                <c:pt idx="144">
                  <c:v>3.5925329999999998E-2</c:v>
                </c:pt>
                <c:pt idx="145">
                  <c:v>3.5704979999999997E-2</c:v>
                </c:pt>
                <c:pt idx="146">
                  <c:v>3.5466039999999997E-2</c:v>
                </c:pt>
                <c:pt idx="147">
                  <c:v>3.523635E-2</c:v>
                </c:pt>
                <c:pt idx="148">
                  <c:v>3.5036030000000003E-2</c:v>
                </c:pt>
                <c:pt idx="149">
                  <c:v>3.4871920000000001E-2</c:v>
                </c:pt>
                <c:pt idx="150">
                  <c:v>3.4730869999999997E-2</c:v>
                </c:pt>
                <c:pt idx="151">
                  <c:v>3.4590160000000002E-2</c:v>
                </c:pt>
                <c:pt idx="152">
                  <c:v>3.4424099999999999E-2</c:v>
                </c:pt>
                <c:pt idx="153">
                  <c:v>3.4217009999999999E-2</c:v>
                </c:pt>
                <c:pt idx="154">
                  <c:v>3.3967070000000002E-2</c:v>
                </c:pt>
                <c:pt idx="155">
                  <c:v>3.3686180000000003E-2</c:v>
                </c:pt>
                <c:pt idx="156">
                  <c:v>3.3393239999999998E-2</c:v>
                </c:pt>
                <c:pt idx="157">
                  <c:v>3.3107369999999997E-2</c:v>
                </c:pt>
                <c:pt idx="158">
                  <c:v>3.2841189999999999E-2</c:v>
                </c:pt>
                <c:pt idx="159">
                  <c:v>3.2602600000000002E-2</c:v>
                </c:pt>
                <c:pt idx="160">
                  <c:v>3.2394920000000001E-2</c:v>
                </c:pt>
                <c:pt idx="161">
                  <c:v>3.2220199999999997E-2</c:v>
                </c:pt>
                <c:pt idx="162">
                  <c:v>3.207952E-2</c:v>
                </c:pt>
                <c:pt idx="163">
                  <c:v>3.197208E-2</c:v>
                </c:pt>
                <c:pt idx="164">
                  <c:v>3.18902E-2</c:v>
                </c:pt>
                <c:pt idx="165">
                  <c:v>3.1817890000000001E-2</c:v>
                </c:pt>
                <c:pt idx="166">
                  <c:v>3.1730410000000001E-2</c:v>
                </c:pt>
                <c:pt idx="167">
                  <c:v>3.1603279999999997E-2</c:v>
                </c:pt>
                <c:pt idx="168">
                  <c:v>3.1417590000000002E-2</c:v>
                </c:pt>
                <c:pt idx="169">
                  <c:v>3.1169889999999999E-2</c:v>
                </c:pt>
                <c:pt idx="170">
                  <c:v>3.0873230000000002E-2</c:v>
                </c:pt>
                <c:pt idx="171">
                  <c:v>3.0556690000000001E-2</c:v>
                </c:pt>
                <c:pt idx="172">
                  <c:v>3.0254240000000002E-2</c:v>
                </c:pt>
                <c:pt idx="173">
                  <c:v>2.9997050000000001E-2</c:v>
                </c:pt>
                <c:pt idx="174">
                  <c:v>2.980182E-2</c:v>
                </c:pt>
                <c:pt idx="175">
                  <c:v>2.967142E-2</c:v>
                </c:pt>
                <c:pt idx="176">
                  <c:v>2.9592029999999998E-2</c:v>
                </c:pt>
                <c:pt idx="177">
                  <c:v>2.954362E-2</c:v>
                </c:pt>
                <c:pt idx="178">
                  <c:v>2.9502799999999999E-2</c:v>
                </c:pt>
                <c:pt idx="179">
                  <c:v>2.94518E-2</c:v>
                </c:pt>
                <c:pt idx="180">
                  <c:v>2.9379619999999999E-2</c:v>
                </c:pt>
                <c:pt idx="181">
                  <c:v>2.9282559999999999E-2</c:v>
                </c:pt>
                <c:pt idx="182">
                  <c:v>2.9161490000000002E-2</c:v>
                </c:pt>
                <c:pt idx="183">
                  <c:v>2.902165E-2</c:v>
                </c:pt>
                <c:pt idx="184">
                  <c:v>2.8868330000000001E-2</c:v>
                </c:pt>
                <c:pt idx="185">
                  <c:v>2.8706490000000001E-2</c:v>
                </c:pt>
                <c:pt idx="186">
                  <c:v>2.85381E-2</c:v>
                </c:pt>
                <c:pt idx="187">
                  <c:v>2.836238E-2</c:v>
                </c:pt>
                <c:pt idx="188">
                  <c:v>2.8174330000000001E-2</c:v>
                </c:pt>
                <c:pt idx="189">
                  <c:v>2.7966910000000001E-2</c:v>
                </c:pt>
                <c:pt idx="190">
                  <c:v>2.7733109999999998E-2</c:v>
                </c:pt>
                <c:pt idx="191">
                  <c:v>2.7473129999999998E-2</c:v>
                </c:pt>
                <c:pt idx="192">
                  <c:v>2.7194340000000001E-2</c:v>
                </c:pt>
                <c:pt idx="193">
                  <c:v>2.691431E-2</c:v>
                </c:pt>
                <c:pt idx="194">
                  <c:v>2.6656619999999999E-2</c:v>
                </c:pt>
                <c:pt idx="195">
                  <c:v>2.644546E-2</c:v>
                </c:pt>
                <c:pt idx="196">
                  <c:v>2.6295010000000001E-2</c:v>
                </c:pt>
                <c:pt idx="197">
                  <c:v>2.6205889999999999E-2</c:v>
                </c:pt>
                <c:pt idx="198">
                  <c:v>2.6160280000000001E-2</c:v>
                </c:pt>
                <c:pt idx="199">
                  <c:v>2.612896E-2</c:v>
                </c:pt>
                <c:pt idx="200">
                  <c:v>2.6077240000000002E-2</c:v>
                </c:pt>
                <c:pt idx="201">
                  <c:v>2.597789E-2</c:v>
                </c:pt>
                <c:pt idx="202">
                  <c:v>2.5817650000000001E-2</c:v>
                </c:pt>
                <c:pt idx="203">
                  <c:v>2.56019E-2</c:v>
                </c:pt>
                <c:pt idx="204">
                  <c:v>2.5350790000000002E-2</c:v>
                </c:pt>
                <c:pt idx="205">
                  <c:v>2.5092659999999999E-2</c:v>
                </c:pt>
                <c:pt idx="206">
                  <c:v>2.4854009999999999E-2</c:v>
                </c:pt>
                <c:pt idx="207">
                  <c:v>2.4654659999999998E-2</c:v>
                </c:pt>
                <c:pt idx="208">
                  <c:v>2.450277E-2</c:v>
                </c:pt>
                <c:pt idx="209">
                  <c:v>2.4397289999999999E-2</c:v>
                </c:pt>
                <c:pt idx="210">
                  <c:v>2.433155E-2</c:v>
                </c:pt>
                <c:pt idx="211">
                  <c:v>2.429833E-2</c:v>
                </c:pt>
                <c:pt idx="212">
                  <c:v>2.4291179999999999E-2</c:v>
                </c:pt>
                <c:pt idx="213">
                  <c:v>2.4305899999999998E-2</c:v>
                </c:pt>
                <c:pt idx="214">
                  <c:v>2.4336E-2</c:v>
                </c:pt>
                <c:pt idx="215">
                  <c:v>2.4372729999999999E-2</c:v>
                </c:pt>
                <c:pt idx="216">
                  <c:v>2.4403500000000002E-2</c:v>
                </c:pt>
                <c:pt idx="217">
                  <c:v>2.4412469999999999E-2</c:v>
                </c:pt>
                <c:pt idx="218">
                  <c:v>2.438471E-2</c:v>
                </c:pt>
                <c:pt idx="219">
                  <c:v>2.431028E-2</c:v>
                </c:pt>
                <c:pt idx="220">
                  <c:v>2.418586E-2</c:v>
                </c:pt>
                <c:pt idx="221">
                  <c:v>2.401652E-2</c:v>
                </c:pt>
                <c:pt idx="222">
                  <c:v>2.381283E-2</c:v>
                </c:pt>
                <c:pt idx="223">
                  <c:v>2.3589539999999999E-2</c:v>
                </c:pt>
                <c:pt idx="224">
                  <c:v>2.3360740000000001E-2</c:v>
                </c:pt>
                <c:pt idx="225">
                  <c:v>2.3138490000000001E-2</c:v>
                </c:pt>
                <c:pt idx="226">
                  <c:v>2.2931719999999999E-2</c:v>
                </c:pt>
                <c:pt idx="227">
                  <c:v>2.2747219999999999E-2</c:v>
                </c:pt>
                <c:pt idx="228">
                  <c:v>2.2590619999999999E-2</c:v>
                </c:pt>
                <c:pt idx="229">
                  <c:v>2.246739E-2</c:v>
                </c:pt>
                <c:pt idx="230">
                  <c:v>2.2382119999999998E-2</c:v>
                </c:pt>
                <c:pt idx="231">
                  <c:v>2.233806E-2</c:v>
                </c:pt>
                <c:pt idx="232">
                  <c:v>2.2334719999999999E-2</c:v>
                </c:pt>
                <c:pt idx="233">
                  <c:v>2.2366560000000001E-2</c:v>
                </c:pt>
                <c:pt idx="234">
                  <c:v>2.2423120000000001E-2</c:v>
                </c:pt>
                <c:pt idx="235">
                  <c:v>2.2490489999999998E-2</c:v>
                </c:pt>
                <c:pt idx="236">
                  <c:v>2.2552719999999998E-2</c:v>
                </c:pt>
                <c:pt idx="237">
                  <c:v>2.259599E-2</c:v>
                </c:pt>
                <c:pt idx="238">
                  <c:v>2.260908E-2</c:v>
                </c:pt>
                <c:pt idx="239">
                  <c:v>2.258779E-2</c:v>
                </c:pt>
                <c:pt idx="240">
                  <c:v>2.253289E-2</c:v>
                </c:pt>
                <c:pt idx="241">
                  <c:v>2.2450089999999999E-2</c:v>
                </c:pt>
                <c:pt idx="242">
                  <c:v>2.2346850000000001E-2</c:v>
                </c:pt>
                <c:pt idx="243">
                  <c:v>2.2233010000000001E-2</c:v>
                </c:pt>
                <c:pt idx="244">
                  <c:v>2.211689E-2</c:v>
                </c:pt>
                <c:pt idx="245">
                  <c:v>2.20068E-2</c:v>
                </c:pt>
                <c:pt idx="246">
                  <c:v>2.190901E-2</c:v>
                </c:pt>
                <c:pt idx="247">
                  <c:v>2.1829910000000001E-2</c:v>
                </c:pt>
                <c:pt idx="248">
                  <c:v>2.177343E-2</c:v>
                </c:pt>
                <c:pt idx="249">
                  <c:v>2.1741380000000001E-2</c:v>
                </c:pt>
                <c:pt idx="250">
                  <c:v>2.173187E-2</c:v>
                </c:pt>
                <c:pt idx="251">
                  <c:v>2.1739680000000001E-2</c:v>
                </c:pt>
                <c:pt idx="252">
                  <c:v>2.175678E-2</c:v>
                </c:pt>
                <c:pt idx="253">
                  <c:v>2.1774269999999998E-2</c:v>
                </c:pt>
                <c:pt idx="254">
                  <c:v>2.1784609999999999E-2</c:v>
                </c:pt>
                <c:pt idx="255">
                  <c:v>2.1785800000000001E-2</c:v>
                </c:pt>
                <c:pt idx="256">
                  <c:v>2.178012E-2</c:v>
                </c:pt>
                <c:pt idx="257">
                  <c:v>2.1773609999999999E-2</c:v>
                </c:pt>
                <c:pt idx="258">
                  <c:v>2.1772980000000001E-2</c:v>
                </c:pt>
                <c:pt idx="259">
                  <c:v>2.1781760000000001E-2</c:v>
                </c:pt>
                <c:pt idx="260">
                  <c:v>2.179677E-2</c:v>
                </c:pt>
                <c:pt idx="261">
                  <c:v>2.180789E-2</c:v>
                </c:pt>
                <c:pt idx="262">
                  <c:v>2.180002E-2</c:v>
                </c:pt>
                <c:pt idx="263">
                  <c:v>2.1759250000000001E-2</c:v>
                </c:pt>
                <c:pt idx="264">
                  <c:v>2.1678200000000002E-2</c:v>
                </c:pt>
                <c:pt idx="265">
                  <c:v>2.155965E-2</c:v>
                </c:pt>
                <c:pt idx="266">
                  <c:v>2.141653E-2</c:v>
                </c:pt>
                <c:pt idx="267">
                  <c:v>2.1270560000000001E-2</c:v>
                </c:pt>
                <c:pt idx="268">
                  <c:v>2.114305E-2</c:v>
                </c:pt>
                <c:pt idx="269">
                  <c:v>2.1049869999999998E-2</c:v>
                </c:pt>
                <c:pt idx="270">
                  <c:v>2.0994849999999999E-2</c:v>
                </c:pt>
                <c:pt idx="271">
                  <c:v>2.0971199999999999E-2</c:v>
                </c:pt>
                <c:pt idx="272">
                  <c:v>2.0962540000000002E-2</c:v>
                </c:pt>
                <c:pt idx="273">
                  <c:v>2.095062E-2</c:v>
                </c:pt>
                <c:pt idx="274">
                  <c:v>2.0920749999999998E-2</c:v>
                </c:pt>
                <c:pt idx="275">
                  <c:v>2.086822E-2</c:v>
                </c:pt>
                <c:pt idx="276">
                  <c:v>2.079657E-2</c:v>
                </c:pt>
                <c:pt idx="277">
                  <c:v>2.071754E-2</c:v>
                </c:pt>
                <c:pt idx="278">
                  <c:v>2.0642790000000001E-2</c:v>
                </c:pt>
                <c:pt idx="279">
                  <c:v>2.058285E-2</c:v>
                </c:pt>
                <c:pt idx="280">
                  <c:v>2.0540019999999999E-2</c:v>
                </c:pt>
                <c:pt idx="281">
                  <c:v>2.051126E-2</c:v>
                </c:pt>
                <c:pt idx="282">
                  <c:v>2.0488780000000002E-2</c:v>
                </c:pt>
                <c:pt idx="283">
                  <c:v>2.046562E-2</c:v>
                </c:pt>
                <c:pt idx="284">
                  <c:v>2.0438069999999999E-2</c:v>
                </c:pt>
                <c:pt idx="285">
                  <c:v>2.040817E-2</c:v>
                </c:pt>
                <c:pt idx="286">
                  <c:v>2.038212E-2</c:v>
                </c:pt>
                <c:pt idx="287">
                  <c:v>2.0369689999999999E-2</c:v>
                </c:pt>
                <c:pt idx="288">
                  <c:v>2.03798E-2</c:v>
                </c:pt>
                <c:pt idx="289">
                  <c:v>2.0417930000000001E-2</c:v>
                </c:pt>
                <c:pt idx="290">
                  <c:v>2.0485239999999998E-2</c:v>
                </c:pt>
                <c:pt idx="291">
                  <c:v>2.0577189999999999E-2</c:v>
                </c:pt>
                <c:pt idx="292">
                  <c:v>2.068511E-2</c:v>
                </c:pt>
                <c:pt idx="293">
                  <c:v>2.0796950000000002E-2</c:v>
                </c:pt>
                <c:pt idx="294">
                  <c:v>2.0899330000000001E-2</c:v>
                </c:pt>
                <c:pt idx="295">
                  <c:v>2.0979580000000001E-2</c:v>
                </c:pt>
                <c:pt idx="296">
                  <c:v>2.102677E-2</c:v>
                </c:pt>
                <c:pt idx="297">
                  <c:v>2.1034460000000001E-2</c:v>
                </c:pt>
                <c:pt idx="298">
                  <c:v>2.100132E-2</c:v>
                </c:pt>
                <c:pt idx="299">
                  <c:v>2.0932079999999999E-2</c:v>
                </c:pt>
                <c:pt idx="300">
                  <c:v>2.083658E-2</c:v>
                </c:pt>
                <c:pt idx="301">
                  <c:v>2.072796E-2</c:v>
                </c:pt>
                <c:pt idx="302">
                  <c:v>2.0619439999999999E-2</c:v>
                </c:pt>
                <c:pt idx="303">
                  <c:v>2.0523139999999999E-2</c:v>
                </c:pt>
                <c:pt idx="304">
                  <c:v>2.0446300000000001E-2</c:v>
                </c:pt>
                <c:pt idx="305">
                  <c:v>2.0392750000000001E-2</c:v>
                </c:pt>
                <c:pt idx="306">
                  <c:v>2.0361850000000001E-2</c:v>
                </c:pt>
                <c:pt idx="307">
                  <c:v>2.035226E-2</c:v>
                </c:pt>
                <c:pt idx="308">
                  <c:v>2.0361529999999999E-2</c:v>
                </c:pt>
                <c:pt idx="309">
                  <c:v>2.038858E-2</c:v>
                </c:pt>
                <c:pt idx="310">
                  <c:v>2.0431609999999999E-2</c:v>
                </c:pt>
                <c:pt idx="311">
                  <c:v>2.0488780000000002E-2</c:v>
                </c:pt>
                <c:pt idx="312">
                  <c:v>2.0555549999999999E-2</c:v>
                </c:pt>
                <c:pt idx="313">
                  <c:v>2.0625729999999998E-2</c:v>
                </c:pt>
                <c:pt idx="314">
                  <c:v>2.0691060000000001E-2</c:v>
                </c:pt>
                <c:pt idx="315">
                  <c:v>2.07444E-2</c:v>
                </c:pt>
                <c:pt idx="316">
                  <c:v>2.078006E-2</c:v>
                </c:pt>
                <c:pt idx="317">
                  <c:v>2.0797199999999998E-2</c:v>
                </c:pt>
                <c:pt idx="318">
                  <c:v>2.0797059999999999E-2</c:v>
                </c:pt>
                <c:pt idx="319">
                  <c:v>2.0785519999999998E-2</c:v>
                </c:pt>
                <c:pt idx="320">
                  <c:v>2.076741E-2</c:v>
                </c:pt>
                <c:pt idx="321">
                  <c:v>2.0746489999999999E-2</c:v>
                </c:pt>
                <c:pt idx="322">
                  <c:v>2.0723410000000001E-2</c:v>
                </c:pt>
                <c:pt idx="323">
                  <c:v>2.0696269999999999E-2</c:v>
                </c:pt>
                <c:pt idx="324">
                  <c:v>2.0661100000000002E-2</c:v>
                </c:pt>
                <c:pt idx="325">
                  <c:v>2.0613530000000001E-2</c:v>
                </c:pt>
                <c:pt idx="326">
                  <c:v>2.0550929999999999E-2</c:v>
                </c:pt>
                <c:pt idx="327">
                  <c:v>2.0472980000000002E-2</c:v>
                </c:pt>
                <c:pt idx="328">
                  <c:v>2.0382649999999999E-2</c:v>
                </c:pt>
                <c:pt idx="329">
                  <c:v>2.0285950000000001E-2</c:v>
                </c:pt>
                <c:pt idx="330">
                  <c:v>2.019135E-2</c:v>
                </c:pt>
                <c:pt idx="331">
                  <c:v>2.01093E-2</c:v>
                </c:pt>
                <c:pt idx="332">
                  <c:v>2.0049859999999999E-2</c:v>
                </c:pt>
                <c:pt idx="333">
                  <c:v>2.0021890000000001E-2</c:v>
                </c:pt>
                <c:pt idx="334">
                  <c:v>2.0029140000000001E-2</c:v>
                </c:pt>
                <c:pt idx="335">
                  <c:v>2.0069980000000001E-2</c:v>
                </c:pt>
                <c:pt idx="336">
                  <c:v>2.0134740000000002E-2</c:v>
                </c:pt>
                <c:pt idx="337">
                  <c:v>2.020752E-2</c:v>
                </c:pt>
                <c:pt idx="338">
                  <c:v>2.026886E-2</c:v>
                </c:pt>
                <c:pt idx="339">
                  <c:v>2.0301429999999999E-2</c:v>
                </c:pt>
                <c:pt idx="340">
                  <c:v>2.0293930000000002E-2</c:v>
                </c:pt>
                <c:pt idx="341">
                  <c:v>2.024689E-2</c:v>
                </c:pt>
                <c:pt idx="342">
                  <c:v>2.017097E-2</c:v>
                </c:pt>
                <c:pt idx="343">
                  <c:v>2.008712E-2</c:v>
                </c:pt>
                <c:pt idx="344">
                  <c:v>2.0018040000000001E-2</c:v>
                </c:pt>
                <c:pt idx="345">
                  <c:v>1.9982960000000001E-2</c:v>
                </c:pt>
                <c:pt idx="346">
                  <c:v>1.9991600000000002E-2</c:v>
                </c:pt>
                <c:pt idx="347">
                  <c:v>2.004125E-2</c:v>
                </c:pt>
                <c:pt idx="348">
                  <c:v>2.0118460000000001E-2</c:v>
                </c:pt>
                <c:pt idx="349">
                  <c:v>2.0204819999999998E-2</c:v>
                </c:pt>
                <c:pt idx="350">
                  <c:v>2.02822E-2</c:v>
                </c:pt>
                <c:pt idx="351">
                  <c:v>2.0339550000000001E-2</c:v>
                </c:pt>
                <c:pt idx="352">
                  <c:v>2.0375250000000001E-2</c:v>
                </c:pt>
                <c:pt idx="353">
                  <c:v>2.039612E-2</c:v>
                </c:pt>
                <c:pt idx="354">
                  <c:v>2.041376E-2</c:v>
                </c:pt>
                <c:pt idx="355">
                  <c:v>2.04388E-2</c:v>
                </c:pt>
                <c:pt idx="356">
                  <c:v>2.047676E-2</c:v>
                </c:pt>
                <c:pt idx="357">
                  <c:v>2.05247E-2</c:v>
                </c:pt>
                <c:pt idx="358">
                  <c:v>2.057254E-2</c:v>
                </c:pt>
                <c:pt idx="359">
                  <c:v>2.0606550000000001E-2</c:v>
                </c:pt>
                <c:pt idx="360">
                  <c:v>2.0613530000000001E-2</c:v>
                </c:pt>
                <c:pt idx="361">
                  <c:v>2.0585949999999999E-2</c:v>
                </c:pt>
                <c:pt idx="362">
                  <c:v>2.0523659999999999E-2</c:v>
                </c:pt>
                <c:pt idx="363">
                  <c:v>2.0435189999999999E-2</c:v>
                </c:pt>
                <c:pt idx="364">
                  <c:v>2.033459E-2</c:v>
                </c:pt>
                <c:pt idx="365">
                  <c:v>2.0238280000000001E-2</c:v>
                </c:pt>
                <c:pt idx="366">
                  <c:v>2.0159759999999999E-2</c:v>
                </c:pt>
                <c:pt idx="367">
                  <c:v>2.0108359999999999E-2</c:v>
                </c:pt>
                <c:pt idx="368">
                  <c:v>2.0085869999999999E-2</c:v>
                </c:pt>
                <c:pt idx="369">
                  <c:v>2.008768E-2</c:v>
                </c:pt>
                <c:pt idx="370">
                  <c:v>2.0104750000000001E-2</c:v>
                </c:pt>
                <c:pt idx="371">
                  <c:v>2.0127099999999998E-2</c:v>
                </c:pt>
                <c:pt idx="372">
                  <c:v>2.014643E-2</c:v>
                </c:pt>
                <c:pt idx="373">
                  <c:v>2.0158369999999998E-2</c:v>
                </c:pt>
                <c:pt idx="374">
                  <c:v>2.0162610000000001E-2</c:v>
                </c:pt>
                <c:pt idx="375">
                  <c:v>2.016285E-2</c:v>
                </c:pt>
                <c:pt idx="376">
                  <c:v>2.016459E-2</c:v>
                </c:pt>
                <c:pt idx="377">
                  <c:v>2.017267E-2</c:v>
                </c:pt>
                <c:pt idx="378">
                  <c:v>2.018986E-2</c:v>
                </c:pt>
                <c:pt idx="379">
                  <c:v>2.0216129999999999E-2</c:v>
                </c:pt>
                <c:pt idx="380">
                  <c:v>2.0248829999999999E-2</c:v>
                </c:pt>
                <c:pt idx="381">
                  <c:v>2.0284139999999999E-2</c:v>
                </c:pt>
                <c:pt idx="382">
                  <c:v>2.031792E-2</c:v>
                </c:pt>
                <c:pt idx="383">
                  <c:v>2.034712E-2</c:v>
                </c:pt>
                <c:pt idx="384">
                  <c:v>2.0369970000000001E-2</c:v>
                </c:pt>
                <c:pt idx="385">
                  <c:v>2.038543E-2</c:v>
                </c:pt>
                <c:pt idx="386">
                  <c:v>2.039293E-2</c:v>
                </c:pt>
                <c:pt idx="387">
                  <c:v>2.0392400000000001E-2</c:v>
                </c:pt>
                <c:pt idx="388">
                  <c:v>2.0383579999999998E-2</c:v>
                </c:pt>
                <c:pt idx="389">
                  <c:v>2.0367440000000001E-2</c:v>
                </c:pt>
                <c:pt idx="390">
                  <c:v>2.0345729999999999E-2</c:v>
                </c:pt>
                <c:pt idx="391">
                  <c:v>2.0322369999999999E-2</c:v>
                </c:pt>
                <c:pt idx="392">
                  <c:v>2.0302609999999999E-2</c:v>
                </c:pt>
                <c:pt idx="393">
                  <c:v>2.0291920000000001E-2</c:v>
                </c:pt>
                <c:pt idx="394">
                  <c:v>2.0294690000000001E-2</c:v>
                </c:pt>
                <c:pt idx="395">
                  <c:v>2.0313339999999999E-2</c:v>
                </c:pt>
                <c:pt idx="396">
                  <c:v>2.0346599999999999E-2</c:v>
                </c:pt>
                <c:pt idx="397">
                  <c:v>2.0390559999999999E-2</c:v>
                </c:pt>
                <c:pt idx="398">
                  <c:v>2.0438419999999999E-2</c:v>
                </c:pt>
                <c:pt idx="399">
                  <c:v>2.0483049999999999E-2</c:v>
                </c:pt>
                <c:pt idx="400">
                  <c:v>2.0517750000000001E-2</c:v>
                </c:pt>
                <c:pt idx="401">
                  <c:v>2.0537940000000001E-2</c:v>
                </c:pt>
                <c:pt idx="402">
                  <c:v>2.0542000000000001E-2</c:v>
                </c:pt>
                <c:pt idx="403">
                  <c:v>2.0531750000000001E-2</c:v>
                </c:pt>
                <c:pt idx="404">
                  <c:v>2.051091E-2</c:v>
                </c:pt>
                <c:pt idx="405">
                  <c:v>2.0486000000000001E-2</c:v>
                </c:pt>
                <c:pt idx="406">
                  <c:v>2.0462210000000002E-2</c:v>
                </c:pt>
                <c:pt idx="407">
                  <c:v>2.044491E-2</c:v>
                </c:pt>
                <c:pt idx="408">
                  <c:v>2.043613E-2</c:v>
                </c:pt>
                <c:pt idx="409">
                  <c:v>2.0435780000000001E-2</c:v>
                </c:pt>
                <c:pt idx="410">
                  <c:v>2.044116E-2</c:v>
                </c:pt>
                <c:pt idx="411">
                  <c:v>2.0447900000000001E-2</c:v>
                </c:pt>
                <c:pt idx="412">
                  <c:v>2.0451690000000002E-2</c:v>
                </c:pt>
                <c:pt idx="413">
                  <c:v>2.0449780000000001E-2</c:v>
                </c:pt>
                <c:pt idx="414">
                  <c:v>2.044137E-2</c:v>
                </c:pt>
                <c:pt idx="415">
                  <c:v>2.0428519999999999E-2</c:v>
                </c:pt>
                <c:pt idx="416">
                  <c:v>2.0415079999999999E-2</c:v>
                </c:pt>
                <c:pt idx="417">
                  <c:v>2.040515E-2</c:v>
                </c:pt>
                <c:pt idx="418">
                  <c:v>2.0402090000000001E-2</c:v>
                </c:pt>
                <c:pt idx="419">
                  <c:v>2.0407270000000002E-2</c:v>
                </c:pt>
                <c:pt idx="420">
                  <c:v>2.0419420000000001E-2</c:v>
                </c:pt>
                <c:pt idx="421">
                  <c:v>2.0435189999999999E-2</c:v>
                </c:pt>
                <c:pt idx="422">
                  <c:v>2.0449950000000001E-2</c:v>
                </c:pt>
                <c:pt idx="423">
                  <c:v>2.0459149999999999E-2</c:v>
                </c:pt>
                <c:pt idx="424">
                  <c:v>2.0459120000000001E-2</c:v>
                </c:pt>
                <c:pt idx="425">
                  <c:v>2.044839E-2</c:v>
                </c:pt>
                <c:pt idx="426">
                  <c:v>2.0427689999999998E-2</c:v>
                </c:pt>
                <c:pt idx="427">
                  <c:v>2.0400740000000001E-2</c:v>
                </c:pt>
                <c:pt idx="428">
                  <c:v>2.0372680000000001E-2</c:v>
                </c:pt>
                <c:pt idx="429">
                  <c:v>2.0350070000000001E-2</c:v>
                </c:pt>
                <c:pt idx="430">
                  <c:v>2.033917E-2</c:v>
                </c:pt>
                <c:pt idx="431">
                  <c:v>2.0344620000000001E-2</c:v>
                </c:pt>
                <c:pt idx="432">
                  <c:v>2.036789E-2</c:v>
                </c:pt>
                <c:pt idx="433">
                  <c:v>2.0406540000000001E-2</c:v>
                </c:pt>
                <c:pt idx="434">
                  <c:v>2.0454190000000001E-2</c:v>
                </c:pt>
                <c:pt idx="435">
                  <c:v>2.05025E-2</c:v>
                </c:pt>
                <c:pt idx="436">
                  <c:v>2.0542520000000002E-2</c:v>
                </c:pt>
                <c:pt idx="437">
                  <c:v>2.056767E-2</c:v>
                </c:pt>
                <c:pt idx="438">
                  <c:v>2.0574660000000002E-2</c:v>
                </c:pt>
                <c:pt idx="439">
                  <c:v>2.0565099999999999E-2</c:v>
                </c:pt>
                <c:pt idx="440">
                  <c:v>2.0543769999999999E-2</c:v>
                </c:pt>
                <c:pt idx="441">
                  <c:v>2.0516989999999999E-2</c:v>
                </c:pt>
                <c:pt idx="442">
                  <c:v>2.0490660000000001E-2</c:v>
                </c:pt>
                <c:pt idx="443">
                  <c:v>2.046885E-2</c:v>
                </c:pt>
                <c:pt idx="444">
                  <c:v>2.0452209999999998E-2</c:v>
                </c:pt>
                <c:pt idx="445">
                  <c:v>2.043998E-2</c:v>
                </c:pt>
                <c:pt idx="446">
                  <c:v>2.0429909999999999E-2</c:v>
                </c:pt>
                <c:pt idx="447">
                  <c:v>2.0420569999999999E-2</c:v>
                </c:pt>
                <c:pt idx="448">
                  <c:v>2.0411439999999999E-2</c:v>
                </c:pt>
                <c:pt idx="449">
                  <c:v>2.040345E-2</c:v>
                </c:pt>
                <c:pt idx="450">
                  <c:v>2.039765E-2</c:v>
                </c:pt>
                <c:pt idx="451">
                  <c:v>2.0395179999999999E-2</c:v>
                </c:pt>
                <c:pt idx="452">
                  <c:v>2.0395670000000001E-2</c:v>
                </c:pt>
                <c:pt idx="453">
                  <c:v>2.0398449999999999E-2</c:v>
                </c:pt>
                <c:pt idx="454">
                  <c:v>2.040136E-2</c:v>
                </c:pt>
                <c:pt idx="455">
                  <c:v>2.04032E-2</c:v>
                </c:pt>
                <c:pt idx="456">
                  <c:v>2.0402679999999999E-2</c:v>
                </c:pt>
                <c:pt idx="457">
                  <c:v>2.0399210000000001E-2</c:v>
                </c:pt>
                <c:pt idx="458">
                  <c:v>2.0393060000000001E-2</c:v>
                </c:pt>
                <c:pt idx="459">
                  <c:v>2.0384240000000001E-2</c:v>
                </c:pt>
                <c:pt idx="460">
                  <c:v>2.0373100000000002E-2</c:v>
                </c:pt>
                <c:pt idx="461">
                  <c:v>2.0360530000000002E-2</c:v>
                </c:pt>
                <c:pt idx="462">
                  <c:v>2.0347540000000001E-2</c:v>
                </c:pt>
                <c:pt idx="463">
                  <c:v>2.0335869999999999E-2</c:v>
                </c:pt>
                <c:pt idx="464">
                  <c:v>2.032757E-2</c:v>
                </c:pt>
                <c:pt idx="465">
                  <c:v>2.032459E-2</c:v>
                </c:pt>
                <c:pt idx="466">
                  <c:v>2.0327330000000001E-2</c:v>
                </c:pt>
                <c:pt idx="467">
                  <c:v>2.0335010000000001E-2</c:v>
                </c:pt>
                <c:pt idx="468">
                  <c:v>2.0344999999999999E-2</c:v>
                </c:pt>
                <c:pt idx="469">
                  <c:v>2.035435E-2</c:v>
                </c:pt>
                <c:pt idx="470">
                  <c:v>2.0359829999999999E-2</c:v>
                </c:pt>
                <c:pt idx="471">
                  <c:v>2.0359829999999999E-2</c:v>
                </c:pt>
                <c:pt idx="472">
                  <c:v>2.0354000000000001E-2</c:v>
                </c:pt>
                <c:pt idx="473">
                  <c:v>2.0343549999999998E-2</c:v>
                </c:pt>
                <c:pt idx="474">
                  <c:v>2.033018E-2</c:v>
                </c:pt>
                <c:pt idx="475">
                  <c:v>2.0315280000000002E-2</c:v>
                </c:pt>
                <c:pt idx="476">
                  <c:v>2.0299660000000001E-2</c:v>
                </c:pt>
                <c:pt idx="477">
                  <c:v>2.0283550000000001E-2</c:v>
                </c:pt>
                <c:pt idx="478">
                  <c:v>2.026702E-2</c:v>
                </c:pt>
                <c:pt idx="479">
                  <c:v>2.0250710000000002E-2</c:v>
                </c:pt>
                <c:pt idx="480">
                  <c:v>2.023581E-2</c:v>
                </c:pt>
                <c:pt idx="481">
                  <c:v>2.0223910000000001E-2</c:v>
                </c:pt>
                <c:pt idx="482">
                  <c:v>2.0216029999999999E-2</c:v>
                </c:pt>
                <c:pt idx="483">
                  <c:v>2.0211690000000001E-2</c:v>
                </c:pt>
                <c:pt idx="484">
                  <c:v>2.020895E-2</c:v>
                </c:pt>
                <c:pt idx="485">
                  <c:v>2.020454E-2</c:v>
                </c:pt>
                <c:pt idx="486">
                  <c:v>2.0195029999999999E-2</c:v>
                </c:pt>
                <c:pt idx="487">
                  <c:v>2.01783E-2</c:v>
                </c:pt>
                <c:pt idx="488">
                  <c:v>2.0154519999999999E-2</c:v>
                </c:pt>
                <c:pt idx="489">
                  <c:v>2.01262E-2</c:v>
                </c:pt>
                <c:pt idx="490">
                  <c:v>2.009729E-2</c:v>
                </c:pt>
                <c:pt idx="491">
                  <c:v>2.0072550000000002E-2</c:v>
                </c:pt>
                <c:pt idx="492">
                  <c:v>2.0054889999999999E-2</c:v>
                </c:pt>
                <c:pt idx="493">
                  <c:v>2.0045549999999999E-2</c:v>
                </c:pt>
                <c:pt idx="494">
                  <c:v>2.004295E-2</c:v>
                </c:pt>
                <c:pt idx="495">
                  <c:v>2.0044300000000001E-2</c:v>
                </c:pt>
                <c:pt idx="496">
                  <c:v>2.004593E-2</c:v>
                </c:pt>
                <c:pt idx="497">
                  <c:v>2.004475E-2</c:v>
                </c:pt>
                <c:pt idx="498">
                  <c:v>2.0038609999999998E-2</c:v>
                </c:pt>
                <c:pt idx="499">
                  <c:v>2.0027260000000002E-2</c:v>
                </c:pt>
                <c:pt idx="500">
                  <c:v>2.0011830000000001E-2</c:v>
                </c:pt>
                <c:pt idx="501">
                  <c:v>1.9994230000000002E-2</c:v>
                </c:pt>
                <c:pt idx="502">
                  <c:v>1.997647E-2</c:v>
                </c:pt>
                <c:pt idx="503">
                  <c:v>1.9960619999999998E-2</c:v>
                </c:pt>
                <c:pt idx="504">
                  <c:v>1.9947739999999999E-2</c:v>
                </c:pt>
                <c:pt idx="505">
                  <c:v>1.993748E-2</c:v>
                </c:pt>
                <c:pt idx="506">
                  <c:v>1.9928350000000001E-2</c:v>
                </c:pt>
                <c:pt idx="507">
                  <c:v>1.9917810000000001E-2</c:v>
                </c:pt>
                <c:pt idx="508">
                  <c:v>1.990279E-2</c:v>
                </c:pt>
                <c:pt idx="509">
                  <c:v>1.9881699999999999E-2</c:v>
                </c:pt>
                <c:pt idx="510">
                  <c:v>1.985433E-2</c:v>
                </c:pt>
                <c:pt idx="511">
                  <c:v>1.9823810000000001E-2</c:v>
                </c:pt>
                <c:pt idx="512">
                  <c:v>1.9794679999999999E-2</c:v>
                </c:pt>
                <c:pt idx="513">
                  <c:v>1.9772479999999999E-2</c:v>
                </c:pt>
                <c:pt idx="514">
                  <c:v>1.9762080000000001E-2</c:v>
                </c:pt>
                <c:pt idx="515">
                  <c:v>1.9765270000000001E-2</c:v>
                </c:pt>
                <c:pt idx="516">
                  <c:v>1.978036E-2</c:v>
                </c:pt>
                <c:pt idx="517">
                  <c:v>1.9802210000000001E-2</c:v>
                </c:pt>
                <c:pt idx="518">
                  <c:v>1.9824049999999999E-2</c:v>
                </c:pt>
                <c:pt idx="519">
                  <c:v>1.9839209999999999E-2</c:v>
                </c:pt>
                <c:pt idx="520">
                  <c:v>1.9843090000000001E-2</c:v>
                </c:pt>
                <c:pt idx="521">
                  <c:v>1.9834040000000001E-2</c:v>
                </c:pt>
                <c:pt idx="522">
                  <c:v>1.9813609999999999E-2</c:v>
                </c:pt>
                <c:pt idx="523">
                  <c:v>1.978545E-2</c:v>
                </c:pt>
                <c:pt idx="524">
                  <c:v>1.9753550000000002E-2</c:v>
                </c:pt>
                <c:pt idx="525">
                  <c:v>1.9721789999999999E-2</c:v>
                </c:pt>
                <c:pt idx="526">
                  <c:v>1.96927E-2</c:v>
                </c:pt>
                <c:pt idx="527">
                  <c:v>1.966774E-2</c:v>
                </c:pt>
                <c:pt idx="528">
                  <c:v>1.96478E-2</c:v>
                </c:pt>
                <c:pt idx="529">
                  <c:v>1.963345E-2</c:v>
                </c:pt>
                <c:pt idx="530">
                  <c:v>1.9624679999999999E-2</c:v>
                </c:pt>
                <c:pt idx="531">
                  <c:v>1.962121E-2</c:v>
                </c:pt>
                <c:pt idx="532">
                  <c:v>1.9621799999999998E-2</c:v>
                </c:pt>
                <c:pt idx="533">
                  <c:v>1.9624639999999999E-2</c:v>
                </c:pt>
                <c:pt idx="534">
                  <c:v>1.9626870000000001E-2</c:v>
                </c:pt>
                <c:pt idx="535">
                  <c:v>1.9626029999999999E-2</c:v>
                </c:pt>
                <c:pt idx="536">
                  <c:v>1.9619999999999999E-2</c:v>
                </c:pt>
                <c:pt idx="537">
                  <c:v>1.9607690000000001E-2</c:v>
                </c:pt>
                <c:pt idx="538">
                  <c:v>1.9588769999999998E-2</c:v>
                </c:pt>
                <c:pt idx="539">
                  <c:v>1.9563569999999999E-2</c:v>
                </c:pt>
                <c:pt idx="540">
                  <c:v>1.953307E-2</c:v>
                </c:pt>
                <c:pt idx="541">
                  <c:v>1.94989E-2</c:v>
                </c:pt>
                <c:pt idx="542">
                  <c:v>1.9463479999999998E-2</c:v>
                </c:pt>
                <c:pt idx="543">
                  <c:v>1.9430490000000002E-2</c:v>
                </c:pt>
                <c:pt idx="544">
                  <c:v>1.9403360000000001E-2</c:v>
                </c:pt>
                <c:pt idx="545">
                  <c:v>1.938465E-2</c:v>
                </c:pt>
                <c:pt idx="546">
                  <c:v>1.9373120000000001E-2</c:v>
                </c:pt>
                <c:pt idx="547">
                  <c:v>1.9363100000000001E-2</c:v>
                </c:pt>
                <c:pt idx="548">
                  <c:v>1.9343909999999999E-2</c:v>
                </c:pt>
                <c:pt idx="549">
                  <c:v>1.930196E-2</c:v>
                </c:pt>
                <c:pt idx="550">
                  <c:v>1.9224680000000001E-2</c:v>
                </c:pt>
                <c:pt idx="551">
                  <c:v>1.9105839999999999E-2</c:v>
                </c:pt>
                <c:pt idx="552">
                  <c:v>1.8949190000000001E-2</c:v>
                </c:pt>
                <c:pt idx="553">
                  <c:v>1.877036E-2</c:v>
                </c:pt>
                <c:pt idx="554">
                  <c:v>1.859425E-2</c:v>
                </c:pt>
                <c:pt idx="555">
                  <c:v>1.844968E-2</c:v>
                </c:pt>
                <c:pt idx="556">
                  <c:v>1.8361570000000001E-2</c:v>
                </c:pt>
                <c:pt idx="557">
                  <c:v>1.8344050000000001E-2</c:v>
                </c:pt>
                <c:pt idx="558">
                  <c:v>1.8396280000000001E-2</c:v>
                </c:pt>
                <c:pt idx="559">
                  <c:v>1.8503519999999999E-2</c:v>
                </c:pt>
                <c:pt idx="560">
                  <c:v>1.8641149999999999E-2</c:v>
                </c:pt>
                <c:pt idx="561">
                  <c:v>1.8782119999999999E-2</c:v>
                </c:pt>
                <c:pt idx="562">
                  <c:v>1.8903710000000001E-2</c:v>
                </c:pt>
                <c:pt idx="563">
                  <c:v>1.899211E-2</c:v>
                </c:pt>
                <c:pt idx="564">
                  <c:v>1.904407E-2</c:v>
                </c:pt>
                <c:pt idx="565">
                  <c:v>1.9064080000000001E-2</c:v>
                </c:pt>
                <c:pt idx="566">
                  <c:v>1.9060730000000001E-2</c:v>
                </c:pt>
                <c:pt idx="567">
                  <c:v>1.904314E-2</c:v>
                </c:pt>
                <c:pt idx="568">
                  <c:v>1.901773E-2</c:v>
                </c:pt>
                <c:pt idx="569">
                  <c:v>1.898768E-2</c:v>
                </c:pt>
                <c:pt idx="570">
                  <c:v>1.895428E-2</c:v>
                </c:pt>
                <c:pt idx="571">
                  <c:v>1.891849E-2</c:v>
                </c:pt>
                <c:pt idx="572">
                  <c:v>1.888215E-2</c:v>
                </c:pt>
                <c:pt idx="573">
                  <c:v>1.884831E-2</c:v>
                </c:pt>
                <c:pt idx="574">
                  <c:v>1.882E-2</c:v>
                </c:pt>
                <c:pt idx="575">
                  <c:v>1.8800150000000002E-2</c:v>
                </c:pt>
                <c:pt idx="576">
                  <c:v>1.8789139999999999E-2</c:v>
                </c:pt>
                <c:pt idx="577">
                  <c:v>1.8785610000000001E-2</c:v>
                </c:pt>
                <c:pt idx="578">
                  <c:v>1.87872E-2</c:v>
                </c:pt>
                <c:pt idx="579">
                  <c:v>1.8791390000000002E-2</c:v>
                </c:pt>
                <c:pt idx="580">
                  <c:v>1.879606E-2</c:v>
                </c:pt>
                <c:pt idx="581">
                  <c:v>1.8800520000000001E-2</c:v>
                </c:pt>
                <c:pt idx="582">
                  <c:v>1.8804540000000002E-2</c:v>
                </c:pt>
                <c:pt idx="583">
                  <c:v>1.8808310000000002E-2</c:v>
                </c:pt>
                <c:pt idx="584">
                  <c:v>1.8811390000000001E-2</c:v>
                </c:pt>
                <c:pt idx="585">
                  <c:v>1.8812700000000002E-2</c:v>
                </c:pt>
                <c:pt idx="586">
                  <c:v>1.8810520000000001E-2</c:v>
                </c:pt>
                <c:pt idx="587">
                  <c:v>1.8803469999999999E-2</c:v>
                </c:pt>
                <c:pt idx="588">
                  <c:v>1.8790629999999999E-2</c:v>
                </c:pt>
                <c:pt idx="589">
                  <c:v>1.877202E-2</c:v>
                </c:pt>
                <c:pt idx="590">
                  <c:v>1.8747900000000001E-2</c:v>
                </c:pt>
                <c:pt idx="591">
                  <c:v>1.8719050000000001E-2</c:v>
                </c:pt>
                <c:pt idx="592">
                  <c:v>1.8686399999999999E-2</c:v>
                </c:pt>
                <c:pt idx="593">
                  <c:v>1.8651250000000001E-2</c:v>
                </c:pt>
                <c:pt idx="594">
                  <c:v>1.8615449999999999E-2</c:v>
                </c:pt>
                <c:pt idx="595">
                  <c:v>1.8581839999999999E-2</c:v>
                </c:pt>
                <c:pt idx="596">
                  <c:v>1.8554069999999999E-2</c:v>
                </c:pt>
                <c:pt idx="597">
                  <c:v>1.8535739999999998E-2</c:v>
                </c:pt>
                <c:pt idx="598">
                  <c:v>1.8529380000000002E-2</c:v>
                </c:pt>
                <c:pt idx="599">
                  <c:v>1.8535429999999999E-2</c:v>
                </c:pt>
                <c:pt idx="600">
                  <c:v>1.85512E-2</c:v>
                </c:pt>
                <c:pt idx="601">
                  <c:v>1.8571399999999998E-2</c:v>
                </c:pt>
                <c:pt idx="602">
                  <c:v>1.8589379999999999E-2</c:v>
                </c:pt>
                <c:pt idx="603">
                  <c:v>1.8598989999999999E-2</c:v>
                </c:pt>
                <c:pt idx="604">
                  <c:v>1.8596359999999999E-2</c:v>
                </c:pt>
                <c:pt idx="605">
                  <c:v>1.858073E-2</c:v>
                </c:pt>
                <c:pt idx="606">
                  <c:v>1.85548E-2</c:v>
                </c:pt>
                <c:pt idx="607">
                  <c:v>1.852388E-2</c:v>
                </c:pt>
                <c:pt idx="608">
                  <c:v>1.849342E-2</c:v>
                </c:pt>
                <c:pt idx="609">
                  <c:v>1.846822E-2</c:v>
                </c:pt>
                <c:pt idx="610">
                  <c:v>1.845055E-2</c:v>
                </c:pt>
                <c:pt idx="611">
                  <c:v>1.844032E-2</c:v>
                </c:pt>
                <c:pt idx="612">
                  <c:v>1.8435650000000001E-2</c:v>
                </c:pt>
                <c:pt idx="613">
                  <c:v>1.843351E-2</c:v>
                </c:pt>
                <c:pt idx="614">
                  <c:v>1.8431119999999999E-2</c:v>
                </c:pt>
                <c:pt idx="615">
                  <c:v>1.842711E-2</c:v>
                </c:pt>
                <c:pt idx="616">
                  <c:v>1.842123E-2</c:v>
                </c:pt>
                <c:pt idx="617">
                  <c:v>1.8414420000000001E-2</c:v>
                </c:pt>
                <c:pt idx="618">
                  <c:v>1.8408029999999999E-2</c:v>
                </c:pt>
                <c:pt idx="619">
                  <c:v>1.84035E-2</c:v>
                </c:pt>
                <c:pt idx="620">
                  <c:v>1.8400840000000002E-2</c:v>
                </c:pt>
                <c:pt idx="621">
                  <c:v>1.8399390000000002E-2</c:v>
                </c:pt>
                <c:pt idx="622">
                  <c:v>1.8397210000000001E-2</c:v>
                </c:pt>
                <c:pt idx="623">
                  <c:v>1.8391879999999999E-2</c:v>
                </c:pt>
                <c:pt idx="624">
                  <c:v>1.838155E-2</c:v>
                </c:pt>
                <c:pt idx="625">
                  <c:v>1.8364789999999999E-2</c:v>
                </c:pt>
                <c:pt idx="626">
                  <c:v>1.8341940000000001E-2</c:v>
                </c:pt>
                <c:pt idx="627">
                  <c:v>1.8314770000000001E-2</c:v>
                </c:pt>
                <c:pt idx="628">
                  <c:v>1.8286400000000001E-2</c:v>
                </c:pt>
                <c:pt idx="629">
                  <c:v>1.8260479999999999E-2</c:v>
                </c:pt>
                <c:pt idx="630">
                  <c:v>1.823988E-2</c:v>
                </c:pt>
                <c:pt idx="631">
                  <c:v>1.8226989999999998E-2</c:v>
                </c:pt>
                <c:pt idx="632">
                  <c:v>1.8221640000000001E-2</c:v>
                </c:pt>
                <c:pt idx="633">
                  <c:v>1.822257E-2</c:v>
                </c:pt>
                <c:pt idx="634">
                  <c:v>1.8226889999999999E-2</c:v>
                </c:pt>
                <c:pt idx="635">
                  <c:v>1.823145E-2</c:v>
                </c:pt>
                <c:pt idx="636">
                  <c:v>1.8233699999999999E-2</c:v>
                </c:pt>
                <c:pt idx="637">
                  <c:v>1.8232000000000002E-2</c:v>
                </c:pt>
                <c:pt idx="638">
                  <c:v>1.8226059999999999E-2</c:v>
                </c:pt>
                <c:pt idx="639">
                  <c:v>1.8216940000000001E-2</c:v>
                </c:pt>
                <c:pt idx="640">
                  <c:v>1.8205949999999999E-2</c:v>
                </c:pt>
                <c:pt idx="641">
                  <c:v>1.8194269999999998E-2</c:v>
                </c:pt>
                <c:pt idx="642">
                  <c:v>1.8182980000000001E-2</c:v>
                </c:pt>
                <c:pt idx="643">
                  <c:v>1.8172020000000001E-2</c:v>
                </c:pt>
                <c:pt idx="644">
                  <c:v>1.8160969999999999E-2</c:v>
                </c:pt>
                <c:pt idx="645">
                  <c:v>1.8149080000000001E-2</c:v>
                </c:pt>
                <c:pt idx="646">
                  <c:v>1.8136090000000001E-2</c:v>
                </c:pt>
                <c:pt idx="647">
                  <c:v>1.8122269999999999E-2</c:v>
                </c:pt>
                <c:pt idx="648">
                  <c:v>1.8108800000000001E-2</c:v>
                </c:pt>
                <c:pt idx="649">
                  <c:v>1.80973E-2</c:v>
                </c:pt>
                <c:pt idx="650">
                  <c:v>1.8089529999999999E-2</c:v>
                </c:pt>
                <c:pt idx="651">
                  <c:v>1.8086379999999999E-2</c:v>
                </c:pt>
                <c:pt idx="652">
                  <c:v>1.8087559999999999E-2</c:v>
                </c:pt>
                <c:pt idx="653">
                  <c:v>1.8091670000000001E-2</c:v>
                </c:pt>
                <c:pt idx="654">
                  <c:v>1.8095429999999999E-2</c:v>
                </c:pt>
                <c:pt idx="655">
                  <c:v>1.8095739999999999E-2</c:v>
                </c:pt>
                <c:pt idx="656">
                  <c:v>1.8089729999999998E-2</c:v>
                </c:pt>
                <c:pt idx="657">
                  <c:v>1.807636E-2</c:v>
                </c:pt>
                <c:pt idx="658">
                  <c:v>1.8056610000000001E-2</c:v>
                </c:pt>
                <c:pt idx="659">
                  <c:v>1.8033779999999999E-2</c:v>
                </c:pt>
                <c:pt idx="660">
                  <c:v>1.8012219999999999E-2</c:v>
                </c:pt>
                <c:pt idx="661">
                  <c:v>1.799661E-2</c:v>
                </c:pt>
                <c:pt idx="662">
                  <c:v>1.7989910000000001E-2</c:v>
                </c:pt>
                <c:pt idx="663">
                  <c:v>1.7993229999999999E-2</c:v>
                </c:pt>
                <c:pt idx="664">
                  <c:v>1.8005210000000001E-2</c:v>
                </c:pt>
                <c:pt idx="665">
                  <c:v>1.802248E-2</c:v>
                </c:pt>
                <c:pt idx="666">
                  <c:v>1.804124E-2</c:v>
                </c:pt>
                <c:pt idx="667">
                  <c:v>1.8057610000000002E-2</c:v>
                </c:pt>
                <c:pt idx="668">
                  <c:v>1.806922E-2</c:v>
                </c:pt>
                <c:pt idx="669">
                  <c:v>1.8074779999999999E-2</c:v>
                </c:pt>
                <c:pt idx="670">
                  <c:v>1.8074150000000001E-2</c:v>
                </c:pt>
                <c:pt idx="671">
                  <c:v>1.8067969999999999E-2</c:v>
                </c:pt>
                <c:pt idx="672">
                  <c:v>1.8057230000000001E-2</c:v>
                </c:pt>
                <c:pt idx="673">
                  <c:v>1.8042929999999999E-2</c:v>
                </c:pt>
                <c:pt idx="674">
                  <c:v>1.80267E-2</c:v>
                </c:pt>
                <c:pt idx="675">
                  <c:v>1.8010769999999999E-2</c:v>
                </c:pt>
                <c:pt idx="676">
                  <c:v>1.7997300000000001E-2</c:v>
                </c:pt>
                <c:pt idx="677">
                  <c:v>1.7988980000000002E-2</c:v>
                </c:pt>
                <c:pt idx="678">
                  <c:v>1.7987010000000001E-2</c:v>
                </c:pt>
                <c:pt idx="679">
                  <c:v>1.7991300000000002E-2</c:v>
                </c:pt>
                <c:pt idx="680">
                  <c:v>1.7999859999999999E-2</c:v>
                </c:pt>
                <c:pt idx="681">
                  <c:v>1.8009529999999999E-2</c:v>
                </c:pt>
                <c:pt idx="682">
                  <c:v>1.8016270000000001E-2</c:v>
                </c:pt>
                <c:pt idx="683">
                  <c:v>1.801792E-2</c:v>
                </c:pt>
                <c:pt idx="684">
                  <c:v>1.8013189999999998E-2</c:v>
                </c:pt>
                <c:pt idx="685">
                  <c:v>1.800359E-2</c:v>
                </c:pt>
                <c:pt idx="686">
                  <c:v>1.7991710000000001E-2</c:v>
                </c:pt>
                <c:pt idx="687">
                  <c:v>1.7981179999999999E-2</c:v>
                </c:pt>
                <c:pt idx="688">
                  <c:v>1.7974509999999999E-2</c:v>
                </c:pt>
                <c:pt idx="689">
                  <c:v>1.7972990000000001E-2</c:v>
                </c:pt>
                <c:pt idx="690">
                  <c:v>1.7976450000000001E-2</c:v>
                </c:pt>
                <c:pt idx="691">
                  <c:v>1.7983699999999998E-2</c:v>
                </c:pt>
                <c:pt idx="692">
                  <c:v>1.7993060000000002E-2</c:v>
                </c:pt>
                <c:pt idx="693">
                  <c:v>1.8003450000000001E-2</c:v>
                </c:pt>
                <c:pt idx="694">
                  <c:v>1.80143E-2</c:v>
                </c:pt>
                <c:pt idx="695">
                  <c:v>1.8025559999999999E-2</c:v>
                </c:pt>
                <c:pt idx="696">
                  <c:v>1.803737E-2</c:v>
                </c:pt>
                <c:pt idx="697">
                  <c:v>1.8049349999999999E-2</c:v>
                </c:pt>
                <c:pt idx="698">
                  <c:v>1.806106E-2</c:v>
                </c:pt>
                <c:pt idx="699">
                  <c:v>1.8072319999999999E-2</c:v>
                </c:pt>
                <c:pt idx="700">
                  <c:v>1.8082239999999999E-2</c:v>
                </c:pt>
                <c:pt idx="701">
                  <c:v>1.8091050000000001E-2</c:v>
                </c:pt>
                <c:pt idx="702">
                  <c:v>1.8098400000000001E-2</c:v>
                </c:pt>
                <c:pt idx="703">
                  <c:v>1.8104519999999999E-2</c:v>
                </c:pt>
                <c:pt idx="704">
                  <c:v>1.8108630000000001E-2</c:v>
                </c:pt>
                <c:pt idx="705">
                  <c:v>1.8109940000000001E-2</c:v>
                </c:pt>
                <c:pt idx="706">
                  <c:v>1.8107560000000002E-2</c:v>
                </c:pt>
                <c:pt idx="707">
                  <c:v>1.8101679999999998E-2</c:v>
                </c:pt>
                <c:pt idx="708">
                  <c:v>1.8093390000000001E-2</c:v>
                </c:pt>
                <c:pt idx="709">
                  <c:v>1.8085380000000002E-2</c:v>
                </c:pt>
                <c:pt idx="710">
                  <c:v>1.808075E-2</c:v>
                </c:pt>
                <c:pt idx="711">
                  <c:v>1.808237E-2</c:v>
                </c:pt>
                <c:pt idx="712">
                  <c:v>1.809125E-2</c:v>
                </c:pt>
                <c:pt idx="713">
                  <c:v>1.810645E-2</c:v>
                </c:pt>
                <c:pt idx="714">
                  <c:v>1.8124930000000001E-2</c:v>
                </c:pt>
                <c:pt idx="715">
                  <c:v>1.8143240000000001E-2</c:v>
                </c:pt>
                <c:pt idx="716">
                  <c:v>1.815841E-2</c:v>
                </c:pt>
                <c:pt idx="717">
                  <c:v>1.816943E-2</c:v>
                </c:pt>
                <c:pt idx="718">
                  <c:v>1.8177789999999999E-2</c:v>
                </c:pt>
                <c:pt idx="719">
                  <c:v>1.8186460000000002E-2</c:v>
                </c:pt>
                <c:pt idx="720">
                  <c:v>1.819935E-2</c:v>
                </c:pt>
                <c:pt idx="721">
                  <c:v>1.8218560000000002E-2</c:v>
                </c:pt>
                <c:pt idx="722">
                  <c:v>1.8244340000000001E-2</c:v>
                </c:pt>
                <c:pt idx="723">
                  <c:v>1.827403E-2</c:v>
                </c:pt>
                <c:pt idx="724">
                  <c:v>1.8303300000000002E-2</c:v>
                </c:pt>
                <c:pt idx="725">
                  <c:v>1.8327039999999999E-2</c:v>
                </c:pt>
                <c:pt idx="726">
                  <c:v>1.8341179999999999E-2</c:v>
                </c:pt>
                <c:pt idx="727">
                  <c:v>1.8343390000000001E-2</c:v>
                </c:pt>
                <c:pt idx="728">
                  <c:v>1.833423E-2</c:v>
                </c:pt>
                <c:pt idx="729">
                  <c:v>1.8315669999999999E-2</c:v>
                </c:pt>
                <c:pt idx="730">
                  <c:v>1.8291689999999999E-2</c:v>
                </c:pt>
                <c:pt idx="731">
                  <c:v>1.8266629999999999E-2</c:v>
                </c:pt>
                <c:pt idx="732">
                  <c:v>1.8244690000000001E-2</c:v>
                </c:pt>
                <c:pt idx="733">
                  <c:v>1.822969E-2</c:v>
                </c:pt>
                <c:pt idx="734">
                  <c:v>1.822406E-2</c:v>
                </c:pt>
                <c:pt idx="735">
                  <c:v>1.822938E-2</c:v>
                </c:pt>
                <c:pt idx="736">
                  <c:v>1.8245379999999999E-2</c:v>
                </c:pt>
                <c:pt idx="737">
                  <c:v>1.8270499999999999E-2</c:v>
                </c:pt>
                <c:pt idx="738">
                  <c:v>1.8302160000000001E-2</c:v>
                </c:pt>
                <c:pt idx="739">
                  <c:v>1.8336720000000001E-2</c:v>
                </c:pt>
                <c:pt idx="740">
                  <c:v>1.8370729999999998E-2</c:v>
                </c:pt>
                <c:pt idx="741">
                  <c:v>1.8400980000000001E-2</c:v>
                </c:pt>
                <c:pt idx="742">
                  <c:v>1.8425420000000001E-2</c:v>
                </c:pt>
                <c:pt idx="743">
                  <c:v>1.8442630000000002E-2</c:v>
                </c:pt>
                <c:pt idx="744">
                  <c:v>1.8452489999999998E-2</c:v>
                </c:pt>
                <c:pt idx="745">
                  <c:v>1.845573E-2</c:v>
                </c:pt>
                <c:pt idx="746">
                  <c:v>1.8454040000000001E-2</c:v>
                </c:pt>
                <c:pt idx="747">
                  <c:v>1.8450169999999998E-2</c:v>
                </c:pt>
                <c:pt idx="748">
                  <c:v>1.8447680000000001E-2</c:v>
                </c:pt>
                <c:pt idx="749">
                  <c:v>1.8450620000000001E-2</c:v>
                </c:pt>
                <c:pt idx="750">
                  <c:v>1.8462679999999999E-2</c:v>
                </c:pt>
                <c:pt idx="751">
                  <c:v>1.8486470000000001E-2</c:v>
                </c:pt>
                <c:pt idx="752">
                  <c:v>1.8521880000000001E-2</c:v>
                </c:pt>
                <c:pt idx="753">
                  <c:v>1.856642E-2</c:v>
                </c:pt>
                <c:pt idx="754">
                  <c:v>1.861438E-2</c:v>
                </c:pt>
                <c:pt idx="755">
                  <c:v>1.8658580000000001E-2</c:v>
                </c:pt>
                <c:pt idx="756">
                  <c:v>1.8692029999999998E-2</c:v>
                </c:pt>
                <c:pt idx="757">
                  <c:v>1.8709090000000001E-2</c:v>
                </c:pt>
                <c:pt idx="758">
                  <c:v>1.8707049999999999E-2</c:v>
                </c:pt>
                <c:pt idx="759">
                  <c:v>1.868657E-2</c:v>
                </c:pt>
                <c:pt idx="760">
                  <c:v>1.8650799999999999E-2</c:v>
                </c:pt>
                <c:pt idx="761">
                  <c:v>1.860494E-2</c:v>
                </c:pt>
                <c:pt idx="762">
                  <c:v>1.855476E-2</c:v>
                </c:pt>
                <c:pt idx="763">
                  <c:v>1.8505770000000001E-2</c:v>
                </c:pt>
                <c:pt idx="764">
                  <c:v>1.8462889999999999E-2</c:v>
                </c:pt>
                <c:pt idx="765">
                  <c:v>1.843005E-2</c:v>
                </c:pt>
                <c:pt idx="766">
                  <c:v>1.8410449999999998E-2</c:v>
                </c:pt>
                <c:pt idx="767">
                  <c:v>1.8405950000000001E-2</c:v>
                </c:pt>
                <c:pt idx="768">
                  <c:v>1.8416700000000001E-2</c:v>
                </c:pt>
                <c:pt idx="769">
                  <c:v>1.8440729999999999E-2</c:v>
                </c:pt>
                <c:pt idx="770">
                  <c:v>1.8474790000000001E-2</c:v>
                </c:pt>
                <c:pt idx="771">
                  <c:v>1.8513680000000001E-2</c:v>
                </c:pt>
                <c:pt idx="772">
                  <c:v>1.8552309999999999E-2</c:v>
                </c:pt>
                <c:pt idx="773">
                  <c:v>1.8586470000000001E-2</c:v>
                </c:pt>
                <c:pt idx="774">
                  <c:v>1.8613899999999999E-2</c:v>
                </c:pt>
                <c:pt idx="775">
                  <c:v>1.863472E-2</c:v>
                </c:pt>
                <c:pt idx="776">
                  <c:v>1.8651040000000001E-2</c:v>
                </c:pt>
                <c:pt idx="777">
                  <c:v>1.8666229999999999E-2</c:v>
                </c:pt>
                <c:pt idx="778">
                  <c:v>1.8683700000000001E-2</c:v>
                </c:pt>
                <c:pt idx="779">
                  <c:v>1.8706150000000001E-2</c:v>
                </c:pt>
                <c:pt idx="780">
                  <c:v>1.8734509999999999E-2</c:v>
                </c:pt>
                <c:pt idx="781">
                  <c:v>1.8767969999999998E-2</c:v>
                </c:pt>
                <c:pt idx="782">
                  <c:v>1.8804230000000002E-2</c:v>
                </c:pt>
                <c:pt idx="783">
                  <c:v>1.883959E-2</c:v>
                </c:pt>
                <c:pt idx="784">
                  <c:v>1.8869250000000001E-2</c:v>
                </c:pt>
                <c:pt idx="785">
                  <c:v>1.888838E-2</c:v>
                </c:pt>
                <c:pt idx="786">
                  <c:v>1.8893119999999999E-2</c:v>
                </c:pt>
                <c:pt idx="787">
                  <c:v>1.8880870000000001E-2</c:v>
                </c:pt>
                <c:pt idx="788">
                  <c:v>1.8851699999999999E-2</c:v>
                </c:pt>
                <c:pt idx="789">
                  <c:v>1.8808930000000001E-2</c:v>
                </c:pt>
                <c:pt idx="790">
                  <c:v>1.8758319999999998E-2</c:v>
                </c:pt>
                <c:pt idx="791">
                  <c:v>1.8707390000000001E-2</c:v>
                </c:pt>
                <c:pt idx="792">
                  <c:v>1.8663249999999999E-2</c:v>
                </c:pt>
                <c:pt idx="793">
                  <c:v>1.8631120000000001E-2</c:v>
                </c:pt>
                <c:pt idx="794">
                  <c:v>1.8613000000000001E-2</c:v>
                </c:pt>
                <c:pt idx="795">
                  <c:v>1.86074E-2</c:v>
                </c:pt>
                <c:pt idx="796">
                  <c:v>1.8610399999999999E-2</c:v>
                </c:pt>
                <c:pt idx="797">
                  <c:v>1.8617559999999998E-2</c:v>
                </c:pt>
                <c:pt idx="798">
                  <c:v>1.8625070000000001E-2</c:v>
                </c:pt>
                <c:pt idx="799">
                  <c:v>1.8631780000000001E-2</c:v>
                </c:pt>
                <c:pt idx="800">
                  <c:v>1.863828E-2</c:v>
                </c:pt>
                <c:pt idx="801">
                  <c:v>1.8646340000000001E-2</c:v>
                </c:pt>
                <c:pt idx="802">
                  <c:v>1.8657480000000001E-2</c:v>
                </c:pt>
                <c:pt idx="803">
                  <c:v>1.8670900000000001E-2</c:v>
                </c:pt>
                <c:pt idx="804">
                  <c:v>1.86838E-2</c:v>
                </c:pt>
                <c:pt idx="805">
                  <c:v>1.8691030000000001E-2</c:v>
                </c:pt>
                <c:pt idx="806">
                  <c:v>1.8686979999999999E-2</c:v>
                </c:pt>
                <c:pt idx="807">
                  <c:v>1.8667920000000001E-2</c:v>
                </c:pt>
                <c:pt idx="808">
                  <c:v>1.8633230000000001E-2</c:v>
                </c:pt>
                <c:pt idx="809">
                  <c:v>1.8586229999999999E-2</c:v>
                </c:pt>
                <c:pt idx="810">
                  <c:v>1.8533810000000001E-2</c:v>
                </c:pt>
                <c:pt idx="811">
                  <c:v>1.8484850000000001E-2</c:v>
                </c:pt>
                <c:pt idx="812">
                  <c:v>1.8448300000000001E-2</c:v>
                </c:pt>
                <c:pt idx="813">
                  <c:v>1.8430740000000001E-2</c:v>
                </c:pt>
                <c:pt idx="814">
                  <c:v>1.8434989999999998E-2</c:v>
                </c:pt>
                <c:pt idx="815">
                  <c:v>1.8459639999999999E-2</c:v>
                </c:pt>
                <c:pt idx="816">
                  <c:v>1.8499330000000001E-2</c:v>
                </c:pt>
                <c:pt idx="817">
                  <c:v>1.8545699999999998E-2</c:v>
                </c:pt>
                <c:pt idx="818">
                  <c:v>1.8590450000000001E-2</c:v>
                </c:pt>
                <c:pt idx="819">
                  <c:v>1.862604E-2</c:v>
                </c:pt>
                <c:pt idx="820">
                  <c:v>1.8647589999999999E-2</c:v>
                </c:pt>
                <c:pt idx="821">
                  <c:v>1.8653739999999999E-2</c:v>
                </c:pt>
                <c:pt idx="822">
                  <c:v>1.8645749999999999E-2</c:v>
                </c:pt>
                <c:pt idx="823">
                  <c:v>1.8627250000000001E-2</c:v>
                </c:pt>
                <c:pt idx="824">
                  <c:v>1.8601900000000001E-2</c:v>
                </c:pt>
                <c:pt idx="825">
                  <c:v>1.857309E-2</c:v>
                </c:pt>
                <c:pt idx="826">
                  <c:v>1.8542110000000001E-2</c:v>
                </c:pt>
                <c:pt idx="827">
                  <c:v>1.850943E-2</c:v>
                </c:pt>
                <c:pt idx="828">
                  <c:v>1.847416E-2</c:v>
                </c:pt>
                <c:pt idx="829">
                  <c:v>1.8435650000000001E-2</c:v>
                </c:pt>
                <c:pt idx="830">
                  <c:v>1.8393610000000001E-2</c:v>
                </c:pt>
                <c:pt idx="831">
                  <c:v>1.8349230000000001E-2</c:v>
                </c:pt>
                <c:pt idx="832">
                  <c:v>1.8304299999999999E-2</c:v>
                </c:pt>
                <c:pt idx="833">
                  <c:v>1.8261139999999999E-2</c:v>
                </c:pt>
                <c:pt idx="834">
                  <c:v>1.8221500000000002E-2</c:v>
                </c:pt>
                <c:pt idx="835">
                  <c:v>1.8186810000000001E-2</c:v>
                </c:pt>
                <c:pt idx="836">
                  <c:v>1.8157820000000002E-2</c:v>
                </c:pt>
                <c:pt idx="837">
                  <c:v>1.813478E-2</c:v>
                </c:pt>
                <c:pt idx="838">
                  <c:v>1.811751E-2</c:v>
                </c:pt>
                <c:pt idx="839">
                  <c:v>1.8105690000000001E-2</c:v>
                </c:pt>
                <c:pt idx="840">
                  <c:v>1.8098510000000002E-2</c:v>
                </c:pt>
                <c:pt idx="841">
                  <c:v>1.809436E-2</c:v>
                </c:pt>
                <c:pt idx="842">
                  <c:v>1.809098E-2</c:v>
                </c:pt>
                <c:pt idx="843">
                  <c:v>1.8085589999999999E-2</c:v>
                </c:pt>
                <c:pt idx="844">
                  <c:v>1.807512E-2</c:v>
                </c:pt>
                <c:pt idx="845">
                  <c:v>1.805764E-2</c:v>
                </c:pt>
                <c:pt idx="846">
                  <c:v>1.8031910000000002E-2</c:v>
                </c:pt>
                <c:pt idx="847">
                  <c:v>1.7998549999999999E-2</c:v>
                </c:pt>
                <c:pt idx="848">
                  <c:v>1.7959180000000002E-2</c:v>
                </c:pt>
                <c:pt idx="849">
                  <c:v>1.7916640000000001E-2</c:v>
                </c:pt>
                <c:pt idx="850">
                  <c:v>1.78741E-2</c:v>
                </c:pt>
                <c:pt idx="851">
                  <c:v>1.7835050000000002E-2</c:v>
                </c:pt>
                <c:pt idx="852">
                  <c:v>1.7802289999999998E-2</c:v>
                </c:pt>
                <c:pt idx="853">
                  <c:v>1.7778160000000001E-2</c:v>
                </c:pt>
                <c:pt idx="854">
                  <c:v>1.7763459999999998E-2</c:v>
                </c:pt>
                <c:pt idx="855">
                  <c:v>1.7757209999999999E-2</c:v>
                </c:pt>
                <c:pt idx="856">
                  <c:v>1.7756000000000001E-2</c:v>
                </c:pt>
                <c:pt idx="857">
                  <c:v>1.7754410000000002E-2</c:v>
                </c:pt>
                <c:pt idx="858">
                  <c:v>1.7746609999999999E-2</c:v>
                </c:pt>
                <c:pt idx="859">
                  <c:v>1.7727010000000001E-2</c:v>
                </c:pt>
                <c:pt idx="860">
                  <c:v>1.769312E-2</c:v>
                </c:pt>
                <c:pt idx="861">
                  <c:v>1.7645899999999999E-2</c:v>
                </c:pt>
                <c:pt idx="862">
                  <c:v>1.7590140000000001E-2</c:v>
                </c:pt>
                <c:pt idx="863">
                  <c:v>1.7533110000000001E-2</c:v>
                </c:pt>
                <c:pt idx="864">
                  <c:v>1.7481920000000001E-2</c:v>
                </c:pt>
                <c:pt idx="865">
                  <c:v>1.7440770000000001E-2</c:v>
                </c:pt>
                <c:pt idx="866">
                  <c:v>1.7409689999999998E-2</c:v>
                </c:pt>
                <c:pt idx="867">
                  <c:v>1.7384139999999999E-2</c:v>
                </c:pt>
                <c:pt idx="868">
                  <c:v>1.7356440000000001E-2</c:v>
                </c:pt>
                <c:pt idx="869">
                  <c:v>1.7319620000000001E-2</c:v>
                </c:pt>
                <c:pt idx="870">
                  <c:v>1.726948E-2</c:v>
                </c:pt>
                <c:pt idx="871">
                  <c:v>1.720667E-2</c:v>
                </c:pt>
                <c:pt idx="872">
                  <c:v>1.7136620000000002E-2</c:v>
                </c:pt>
                <c:pt idx="873">
                  <c:v>1.706732E-2</c:v>
                </c:pt>
                <c:pt idx="874">
                  <c:v>1.7006250000000001E-2</c:v>
                </c:pt>
                <c:pt idx="875">
                  <c:v>1.6958190000000001E-2</c:v>
                </c:pt>
                <c:pt idx="876">
                  <c:v>1.6922980000000001E-2</c:v>
                </c:pt>
                <c:pt idx="877">
                  <c:v>1.6896109999999999E-2</c:v>
                </c:pt>
                <c:pt idx="878">
                  <c:v>1.687075E-2</c:v>
                </c:pt>
                <c:pt idx="879">
                  <c:v>1.6840170000000002E-2</c:v>
                </c:pt>
                <c:pt idx="880">
                  <c:v>1.680063E-2</c:v>
                </c:pt>
                <c:pt idx="881">
                  <c:v>1.6751789999999999E-2</c:v>
                </c:pt>
                <c:pt idx="882">
                  <c:v>1.6697179999999999E-2</c:v>
                </c:pt>
                <c:pt idx="883">
                  <c:v>1.6642190000000001E-2</c:v>
                </c:pt>
                <c:pt idx="884">
                  <c:v>1.6592099999999999E-2</c:v>
                </c:pt>
                <c:pt idx="885">
                  <c:v>1.655038E-2</c:v>
                </c:pt>
                <c:pt idx="886">
                  <c:v>1.6517609999999999E-2</c:v>
                </c:pt>
                <c:pt idx="887">
                  <c:v>1.6491769999999999E-2</c:v>
                </c:pt>
                <c:pt idx="888">
                  <c:v>1.646943E-2</c:v>
                </c:pt>
                <c:pt idx="889">
                  <c:v>1.644727E-2</c:v>
                </c:pt>
                <c:pt idx="890">
                  <c:v>1.6423449999999999E-2</c:v>
                </c:pt>
                <c:pt idx="891">
                  <c:v>1.6398510000000002E-2</c:v>
                </c:pt>
                <c:pt idx="892">
                  <c:v>1.637446E-2</c:v>
                </c:pt>
                <c:pt idx="893">
                  <c:v>1.6355020000000001E-2</c:v>
                </c:pt>
                <c:pt idx="894">
                  <c:v>1.6343110000000001E-2</c:v>
                </c:pt>
                <c:pt idx="895">
                  <c:v>1.6340529999999999E-2</c:v>
                </c:pt>
                <c:pt idx="896">
                  <c:v>1.634648E-2</c:v>
                </c:pt>
                <c:pt idx="897">
                  <c:v>1.635791E-2</c:v>
                </c:pt>
                <c:pt idx="898">
                  <c:v>1.6370220000000001E-2</c:v>
                </c:pt>
                <c:pt idx="899">
                  <c:v>1.6378070000000002E-2</c:v>
                </c:pt>
                <c:pt idx="900">
                  <c:v>1.6377139999999998E-2</c:v>
                </c:pt>
                <c:pt idx="901">
                  <c:v>1.6364170000000001E-2</c:v>
                </c:pt>
                <c:pt idx="902">
                  <c:v>1.6337399999999998E-2</c:v>
                </c:pt>
                <c:pt idx="903">
                  <c:v>1.6296600000000001E-2</c:v>
                </c:pt>
                <c:pt idx="904">
                  <c:v>1.6242039999999999E-2</c:v>
                </c:pt>
                <c:pt idx="905">
                  <c:v>1.6175040000000002E-2</c:v>
                </c:pt>
                <c:pt idx="906">
                  <c:v>1.6097460000000001E-2</c:v>
                </c:pt>
                <c:pt idx="907">
                  <c:v>1.6012709999999999E-2</c:v>
                </c:pt>
                <c:pt idx="908">
                  <c:v>1.5926160000000002E-2</c:v>
                </c:pt>
                <c:pt idx="909">
                  <c:v>1.5844629999999998E-2</c:v>
                </c:pt>
                <c:pt idx="910">
                  <c:v>1.5775669999999999E-2</c:v>
                </c:pt>
                <c:pt idx="911">
                  <c:v>1.5725369999999999E-2</c:v>
                </c:pt>
                <c:pt idx="912">
                  <c:v>1.5696789999999999E-2</c:v>
                </c:pt>
                <c:pt idx="913">
                  <c:v>1.5688199999999999E-2</c:v>
                </c:pt>
                <c:pt idx="914">
                  <c:v>1.5693349999999998E-2</c:v>
                </c:pt>
                <c:pt idx="915">
                  <c:v>1.5702899999999999E-2</c:v>
                </c:pt>
                <c:pt idx="916">
                  <c:v>1.5707470000000001E-2</c:v>
                </c:pt>
                <c:pt idx="917">
                  <c:v>1.5700120000000001E-2</c:v>
                </c:pt>
                <c:pt idx="918">
                  <c:v>1.5678270000000001E-2</c:v>
                </c:pt>
                <c:pt idx="919">
                  <c:v>1.564426E-2</c:v>
                </c:pt>
                <c:pt idx="920">
                  <c:v>1.560253E-2</c:v>
                </c:pt>
                <c:pt idx="921">
                  <c:v>1.5557919999999999E-2</c:v>
                </c:pt>
                <c:pt idx="922">
                  <c:v>1.551283E-2</c:v>
                </c:pt>
                <c:pt idx="923">
                  <c:v>1.546554E-2</c:v>
                </c:pt>
                <c:pt idx="924">
                  <c:v>1.541212E-2</c:v>
                </c:pt>
                <c:pt idx="925">
                  <c:v>1.5348270000000001E-2</c:v>
                </c:pt>
                <c:pt idx="926">
                  <c:v>1.527187E-2</c:v>
                </c:pt>
                <c:pt idx="927">
                  <c:v>1.518532E-2</c:v>
                </c:pt>
                <c:pt idx="928">
                  <c:v>1.5095529999999999E-2</c:v>
                </c:pt>
                <c:pt idx="929">
                  <c:v>1.50118E-2</c:v>
                </c:pt>
                <c:pt idx="930">
                  <c:v>1.494324E-2</c:v>
                </c:pt>
                <c:pt idx="931">
                  <c:v>1.4895469999999999E-2</c:v>
                </c:pt>
                <c:pt idx="932">
                  <c:v>1.486883E-2</c:v>
                </c:pt>
                <c:pt idx="933">
                  <c:v>1.4858990000000001E-2</c:v>
                </c:pt>
                <c:pt idx="934">
                  <c:v>1.4858130000000001E-2</c:v>
                </c:pt>
                <c:pt idx="935">
                  <c:v>1.4858100000000001E-2</c:v>
                </c:pt>
                <c:pt idx="936">
                  <c:v>1.485179E-2</c:v>
                </c:pt>
                <c:pt idx="937">
                  <c:v>1.4835569999999999E-2</c:v>
                </c:pt>
                <c:pt idx="938">
                  <c:v>1.480866E-2</c:v>
                </c:pt>
                <c:pt idx="939">
                  <c:v>1.4772560000000001E-2</c:v>
                </c:pt>
                <c:pt idx="940">
                  <c:v>1.472906E-2</c:v>
                </c:pt>
                <c:pt idx="941">
                  <c:v>1.468012E-2</c:v>
                </c:pt>
                <c:pt idx="942">
                  <c:v>1.4627100000000001E-2</c:v>
                </c:pt>
                <c:pt idx="943">
                  <c:v>1.457111E-2</c:v>
                </c:pt>
                <c:pt idx="944">
                  <c:v>1.451293E-2</c:v>
                </c:pt>
                <c:pt idx="945">
                  <c:v>1.4454450000000001E-2</c:v>
                </c:pt>
                <c:pt idx="946">
                  <c:v>1.4397729999999999E-2</c:v>
                </c:pt>
                <c:pt idx="947">
                  <c:v>1.4345460000000001E-2</c:v>
                </c:pt>
                <c:pt idx="948">
                  <c:v>1.429982E-2</c:v>
                </c:pt>
                <c:pt idx="949">
                  <c:v>1.4262769999999999E-2</c:v>
                </c:pt>
                <c:pt idx="950">
                  <c:v>1.42352E-2</c:v>
                </c:pt>
                <c:pt idx="951">
                  <c:v>1.421682E-2</c:v>
                </c:pt>
                <c:pt idx="952">
                  <c:v>1.420603E-2</c:v>
                </c:pt>
                <c:pt idx="953">
                  <c:v>1.420018E-2</c:v>
                </c:pt>
                <c:pt idx="954">
                  <c:v>1.419525E-2</c:v>
                </c:pt>
                <c:pt idx="955">
                  <c:v>1.4187409999999999E-2</c:v>
                </c:pt>
                <c:pt idx="956">
                  <c:v>1.417296E-2</c:v>
                </c:pt>
                <c:pt idx="957">
                  <c:v>1.414996E-2</c:v>
                </c:pt>
                <c:pt idx="958">
                  <c:v>1.4118840000000001E-2</c:v>
                </c:pt>
                <c:pt idx="959">
                  <c:v>1.4082020000000001E-2</c:v>
                </c:pt>
                <c:pt idx="960">
                  <c:v>1.4043480000000001E-2</c:v>
                </c:pt>
                <c:pt idx="961">
                  <c:v>1.400741E-2</c:v>
                </c:pt>
                <c:pt idx="962">
                  <c:v>1.397637E-2</c:v>
                </c:pt>
                <c:pt idx="963">
                  <c:v>1.395068E-2</c:v>
                </c:pt>
                <c:pt idx="964">
                  <c:v>1.392792E-2</c:v>
                </c:pt>
                <c:pt idx="965">
                  <c:v>1.390394E-2</c:v>
                </c:pt>
                <c:pt idx="966">
                  <c:v>1.387421E-2</c:v>
                </c:pt>
                <c:pt idx="967">
                  <c:v>1.383562E-2</c:v>
                </c:pt>
                <c:pt idx="968">
                  <c:v>1.378712E-2</c:v>
                </c:pt>
                <c:pt idx="969">
                  <c:v>1.37299E-2</c:v>
                </c:pt>
                <c:pt idx="970">
                  <c:v>1.366712E-2</c:v>
                </c:pt>
                <c:pt idx="971">
                  <c:v>1.3602090000000001E-2</c:v>
                </c:pt>
                <c:pt idx="972">
                  <c:v>1.353816E-2</c:v>
                </c:pt>
                <c:pt idx="973">
                  <c:v>1.347783E-2</c:v>
                </c:pt>
                <c:pt idx="974">
                  <c:v>1.342264E-2</c:v>
                </c:pt>
                <c:pt idx="975">
                  <c:v>1.337408E-2</c:v>
                </c:pt>
                <c:pt idx="976">
                  <c:v>1.3332460000000001E-2</c:v>
                </c:pt>
                <c:pt idx="977">
                  <c:v>1.329789E-2</c:v>
                </c:pt>
                <c:pt idx="978">
                  <c:v>1.326885E-2</c:v>
                </c:pt>
                <c:pt idx="979">
                  <c:v>1.3242749999999999E-2</c:v>
                </c:pt>
                <c:pt idx="980">
                  <c:v>1.32157E-2</c:v>
                </c:pt>
                <c:pt idx="981">
                  <c:v>1.3183490000000001E-2</c:v>
                </c:pt>
                <c:pt idx="982">
                  <c:v>1.314329E-2</c:v>
                </c:pt>
                <c:pt idx="983">
                  <c:v>1.3094450000000001E-2</c:v>
                </c:pt>
                <c:pt idx="984">
                  <c:v>1.303907E-2</c:v>
                </c:pt>
                <c:pt idx="985">
                  <c:v>1.2981670000000001E-2</c:v>
                </c:pt>
                <c:pt idx="986">
                  <c:v>1.292747E-2</c:v>
                </c:pt>
                <c:pt idx="987">
                  <c:v>1.2880839999999999E-2</c:v>
                </c:pt>
                <c:pt idx="988">
                  <c:v>1.284364E-2</c:v>
                </c:pt>
                <c:pt idx="989">
                  <c:v>1.281504E-2</c:v>
                </c:pt>
                <c:pt idx="990">
                  <c:v>1.2791800000000001E-2</c:v>
                </c:pt>
                <c:pt idx="991">
                  <c:v>1.276979E-2</c:v>
                </c:pt>
                <c:pt idx="992">
                  <c:v>1.2745319999999999E-2</c:v>
                </c:pt>
                <c:pt idx="993">
                  <c:v>1.2716659999999999E-2</c:v>
                </c:pt>
                <c:pt idx="994">
                  <c:v>1.268354E-2</c:v>
                </c:pt>
                <c:pt idx="995">
                  <c:v>1.2647E-2</c:v>
                </c:pt>
                <c:pt idx="996">
                  <c:v>1.2608690000000001E-2</c:v>
                </c:pt>
                <c:pt idx="997">
                  <c:v>1.2569260000000001E-2</c:v>
                </c:pt>
                <c:pt idx="998">
                  <c:v>1.252868E-2</c:v>
                </c:pt>
                <c:pt idx="999">
                  <c:v>1.248618E-2</c:v>
                </c:pt>
                <c:pt idx="1000">
                  <c:v>1.244107E-2</c:v>
                </c:pt>
                <c:pt idx="1001">
                  <c:v>1.2393410000000001E-2</c:v>
                </c:pt>
                <c:pt idx="1002">
                  <c:v>1.234411E-2</c:v>
                </c:pt>
                <c:pt idx="1003">
                  <c:v>1.229503E-2</c:v>
                </c:pt>
                <c:pt idx="1004">
                  <c:v>1.224802E-2</c:v>
                </c:pt>
                <c:pt idx="1005">
                  <c:v>1.2204949999999999E-2</c:v>
                </c:pt>
                <c:pt idx="1006">
                  <c:v>1.216661E-2</c:v>
                </c:pt>
                <c:pt idx="1007">
                  <c:v>1.2132739999999999E-2</c:v>
                </c:pt>
                <c:pt idx="1008">
                  <c:v>1.2102109999999999E-2</c:v>
                </c:pt>
                <c:pt idx="1009">
                  <c:v>1.2073250000000001E-2</c:v>
                </c:pt>
                <c:pt idx="1010">
                  <c:v>1.2044330000000001E-2</c:v>
                </c:pt>
                <c:pt idx="1011">
                  <c:v>1.201381E-2</c:v>
                </c:pt>
                <c:pt idx="1012">
                  <c:v>1.1980910000000001E-2</c:v>
                </c:pt>
                <c:pt idx="1013">
                  <c:v>1.194538E-2</c:v>
                </c:pt>
                <c:pt idx="1014">
                  <c:v>1.1907610000000001E-2</c:v>
                </c:pt>
                <c:pt idx="1015">
                  <c:v>1.1868719999999999E-2</c:v>
                </c:pt>
                <c:pt idx="1016">
                  <c:v>1.182977E-2</c:v>
                </c:pt>
                <c:pt idx="1017">
                  <c:v>1.1791640000000001E-2</c:v>
                </c:pt>
                <c:pt idx="1018">
                  <c:v>1.175463E-2</c:v>
                </c:pt>
                <c:pt idx="1019">
                  <c:v>1.1718040000000001E-2</c:v>
                </c:pt>
                <c:pt idx="1020">
                  <c:v>1.16807E-2</c:v>
                </c:pt>
                <c:pt idx="1021">
                  <c:v>1.164104E-2</c:v>
                </c:pt>
                <c:pt idx="1022">
                  <c:v>1.1597959999999999E-2</c:v>
                </c:pt>
                <c:pt idx="1023">
                  <c:v>1.1551540000000001E-2</c:v>
                </c:pt>
                <c:pt idx="1024">
                  <c:v>1.1502750000000001E-2</c:v>
                </c:pt>
                <c:pt idx="1025">
                  <c:v>1.145322E-2</c:v>
                </c:pt>
                <c:pt idx="1026">
                  <c:v>1.140528E-2</c:v>
                </c:pt>
                <c:pt idx="1027">
                  <c:v>1.135998E-2</c:v>
                </c:pt>
                <c:pt idx="1028">
                  <c:v>1.131774E-2</c:v>
                </c:pt>
                <c:pt idx="1029">
                  <c:v>1.1277199999999999E-2</c:v>
                </c:pt>
                <c:pt idx="1030">
                  <c:v>1.123701E-2</c:v>
                </c:pt>
                <c:pt idx="1031">
                  <c:v>1.1195220000000001E-2</c:v>
                </c:pt>
                <c:pt idx="1032">
                  <c:v>1.1151019999999999E-2</c:v>
                </c:pt>
                <c:pt idx="1033">
                  <c:v>1.1104660000000001E-2</c:v>
                </c:pt>
                <c:pt idx="1034">
                  <c:v>1.1057269999999999E-2</c:v>
                </c:pt>
                <c:pt idx="1035">
                  <c:v>1.101068E-2</c:v>
                </c:pt>
                <c:pt idx="1036">
                  <c:v>1.096667E-2</c:v>
                </c:pt>
                <c:pt idx="1037">
                  <c:v>1.0926369999999999E-2</c:v>
                </c:pt>
                <c:pt idx="1038">
                  <c:v>1.089039E-2</c:v>
                </c:pt>
                <c:pt idx="1039">
                  <c:v>1.085849E-2</c:v>
                </c:pt>
                <c:pt idx="1040">
                  <c:v>1.0830050000000001E-2</c:v>
                </c:pt>
                <c:pt idx="1041">
                  <c:v>1.0804100000000001E-2</c:v>
                </c:pt>
                <c:pt idx="1042">
                  <c:v>1.077944E-2</c:v>
                </c:pt>
                <c:pt idx="1043">
                  <c:v>1.075458E-2</c:v>
                </c:pt>
                <c:pt idx="1044">
                  <c:v>1.0727810000000001E-2</c:v>
                </c:pt>
                <c:pt idx="1045">
                  <c:v>1.069779E-2</c:v>
                </c:pt>
                <c:pt idx="1046">
                  <c:v>1.066315E-2</c:v>
                </c:pt>
                <c:pt idx="1047">
                  <c:v>1.062448E-2</c:v>
                </c:pt>
                <c:pt idx="1048">
                  <c:v>1.058305E-2</c:v>
                </c:pt>
                <c:pt idx="1049">
                  <c:v>1.054133E-2</c:v>
                </c:pt>
                <c:pt idx="1050">
                  <c:v>1.0502360000000001E-2</c:v>
                </c:pt>
                <c:pt idx="1051">
                  <c:v>1.0468109999999999E-2</c:v>
                </c:pt>
                <c:pt idx="1052">
                  <c:v>1.043939E-2</c:v>
                </c:pt>
                <c:pt idx="1053">
                  <c:v>1.0415229999999999E-2</c:v>
                </c:pt>
                <c:pt idx="1054">
                  <c:v>1.0393339999999999E-2</c:v>
                </c:pt>
                <c:pt idx="1055">
                  <c:v>1.0370870000000001E-2</c:v>
                </c:pt>
                <c:pt idx="1056">
                  <c:v>1.034563E-2</c:v>
                </c:pt>
                <c:pt idx="1057">
                  <c:v>1.031641E-2</c:v>
                </c:pt>
                <c:pt idx="1058">
                  <c:v>1.0284079999999999E-2</c:v>
                </c:pt>
                <c:pt idx="1059">
                  <c:v>1.024978E-2</c:v>
                </c:pt>
                <c:pt idx="1060">
                  <c:v>1.021562E-2</c:v>
                </c:pt>
                <c:pt idx="1061">
                  <c:v>1.018292E-2</c:v>
                </c:pt>
                <c:pt idx="1062">
                  <c:v>1.015215E-2</c:v>
                </c:pt>
                <c:pt idx="1063">
                  <c:v>1.012278E-2</c:v>
                </c:pt>
                <c:pt idx="1064">
                  <c:v>1.0093889999999999E-2</c:v>
                </c:pt>
                <c:pt idx="1065">
                  <c:v>1.006452E-2</c:v>
                </c:pt>
                <c:pt idx="1066">
                  <c:v>1.0034100000000001E-2</c:v>
                </c:pt>
                <c:pt idx="1067">
                  <c:v>1.0002799999999999E-2</c:v>
                </c:pt>
                <c:pt idx="1068">
                  <c:v>9.9713070000000004E-3</c:v>
                </c:pt>
                <c:pt idx="1069">
                  <c:v>9.9404890000000003E-3</c:v>
                </c:pt>
                <c:pt idx="1070">
                  <c:v>9.9111660000000008E-3</c:v>
                </c:pt>
                <c:pt idx="1071">
                  <c:v>9.884047E-3</c:v>
                </c:pt>
                <c:pt idx="1072">
                  <c:v>9.8596420000000001E-3</c:v>
                </c:pt>
                <c:pt idx="1073">
                  <c:v>9.8379839999999993E-3</c:v>
                </c:pt>
                <c:pt idx="1074">
                  <c:v>9.8186990000000002E-3</c:v>
                </c:pt>
                <c:pt idx="1075">
                  <c:v>9.8016189999999993E-3</c:v>
                </c:pt>
                <c:pt idx="1076">
                  <c:v>9.7860959999999993E-3</c:v>
                </c:pt>
                <c:pt idx="1077">
                  <c:v>9.7713890000000001E-3</c:v>
                </c:pt>
                <c:pt idx="1078">
                  <c:v>9.7570209999999994E-3</c:v>
                </c:pt>
                <c:pt idx="1079">
                  <c:v>9.7424829999999997E-3</c:v>
                </c:pt>
                <c:pt idx="1080">
                  <c:v>9.7283530000000003E-3</c:v>
                </c:pt>
                <c:pt idx="1081">
                  <c:v>9.7149690000000004E-3</c:v>
                </c:pt>
                <c:pt idx="1082">
                  <c:v>9.7032790000000004E-3</c:v>
                </c:pt>
                <c:pt idx="1083">
                  <c:v>9.6937250000000003E-3</c:v>
                </c:pt>
                <c:pt idx="1084">
                  <c:v>9.6862370000000003E-3</c:v>
                </c:pt>
                <c:pt idx="1085">
                  <c:v>9.6800029999999995E-3</c:v>
                </c:pt>
                <c:pt idx="1086">
                  <c:v>9.6737690000000005E-3</c:v>
                </c:pt>
                <c:pt idx="1087">
                  <c:v>9.6660110000000004E-3</c:v>
                </c:pt>
                <c:pt idx="1088">
                  <c:v>9.6557450000000003E-3</c:v>
                </c:pt>
                <c:pt idx="1089">
                  <c:v>9.6425669999999995E-3</c:v>
                </c:pt>
                <c:pt idx="1090">
                  <c:v>9.6271859999999994E-3</c:v>
                </c:pt>
                <c:pt idx="1091">
                  <c:v>9.6109590000000005E-3</c:v>
                </c:pt>
                <c:pt idx="1092">
                  <c:v>9.5952750000000003E-3</c:v>
                </c:pt>
                <c:pt idx="1093">
                  <c:v>9.5816579999999998E-3</c:v>
                </c:pt>
                <c:pt idx="1094">
                  <c:v>9.5707850000000001E-3</c:v>
                </c:pt>
                <c:pt idx="1095">
                  <c:v>9.5633320000000008E-3</c:v>
                </c:pt>
                <c:pt idx="1096">
                  <c:v>9.5589290000000007E-3</c:v>
                </c:pt>
                <c:pt idx="1097">
                  <c:v>9.5574049999999997E-3</c:v>
                </c:pt>
                <c:pt idx="1098">
                  <c:v>9.5582189999999997E-3</c:v>
                </c:pt>
                <c:pt idx="1099">
                  <c:v>9.5606230000000007E-3</c:v>
                </c:pt>
                <c:pt idx="1100">
                  <c:v>9.5635700000000004E-3</c:v>
                </c:pt>
                <c:pt idx="1101">
                  <c:v>9.5660759999999997E-3</c:v>
                </c:pt>
                <c:pt idx="1102">
                  <c:v>9.5671599999999999E-3</c:v>
                </c:pt>
                <c:pt idx="1103">
                  <c:v>9.5657380000000007E-3</c:v>
                </c:pt>
                <c:pt idx="1104">
                  <c:v>9.5618089999999992E-3</c:v>
                </c:pt>
                <c:pt idx="1105">
                  <c:v>9.5556100000000008E-3</c:v>
                </c:pt>
                <c:pt idx="1106">
                  <c:v>9.5482259999999999E-3</c:v>
                </c:pt>
                <c:pt idx="1107">
                  <c:v>9.5408079999999996E-3</c:v>
                </c:pt>
                <c:pt idx="1108">
                  <c:v>9.5346449999999996E-3</c:v>
                </c:pt>
                <c:pt idx="1109">
                  <c:v>9.5302419999999995E-3</c:v>
                </c:pt>
                <c:pt idx="1110">
                  <c:v>9.5279049999999997E-3</c:v>
                </c:pt>
                <c:pt idx="1111">
                  <c:v>9.5275310000000005E-3</c:v>
                </c:pt>
                <c:pt idx="1112">
                  <c:v>9.5290219999999998E-3</c:v>
                </c:pt>
                <c:pt idx="1113">
                  <c:v>9.5322059999999997E-3</c:v>
                </c:pt>
                <c:pt idx="1114">
                  <c:v>9.5373880000000008E-3</c:v>
                </c:pt>
                <c:pt idx="1115">
                  <c:v>9.5444999999999992E-3</c:v>
                </c:pt>
                <c:pt idx="1116">
                  <c:v>9.553476E-3</c:v>
                </c:pt>
                <c:pt idx="1117">
                  <c:v>9.5637729999999994E-3</c:v>
                </c:pt>
                <c:pt idx="1118">
                  <c:v>9.5746459999999992E-3</c:v>
                </c:pt>
                <c:pt idx="1119">
                  <c:v>9.5854180000000001E-3</c:v>
                </c:pt>
                <c:pt idx="1120">
                  <c:v>9.5954109999999999E-3</c:v>
                </c:pt>
                <c:pt idx="1121">
                  <c:v>9.6046240000000008E-3</c:v>
                </c:pt>
                <c:pt idx="1122">
                  <c:v>9.6139740000000008E-3</c:v>
                </c:pt>
                <c:pt idx="1123">
                  <c:v>9.6243059999999991E-3</c:v>
                </c:pt>
                <c:pt idx="1124">
                  <c:v>9.6362310000000003E-3</c:v>
                </c:pt>
                <c:pt idx="1125">
                  <c:v>9.6496459999999996E-3</c:v>
                </c:pt>
                <c:pt idx="1126">
                  <c:v>9.6639099999999995E-3</c:v>
                </c:pt>
                <c:pt idx="1127">
                  <c:v>9.6773599999999994E-3</c:v>
                </c:pt>
                <c:pt idx="1128">
                  <c:v>9.6882700000000006E-3</c:v>
                </c:pt>
                <c:pt idx="1129">
                  <c:v>9.6956899999999999E-3</c:v>
                </c:pt>
                <c:pt idx="1130">
                  <c:v>9.6994170000000001E-3</c:v>
                </c:pt>
                <c:pt idx="1131">
                  <c:v>9.7003320000000007E-3</c:v>
                </c:pt>
                <c:pt idx="1132">
                  <c:v>9.700027E-3</c:v>
                </c:pt>
                <c:pt idx="1133">
                  <c:v>9.7007039999999992E-3</c:v>
                </c:pt>
                <c:pt idx="1134">
                  <c:v>9.7038220000000008E-3</c:v>
                </c:pt>
                <c:pt idx="1135">
                  <c:v>9.7106659999999997E-3</c:v>
                </c:pt>
                <c:pt idx="1136">
                  <c:v>9.7217459999999999E-3</c:v>
                </c:pt>
                <c:pt idx="1137">
                  <c:v>9.7365869999999997E-3</c:v>
                </c:pt>
                <c:pt idx="1138">
                  <c:v>9.7549200000000003E-3</c:v>
                </c:pt>
                <c:pt idx="1139">
                  <c:v>9.7758970000000004E-3</c:v>
                </c:pt>
                <c:pt idx="1140">
                  <c:v>9.7990760000000003E-3</c:v>
                </c:pt>
                <c:pt idx="1141">
                  <c:v>9.8235119999999995E-3</c:v>
                </c:pt>
                <c:pt idx="1142">
                  <c:v>9.8485589999999998E-3</c:v>
                </c:pt>
                <c:pt idx="1143">
                  <c:v>9.8733699999999994E-3</c:v>
                </c:pt>
                <c:pt idx="1144">
                  <c:v>9.8971990000000006E-3</c:v>
                </c:pt>
                <c:pt idx="1145">
                  <c:v>9.9195050000000003E-3</c:v>
                </c:pt>
                <c:pt idx="1146">
                  <c:v>9.9402520000000001E-3</c:v>
                </c:pt>
                <c:pt idx="1147">
                  <c:v>9.9597799999999997E-3</c:v>
                </c:pt>
                <c:pt idx="1148">
                  <c:v>9.9789349999999995E-3</c:v>
                </c:pt>
                <c:pt idx="1149">
                  <c:v>9.9987349999999999E-3</c:v>
                </c:pt>
                <c:pt idx="1150">
                  <c:v>1.0020060000000001E-2</c:v>
                </c:pt>
                <c:pt idx="1151">
                  <c:v>1.00439E-2</c:v>
                </c:pt>
                <c:pt idx="1152">
                  <c:v>1.007035E-2</c:v>
                </c:pt>
                <c:pt idx="1153">
                  <c:v>1.009941E-2</c:v>
                </c:pt>
                <c:pt idx="1154">
                  <c:v>1.0130719999999999E-2</c:v>
                </c:pt>
                <c:pt idx="1155">
                  <c:v>1.0163480000000001E-2</c:v>
                </c:pt>
                <c:pt idx="1156">
                  <c:v>1.019655E-2</c:v>
                </c:pt>
                <c:pt idx="1157">
                  <c:v>1.022902E-2</c:v>
                </c:pt>
                <c:pt idx="1158">
                  <c:v>1.0259620000000001E-2</c:v>
                </c:pt>
                <c:pt idx="1159">
                  <c:v>1.028781E-2</c:v>
                </c:pt>
                <c:pt idx="1160">
                  <c:v>1.03137E-2</c:v>
                </c:pt>
                <c:pt idx="1161">
                  <c:v>1.0337590000000001E-2</c:v>
                </c:pt>
                <c:pt idx="1162">
                  <c:v>1.03611E-2</c:v>
                </c:pt>
                <c:pt idx="1163">
                  <c:v>1.038567E-2</c:v>
                </c:pt>
                <c:pt idx="1164">
                  <c:v>1.041285E-2</c:v>
                </c:pt>
                <c:pt idx="1165">
                  <c:v>1.044367E-2</c:v>
                </c:pt>
                <c:pt idx="1166">
                  <c:v>1.047799E-2</c:v>
                </c:pt>
                <c:pt idx="1167">
                  <c:v>1.051505E-2</c:v>
                </c:pt>
                <c:pt idx="1168">
                  <c:v>1.055335E-2</c:v>
                </c:pt>
                <c:pt idx="1169">
                  <c:v>1.0591100000000001E-2</c:v>
                </c:pt>
                <c:pt idx="1170">
                  <c:v>1.062723E-2</c:v>
                </c:pt>
                <c:pt idx="1171">
                  <c:v>1.066139E-2</c:v>
                </c:pt>
                <c:pt idx="1172">
                  <c:v>1.069405E-2</c:v>
                </c:pt>
                <c:pt idx="1173">
                  <c:v>1.0726930000000001E-2</c:v>
                </c:pt>
                <c:pt idx="1174">
                  <c:v>1.0761710000000001E-2</c:v>
                </c:pt>
                <c:pt idx="1175">
                  <c:v>1.080006E-2</c:v>
                </c:pt>
                <c:pt idx="1176">
                  <c:v>1.0842620000000001E-2</c:v>
                </c:pt>
                <c:pt idx="1177">
                  <c:v>1.0889329999999999E-2</c:v>
                </c:pt>
                <c:pt idx="1178">
                  <c:v>1.093945E-2</c:v>
                </c:pt>
                <c:pt idx="1179">
                  <c:v>1.0991269999999999E-2</c:v>
                </c:pt>
                <c:pt idx="1180">
                  <c:v>1.10432E-2</c:v>
                </c:pt>
                <c:pt idx="1181">
                  <c:v>1.109398E-2</c:v>
                </c:pt>
                <c:pt idx="1182">
                  <c:v>1.1143200000000001E-2</c:v>
                </c:pt>
                <c:pt idx="1183">
                  <c:v>1.119094E-2</c:v>
                </c:pt>
                <c:pt idx="1184">
                  <c:v>1.123792E-2</c:v>
                </c:pt>
                <c:pt idx="1185">
                  <c:v>1.1284880000000001E-2</c:v>
                </c:pt>
                <c:pt idx="1186">
                  <c:v>1.133263E-2</c:v>
                </c:pt>
                <c:pt idx="1187">
                  <c:v>1.138161E-2</c:v>
                </c:pt>
                <c:pt idx="1188">
                  <c:v>1.1431480000000001E-2</c:v>
                </c:pt>
                <c:pt idx="1189">
                  <c:v>1.14822E-2</c:v>
                </c:pt>
                <c:pt idx="1190">
                  <c:v>1.1533170000000001E-2</c:v>
                </c:pt>
                <c:pt idx="1191">
                  <c:v>1.1584280000000001E-2</c:v>
                </c:pt>
                <c:pt idx="1192">
                  <c:v>1.16355E-2</c:v>
                </c:pt>
                <c:pt idx="1193">
                  <c:v>1.1687029999999999E-2</c:v>
                </c:pt>
                <c:pt idx="1194">
                  <c:v>1.173941E-2</c:v>
                </c:pt>
                <c:pt idx="1195">
                  <c:v>1.179266E-2</c:v>
                </c:pt>
                <c:pt idx="1196">
                  <c:v>1.1846489999999999E-2</c:v>
                </c:pt>
                <c:pt idx="1197">
                  <c:v>1.1900559999999999E-2</c:v>
                </c:pt>
                <c:pt idx="1198">
                  <c:v>1.195441E-2</c:v>
                </c:pt>
                <c:pt idx="1199">
                  <c:v>1.2007749999999999E-2</c:v>
                </c:pt>
                <c:pt idx="1200">
                  <c:v>1.206072E-2</c:v>
                </c:pt>
                <c:pt idx="1201">
                  <c:v>1.211397E-2</c:v>
                </c:pt>
                <c:pt idx="1202">
                  <c:v>1.2168689999999999E-2</c:v>
                </c:pt>
                <c:pt idx="1203">
                  <c:v>1.222591E-2</c:v>
                </c:pt>
                <c:pt idx="1204">
                  <c:v>1.2286160000000001E-2</c:v>
                </c:pt>
                <c:pt idx="1205">
                  <c:v>1.2349870000000001E-2</c:v>
                </c:pt>
                <c:pt idx="1206">
                  <c:v>1.2416760000000001E-2</c:v>
                </c:pt>
                <c:pt idx="1207">
                  <c:v>1.248605E-2</c:v>
                </c:pt>
                <c:pt idx="1208">
                  <c:v>1.2556950000000001E-2</c:v>
                </c:pt>
                <c:pt idx="1209">
                  <c:v>1.2628749999999999E-2</c:v>
                </c:pt>
                <c:pt idx="1210">
                  <c:v>1.2700970000000001E-2</c:v>
                </c:pt>
                <c:pt idx="1211">
                  <c:v>1.277324E-2</c:v>
                </c:pt>
                <c:pt idx="1212">
                  <c:v>1.2845509999999999E-2</c:v>
                </c:pt>
                <c:pt idx="1213">
                  <c:v>1.2917909999999999E-2</c:v>
                </c:pt>
                <c:pt idx="1214">
                  <c:v>1.299052E-2</c:v>
                </c:pt>
                <c:pt idx="1215">
                  <c:v>1.306362E-2</c:v>
                </c:pt>
                <c:pt idx="1216">
                  <c:v>1.3137619999999999E-2</c:v>
                </c:pt>
                <c:pt idx="1217">
                  <c:v>1.3213030000000001E-2</c:v>
                </c:pt>
                <c:pt idx="1218">
                  <c:v>1.329047E-2</c:v>
                </c:pt>
                <c:pt idx="1219">
                  <c:v>1.337005E-2</c:v>
                </c:pt>
                <c:pt idx="1220">
                  <c:v>1.3451589999999999E-2</c:v>
                </c:pt>
                <c:pt idx="1221">
                  <c:v>1.3533959999999999E-2</c:v>
                </c:pt>
                <c:pt idx="1222">
                  <c:v>1.361621E-2</c:v>
                </c:pt>
                <c:pt idx="1223">
                  <c:v>1.36969E-2</c:v>
                </c:pt>
                <c:pt idx="1224">
                  <c:v>1.377508E-2</c:v>
                </c:pt>
                <c:pt idx="1225">
                  <c:v>1.3850640000000001E-2</c:v>
                </c:pt>
                <c:pt idx="1226">
                  <c:v>1.39244E-2</c:v>
                </c:pt>
                <c:pt idx="1227">
                  <c:v>1.3997860000000001E-2</c:v>
                </c:pt>
                <c:pt idx="1228">
                  <c:v>1.407281E-2</c:v>
                </c:pt>
                <c:pt idx="1229">
                  <c:v>1.415047E-2</c:v>
                </c:pt>
                <c:pt idx="1230">
                  <c:v>1.42314E-2</c:v>
                </c:pt>
                <c:pt idx="1231">
                  <c:v>1.4314779999999999E-2</c:v>
                </c:pt>
                <c:pt idx="1232">
                  <c:v>1.439913E-2</c:v>
                </c:pt>
                <c:pt idx="1233">
                  <c:v>1.448264E-2</c:v>
                </c:pt>
                <c:pt idx="1234">
                  <c:v>1.4563710000000001E-2</c:v>
                </c:pt>
                <c:pt idx="1235">
                  <c:v>1.464183E-2</c:v>
                </c:pt>
                <c:pt idx="1236">
                  <c:v>1.471772E-2</c:v>
                </c:pt>
                <c:pt idx="1237">
                  <c:v>1.47934E-2</c:v>
                </c:pt>
                <c:pt idx="1238">
                  <c:v>1.487116E-2</c:v>
                </c:pt>
                <c:pt idx="1239">
                  <c:v>1.49535E-2</c:v>
                </c:pt>
                <c:pt idx="1240">
                  <c:v>1.5041850000000001E-2</c:v>
                </c:pt>
                <c:pt idx="1241">
                  <c:v>1.513629E-2</c:v>
                </c:pt>
                <c:pt idx="1242">
                  <c:v>1.523535E-2</c:v>
                </c:pt>
                <c:pt idx="1243">
                  <c:v>1.5336529999999999E-2</c:v>
                </c:pt>
                <c:pt idx="1244">
                  <c:v>1.5436699999999999E-2</c:v>
                </c:pt>
                <c:pt idx="1245">
                  <c:v>1.553305E-2</c:v>
                </c:pt>
                <c:pt idx="1246">
                  <c:v>1.562376E-2</c:v>
                </c:pt>
                <c:pt idx="1247">
                  <c:v>1.570833E-2</c:v>
                </c:pt>
                <c:pt idx="1248">
                  <c:v>1.578769E-2</c:v>
                </c:pt>
                <c:pt idx="1249">
                  <c:v>1.5863499999999999E-2</c:v>
                </c:pt>
                <c:pt idx="1250">
                  <c:v>1.5937699999999999E-2</c:v>
                </c:pt>
                <c:pt idx="1251">
                  <c:v>1.6012060000000002E-2</c:v>
                </c:pt>
                <c:pt idx="1252">
                  <c:v>1.6087730000000001E-2</c:v>
                </c:pt>
                <c:pt idx="1253">
                  <c:v>1.616486E-2</c:v>
                </c:pt>
                <c:pt idx="1254">
                  <c:v>1.624304E-2</c:v>
                </c:pt>
                <c:pt idx="1255">
                  <c:v>1.6321510000000001E-2</c:v>
                </c:pt>
                <c:pt idx="1256">
                  <c:v>1.6399609999999998E-2</c:v>
                </c:pt>
                <c:pt idx="1257">
                  <c:v>1.647645E-2</c:v>
                </c:pt>
                <c:pt idx="1258">
                  <c:v>1.6551900000000001E-2</c:v>
                </c:pt>
                <c:pt idx="1259">
                  <c:v>1.6625560000000001E-2</c:v>
                </c:pt>
                <c:pt idx="1260">
                  <c:v>1.6697210000000001E-2</c:v>
                </c:pt>
                <c:pt idx="1261">
                  <c:v>1.6767009999999999E-2</c:v>
                </c:pt>
                <c:pt idx="1262">
                  <c:v>1.683486E-2</c:v>
                </c:pt>
                <c:pt idx="1263">
                  <c:v>1.690096E-2</c:v>
                </c:pt>
                <c:pt idx="1264">
                  <c:v>1.6965629999999999E-2</c:v>
                </c:pt>
                <c:pt idx="1265">
                  <c:v>1.7029510000000001E-2</c:v>
                </c:pt>
                <c:pt idx="1266">
                  <c:v>1.7092920000000001E-2</c:v>
                </c:pt>
                <c:pt idx="1267">
                  <c:v>1.71562E-2</c:v>
                </c:pt>
                <c:pt idx="1268">
                  <c:v>1.7219459999999999E-2</c:v>
                </c:pt>
                <c:pt idx="1269">
                  <c:v>1.7282550000000001E-2</c:v>
                </c:pt>
                <c:pt idx="1270">
                  <c:v>1.7345309999999999E-2</c:v>
                </c:pt>
                <c:pt idx="1271">
                  <c:v>1.7408E-2</c:v>
                </c:pt>
                <c:pt idx="1272">
                  <c:v>1.7470570000000001E-2</c:v>
                </c:pt>
                <c:pt idx="1273">
                  <c:v>1.7533460000000001E-2</c:v>
                </c:pt>
                <c:pt idx="1274">
                  <c:v>1.7596669999999998E-2</c:v>
                </c:pt>
                <c:pt idx="1275">
                  <c:v>1.766005E-2</c:v>
                </c:pt>
                <c:pt idx="1276">
                  <c:v>1.7722760000000001E-2</c:v>
                </c:pt>
                <c:pt idx="1277">
                  <c:v>1.778399E-2</c:v>
                </c:pt>
                <c:pt idx="1278">
                  <c:v>1.7842159999999999E-2</c:v>
                </c:pt>
                <c:pt idx="1279">
                  <c:v>1.7897059999999999E-2</c:v>
                </c:pt>
                <c:pt idx="1280">
                  <c:v>1.794809E-2</c:v>
                </c:pt>
                <c:pt idx="1281">
                  <c:v>1.7995819999999999E-2</c:v>
                </c:pt>
                <c:pt idx="1282">
                  <c:v>1.80412E-2</c:v>
                </c:pt>
                <c:pt idx="1283">
                  <c:v>1.8084759999999998E-2</c:v>
                </c:pt>
                <c:pt idx="1284">
                  <c:v>1.8127319999999999E-2</c:v>
                </c:pt>
                <c:pt idx="1285">
                  <c:v>1.8168360000000001E-2</c:v>
                </c:pt>
                <c:pt idx="1286">
                  <c:v>1.820778E-2</c:v>
                </c:pt>
                <c:pt idx="1287">
                  <c:v>1.8245239999999999E-2</c:v>
                </c:pt>
                <c:pt idx="1288">
                  <c:v>1.8281209999999999E-2</c:v>
                </c:pt>
                <c:pt idx="1289">
                  <c:v>1.8316539999999999E-2</c:v>
                </c:pt>
                <c:pt idx="1290">
                  <c:v>1.8353100000000001E-2</c:v>
                </c:pt>
                <c:pt idx="1291">
                  <c:v>1.8392329999999998E-2</c:v>
                </c:pt>
                <c:pt idx="1292">
                  <c:v>1.8435030000000002E-2</c:v>
                </c:pt>
                <c:pt idx="1293">
                  <c:v>1.8480799999999999E-2</c:v>
                </c:pt>
                <c:pt idx="1294">
                  <c:v>1.8528280000000001E-2</c:v>
                </c:pt>
                <c:pt idx="1295">
                  <c:v>1.857468E-2</c:v>
                </c:pt>
                <c:pt idx="1296">
                  <c:v>1.861763E-2</c:v>
                </c:pt>
                <c:pt idx="1297">
                  <c:v>1.86553E-2</c:v>
                </c:pt>
                <c:pt idx="1298">
                  <c:v>1.8687329999999999E-2</c:v>
                </c:pt>
                <c:pt idx="1299">
                  <c:v>1.8714379999999999E-2</c:v>
                </c:pt>
                <c:pt idx="1300">
                  <c:v>1.8738350000000001E-2</c:v>
                </c:pt>
                <c:pt idx="1301">
                  <c:v>1.876125E-2</c:v>
                </c:pt>
                <c:pt idx="1302">
                  <c:v>1.8784889999999999E-2</c:v>
                </c:pt>
                <c:pt idx="1303">
                  <c:v>1.8810009999999999E-2</c:v>
                </c:pt>
                <c:pt idx="1304">
                  <c:v>1.883634E-2</c:v>
                </c:pt>
                <c:pt idx="1305">
                  <c:v>1.8862980000000001E-2</c:v>
                </c:pt>
                <c:pt idx="1306">
                  <c:v>1.888838E-2</c:v>
                </c:pt>
                <c:pt idx="1307">
                  <c:v>1.891081E-2</c:v>
                </c:pt>
                <c:pt idx="1308">
                  <c:v>1.8929290000000001E-2</c:v>
                </c:pt>
                <c:pt idx="1309">
                  <c:v>1.8943069999999999E-2</c:v>
                </c:pt>
                <c:pt idx="1310">
                  <c:v>1.8952199999999999E-2</c:v>
                </c:pt>
                <c:pt idx="1311">
                  <c:v>1.8957709999999999E-2</c:v>
                </c:pt>
                <c:pt idx="1312">
                  <c:v>1.8960580000000001E-2</c:v>
                </c:pt>
                <c:pt idx="1313">
                  <c:v>1.8962550000000002E-2</c:v>
                </c:pt>
                <c:pt idx="1314">
                  <c:v>1.8965010000000001E-2</c:v>
                </c:pt>
                <c:pt idx="1315">
                  <c:v>1.896902E-2</c:v>
                </c:pt>
                <c:pt idx="1316">
                  <c:v>1.8975120000000002E-2</c:v>
                </c:pt>
                <c:pt idx="1317">
                  <c:v>1.8982700000000002E-2</c:v>
                </c:pt>
                <c:pt idx="1318">
                  <c:v>1.8991250000000001E-2</c:v>
                </c:pt>
                <c:pt idx="1319">
                  <c:v>1.8999829999999999E-2</c:v>
                </c:pt>
                <c:pt idx="1320">
                  <c:v>1.900814E-2</c:v>
                </c:pt>
                <c:pt idx="1321">
                  <c:v>1.9016140000000001E-2</c:v>
                </c:pt>
                <c:pt idx="1322">
                  <c:v>1.9024860000000001E-2</c:v>
                </c:pt>
                <c:pt idx="1323">
                  <c:v>1.9035110000000001E-2</c:v>
                </c:pt>
                <c:pt idx="1324">
                  <c:v>1.9047600000000001E-2</c:v>
                </c:pt>
                <c:pt idx="1325">
                  <c:v>1.9062630000000001E-2</c:v>
                </c:pt>
                <c:pt idx="1326">
                  <c:v>1.9079039999999999E-2</c:v>
                </c:pt>
                <c:pt idx="1327">
                  <c:v>1.9095210000000001E-2</c:v>
                </c:pt>
                <c:pt idx="1328">
                  <c:v>1.91092E-2</c:v>
                </c:pt>
                <c:pt idx="1329">
                  <c:v>1.9119549999999999E-2</c:v>
                </c:pt>
                <c:pt idx="1330">
                  <c:v>1.9125400000000001E-2</c:v>
                </c:pt>
                <c:pt idx="1331">
                  <c:v>1.9126959999999998E-2</c:v>
                </c:pt>
                <c:pt idx="1332">
                  <c:v>1.912544E-2</c:v>
                </c:pt>
                <c:pt idx="1333">
                  <c:v>1.912208E-2</c:v>
                </c:pt>
                <c:pt idx="1334">
                  <c:v>1.9118199999999998E-2</c:v>
                </c:pt>
                <c:pt idx="1335">
                  <c:v>1.9114740000000002E-2</c:v>
                </c:pt>
                <c:pt idx="1336">
                  <c:v>1.9111929999999999E-2</c:v>
                </c:pt>
                <c:pt idx="1337">
                  <c:v>1.910982E-2</c:v>
                </c:pt>
                <c:pt idx="1338">
                  <c:v>1.9108679999999999E-2</c:v>
                </c:pt>
                <c:pt idx="1339">
                  <c:v>1.910864E-2</c:v>
                </c:pt>
                <c:pt idx="1340">
                  <c:v>1.9109959999999999E-2</c:v>
                </c:pt>
                <c:pt idx="1341">
                  <c:v>1.911301E-2</c:v>
                </c:pt>
                <c:pt idx="1342">
                  <c:v>1.9117510000000001E-2</c:v>
                </c:pt>
                <c:pt idx="1343">
                  <c:v>1.9122799999999999E-2</c:v>
                </c:pt>
                <c:pt idx="1344">
                  <c:v>1.9127620000000001E-2</c:v>
                </c:pt>
                <c:pt idx="1345">
                  <c:v>1.913018E-2</c:v>
                </c:pt>
                <c:pt idx="1346">
                  <c:v>1.9129210000000001E-2</c:v>
                </c:pt>
                <c:pt idx="1347">
                  <c:v>1.9124019999999999E-2</c:v>
                </c:pt>
                <c:pt idx="1348">
                  <c:v>1.9114909999999999E-2</c:v>
                </c:pt>
                <c:pt idx="1349">
                  <c:v>1.910251E-2</c:v>
                </c:pt>
                <c:pt idx="1350">
                  <c:v>1.9088560000000001E-2</c:v>
                </c:pt>
                <c:pt idx="1351">
                  <c:v>1.9074299999999999E-2</c:v>
                </c:pt>
                <c:pt idx="1352">
                  <c:v>1.906062E-2</c:v>
                </c:pt>
                <c:pt idx="1353">
                  <c:v>1.9048019999999999E-2</c:v>
                </c:pt>
                <c:pt idx="1354">
                  <c:v>1.9036460000000002E-2</c:v>
                </c:pt>
                <c:pt idx="1355">
                  <c:v>1.9025520000000001E-2</c:v>
                </c:pt>
                <c:pt idx="1356">
                  <c:v>1.9014960000000001E-2</c:v>
                </c:pt>
                <c:pt idx="1357">
                  <c:v>1.900489E-2</c:v>
                </c:pt>
                <c:pt idx="1358">
                  <c:v>1.899557E-2</c:v>
                </c:pt>
                <c:pt idx="1359">
                  <c:v>1.898772E-2</c:v>
                </c:pt>
                <c:pt idx="1360">
                  <c:v>1.8981479999999998E-2</c:v>
                </c:pt>
                <c:pt idx="1361">
                  <c:v>1.8977020000000001E-2</c:v>
                </c:pt>
                <c:pt idx="1362">
                  <c:v>1.897366E-2</c:v>
                </c:pt>
                <c:pt idx="1363">
                  <c:v>1.8970509999999999E-2</c:v>
                </c:pt>
                <c:pt idx="1364">
                  <c:v>1.8966529999999999E-2</c:v>
                </c:pt>
                <c:pt idx="1365">
                  <c:v>1.8960609999999999E-2</c:v>
                </c:pt>
                <c:pt idx="1366">
                  <c:v>1.895206E-2</c:v>
                </c:pt>
                <c:pt idx="1367">
                  <c:v>1.8940780000000001E-2</c:v>
                </c:pt>
                <c:pt idx="1368">
                  <c:v>1.8926800000000001E-2</c:v>
                </c:pt>
                <c:pt idx="1369">
                  <c:v>1.89105E-2</c:v>
                </c:pt>
                <c:pt idx="1370">
                  <c:v>1.8892470000000001E-2</c:v>
                </c:pt>
                <c:pt idx="1371">
                  <c:v>1.887316E-2</c:v>
                </c:pt>
                <c:pt idx="1372">
                  <c:v>1.885295E-2</c:v>
                </c:pt>
                <c:pt idx="1373">
                  <c:v>1.883232E-2</c:v>
                </c:pt>
                <c:pt idx="1374">
                  <c:v>1.8811560000000001E-2</c:v>
                </c:pt>
                <c:pt idx="1375">
                  <c:v>1.8791249999999999E-2</c:v>
                </c:pt>
                <c:pt idx="1376">
                  <c:v>1.8771949999999999E-2</c:v>
                </c:pt>
                <c:pt idx="1377">
                  <c:v>1.8753820000000001E-2</c:v>
                </c:pt>
                <c:pt idx="1378">
                  <c:v>1.873735E-2</c:v>
                </c:pt>
                <c:pt idx="1379">
                  <c:v>1.872209E-2</c:v>
                </c:pt>
                <c:pt idx="1380">
                  <c:v>1.870784E-2</c:v>
                </c:pt>
                <c:pt idx="1381">
                  <c:v>1.8693899999999999E-2</c:v>
                </c:pt>
                <c:pt idx="1382">
                  <c:v>1.8679890000000001E-2</c:v>
                </c:pt>
                <c:pt idx="1383">
                  <c:v>1.866516E-2</c:v>
                </c:pt>
                <c:pt idx="1384">
                  <c:v>1.8649519999999999E-2</c:v>
                </c:pt>
                <c:pt idx="1385">
                  <c:v>1.8632780000000002E-2</c:v>
                </c:pt>
                <c:pt idx="1386">
                  <c:v>1.8614800000000001E-2</c:v>
                </c:pt>
                <c:pt idx="1387">
                  <c:v>1.8595500000000001E-2</c:v>
                </c:pt>
                <c:pt idx="1388">
                  <c:v>1.8574790000000001E-2</c:v>
                </c:pt>
                <c:pt idx="1389">
                  <c:v>1.8552820000000001E-2</c:v>
                </c:pt>
                <c:pt idx="1390">
                  <c:v>1.8529520000000001E-2</c:v>
                </c:pt>
                <c:pt idx="1391">
                  <c:v>1.850514E-2</c:v>
                </c:pt>
                <c:pt idx="1392">
                  <c:v>1.8479969999999998E-2</c:v>
                </c:pt>
                <c:pt idx="1393">
                  <c:v>1.845453E-2</c:v>
                </c:pt>
                <c:pt idx="1394">
                  <c:v>1.842891E-2</c:v>
                </c:pt>
                <c:pt idx="1395">
                  <c:v>1.8403289999999999E-2</c:v>
                </c:pt>
                <c:pt idx="1396">
                  <c:v>1.8377709999999998E-2</c:v>
                </c:pt>
                <c:pt idx="1397">
                  <c:v>1.83521E-2</c:v>
                </c:pt>
                <c:pt idx="1398">
                  <c:v>1.832638E-2</c:v>
                </c:pt>
                <c:pt idx="1399">
                  <c:v>1.83006E-2</c:v>
                </c:pt>
                <c:pt idx="1400">
                  <c:v>1.8275199999999998E-2</c:v>
                </c:pt>
                <c:pt idx="1401">
                  <c:v>1.8250389999999998E-2</c:v>
                </c:pt>
                <c:pt idx="1402">
                  <c:v>1.8226929999999999E-2</c:v>
                </c:pt>
                <c:pt idx="1403">
                  <c:v>1.8204950000000001E-2</c:v>
                </c:pt>
                <c:pt idx="1404">
                  <c:v>1.8184809999999999E-2</c:v>
                </c:pt>
                <c:pt idx="1405">
                  <c:v>1.8166430000000001E-2</c:v>
                </c:pt>
                <c:pt idx="1406">
                  <c:v>1.814984E-2</c:v>
                </c:pt>
                <c:pt idx="1407">
                  <c:v>1.8134609999999999E-2</c:v>
                </c:pt>
                <c:pt idx="1408">
                  <c:v>1.8120440000000002E-2</c:v>
                </c:pt>
                <c:pt idx="1409">
                  <c:v>1.810662E-2</c:v>
                </c:pt>
                <c:pt idx="1410">
                  <c:v>1.8092770000000001E-2</c:v>
                </c:pt>
                <c:pt idx="1411">
                  <c:v>1.80775E-2</c:v>
                </c:pt>
                <c:pt idx="1412">
                  <c:v>1.8060159999999999E-2</c:v>
                </c:pt>
                <c:pt idx="1413">
                  <c:v>1.8039510000000002E-2</c:v>
                </c:pt>
                <c:pt idx="1414">
                  <c:v>1.8014990000000002E-2</c:v>
                </c:pt>
                <c:pt idx="1415">
                  <c:v>1.7986390000000001E-2</c:v>
                </c:pt>
                <c:pt idx="1416">
                  <c:v>1.7954520000000002E-2</c:v>
                </c:pt>
                <c:pt idx="1417">
                  <c:v>1.7920470000000001E-2</c:v>
                </c:pt>
                <c:pt idx="1418">
                  <c:v>1.7885700000000001E-2</c:v>
                </c:pt>
                <c:pt idx="1419">
                  <c:v>1.7851479999999999E-2</c:v>
                </c:pt>
                <c:pt idx="1420">
                  <c:v>1.781862E-2</c:v>
                </c:pt>
                <c:pt idx="1421">
                  <c:v>1.7787000000000001E-2</c:v>
                </c:pt>
                <c:pt idx="1422">
                  <c:v>1.775614E-2</c:v>
                </c:pt>
                <c:pt idx="1423">
                  <c:v>1.772497E-2</c:v>
                </c:pt>
                <c:pt idx="1424">
                  <c:v>1.7692630000000001E-2</c:v>
                </c:pt>
                <c:pt idx="1425">
                  <c:v>1.7658429999999999E-2</c:v>
                </c:pt>
                <c:pt idx="1426">
                  <c:v>1.7622680000000002E-2</c:v>
                </c:pt>
                <c:pt idx="1427">
                  <c:v>1.7586310000000001E-2</c:v>
                </c:pt>
                <c:pt idx="1428">
                  <c:v>1.7550670000000001E-2</c:v>
                </c:pt>
                <c:pt idx="1429">
                  <c:v>1.7517040000000001E-2</c:v>
                </c:pt>
                <c:pt idx="1430">
                  <c:v>1.7486020000000001E-2</c:v>
                </c:pt>
                <c:pt idx="1431">
                  <c:v>1.7457810000000001E-2</c:v>
                </c:pt>
                <c:pt idx="1432">
                  <c:v>1.7431490000000001E-2</c:v>
                </c:pt>
                <c:pt idx="1433">
                  <c:v>1.740562E-2</c:v>
                </c:pt>
                <c:pt idx="1434">
                  <c:v>1.7378480000000002E-2</c:v>
                </c:pt>
                <c:pt idx="1435">
                  <c:v>1.7348479999999999E-2</c:v>
                </c:pt>
                <c:pt idx="1436">
                  <c:v>1.731479E-2</c:v>
                </c:pt>
                <c:pt idx="1437">
                  <c:v>1.72771E-2</c:v>
                </c:pt>
                <c:pt idx="1438">
                  <c:v>1.7235940000000002E-2</c:v>
                </c:pt>
                <c:pt idx="1439">
                  <c:v>1.719209E-2</c:v>
                </c:pt>
                <c:pt idx="1440">
                  <c:v>1.714686E-2</c:v>
                </c:pt>
                <c:pt idx="1441">
                  <c:v>1.7101120000000001E-2</c:v>
                </c:pt>
                <c:pt idx="1442">
                  <c:v>1.7055910000000001E-2</c:v>
                </c:pt>
                <c:pt idx="1443">
                  <c:v>1.701159E-2</c:v>
                </c:pt>
                <c:pt idx="1444">
                  <c:v>1.696887E-2</c:v>
                </c:pt>
                <c:pt idx="1445">
                  <c:v>1.6928249999999999E-2</c:v>
                </c:pt>
                <c:pt idx="1446">
                  <c:v>1.689015E-2</c:v>
                </c:pt>
                <c:pt idx="1447">
                  <c:v>1.6854910000000001E-2</c:v>
                </c:pt>
                <c:pt idx="1448">
                  <c:v>1.6822699999999999E-2</c:v>
                </c:pt>
                <c:pt idx="1449">
                  <c:v>1.679284E-2</c:v>
                </c:pt>
                <c:pt idx="1450">
                  <c:v>1.6764769999999998E-2</c:v>
                </c:pt>
                <c:pt idx="1451">
                  <c:v>1.673678E-2</c:v>
                </c:pt>
                <c:pt idx="1452">
                  <c:v>1.670744E-2</c:v>
                </c:pt>
                <c:pt idx="1453">
                  <c:v>1.667542E-2</c:v>
                </c:pt>
                <c:pt idx="1454">
                  <c:v>1.6639580000000001E-2</c:v>
                </c:pt>
                <c:pt idx="1455">
                  <c:v>1.6599679999999999E-2</c:v>
                </c:pt>
                <c:pt idx="1456">
                  <c:v>1.6555750000000001E-2</c:v>
                </c:pt>
                <c:pt idx="1457">
                  <c:v>1.6508599999999998E-2</c:v>
                </c:pt>
                <c:pt idx="1458">
                  <c:v>1.6459410000000001E-2</c:v>
                </c:pt>
                <c:pt idx="1459">
                  <c:v>1.640904E-2</c:v>
                </c:pt>
                <c:pt idx="1460">
                  <c:v>1.6358770000000002E-2</c:v>
                </c:pt>
                <c:pt idx="1461">
                  <c:v>1.6309219999999999E-2</c:v>
                </c:pt>
                <c:pt idx="1462">
                  <c:v>1.6261100000000001E-2</c:v>
                </c:pt>
                <c:pt idx="1463">
                  <c:v>1.6214490000000002E-2</c:v>
                </c:pt>
                <c:pt idx="1464">
                  <c:v>1.616923E-2</c:v>
                </c:pt>
                <c:pt idx="1465">
                  <c:v>1.6124969999999999E-2</c:v>
                </c:pt>
                <c:pt idx="1466">
                  <c:v>1.608089E-2</c:v>
                </c:pt>
                <c:pt idx="1467">
                  <c:v>1.6036189999999999E-2</c:v>
                </c:pt>
                <c:pt idx="1468">
                  <c:v>1.5989920000000001E-2</c:v>
                </c:pt>
                <c:pt idx="1469">
                  <c:v>1.594166E-2</c:v>
                </c:pt>
                <c:pt idx="1470">
                  <c:v>1.5891410000000002E-2</c:v>
                </c:pt>
                <c:pt idx="1471">
                  <c:v>1.5839619999999999E-2</c:v>
                </c:pt>
                <c:pt idx="1472">
                  <c:v>1.5786970000000001E-2</c:v>
                </c:pt>
                <c:pt idx="1473">
                  <c:v>1.5734270000000002E-2</c:v>
                </c:pt>
                <c:pt idx="1474">
                  <c:v>1.5682290000000002E-2</c:v>
                </c:pt>
                <c:pt idx="1475">
                  <c:v>1.5630999999999999E-2</c:v>
                </c:pt>
                <c:pt idx="1476">
                  <c:v>1.5580689999999999E-2</c:v>
                </c:pt>
                <c:pt idx="1477">
                  <c:v>1.553044E-2</c:v>
                </c:pt>
                <c:pt idx="1478">
                  <c:v>1.5480030000000001E-2</c:v>
                </c:pt>
                <c:pt idx="1479">
                  <c:v>1.542871E-2</c:v>
                </c:pt>
                <c:pt idx="1480">
                  <c:v>1.5376249999999999E-2</c:v>
                </c:pt>
                <c:pt idx="1481">
                  <c:v>1.532263E-2</c:v>
                </c:pt>
                <c:pt idx="1482">
                  <c:v>1.526802E-2</c:v>
                </c:pt>
                <c:pt idx="1483">
                  <c:v>1.5212710000000001E-2</c:v>
                </c:pt>
                <c:pt idx="1484">
                  <c:v>1.5156909999999999E-2</c:v>
                </c:pt>
                <c:pt idx="1485">
                  <c:v>1.5101369999999999E-2</c:v>
                </c:pt>
                <c:pt idx="1486">
                  <c:v>1.5046510000000001E-2</c:v>
                </c:pt>
                <c:pt idx="1487">
                  <c:v>1.499287E-2</c:v>
                </c:pt>
                <c:pt idx="1488">
                  <c:v>1.494053E-2</c:v>
                </c:pt>
                <c:pt idx="1489">
                  <c:v>1.488927E-2</c:v>
                </c:pt>
                <c:pt idx="1490">
                  <c:v>1.483862E-2</c:v>
                </c:pt>
                <c:pt idx="1491">
                  <c:v>1.4787639999999999E-2</c:v>
                </c:pt>
                <c:pt idx="1492">
                  <c:v>1.473557E-2</c:v>
                </c:pt>
                <c:pt idx="1493">
                  <c:v>1.468173E-2</c:v>
                </c:pt>
                <c:pt idx="1494">
                  <c:v>1.462652E-2</c:v>
                </c:pt>
                <c:pt idx="1495">
                  <c:v>1.4570390000000001E-2</c:v>
                </c:pt>
                <c:pt idx="1496">
                  <c:v>1.4514539999999999E-2</c:v>
                </c:pt>
                <c:pt idx="1497">
                  <c:v>1.446034E-2</c:v>
                </c:pt>
                <c:pt idx="1498">
                  <c:v>1.4408239999999999E-2</c:v>
                </c:pt>
                <c:pt idx="1499">
                  <c:v>1.43582E-2</c:v>
                </c:pt>
                <c:pt idx="1500">
                  <c:v>1.430913E-2</c:v>
                </c:pt>
                <c:pt idx="1501">
                  <c:v>1.4259620000000001E-2</c:v>
                </c:pt>
                <c:pt idx="1502">
                  <c:v>1.420829E-2</c:v>
                </c:pt>
                <c:pt idx="1503">
                  <c:v>1.415455E-2</c:v>
                </c:pt>
                <c:pt idx="1504">
                  <c:v>1.409855E-2</c:v>
                </c:pt>
                <c:pt idx="1505">
                  <c:v>1.4041629999999999E-2</c:v>
                </c:pt>
                <c:pt idx="1506">
                  <c:v>1.3985650000000001E-2</c:v>
                </c:pt>
                <c:pt idx="1507">
                  <c:v>1.393196E-2</c:v>
                </c:pt>
                <c:pt idx="1508">
                  <c:v>1.388143E-2</c:v>
                </c:pt>
                <c:pt idx="1509">
                  <c:v>1.383378E-2</c:v>
                </c:pt>
                <c:pt idx="1510">
                  <c:v>1.3787529999999999E-2</c:v>
                </c:pt>
                <c:pt idx="1511">
                  <c:v>1.3741089999999999E-2</c:v>
                </c:pt>
                <c:pt idx="1512">
                  <c:v>1.369277E-2</c:v>
                </c:pt>
                <c:pt idx="1513">
                  <c:v>1.364165E-2</c:v>
                </c:pt>
                <c:pt idx="1514">
                  <c:v>1.358787E-2</c:v>
                </c:pt>
                <c:pt idx="1515">
                  <c:v>1.3532489999999999E-2</c:v>
                </c:pt>
                <c:pt idx="1516">
                  <c:v>1.347698E-2</c:v>
                </c:pt>
                <c:pt idx="1517">
                  <c:v>1.3422949999999999E-2</c:v>
                </c:pt>
                <c:pt idx="1518">
                  <c:v>1.337111E-2</c:v>
                </c:pt>
                <c:pt idx="1519">
                  <c:v>1.332177E-2</c:v>
                </c:pt>
                <c:pt idx="1520">
                  <c:v>1.3274380000000001E-2</c:v>
                </c:pt>
                <c:pt idx="1521">
                  <c:v>1.322799E-2</c:v>
                </c:pt>
                <c:pt idx="1522">
                  <c:v>1.3181709999999999E-2</c:v>
                </c:pt>
                <c:pt idx="1523">
                  <c:v>1.313492E-2</c:v>
                </c:pt>
                <c:pt idx="1524">
                  <c:v>1.3087349999999999E-2</c:v>
                </c:pt>
                <c:pt idx="1525">
                  <c:v>1.303937E-2</c:v>
                </c:pt>
                <c:pt idx="1526">
                  <c:v>1.299178E-2</c:v>
                </c:pt>
                <c:pt idx="1527">
                  <c:v>1.294498E-2</c:v>
                </c:pt>
                <c:pt idx="1528">
                  <c:v>1.2899539999999999E-2</c:v>
                </c:pt>
                <c:pt idx="1529">
                  <c:v>1.2855510000000001E-2</c:v>
                </c:pt>
                <c:pt idx="1530">
                  <c:v>1.281268E-2</c:v>
                </c:pt>
                <c:pt idx="1531">
                  <c:v>1.2770439999999999E-2</c:v>
                </c:pt>
                <c:pt idx="1532">
                  <c:v>1.2728089999999999E-2</c:v>
                </c:pt>
                <c:pt idx="1533">
                  <c:v>1.2684900000000001E-2</c:v>
                </c:pt>
                <c:pt idx="1534">
                  <c:v>1.264055E-2</c:v>
                </c:pt>
                <c:pt idx="1535">
                  <c:v>1.2594670000000001E-2</c:v>
                </c:pt>
                <c:pt idx="1536">
                  <c:v>1.254771E-2</c:v>
                </c:pt>
                <c:pt idx="1537">
                  <c:v>1.249959E-2</c:v>
                </c:pt>
                <c:pt idx="1538">
                  <c:v>1.2451200000000001E-2</c:v>
                </c:pt>
                <c:pt idx="1539">
                  <c:v>1.240282E-2</c:v>
                </c:pt>
                <c:pt idx="1540">
                  <c:v>1.2355090000000001E-2</c:v>
                </c:pt>
                <c:pt idx="1541">
                  <c:v>1.230818E-2</c:v>
                </c:pt>
                <c:pt idx="1542">
                  <c:v>1.2262169999999999E-2</c:v>
                </c:pt>
                <c:pt idx="1543">
                  <c:v>1.2216879999999999E-2</c:v>
                </c:pt>
                <c:pt idx="1544">
                  <c:v>1.2171960000000001E-2</c:v>
                </c:pt>
                <c:pt idx="1545">
                  <c:v>1.212688E-2</c:v>
                </c:pt>
                <c:pt idx="1546">
                  <c:v>1.208153E-2</c:v>
                </c:pt>
                <c:pt idx="1547">
                  <c:v>1.203544E-2</c:v>
                </c:pt>
                <c:pt idx="1548">
                  <c:v>1.1988739999999999E-2</c:v>
                </c:pt>
                <c:pt idx="1549">
                  <c:v>1.19416E-2</c:v>
                </c:pt>
                <c:pt idx="1550">
                  <c:v>1.189457E-2</c:v>
                </c:pt>
                <c:pt idx="1551">
                  <c:v>1.184809E-2</c:v>
                </c:pt>
                <c:pt idx="1552">
                  <c:v>1.1802460000000001E-2</c:v>
                </c:pt>
                <c:pt idx="1553">
                  <c:v>1.175759E-2</c:v>
                </c:pt>
                <c:pt idx="1554">
                  <c:v>1.171354E-2</c:v>
                </c:pt>
                <c:pt idx="1555">
                  <c:v>1.166963E-2</c:v>
                </c:pt>
                <c:pt idx="1556">
                  <c:v>1.162535E-2</c:v>
                </c:pt>
                <c:pt idx="1557">
                  <c:v>1.1580500000000001E-2</c:v>
                </c:pt>
                <c:pt idx="1558">
                  <c:v>1.153497E-2</c:v>
                </c:pt>
                <c:pt idx="1559">
                  <c:v>1.1489040000000001E-2</c:v>
                </c:pt>
                <c:pt idx="1560">
                  <c:v>1.144325E-2</c:v>
                </c:pt>
                <c:pt idx="1561">
                  <c:v>1.1398109999999999E-2</c:v>
                </c:pt>
                <c:pt idx="1562">
                  <c:v>1.135413E-2</c:v>
                </c:pt>
                <c:pt idx="1563">
                  <c:v>1.1311170000000001E-2</c:v>
                </c:pt>
                <c:pt idx="1564">
                  <c:v>1.1268459999999999E-2</c:v>
                </c:pt>
                <c:pt idx="1565">
                  <c:v>1.122534E-2</c:v>
                </c:pt>
                <c:pt idx="1566">
                  <c:v>1.118063E-2</c:v>
                </c:pt>
                <c:pt idx="1567">
                  <c:v>1.113375E-2</c:v>
                </c:pt>
                <c:pt idx="1568">
                  <c:v>1.1084399999999999E-2</c:v>
                </c:pt>
                <c:pt idx="1569">
                  <c:v>1.1033039999999999E-2</c:v>
                </c:pt>
                <c:pt idx="1570">
                  <c:v>1.0980699999999999E-2</c:v>
                </c:pt>
                <c:pt idx="1571">
                  <c:v>1.092854E-2</c:v>
                </c:pt>
                <c:pt idx="1572">
                  <c:v>1.0878260000000001E-2</c:v>
                </c:pt>
                <c:pt idx="1573">
                  <c:v>1.083076E-2</c:v>
                </c:pt>
                <c:pt idx="1574">
                  <c:v>1.0786769999999999E-2</c:v>
                </c:pt>
                <c:pt idx="1575">
                  <c:v>1.0745879999999999E-2</c:v>
                </c:pt>
                <c:pt idx="1576">
                  <c:v>1.070754E-2</c:v>
                </c:pt>
                <c:pt idx="1577">
                  <c:v>1.0670590000000001E-2</c:v>
                </c:pt>
                <c:pt idx="1578">
                  <c:v>1.063361E-2</c:v>
                </c:pt>
                <c:pt idx="1579">
                  <c:v>1.0595749999999999E-2</c:v>
                </c:pt>
                <c:pt idx="1580">
                  <c:v>1.055613E-2</c:v>
                </c:pt>
                <c:pt idx="1581">
                  <c:v>1.051444E-2</c:v>
                </c:pt>
                <c:pt idx="1582">
                  <c:v>1.047096E-2</c:v>
                </c:pt>
                <c:pt idx="1583">
                  <c:v>1.042592E-2</c:v>
                </c:pt>
                <c:pt idx="1584">
                  <c:v>1.038011E-2</c:v>
                </c:pt>
                <c:pt idx="1585">
                  <c:v>1.033396E-2</c:v>
                </c:pt>
                <c:pt idx="1586">
                  <c:v>1.028798E-2</c:v>
                </c:pt>
                <c:pt idx="1587">
                  <c:v>1.0242350000000001E-2</c:v>
                </c:pt>
                <c:pt idx="1588">
                  <c:v>1.019727E-2</c:v>
                </c:pt>
                <c:pt idx="1589">
                  <c:v>1.015256E-2</c:v>
                </c:pt>
                <c:pt idx="1590">
                  <c:v>1.0108270000000001E-2</c:v>
                </c:pt>
                <c:pt idx="1591">
                  <c:v>1.006408E-2</c:v>
                </c:pt>
                <c:pt idx="1592">
                  <c:v>1.002016E-2</c:v>
                </c:pt>
                <c:pt idx="1593">
                  <c:v>9.9760869999999998E-3</c:v>
                </c:pt>
                <c:pt idx="1594">
                  <c:v>9.9319460000000005E-3</c:v>
                </c:pt>
                <c:pt idx="1595">
                  <c:v>9.8873009999999994E-3</c:v>
                </c:pt>
                <c:pt idx="1596">
                  <c:v>9.8422890000000006E-3</c:v>
                </c:pt>
                <c:pt idx="1597">
                  <c:v>9.7969070000000005E-3</c:v>
                </c:pt>
                <c:pt idx="1598">
                  <c:v>9.7513619999999995E-3</c:v>
                </c:pt>
                <c:pt idx="1599">
                  <c:v>9.705956E-3</c:v>
                </c:pt>
                <c:pt idx="1600">
                  <c:v>9.6610979999999999E-3</c:v>
                </c:pt>
                <c:pt idx="1601">
                  <c:v>9.6169549999999999E-3</c:v>
                </c:pt>
                <c:pt idx="1602">
                  <c:v>9.5738330000000003E-3</c:v>
                </c:pt>
                <c:pt idx="1603">
                  <c:v>9.5314609999999998E-3</c:v>
                </c:pt>
                <c:pt idx="1604">
                  <c:v>9.4899049999999999E-3</c:v>
                </c:pt>
                <c:pt idx="1605">
                  <c:v>9.4487939999999999E-3</c:v>
                </c:pt>
                <c:pt idx="1606">
                  <c:v>9.4079239999999998E-3</c:v>
                </c:pt>
                <c:pt idx="1607">
                  <c:v>9.3669210000000003E-3</c:v>
                </c:pt>
                <c:pt idx="1608">
                  <c:v>9.3255160000000007E-3</c:v>
                </c:pt>
                <c:pt idx="1609">
                  <c:v>9.2833380000000004E-3</c:v>
                </c:pt>
                <c:pt idx="1610">
                  <c:v>9.2401810000000001E-3</c:v>
                </c:pt>
                <c:pt idx="1611">
                  <c:v>9.1957770000000005E-3</c:v>
                </c:pt>
                <c:pt idx="1612">
                  <c:v>9.1501250000000003E-3</c:v>
                </c:pt>
                <c:pt idx="1613">
                  <c:v>9.1034970000000003E-3</c:v>
                </c:pt>
                <c:pt idx="1614">
                  <c:v>9.0563650000000002E-3</c:v>
                </c:pt>
                <c:pt idx="1615">
                  <c:v>9.009375E-3</c:v>
                </c:pt>
                <c:pt idx="1616">
                  <c:v>8.9630330000000005E-3</c:v>
                </c:pt>
                <c:pt idx="1617">
                  <c:v>8.9179120000000001E-3</c:v>
                </c:pt>
                <c:pt idx="1618">
                  <c:v>8.8740820000000002E-3</c:v>
                </c:pt>
                <c:pt idx="1619">
                  <c:v>8.8314729999999994E-3</c:v>
                </c:pt>
                <c:pt idx="1620">
                  <c:v>8.7896459999999999E-3</c:v>
                </c:pt>
                <c:pt idx="1621">
                  <c:v>8.7480939999999997E-3</c:v>
                </c:pt>
                <c:pt idx="1622">
                  <c:v>8.7065119999999996E-3</c:v>
                </c:pt>
                <c:pt idx="1623">
                  <c:v>8.6647640000000001E-3</c:v>
                </c:pt>
                <c:pt idx="1624">
                  <c:v>8.6226159999999996E-3</c:v>
                </c:pt>
                <c:pt idx="1625">
                  <c:v>8.5801000000000002E-3</c:v>
                </c:pt>
                <c:pt idx="1626">
                  <c:v>8.5375529999999998E-3</c:v>
                </c:pt>
                <c:pt idx="1627">
                  <c:v>8.4945379999999994E-3</c:v>
                </c:pt>
                <c:pt idx="1628">
                  <c:v>8.4515279999999998E-3</c:v>
                </c:pt>
                <c:pt idx="1629">
                  <c:v>8.4082180000000003E-3</c:v>
                </c:pt>
                <c:pt idx="1630">
                  <c:v>8.3650459999999992E-3</c:v>
                </c:pt>
                <c:pt idx="1631">
                  <c:v>8.3221500000000004E-3</c:v>
                </c:pt>
                <c:pt idx="1632">
                  <c:v>8.2798660000000003E-3</c:v>
                </c:pt>
                <c:pt idx="1633">
                  <c:v>8.2383960000000003E-3</c:v>
                </c:pt>
                <c:pt idx="1634">
                  <c:v>8.1976730000000008E-3</c:v>
                </c:pt>
                <c:pt idx="1635">
                  <c:v>8.1572239999999994E-3</c:v>
                </c:pt>
                <c:pt idx="1636">
                  <c:v>8.1165089999999992E-3</c:v>
                </c:pt>
                <c:pt idx="1637">
                  <c:v>8.0751550000000005E-3</c:v>
                </c:pt>
                <c:pt idx="1638">
                  <c:v>8.0327609999999994E-3</c:v>
                </c:pt>
                <c:pt idx="1639">
                  <c:v>7.9893559999999995E-3</c:v>
                </c:pt>
                <c:pt idx="1640">
                  <c:v>7.9452150000000003E-3</c:v>
                </c:pt>
                <c:pt idx="1641">
                  <c:v>7.9004360000000003E-3</c:v>
                </c:pt>
                <c:pt idx="1642">
                  <c:v>7.8555949999999999E-3</c:v>
                </c:pt>
                <c:pt idx="1643">
                  <c:v>7.8106909999999998E-3</c:v>
                </c:pt>
                <c:pt idx="1644">
                  <c:v>7.7654550000000001E-3</c:v>
                </c:pt>
                <c:pt idx="1645">
                  <c:v>7.7198520000000001E-3</c:v>
                </c:pt>
                <c:pt idx="1646">
                  <c:v>7.6739829999999997E-3</c:v>
                </c:pt>
                <c:pt idx="1647">
                  <c:v>7.627918E-3</c:v>
                </c:pt>
                <c:pt idx="1648">
                  <c:v>7.5820599999999998E-3</c:v>
                </c:pt>
                <c:pt idx="1649">
                  <c:v>7.5366779999999998E-3</c:v>
                </c:pt>
                <c:pt idx="1650">
                  <c:v>7.4921780000000004E-3</c:v>
                </c:pt>
                <c:pt idx="1651">
                  <c:v>7.448255E-3</c:v>
                </c:pt>
                <c:pt idx="1652">
                  <c:v>7.4046060000000002E-3</c:v>
                </c:pt>
                <c:pt idx="1653">
                  <c:v>7.3604910000000003E-3</c:v>
                </c:pt>
                <c:pt idx="1654">
                  <c:v>7.3153000000000003E-3</c:v>
                </c:pt>
                <c:pt idx="1655">
                  <c:v>7.2689360000000001E-3</c:v>
                </c:pt>
                <c:pt idx="1656">
                  <c:v>7.2215659999999996E-3</c:v>
                </c:pt>
                <c:pt idx="1657">
                  <c:v>7.1736289999999999E-3</c:v>
                </c:pt>
                <c:pt idx="1658">
                  <c:v>7.125864E-3</c:v>
                </c:pt>
                <c:pt idx="1659">
                  <c:v>7.0787790000000003E-3</c:v>
                </c:pt>
                <c:pt idx="1660">
                  <c:v>7.0323729999999997E-3</c:v>
                </c:pt>
                <c:pt idx="1661">
                  <c:v>6.9865439999999999E-3</c:v>
                </c:pt>
                <c:pt idx="1662">
                  <c:v>6.9410890000000001E-3</c:v>
                </c:pt>
                <c:pt idx="1663">
                  <c:v>6.8954050000000003E-3</c:v>
                </c:pt>
                <c:pt idx="1664">
                  <c:v>6.8493879999999997E-3</c:v>
                </c:pt>
                <c:pt idx="1665">
                  <c:v>6.8032420000000001E-3</c:v>
                </c:pt>
                <c:pt idx="1666">
                  <c:v>6.7573019999999998E-3</c:v>
                </c:pt>
                <c:pt idx="1667">
                  <c:v>6.7119060000000001E-3</c:v>
                </c:pt>
                <c:pt idx="1668">
                  <c:v>6.667119E-3</c:v>
                </c:pt>
                <c:pt idx="1669">
                  <c:v>6.6229100000000001E-3</c:v>
                </c:pt>
                <c:pt idx="1670">
                  <c:v>6.5790079999999999E-3</c:v>
                </c:pt>
                <c:pt idx="1671">
                  <c:v>6.5350089999999996E-3</c:v>
                </c:pt>
                <c:pt idx="1672">
                  <c:v>6.4908470000000001E-3</c:v>
                </c:pt>
                <c:pt idx="1673">
                  <c:v>6.4464539999999999E-3</c:v>
                </c:pt>
                <c:pt idx="1674">
                  <c:v>6.4023680000000003E-3</c:v>
                </c:pt>
                <c:pt idx="1675">
                  <c:v>6.3588910000000002E-3</c:v>
                </c:pt>
                <c:pt idx="1676">
                  <c:v>6.3163270000000001E-3</c:v>
                </c:pt>
                <c:pt idx="1677">
                  <c:v>6.2746750000000004E-3</c:v>
                </c:pt>
                <c:pt idx="1678">
                  <c:v>6.2338330000000003E-3</c:v>
                </c:pt>
                <c:pt idx="1679">
                  <c:v>6.1929949999999998E-3</c:v>
                </c:pt>
                <c:pt idx="1680">
                  <c:v>6.1514550000000001E-3</c:v>
                </c:pt>
                <c:pt idx="1681">
                  <c:v>6.1086420000000001E-3</c:v>
                </c:pt>
                <c:pt idx="1682">
                  <c:v>6.0643889999999999E-3</c:v>
                </c:pt>
                <c:pt idx="1683">
                  <c:v>6.018359E-3</c:v>
                </c:pt>
                <c:pt idx="1684">
                  <c:v>5.9710919999999999E-3</c:v>
                </c:pt>
                <c:pt idx="1685">
                  <c:v>5.9229219999999997E-3</c:v>
                </c:pt>
                <c:pt idx="1686">
                  <c:v>5.8746909999999996E-3</c:v>
                </c:pt>
                <c:pt idx="1687">
                  <c:v>5.8271369999999996E-3</c:v>
                </c:pt>
                <c:pt idx="1688">
                  <c:v>5.7807290000000001E-3</c:v>
                </c:pt>
                <c:pt idx="1689">
                  <c:v>5.7359050000000003E-3</c:v>
                </c:pt>
                <c:pt idx="1690">
                  <c:v>5.6927310000000004E-3</c:v>
                </c:pt>
                <c:pt idx="1691">
                  <c:v>5.6508690000000002E-3</c:v>
                </c:pt>
                <c:pt idx="1692">
                  <c:v>5.6097500000000002E-3</c:v>
                </c:pt>
                <c:pt idx="1693">
                  <c:v>5.5688700000000001E-3</c:v>
                </c:pt>
                <c:pt idx="1694">
                  <c:v>5.5273900000000001E-3</c:v>
                </c:pt>
                <c:pt idx="1695">
                  <c:v>5.4851420000000001E-3</c:v>
                </c:pt>
                <c:pt idx="1696">
                  <c:v>5.4418920000000003E-3</c:v>
                </c:pt>
                <c:pt idx="1697">
                  <c:v>5.3979070000000004E-3</c:v>
                </c:pt>
                <c:pt idx="1698">
                  <c:v>5.3535249999999996E-3</c:v>
                </c:pt>
                <c:pt idx="1699">
                  <c:v>5.3089460000000002E-3</c:v>
                </c:pt>
                <c:pt idx="1700">
                  <c:v>5.2647739999999998E-3</c:v>
                </c:pt>
                <c:pt idx="1701">
                  <c:v>5.2208749999999998E-3</c:v>
                </c:pt>
                <c:pt idx="1702">
                  <c:v>5.1774489999999998E-3</c:v>
                </c:pt>
                <c:pt idx="1703">
                  <c:v>5.134095E-3</c:v>
                </c:pt>
                <c:pt idx="1704">
                  <c:v>5.0908469999999999E-3</c:v>
                </c:pt>
                <c:pt idx="1705">
                  <c:v>5.0473000000000002E-3</c:v>
                </c:pt>
                <c:pt idx="1706">
                  <c:v>5.0034229999999999E-3</c:v>
                </c:pt>
                <c:pt idx="1707">
                  <c:v>4.9588460000000003E-3</c:v>
                </c:pt>
                <c:pt idx="1708">
                  <c:v>4.9133359999999999E-3</c:v>
                </c:pt>
                <c:pt idx="1709">
                  <c:v>4.8669259999999997E-3</c:v>
                </c:pt>
                <c:pt idx="1710">
                  <c:v>4.8195820000000002E-3</c:v>
                </c:pt>
                <c:pt idx="1711">
                  <c:v>4.7713390000000003E-3</c:v>
                </c:pt>
                <c:pt idx="1712">
                  <c:v>4.7226999999999998E-3</c:v>
                </c:pt>
                <c:pt idx="1713">
                  <c:v>4.6740330000000002E-3</c:v>
                </c:pt>
                <c:pt idx="1714">
                  <c:v>4.6261410000000003E-3</c:v>
                </c:pt>
                <c:pt idx="1715">
                  <c:v>4.5793259999999999E-3</c:v>
                </c:pt>
                <c:pt idx="1716">
                  <c:v>4.5340229999999999E-3</c:v>
                </c:pt>
                <c:pt idx="1717">
                  <c:v>4.4901969999999996E-3</c:v>
                </c:pt>
                <c:pt idx="1718">
                  <c:v>4.44795E-3</c:v>
                </c:pt>
                <c:pt idx="1719">
                  <c:v>4.4068110000000001E-3</c:v>
                </c:pt>
                <c:pt idx="1720">
                  <c:v>4.3664120000000001E-3</c:v>
                </c:pt>
                <c:pt idx="1721">
                  <c:v>4.3261510000000003E-3</c:v>
                </c:pt>
                <c:pt idx="1722">
                  <c:v>4.2858260000000004E-3</c:v>
                </c:pt>
                <c:pt idx="1723">
                  <c:v>4.2449369999999998E-3</c:v>
                </c:pt>
                <c:pt idx="1724">
                  <c:v>4.2034159999999997E-3</c:v>
                </c:pt>
                <c:pt idx="1725">
                  <c:v>4.1613300000000004E-3</c:v>
                </c:pt>
                <c:pt idx="1726">
                  <c:v>4.1189130000000001E-3</c:v>
                </c:pt>
                <c:pt idx="1727">
                  <c:v>4.0767690000000001E-3</c:v>
                </c:pt>
                <c:pt idx="1728">
                  <c:v>4.0351969999999999E-3</c:v>
                </c:pt>
                <c:pt idx="1729">
                  <c:v>3.9943310000000003E-3</c:v>
                </c:pt>
                <c:pt idx="1730">
                  <c:v>3.9543709999999999E-3</c:v>
                </c:pt>
                <c:pt idx="1731">
                  <c:v>3.9143490000000001E-3</c:v>
                </c:pt>
                <c:pt idx="1732">
                  <c:v>3.8737620000000002E-3</c:v>
                </c:pt>
                <c:pt idx="1733">
                  <c:v>3.8314070000000002E-3</c:v>
                </c:pt>
                <c:pt idx="1734">
                  <c:v>3.7867170000000002E-3</c:v>
                </c:pt>
                <c:pt idx="1735">
                  <c:v>3.7395240000000001E-3</c:v>
                </c:pt>
                <c:pt idx="1736">
                  <c:v>3.6903650000000001E-3</c:v>
                </c:pt>
                <c:pt idx="1737">
                  <c:v>3.6406440000000002E-3</c:v>
                </c:pt>
                <c:pt idx="1738">
                  <c:v>3.59173E-3</c:v>
                </c:pt>
                <c:pt idx="1739">
                  <c:v>3.5450600000000001E-3</c:v>
                </c:pt>
                <c:pt idx="1740">
                  <c:v>3.5013010000000001E-3</c:v>
                </c:pt>
                <c:pt idx="1741">
                  <c:v>3.460552E-3</c:v>
                </c:pt>
                <c:pt idx="1742">
                  <c:v>3.4220449999999999E-3</c:v>
                </c:pt>
                <c:pt idx="1743">
                  <c:v>3.3845759999999998E-3</c:v>
                </c:pt>
                <c:pt idx="1744">
                  <c:v>3.3470430000000001E-3</c:v>
                </c:pt>
                <c:pt idx="1745">
                  <c:v>3.3085800000000002E-3</c:v>
                </c:pt>
                <c:pt idx="1746">
                  <c:v>3.268717E-3</c:v>
                </c:pt>
                <c:pt idx="1747">
                  <c:v>3.2275559999999999E-3</c:v>
                </c:pt>
                <c:pt idx="1748">
                  <c:v>3.1852640000000002E-3</c:v>
                </c:pt>
                <c:pt idx="1749">
                  <c:v>3.142475E-3</c:v>
                </c:pt>
                <c:pt idx="1750">
                  <c:v>3.0995240000000002E-3</c:v>
                </c:pt>
                <c:pt idx="1751">
                  <c:v>3.0566780000000002E-3</c:v>
                </c:pt>
                <c:pt idx="1752">
                  <c:v>3.014035E-3</c:v>
                </c:pt>
                <c:pt idx="1753">
                  <c:v>2.972031E-3</c:v>
                </c:pt>
                <c:pt idx="1754">
                  <c:v>2.9310320000000001E-3</c:v>
                </c:pt>
                <c:pt idx="1755">
                  <c:v>2.8912370000000001E-3</c:v>
                </c:pt>
                <c:pt idx="1756">
                  <c:v>2.85308E-3</c:v>
                </c:pt>
                <c:pt idx="1757">
                  <c:v>2.8165270000000001E-3</c:v>
                </c:pt>
                <c:pt idx="1758">
                  <c:v>2.7813450000000002E-3</c:v>
                </c:pt>
                <c:pt idx="1759">
                  <c:v>2.7470319999999999E-3</c:v>
                </c:pt>
                <c:pt idx="1760">
                  <c:v>2.7129889999999999E-3</c:v>
                </c:pt>
                <c:pt idx="1761">
                  <c:v>2.6786819999999999E-3</c:v>
                </c:pt>
                <c:pt idx="1762">
                  <c:v>2.6438439999999998E-3</c:v>
                </c:pt>
                <c:pt idx="1763">
                  <c:v>2.608342E-3</c:v>
                </c:pt>
                <c:pt idx="1764">
                  <c:v>2.5721429999999998E-3</c:v>
                </c:pt>
                <c:pt idx="1765">
                  <c:v>2.5355479999999999E-3</c:v>
                </c:pt>
                <c:pt idx="1766">
                  <c:v>2.498555E-3</c:v>
                </c:pt>
                <c:pt idx="1767">
                  <c:v>2.4611659999999999E-3</c:v>
                </c:pt>
                <c:pt idx="1768">
                  <c:v>2.4234130000000001E-3</c:v>
                </c:pt>
                <c:pt idx="1769">
                  <c:v>2.3853310000000001E-3</c:v>
                </c:pt>
                <c:pt idx="1770">
                  <c:v>2.3475850000000001E-3</c:v>
                </c:pt>
                <c:pt idx="1771">
                  <c:v>2.3102090000000001E-3</c:v>
                </c:pt>
                <c:pt idx="1772">
                  <c:v>2.2740350000000002E-3</c:v>
                </c:pt>
                <c:pt idx="1773">
                  <c:v>2.2394960000000001E-3</c:v>
                </c:pt>
                <c:pt idx="1774">
                  <c:v>2.2068579999999999E-3</c:v>
                </c:pt>
                <c:pt idx="1775">
                  <c:v>2.17592E-3</c:v>
                </c:pt>
                <c:pt idx="1776">
                  <c:v>2.1465500000000001E-3</c:v>
                </c:pt>
                <c:pt idx="1777">
                  <c:v>2.118048E-3</c:v>
                </c:pt>
                <c:pt idx="1778">
                  <c:v>2.0898140000000002E-3</c:v>
                </c:pt>
                <c:pt idx="1779">
                  <c:v>2.0613820000000001E-3</c:v>
                </c:pt>
                <c:pt idx="1780">
                  <c:v>2.0327520000000001E-3</c:v>
                </c:pt>
                <c:pt idx="1781">
                  <c:v>2.0039569999999998E-3</c:v>
                </c:pt>
                <c:pt idx="1782">
                  <c:v>1.9755979999999999E-3</c:v>
                </c:pt>
                <c:pt idx="1783">
                  <c:v>1.9478049999999999E-3</c:v>
                </c:pt>
                <c:pt idx="1784">
                  <c:v>1.9209800000000001E-3</c:v>
                </c:pt>
                <c:pt idx="1785">
                  <c:v>1.8951879999999999E-3</c:v>
                </c:pt>
                <c:pt idx="1786">
                  <c:v>1.8704629999999999E-3</c:v>
                </c:pt>
                <c:pt idx="1787">
                  <c:v>1.84677E-3</c:v>
                </c:pt>
                <c:pt idx="1788">
                  <c:v>1.82401E-3</c:v>
                </c:pt>
                <c:pt idx="1789">
                  <c:v>1.8023500000000001E-3</c:v>
                </c:pt>
                <c:pt idx="1790">
                  <c:v>1.781822E-3</c:v>
                </c:pt>
                <c:pt idx="1791">
                  <c:v>1.762425E-3</c:v>
                </c:pt>
                <c:pt idx="1792">
                  <c:v>1.744261E-3</c:v>
                </c:pt>
                <c:pt idx="1793">
                  <c:v>1.7269290000000001E-3</c:v>
                </c:pt>
                <c:pt idx="1794">
                  <c:v>1.7100640000000001E-3</c:v>
                </c:pt>
                <c:pt idx="1795">
                  <c:v>1.6930319999999999E-3</c:v>
                </c:pt>
                <c:pt idx="1796">
                  <c:v>1.675237E-3</c:v>
                </c:pt>
                <c:pt idx="1797">
                  <c:v>1.6560119999999999E-3</c:v>
                </c:pt>
                <c:pt idx="1798">
                  <c:v>1.635524E-3</c:v>
                </c:pt>
                <c:pt idx="1799">
                  <c:v>1.6137059999999999E-3</c:v>
                </c:pt>
                <c:pt idx="1800">
                  <c:v>1.5912910000000001E-3</c:v>
                </c:pt>
                <c:pt idx="1801">
                  <c:v>1.5689440000000001E-3</c:v>
                </c:pt>
                <c:pt idx="1802">
                  <c:v>1.547596E-3</c:v>
                </c:pt>
                <c:pt idx="1803">
                  <c:v>1.527977E-3</c:v>
                </c:pt>
                <c:pt idx="1804">
                  <c:v>1.5103549999999999E-3</c:v>
                </c:pt>
                <c:pt idx="1805">
                  <c:v>1.495293E-3</c:v>
                </c:pt>
                <c:pt idx="1806">
                  <c:v>1.482492E-3</c:v>
                </c:pt>
                <c:pt idx="1807">
                  <c:v>1.471488E-3</c:v>
                </c:pt>
                <c:pt idx="1808">
                  <c:v>1.461979E-3</c:v>
                </c:pt>
                <c:pt idx="1809">
                  <c:v>1.4532359999999999E-3</c:v>
                </c:pt>
                <c:pt idx="1810">
                  <c:v>1.445024E-3</c:v>
                </c:pt>
                <c:pt idx="1811">
                  <c:v>1.4367799999999999E-3</c:v>
                </c:pt>
                <c:pt idx="1812">
                  <c:v>1.428136E-3</c:v>
                </c:pt>
                <c:pt idx="1813">
                  <c:v>1.4190940000000001E-3</c:v>
                </c:pt>
                <c:pt idx="1814">
                  <c:v>1.409687E-3</c:v>
                </c:pt>
                <c:pt idx="1815">
                  <c:v>1.399714E-3</c:v>
                </c:pt>
                <c:pt idx="1816">
                  <c:v>1.389277E-3</c:v>
                </c:pt>
                <c:pt idx="1817">
                  <c:v>1.37874E-3</c:v>
                </c:pt>
                <c:pt idx="1818">
                  <c:v>1.3681699999999999E-3</c:v>
                </c:pt>
                <c:pt idx="1819">
                  <c:v>1.3576E-3</c:v>
                </c:pt>
                <c:pt idx="1820">
                  <c:v>1.347064E-3</c:v>
                </c:pt>
                <c:pt idx="1821">
                  <c:v>1.3368270000000001E-3</c:v>
                </c:pt>
                <c:pt idx="1822">
                  <c:v>1.326757E-3</c:v>
                </c:pt>
                <c:pt idx="1823">
                  <c:v>1.3171179999999999E-3</c:v>
                </c:pt>
                <c:pt idx="1824">
                  <c:v>1.3081119999999999E-3</c:v>
                </c:pt>
                <c:pt idx="1825">
                  <c:v>1.3000360000000001E-3</c:v>
                </c:pt>
                <c:pt idx="1826">
                  <c:v>1.2929910000000001E-3</c:v>
                </c:pt>
                <c:pt idx="1827">
                  <c:v>1.286843E-3</c:v>
                </c:pt>
                <c:pt idx="1828">
                  <c:v>1.2813259999999999E-3</c:v>
                </c:pt>
                <c:pt idx="1829">
                  <c:v>1.275876E-3</c:v>
                </c:pt>
                <c:pt idx="1830">
                  <c:v>1.2698950000000001E-3</c:v>
                </c:pt>
                <c:pt idx="1831">
                  <c:v>1.262982E-3</c:v>
                </c:pt>
                <c:pt idx="1832">
                  <c:v>1.2549740000000001E-3</c:v>
                </c:pt>
                <c:pt idx="1833">
                  <c:v>1.245969E-3</c:v>
                </c:pt>
                <c:pt idx="1834">
                  <c:v>1.236764E-3</c:v>
                </c:pt>
                <c:pt idx="1835">
                  <c:v>1.228025E-3</c:v>
                </c:pt>
                <c:pt idx="1836">
                  <c:v>1.2206820000000001E-3</c:v>
                </c:pt>
                <c:pt idx="1837">
                  <c:v>1.2151659999999999E-3</c:v>
                </c:pt>
                <c:pt idx="1838">
                  <c:v>1.2119100000000001E-3</c:v>
                </c:pt>
                <c:pt idx="1839">
                  <c:v>1.210947E-3</c:v>
                </c:pt>
                <c:pt idx="1840">
                  <c:v>1.211578E-3</c:v>
                </c:pt>
                <c:pt idx="1841">
                  <c:v>1.2134050000000001E-3</c:v>
                </c:pt>
                <c:pt idx="1842">
                  <c:v>1.2158970000000001E-3</c:v>
                </c:pt>
                <c:pt idx="1843">
                  <c:v>1.2182569999999999E-3</c:v>
                </c:pt>
                <c:pt idx="1844">
                  <c:v>1.219918E-3</c:v>
                </c:pt>
                <c:pt idx="1845">
                  <c:v>1.220383E-3</c:v>
                </c:pt>
                <c:pt idx="1846">
                  <c:v>1.2196520000000001E-3</c:v>
                </c:pt>
                <c:pt idx="1847">
                  <c:v>1.2172929999999999E-3</c:v>
                </c:pt>
                <c:pt idx="1848">
                  <c:v>1.2133389999999999E-3</c:v>
                </c:pt>
                <c:pt idx="1849">
                  <c:v>1.2082880000000001E-3</c:v>
                </c:pt>
                <c:pt idx="1850">
                  <c:v>1.2022409999999999E-3</c:v>
                </c:pt>
                <c:pt idx="1851">
                  <c:v>1.195563E-3</c:v>
                </c:pt>
                <c:pt idx="1852">
                  <c:v>1.1885859999999999E-3</c:v>
                </c:pt>
                <c:pt idx="1853">
                  <c:v>1.181575E-3</c:v>
                </c:pt>
                <c:pt idx="1854">
                  <c:v>1.174565E-3</c:v>
                </c:pt>
                <c:pt idx="1855">
                  <c:v>1.16792E-3</c:v>
                </c:pt>
                <c:pt idx="1856">
                  <c:v>1.1618069999999999E-3</c:v>
                </c:pt>
                <c:pt idx="1857">
                  <c:v>1.1569239999999999E-3</c:v>
                </c:pt>
                <c:pt idx="1858">
                  <c:v>1.1538010000000001E-3</c:v>
                </c:pt>
                <c:pt idx="1859">
                  <c:v>1.1528700000000001E-3</c:v>
                </c:pt>
                <c:pt idx="1860">
                  <c:v>1.1544649999999999E-3</c:v>
                </c:pt>
                <c:pt idx="1861">
                  <c:v>1.1582859999999999E-3</c:v>
                </c:pt>
                <c:pt idx="1862">
                  <c:v>1.163734E-3</c:v>
                </c:pt>
                <c:pt idx="1863">
                  <c:v>1.169748E-3</c:v>
                </c:pt>
                <c:pt idx="1864">
                  <c:v>1.1752959999999999E-3</c:v>
                </c:pt>
                <c:pt idx="1865">
                  <c:v>1.17925E-3</c:v>
                </c:pt>
                <c:pt idx="1866">
                  <c:v>1.181011E-3</c:v>
                </c:pt>
                <c:pt idx="1867">
                  <c:v>1.1801800000000001E-3</c:v>
                </c:pt>
                <c:pt idx="1868">
                  <c:v>1.176957E-3</c:v>
                </c:pt>
                <c:pt idx="1869">
                  <c:v>1.1718410000000001E-3</c:v>
                </c:pt>
                <c:pt idx="1870">
                  <c:v>1.165595E-3</c:v>
                </c:pt>
                <c:pt idx="1871">
                  <c:v>1.159183E-3</c:v>
                </c:pt>
                <c:pt idx="1872">
                  <c:v>1.1533019999999999E-3</c:v>
                </c:pt>
                <c:pt idx="1873">
                  <c:v>1.148685E-3</c:v>
                </c:pt>
                <c:pt idx="1874">
                  <c:v>1.1456610000000001E-3</c:v>
                </c:pt>
                <c:pt idx="1875">
                  <c:v>1.1442329999999999E-3</c:v>
                </c:pt>
                <c:pt idx="1876">
                  <c:v>1.1436350000000001E-3</c:v>
                </c:pt>
                <c:pt idx="1877">
                  <c:v>1.14317E-3</c:v>
                </c:pt>
                <c:pt idx="1878">
                  <c:v>1.141808E-3</c:v>
                </c:pt>
                <c:pt idx="1879">
                  <c:v>1.1382530000000001E-3</c:v>
                </c:pt>
                <c:pt idx="1880">
                  <c:v>1.1323399999999999E-3</c:v>
                </c:pt>
                <c:pt idx="1881">
                  <c:v>1.1243E-3</c:v>
                </c:pt>
                <c:pt idx="1882">
                  <c:v>1.114999E-3</c:v>
                </c:pt>
                <c:pt idx="1883">
                  <c:v>1.105731E-3</c:v>
                </c:pt>
                <c:pt idx="1884">
                  <c:v>1.0977579999999999E-3</c:v>
                </c:pt>
                <c:pt idx="1885">
                  <c:v>1.0919790000000001E-3</c:v>
                </c:pt>
                <c:pt idx="1886">
                  <c:v>1.0886240000000001E-3</c:v>
                </c:pt>
                <c:pt idx="1887">
                  <c:v>1.087129E-3</c:v>
                </c:pt>
                <c:pt idx="1888">
                  <c:v>1.086465E-3</c:v>
                </c:pt>
                <c:pt idx="1889">
                  <c:v>1.0854020000000001E-3</c:v>
                </c:pt>
                <c:pt idx="1890">
                  <c:v>1.0832420000000001E-3</c:v>
                </c:pt>
                <c:pt idx="1891">
                  <c:v>1.0791570000000001E-3</c:v>
                </c:pt>
                <c:pt idx="1892">
                  <c:v>1.073643E-3</c:v>
                </c:pt>
                <c:pt idx="1893">
                  <c:v>1.067365E-3</c:v>
                </c:pt>
                <c:pt idx="1894">
                  <c:v>1.0610540000000001E-3</c:v>
                </c:pt>
                <c:pt idx="1895">
                  <c:v>1.0555740000000001E-3</c:v>
                </c:pt>
                <c:pt idx="1896">
                  <c:v>1.0516880000000001E-3</c:v>
                </c:pt>
                <c:pt idx="1897">
                  <c:v>1.0493290000000001E-3</c:v>
                </c:pt>
                <c:pt idx="1898">
                  <c:v>1.0489640000000001E-3</c:v>
                </c:pt>
                <c:pt idx="1899">
                  <c:v>1.0499940000000001E-3</c:v>
                </c:pt>
                <c:pt idx="1900">
                  <c:v>1.052086E-3</c:v>
                </c:pt>
                <c:pt idx="1901">
                  <c:v>1.054843E-3</c:v>
                </c:pt>
                <c:pt idx="1902">
                  <c:v>1.057367E-3</c:v>
                </c:pt>
                <c:pt idx="1903">
                  <c:v>1.0591610000000001E-3</c:v>
                </c:pt>
                <c:pt idx="1904">
                  <c:v>1.0596920000000001E-3</c:v>
                </c:pt>
                <c:pt idx="1905">
                  <c:v>1.058762E-3</c:v>
                </c:pt>
                <c:pt idx="1906">
                  <c:v>1.056371E-3</c:v>
                </c:pt>
                <c:pt idx="1907">
                  <c:v>1.0528499999999999E-3</c:v>
                </c:pt>
                <c:pt idx="1908">
                  <c:v>1.049031E-3</c:v>
                </c:pt>
                <c:pt idx="1909">
                  <c:v>1.0455429999999999E-3</c:v>
                </c:pt>
                <c:pt idx="1910">
                  <c:v>1.0431520000000001E-3</c:v>
                </c:pt>
                <c:pt idx="1911">
                  <c:v>1.0421549999999999E-3</c:v>
                </c:pt>
                <c:pt idx="1912">
                  <c:v>1.042786E-3</c:v>
                </c:pt>
                <c:pt idx="1913">
                  <c:v>1.044613E-3</c:v>
                </c:pt>
                <c:pt idx="1914">
                  <c:v>1.0473030000000001E-3</c:v>
                </c:pt>
                <c:pt idx="1915">
                  <c:v>1.0506249999999999E-3</c:v>
                </c:pt>
                <c:pt idx="1916">
                  <c:v>1.053813E-3</c:v>
                </c:pt>
                <c:pt idx="1917">
                  <c:v>1.05667E-3</c:v>
                </c:pt>
                <c:pt idx="1918">
                  <c:v>1.0590280000000001E-3</c:v>
                </c:pt>
                <c:pt idx="1919">
                  <c:v>1.0604900000000001E-3</c:v>
                </c:pt>
                <c:pt idx="1920">
                  <c:v>1.0611209999999999E-3</c:v>
                </c:pt>
                <c:pt idx="1921">
                  <c:v>1.060921E-3</c:v>
                </c:pt>
                <c:pt idx="1922">
                  <c:v>1.060257E-3</c:v>
                </c:pt>
                <c:pt idx="1923">
                  <c:v>1.059061E-3</c:v>
                </c:pt>
                <c:pt idx="1924">
                  <c:v>1.0577E-3</c:v>
                </c:pt>
                <c:pt idx="1925">
                  <c:v>1.0564039999999999E-3</c:v>
                </c:pt>
                <c:pt idx="1926">
                  <c:v>1.055208E-3</c:v>
                </c:pt>
                <c:pt idx="1927">
                  <c:v>1.0541459999999999E-3</c:v>
                </c:pt>
                <c:pt idx="1928">
                  <c:v>1.05295E-3</c:v>
                </c:pt>
                <c:pt idx="1929">
                  <c:v>1.051555E-3</c:v>
                </c:pt>
                <c:pt idx="1930">
                  <c:v>1.049695E-3</c:v>
                </c:pt>
                <c:pt idx="1931">
                  <c:v>1.047503E-3</c:v>
                </c:pt>
                <c:pt idx="1932">
                  <c:v>1.044812E-3</c:v>
                </c:pt>
                <c:pt idx="1933">
                  <c:v>1.0421549999999999E-3</c:v>
                </c:pt>
                <c:pt idx="1934">
                  <c:v>1.039498E-3</c:v>
                </c:pt>
                <c:pt idx="1935">
                  <c:v>1.037273E-3</c:v>
                </c:pt>
                <c:pt idx="1936">
                  <c:v>1.035579E-3</c:v>
                </c:pt>
                <c:pt idx="1937">
                  <c:v>1.0346159999999999E-3</c:v>
                </c:pt>
                <c:pt idx="1938">
                  <c:v>1.03425E-3</c:v>
                </c:pt>
                <c:pt idx="1939">
                  <c:v>1.0342839999999999E-3</c:v>
                </c:pt>
                <c:pt idx="1940">
                  <c:v>1.0346489999999999E-3</c:v>
                </c:pt>
                <c:pt idx="1941">
                  <c:v>1.0346820000000001E-3</c:v>
                </c:pt>
                <c:pt idx="1942">
                  <c:v>1.0339850000000001E-3</c:v>
                </c:pt>
                <c:pt idx="1943">
                  <c:v>1.032158E-3</c:v>
                </c:pt>
                <c:pt idx="1944">
                  <c:v>1.0290360000000001E-3</c:v>
                </c:pt>
                <c:pt idx="1945">
                  <c:v>1.024851E-3</c:v>
                </c:pt>
                <c:pt idx="1946">
                  <c:v>1.020202E-3</c:v>
                </c:pt>
                <c:pt idx="1947">
                  <c:v>1.0158509999999999E-3</c:v>
                </c:pt>
                <c:pt idx="1948">
                  <c:v>1.0125959999999999E-3</c:v>
                </c:pt>
                <c:pt idx="1949">
                  <c:v>1.0110679999999999E-3</c:v>
                </c:pt>
                <c:pt idx="1950">
                  <c:v>1.0114E-3</c:v>
                </c:pt>
                <c:pt idx="1951">
                  <c:v>1.0129609999999999E-3</c:v>
                </c:pt>
                <c:pt idx="1952">
                  <c:v>1.015153E-3</c:v>
                </c:pt>
                <c:pt idx="1953">
                  <c:v>1.016748E-3</c:v>
                </c:pt>
                <c:pt idx="1954">
                  <c:v>1.017113E-3</c:v>
                </c:pt>
                <c:pt idx="1955">
                  <c:v>1.0159500000000001E-3</c:v>
                </c:pt>
                <c:pt idx="1956">
                  <c:v>1.0136590000000001E-3</c:v>
                </c:pt>
                <c:pt idx="1957">
                  <c:v>1.010936E-3</c:v>
                </c:pt>
                <c:pt idx="1958">
                  <c:v>1.0090089999999999E-3</c:v>
                </c:pt>
                <c:pt idx="1959">
                  <c:v>1.0085109999999999E-3</c:v>
                </c:pt>
                <c:pt idx="1960">
                  <c:v>1.0097070000000001E-3</c:v>
                </c:pt>
                <c:pt idx="1961">
                  <c:v>1.0122309999999999E-3</c:v>
                </c:pt>
                <c:pt idx="1962">
                  <c:v>1.0153530000000001E-3</c:v>
                </c:pt>
                <c:pt idx="1963">
                  <c:v>1.0178100000000001E-3</c:v>
                </c:pt>
                <c:pt idx="1964">
                  <c:v>1.018807E-3</c:v>
                </c:pt>
                <c:pt idx="1965">
                  <c:v>1.017843E-3</c:v>
                </c:pt>
                <c:pt idx="1966">
                  <c:v>1.0150210000000001E-3</c:v>
                </c:pt>
                <c:pt idx="1967">
                  <c:v>1.011201E-3</c:v>
                </c:pt>
                <c:pt idx="1968">
                  <c:v>1.007282E-3</c:v>
                </c:pt>
                <c:pt idx="1969">
                  <c:v>1.0042600000000001E-3</c:v>
                </c:pt>
                <c:pt idx="1970">
                  <c:v>1.002766E-3</c:v>
                </c:pt>
                <c:pt idx="1971">
                  <c:v>1.002799E-3</c:v>
                </c:pt>
                <c:pt idx="1972">
                  <c:v>1.0038619999999999E-3</c:v>
                </c:pt>
                <c:pt idx="1973">
                  <c:v>1.005389E-3</c:v>
                </c:pt>
                <c:pt idx="1974">
                  <c:v>1.0062529999999999E-3</c:v>
                </c:pt>
                <c:pt idx="1975">
                  <c:v>1.0060539999999999E-3</c:v>
                </c:pt>
                <c:pt idx="1976">
                  <c:v>1.0045919999999999E-3</c:v>
                </c:pt>
                <c:pt idx="1977">
                  <c:v>1.002267E-3</c:v>
                </c:pt>
                <c:pt idx="1978">
                  <c:v>9.9984310000000008E-4</c:v>
                </c:pt>
                <c:pt idx="1979">
                  <c:v>9.9791690000000004E-4</c:v>
                </c:pt>
                <c:pt idx="1980">
                  <c:v>9.9728589999999997E-4</c:v>
                </c:pt>
                <c:pt idx="1981">
                  <c:v>9.9791690000000004E-4</c:v>
                </c:pt>
                <c:pt idx="1982">
                  <c:v>9.9964379999999999E-4</c:v>
                </c:pt>
                <c:pt idx="1983">
                  <c:v>1.0018690000000001E-3</c:v>
                </c:pt>
                <c:pt idx="1984">
                  <c:v>1.003961E-3</c:v>
                </c:pt>
                <c:pt idx="1985">
                  <c:v>1.005223E-3</c:v>
                </c:pt>
                <c:pt idx="1986">
                  <c:v>1.0054560000000001E-3</c:v>
                </c:pt>
                <c:pt idx="1987">
                  <c:v>1.0043929999999999E-3</c:v>
                </c:pt>
                <c:pt idx="1988">
                  <c:v>1.0024999999999999E-3</c:v>
                </c:pt>
                <c:pt idx="1989">
                  <c:v>9.9974349999999994E-4</c:v>
                </c:pt>
                <c:pt idx="1990">
                  <c:v>9.9662180000000011E-4</c:v>
                </c:pt>
                <c:pt idx="1991">
                  <c:v>9.9316789999999997E-4</c:v>
                </c:pt>
                <c:pt idx="1992">
                  <c:v>9.8974720000000009E-4</c:v>
                </c:pt>
                <c:pt idx="1993">
                  <c:v>9.8662560000000008E-4</c:v>
                </c:pt>
                <c:pt idx="1994">
                  <c:v>9.8396880000000005E-4</c:v>
                </c:pt>
                <c:pt idx="1995">
                  <c:v>9.8244119999999998E-4</c:v>
                </c:pt>
                <c:pt idx="1996">
                  <c:v>9.8244119999999998E-4</c:v>
                </c:pt>
                <c:pt idx="1997">
                  <c:v>9.8393570000000004E-4</c:v>
                </c:pt>
                <c:pt idx="1998">
                  <c:v>9.8682489999999995E-4</c:v>
                </c:pt>
                <c:pt idx="1999">
                  <c:v>9.9067719999999999E-4</c:v>
                </c:pt>
                <c:pt idx="2000">
                  <c:v>9.9476189999999991E-4</c:v>
                </c:pt>
                <c:pt idx="2001">
                  <c:v>9.9828219999999993E-4</c:v>
                </c:pt>
                <c:pt idx="2002">
                  <c:v>1.000906E-3</c:v>
                </c:pt>
                <c:pt idx="2003">
                  <c:v>1.0022340000000001E-3</c:v>
                </c:pt>
                <c:pt idx="2004">
                  <c:v>1.002633E-3</c:v>
                </c:pt>
                <c:pt idx="2005">
                  <c:v>1.0022010000000001E-3</c:v>
                </c:pt>
                <c:pt idx="2006">
                  <c:v>1.0018029999999999E-3</c:v>
                </c:pt>
                <c:pt idx="2007">
                  <c:v>1.00157E-3</c:v>
                </c:pt>
                <c:pt idx="2008">
                  <c:v>1.001935E-3</c:v>
                </c:pt>
                <c:pt idx="2009">
                  <c:v>1.0028649999999999E-3</c:v>
                </c:pt>
                <c:pt idx="2010">
                  <c:v>1.0044590000000001E-3</c:v>
                </c:pt>
                <c:pt idx="2011">
                  <c:v>1.0064519999999999E-3</c:v>
                </c:pt>
                <c:pt idx="2012">
                  <c:v>1.008611E-3</c:v>
                </c:pt>
                <c:pt idx="2013">
                  <c:v>1.010803E-3</c:v>
                </c:pt>
                <c:pt idx="2014">
                  <c:v>1.012696E-3</c:v>
                </c:pt>
                <c:pt idx="2015">
                  <c:v>1.014091E-3</c:v>
                </c:pt>
                <c:pt idx="2016">
                  <c:v>1.014589E-3</c:v>
                </c:pt>
                <c:pt idx="2017">
                  <c:v>1.0140240000000001E-3</c:v>
                </c:pt>
                <c:pt idx="2018">
                  <c:v>1.0124299999999999E-3</c:v>
                </c:pt>
                <c:pt idx="2019">
                  <c:v>1.00964E-3</c:v>
                </c:pt>
                <c:pt idx="2020">
                  <c:v>1.0062859999999999E-3</c:v>
                </c:pt>
                <c:pt idx="2021">
                  <c:v>1.0026989999999999E-3</c:v>
                </c:pt>
                <c:pt idx="2022">
                  <c:v>9.992785000000001E-4</c:v>
                </c:pt>
                <c:pt idx="2023">
                  <c:v>9.9682099999999995E-4</c:v>
                </c:pt>
                <c:pt idx="2024">
                  <c:v>9.952934000000001E-4</c:v>
                </c:pt>
                <c:pt idx="2025">
                  <c:v>9.9476189999999991E-4</c:v>
                </c:pt>
                <c:pt idx="2026">
                  <c:v>9.952934000000001E-4</c:v>
                </c:pt>
                <c:pt idx="2027">
                  <c:v>9.9652209999999994E-4</c:v>
                </c:pt>
                <c:pt idx="2028">
                  <c:v>9.9841509999999993E-4</c:v>
                </c:pt>
                <c:pt idx="2029">
                  <c:v>1.00074E-3</c:v>
                </c:pt>
                <c:pt idx="2030">
                  <c:v>1.003496E-3</c:v>
                </c:pt>
                <c:pt idx="2031">
                  <c:v>1.0066509999999999E-3</c:v>
                </c:pt>
                <c:pt idx="2032">
                  <c:v>1.0100720000000001E-3</c:v>
                </c:pt>
                <c:pt idx="2033">
                  <c:v>1.0136259999999999E-3</c:v>
                </c:pt>
                <c:pt idx="2034">
                  <c:v>1.0170470000000001E-3</c:v>
                </c:pt>
                <c:pt idx="2035">
                  <c:v>1.0199359999999999E-3</c:v>
                </c:pt>
                <c:pt idx="2036">
                  <c:v>1.0218619999999999E-3</c:v>
                </c:pt>
                <c:pt idx="2037">
                  <c:v>1.0225259999999999E-3</c:v>
                </c:pt>
                <c:pt idx="2038">
                  <c:v>1.0216299999999999E-3</c:v>
                </c:pt>
                <c:pt idx="2039">
                  <c:v>1.019371E-3</c:v>
                </c:pt>
                <c:pt idx="2040">
                  <c:v>1.0160830000000001E-3</c:v>
                </c:pt>
                <c:pt idx="2041">
                  <c:v>1.0120979999999999E-3</c:v>
                </c:pt>
                <c:pt idx="2042">
                  <c:v>1.0083780000000001E-3</c:v>
                </c:pt>
                <c:pt idx="2043">
                  <c:v>1.005323E-3</c:v>
                </c:pt>
                <c:pt idx="2044">
                  <c:v>1.003463E-3</c:v>
                </c:pt>
                <c:pt idx="2045">
                  <c:v>1.0027320000000001E-3</c:v>
                </c:pt>
                <c:pt idx="2046">
                  <c:v>1.003164E-3</c:v>
                </c:pt>
                <c:pt idx="2047">
                  <c:v>1.0044590000000001E-3</c:v>
                </c:pt>
                <c:pt idx="2048">
                  <c:v>1.0061860000000001E-3</c:v>
                </c:pt>
                <c:pt idx="2049">
                  <c:v>1.0082450000000001E-3</c:v>
                </c:pt>
                <c:pt idx="2050">
                  <c:v>1.010637E-3</c:v>
                </c:pt>
                <c:pt idx="2051">
                  <c:v>1.0133270000000001E-3</c:v>
                </c:pt>
                <c:pt idx="2052">
                  <c:v>1.016449E-3</c:v>
                </c:pt>
                <c:pt idx="2053">
                  <c:v>1.0198360000000001E-3</c:v>
                </c:pt>
                <c:pt idx="2054">
                  <c:v>1.0230580000000001E-3</c:v>
                </c:pt>
                <c:pt idx="2055">
                  <c:v>1.0255819999999999E-3</c:v>
                </c:pt>
                <c:pt idx="2056">
                  <c:v>1.0266450000000001E-3</c:v>
                </c:pt>
                <c:pt idx="2057">
                  <c:v>1.0258139999999999E-3</c:v>
                </c:pt>
                <c:pt idx="2058">
                  <c:v>1.0230580000000001E-3</c:v>
                </c:pt>
                <c:pt idx="2059">
                  <c:v>1.0189400000000001E-3</c:v>
                </c:pt>
                <c:pt idx="2060">
                  <c:v>1.0141900000000001E-3</c:v>
                </c:pt>
                <c:pt idx="2061">
                  <c:v>1.0099390000000001E-3</c:v>
                </c:pt>
                <c:pt idx="2062">
                  <c:v>1.007249E-3</c:v>
                </c:pt>
                <c:pt idx="2063">
                  <c:v>1.0064850000000001E-3</c:v>
                </c:pt>
                <c:pt idx="2064">
                  <c:v>1.007913E-3</c:v>
                </c:pt>
                <c:pt idx="2065">
                  <c:v>1.0109019999999999E-3</c:v>
                </c:pt>
                <c:pt idx="2066">
                  <c:v>1.014722E-3</c:v>
                </c:pt>
                <c:pt idx="2067">
                  <c:v>1.018342E-3</c:v>
                </c:pt>
                <c:pt idx="2068">
                  <c:v>1.0213310000000001E-3</c:v>
                </c:pt>
                <c:pt idx="2069">
                  <c:v>1.0230910000000001E-3</c:v>
                </c:pt>
                <c:pt idx="2070">
                  <c:v>1.0237880000000001E-3</c:v>
                </c:pt>
                <c:pt idx="2071">
                  <c:v>1.0238549999999999E-3</c:v>
                </c:pt>
                <c:pt idx="2072">
                  <c:v>1.0236889999999999E-3</c:v>
                </c:pt>
                <c:pt idx="2073">
                  <c:v>1.023955E-3</c:v>
                </c:pt>
                <c:pt idx="2074">
                  <c:v>1.0253490000000001E-3</c:v>
                </c:pt>
                <c:pt idx="2075">
                  <c:v>1.02794E-3</c:v>
                </c:pt>
                <c:pt idx="2076">
                  <c:v>1.031859E-3</c:v>
                </c:pt>
                <c:pt idx="2077">
                  <c:v>1.0366749999999999E-3</c:v>
                </c:pt>
                <c:pt idx="2078">
                  <c:v>1.041557E-3</c:v>
                </c:pt>
                <c:pt idx="2079">
                  <c:v>1.045809E-3</c:v>
                </c:pt>
                <c:pt idx="2080">
                  <c:v>1.0486320000000001E-3</c:v>
                </c:pt>
                <c:pt idx="2081">
                  <c:v>1.049662E-3</c:v>
                </c:pt>
                <c:pt idx="2082">
                  <c:v>1.0487649999999999E-3</c:v>
                </c:pt>
                <c:pt idx="2083">
                  <c:v>1.04634E-3</c:v>
                </c:pt>
                <c:pt idx="2084">
                  <c:v>1.0430190000000001E-3</c:v>
                </c:pt>
                <c:pt idx="2085">
                  <c:v>1.039498E-3</c:v>
                </c:pt>
                <c:pt idx="2086">
                  <c:v>1.0363429999999999E-3</c:v>
                </c:pt>
                <c:pt idx="2087">
                  <c:v>1.0339520000000001E-3</c:v>
                </c:pt>
                <c:pt idx="2088">
                  <c:v>1.0324570000000001E-3</c:v>
                </c:pt>
                <c:pt idx="2089">
                  <c:v>1.03166E-3</c:v>
                </c:pt>
                <c:pt idx="2090">
                  <c:v>1.031461E-3</c:v>
                </c:pt>
                <c:pt idx="2091">
                  <c:v>1.03166E-3</c:v>
                </c:pt>
                <c:pt idx="2092">
                  <c:v>1.032191E-3</c:v>
                </c:pt>
                <c:pt idx="2093">
                  <c:v>1.0329880000000001E-3</c:v>
                </c:pt>
                <c:pt idx="2094">
                  <c:v>1.0341180000000001E-3</c:v>
                </c:pt>
                <c:pt idx="2095">
                  <c:v>1.035579E-3</c:v>
                </c:pt>
                <c:pt idx="2096">
                  <c:v>1.0370399999999999E-3</c:v>
                </c:pt>
                <c:pt idx="2097">
                  <c:v>1.038469E-3</c:v>
                </c:pt>
                <c:pt idx="2098">
                  <c:v>1.0396310000000001E-3</c:v>
                </c:pt>
                <c:pt idx="2099">
                  <c:v>1.0406269999999999E-3</c:v>
                </c:pt>
                <c:pt idx="2100">
                  <c:v>1.041557E-3</c:v>
                </c:pt>
                <c:pt idx="2101">
                  <c:v>1.042355E-3</c:v>
                </c:pt>
                <c:pt idx="2102">
                  <c:v>1.0432849999999999E-3</c:v>
                </c:pt>
                <c:pt idx="2103">
                  <c:v>1.044082E-3</c:v>
                </c:pt>
                <c:pt idx="2104">
                  <c:v>1.0450450000000001E-3</c:v>
                </c:pt>
                <c:pt idx="2105">
                  <c:v>1.0459079999999999E-3</c:v>
                </c:pt>
                <c:pt idx="2106">
                  <c:v>1.0471370000000001E-3</c:v>
                </c:pt>
                <c:pt idx="2107">
                  <c:v>1.048565E-3</c:v>
                </c:pt>
                <c:pt idx="2108">
                  <c:v>1.0506910000000001E-3</c:v>
                </c:pt>
                <c:pt idx="2109">
                  <c:v>1.053216E-3</c:v>
                </c:pt>
                <c:pt idx="2110">
                  <c:v>1.0561380000000001E-3</c:v>
                </c:pt>
                <c:pt idx="2111">
                  <c:v>1.05843E-3</c:v>
                </c:pt>
                <c:pt idx="2112">
                  <c:v>1.0596920000000001E-3</c:v>
                </c:pt>
                <c:pt idx="2113">
                  <c:v>1.0590280000000001E-3</c:v>
                </c:pt>
                <c:pt idx="2114">
                  <c:v>1.056338E-3</c:v>
                </c:pt>
                <c:pt idx="2115">
                  <c:v>1.051787E-3</c:v>
                </c:pt>
                <c:pt idx="2116">
                  <c:v>1.046473E-3</c:v>
                </c:pt>
                <c:pt idx="2117">
                  <c:v>1.041192E-3</c:v>
                </c:pt>
                <c:pt idx="2118">
                  <c:v>1.03724E-3</c:v>
                </c:pt>
                <c:pt idx="2119">
                  <c:v>1.0349479999999999E-3</c:v>
                </c:pt>
                <c:pt idx="2120">
                  <c:v>1.0344830000000001E-3</c:v>
                </c:pt>
                <c:pt idx="2121">
                  <c:v>1.035081E-3</c:v>
                </c:pt>
                <c:pt idx="2122">
                  <c:v>1.036077E-3</c:v>
                </c:pt>
                <c:pt idx="2123">
                  <c:v>1.0366419999999999E-3</c:v>
                </c:pt>
                <c:pt idx="2124">
                  <c:v>1.0363760000000001E-3</c:v>
                </c:pt>
                <c:pt idx="2125">
                  <c:v>1.0351469999999999E-3</c:v>
                </c:pt>
                <c:pt idx="2126">
                  <c:v>1.033188E-3</c:v>
                </c:pt>
                <c:pt idx="2127">
                  <c:v>1.0307960000000001E-3</c:v>
                </c:pt>
                <c:pt idx="2128">
                  <c:v>1.028272E-3</c:v>
                </c:pt>
                <c:pt idx="2129">
                  <c:v>1.025682E-3</c:v>
                </c:pt>
                <c:pt idx="2130">
                  <c:v>1.0230910000000001E-3</c:v>
                </c:pt>
                <c:pt idx="2131">
                  <c:v>1.0204669999999999E-3</c:v>
                </c:pt>
                <c:pt idx="2132">
                  <c:v>1.01801E-3</c:v>
                </c:pt>
                <c:pt idx="2133">
                  <c:v>1.0159170000000001E-3</c:v>
                </c:pt>
                <c:pt idx="2134">
                  <c:v>1.0146549999999999E-3</c:v>
                </c:pt>
                <c:pt idx="2135">
                  <c:v>1.0144889999999999E-3</c:v>
                </c:pt>
                <c:pt idx="2136">
                  <c:v>1.0155520000000001E-3</c:v>
                </c:pt>
                <c:pt idx="2137">
                  <c:v>1.0178769999999999E-3</c:v>
                </c:pt>
                <c:pt idx="2138">
                  <c:v>1.021264E-3</c:v>
                </c:pt>
                <c:pt idx="2139">
                  <c:v>1.0253490000000001E-3</c:v>
                </c:pt>
                <c:pt idx="2140">
                  <c:v>1.029767E-3</c:v>
                </c:pt>
                <c:pt idx="2141">
                  <c:v>1.0341510000000001E-3</c:v>
                </c:pt>
                <c:pt idx="2142">
                  <c:v>1.038502E-3</c:v>
                </c:pt>
                <c:pt idx="2143">
                  <c:v>1.0421880000000001E-3</c:v>
                </c:pt>
                <c:pt idx="2144">
                  <c:v>1.045111E-3</c:v>
                </c:pt>
                <c:pt idx="2145">
                  <c:v>1.0467059999999999E-3</c:v>
                </c:pt>
                <c:pt idx="2146">
                  <c:v>1.0474690000000001E-3</c:v>
                </c:pt>
                <c:pt idx="2147">
                  <c:v>1.0470379999999999E-3</c:v>
                </c:pt>
                <c:pt idx="2148">
                  <c:v>1.0458749999999999E-3</c:v>
                </c:pt>
                <c:pt idx="2149">
                  <c:v>1.04448E-3</c:v>
                </c:pt>
                <c:pt idx="2150">
                  <c:v>1.0431850000000001E-3</c:v>
                </c:pt>
                <c:pt idx="2151">
                  <c:v>1.0423209999999999E-3</c:v>
                </c:pt>
                <c:pt idx="2152">
                  <c:v>1.0418230000000001E-3</c:v>
                </c:pt>
                <c:pt idx="2153">
                  <c:v>1.041258E-3</c:v>
                </c:pt>
                <c:pt idx="2154">
                  <c:v>1.0406269999999999E-3</c:v>
                </c:pt>
                <c:pt idx="2155">
                  <c:v>1.039664E-3</c:v>
                </c:pt>
                <c:pt idx="2156">
                  <c:v>1.0384019999999999E-3</c:v>
                </c:pt>
                <c:pt idx="2157">
                  <c:v>1.037273E-3</c:v>
                </c:pt>
                <c:pt idx="2158">
                  <c:v>1.0368409999999999E-3</c:v>
                </c:pt>
                <c:pt idx="2159">
                  <c:v>1.037339E-3</c:v>
                </c:pt>
                <c:pt idx="2160">
                  <c:v>1.039166E-3</c:v>
                </c:pt>
                <c:pt idx="2161">
                  <c:v>1.0418230000000001E-3</c:v>
                </c:pt>
                <c:pt idx="2162">
                  <c:v>1.0454100000000001E-3</c:v>
                </c:pt>
                <c:pt idx="2163">
                  <c:v>1.0489640000000001E-3</c:v>
                </c:pt>
                <c:pt idx="2164">
                  <c:v>1.0523850000000001E-3</c:v>
                </c:pt>
                <c:pt idx="2165">
                  <c:v>1.055042E-3</c:v>
                </c:pt>
                <c:pt idx="2166">
                  <c:v>1.056869E-3</c:v>
                </c:pt>
                <c:pt idx="2167">
                  <c:v>1.0575999999999999E-3</c:v>
                </c:pt>
                <c:pt idx="2168">
                  <c:v>1.056869E-3</c:v>
                </c:pt>
                <c:pt idx="2169">
                  <c:v>1.054611E-3</c:v>
                </c:pt>
                <c:pt idx="2170">
                  <c:v>1.0508570000000001E-3</c:v>
                </c:pt>
                <c:pt idx="2171">
                  <c:v>1.0457419999999999E-3</c:v>
                </c:pt>
                <c:pt idx="2172">
                  <c:v>1.0398969999999999E-3</c:v>
                </c:pt>
                <c:pt idx="2173">
                  <c:v>1.0341180000000001E-3</c:v>
                </c:pt>
                <c:pt idx="2174">
                  <c:v>1.0294010000000001E-3</c:v>
                </c:pt>
                <c:pt idx="2175">
                  <c:v>1.026379E-3</c:v>
                </c:pt>
                <c:pt idx="2176">
                  <c:v>1.0249840000000001E-3</c:v>
                </c:pt>
                <c:pt idx="2177">
                  <c:v>1.0251170000000001E-3</c:v>
                </c:pt>
                <c:pt idx="2178">
                  <c:v>1.0261129999999999E-3</c:v>
                </c:pt>
                <c:pt idx="2179">
                  <c:v>1.0271099999999999E-3</c:v>
                </c:pt>
                <c:pt idx="2180">
                  <c:v>1.0278399999999999E-3</c:v>
                </c:pt>
                <c:pt idx="2181">
                  <c:v>1.027973E-3</c:v>
                </c:pt>
                <c:pt idx="2182">
                  <c:v>1.0276739999999999E-3</c:v>
                </c:pt>
                <c:pt idx="2183">
                  <c:v>1.0271760000000001E-3</c:v>
                </c:pt>
                <c:pt idx="2184">
                  <c:v>1.0266450000000001E-3</c:v>
                </c:pt>
                <c:pt idx="2185">
                  <c:v>1.025715E-3</c:v>
                </c:pt>
                <c:pt idx="2186">
                  <c:v>1.024386E-3</c:v>
                </c:pt>
                <c:pt idx="2187">
                  <c:v>1.021962E-3</c:v>
                </c:pt>
                <c:pt idx="2188">
                  <c:v>1.018674E-3</c:v>
                </c:pt>
                <c:pt idx="2189">
                  <c:v>1.014423E-3</c:v>
                </c:pt>
                <c:pt idx="2190">
                  <c:v>1.0102710000000001E-3</c:v>
                </c:pt>
                <c:pt idx="2191">
                  <c:v>1.007249E-3</c:v>
                </c:pt>
                <c:pt idx="2192">
                  <c:v>1.0061200000000001E-3</c:v>
                </c:pt>
                <c:pt idx="2193">
                  <c:v>1.007249E-3</c:v>
                </c:pt>
                <c:pt idx="2194">
                  <c:v>1.01077E-3</c:v>
                </c:pt>
                <c:pt idx="2195">
                  <c:v>1.0157510000000001E-3</c:v>
                </c:pt>
                <c:pt idx="2196">
                  <c:v>1.0213310000000001E-3</c:v>
                </c:pt>
                <c:pt idx="2197">
                  <c:v>1.026047E-3</c:v>
                </c:pt>
                <c:pt idx="2198">
                  <c:v>1.029269E-3</c:v>
                </c:pt>
                <c:pt idx="2199">
                  <c:v>1.030464E-3</c:v>
                </c:pt>
                <c:pt idx="2200">
                  <c:v>1.0295669999999999E-3</c:v>
                </c:pt>
                <c:pt idx="2201">
                  <c:v>1.0268440000000001E-3</c:v>
                </c:pt>
                <c:pt idx="2202">
                  <c:v>1.0227260000000001E-3</c:v>
                </c:pt>
                <c:pt idx="2203">
                  <c:v>1.0178100000000001E-3</c:v>
                </c:pt>
                <c:pt idx="2204">
                  <c:v>1.012696E-3</c:v>
                </c:pt>
                <c:pt idx="2205">
                  <c:v>1.0081459999999999E-3</c:v>
                </c:pt>
                <c:pt idx="2206">
                  <c:v>1.0045589999999999E-3</c:v>
                </c:pt>
                <c:pt idx="2207">
                  <c:v>1.0025329999999999E-3</c:v>
                </c:pt>
                <c:pt idx="2208">
                  <c:v>1.0023339999999999E-3</c:v>
                </c:pt>
                <c:pt idx="2209">
                  <c:v>1.0039280000000001E-3</c:v>
                </c:pt>
                <c:pt idx="2210">
                  <c:v>1.0069829999999999E-3</c:v>
                </c:pt>
                <c:pt idx="2211">
                  <c:v>1.0110679999999999E-3</c:v>
                </c:pt>
                <c:pt idx="2212">
                  <c:v>1.0155520000000001E-3</c:v>
                </c:pt>
                <c:pt idx="2213">
                  <c:v>1.0197699999999999E-3</c:v>
                </c:pt>
                <c:pt idx="2214">
                  <c:v>1.0236220000000001E-3</c:v>
                </c:pt>
                <c:pt idx="2215">
                  <c:v>1.0266450000000001E-3</c:v>
                </c:pt>
                <c:pt idx="2216">
                  <c:v>1.028571E-3</c:v>
                </c:pt>
                <c:pt idx="2217">
                  <c:v>1.0293679999999999E-3</c:v>
                </c:pt>
                <c:pt idx="2218">
                  <c:v>1.0285380000000001E-3</c:v>
                </c:pt>
                <c:pt idx="2219">
                  <c:v>1.0258139999999999E-3</c:v>
                </c:pt>
                <c:pt idx="2220">
                  <c:v>1.021264E-3</c:v>
                </c:pt>
                <c:pt idx="2221">
                  <c:v>1.014821E-3</c:v>
                </c:pt>
                <c:pt idx="2222">
                  <c:v>1.007183E-3</c:v>
                </c:pt>
                <c:pt idx="2223">
                  <c:v>9.9924530000000005E-4</c:v>
                </c:pt>
                <c:pt idx="2224">
                  <c:v>9.9213839999999997E-4</c:v>
                </c:pt>
                <c:pt idx="2225">
                  <c:v>9.8692450000000009E-4</c:v>
                </c:pt>
                <c:pt idx="2226">
                  <c:v>9.8426770000000006E-4</c:v>
                </c:pt>
                <c:pt idx="2227">
                  <c:v>9.8446699999999994E-4</c:v>
                </c:pt>
                <c:pt idx="2228">
                  <c:v>9.8719020000000005E-4</c:v>
                </c:pt>
                <c:pt idx="2229">
                  <c:v>9.9137459999999993E-4</c:v>
                </c:pt>
                <c:pt idx="2230">
                  <c:v>9.9635600000000011E-4</c:v>
                </c:pt>
                <c:pt idx="2231">
                  <c:v>1.000873E-3</c:v>
                </c:pt>
                <c:pt idx="2232">
                  <c:v>1.0042600000000001E-3</c:v>
                </c:pt>
                <c:pt idx="2233">
                  <c:v>1.0063190000000001E-3</c:v>
                </c:pt>
                <c:pt idx="2234">
                  <c:v>1.007448E-3</c:v>
                </c:pt>
                <c:pt idx="2235">
                  <c:v>1.007913E-3</c:v>
                </c:pt>
                <c:pt idx="2236">
                  <c:v>1.008578E-3</c:v>
                </c:pt>
                <c:pt idx="2237">
                  <c:v>1.0097400000000001E-3</c:v>
                </c:pt>
                <c:pt idx="2238">
                  <c:v>1.0117329999999999E-3</c:v>
                </c:pt>
                <c:pt idx="2239">
                  <c:v>1.0143559999999999E-3</c:v>
                </c:pt>
                <c:pt idx="2240">
                  <c:v>1.0170470000000001E-3</c:v>
                </c:pt>
                <c:pt idx="2241">
                  <c:v>1.018906E-3</c:v>
                </c:pt>
                <c:pt idx="2242">
                  <c:v>1.0194049999999999E-3</c:v>
                </c:pt>
                <c:pt idx="2243">
                  <c:v>1.0181089999999999E-3</c:v>
                </c:pt>
                <c:pt idx="2244">
                  <c:v>1.014954E-3</c:v>
                </c:pt>
                <c:pt idx="2245">
                  <c:v>1.0105369999999999E-3</c:v>
                </c:pt>
                <c:pt idx="2246">
                  <c:v>1.0058210000000001E-3</c:v>
                </c:pt>
                <c:pt idx="2247">
                  <c:v>1.0015040000000001E-3</c:v>
                </c:pt>
                <c:pt idx="2248">
                  <c:v>9.9851470000000006E-4</c:v>
                </c:pt>
                <c:pt idx="2249">
                  <c:v>9.9715310000000001E-4</c:v>
                </c:pt>
                <c:pt idx="2250">
                  <c:v>9.9741879999999997E-4</c:v>
                </c:pt>
                <c:pt idx="2251">
                  <c:v>9.9901279999999992E-4</c:v>
                </c:pt>
                <c:pt idx="2252">
                  <c:v>1.00147E-3</c:v>
                </c:pt>
                <c:pt idx="2253">
                  <c:v>1.004327E-3</c:v>
                </c:pt>
                <c:pt idx="2254">
                  <c:v>1.0074820000000001E-3</c:v>
                </c:pt>
                <c:pt idx="2255">
                  <c:v>1.0106029999999999E-3</c:v>
                </c:pt>
                <c:pt idx="2256">
                  <c:v>1.013592E-3</c:v>
                </c:pt>
                <c:pt idx="2257">
                  <c:v>1.016283E-3</c:v>
                </c:pt>
                <c:pt idx="2258">
                  <c:v>1.018375E-3</c:v>
                </c:pt>
                <c:pt idx="2259">
                  <c:v>1.0196039999999999E-3</c:v>
                </c:pt>
                <c:pt idx="2260">
                  <c:v>1.0198029999999999E-3</c:v>
                </c:pt>
                <c:pt idx="2261">
                  <c:v>1.0191060000000001E-3</c:v>
                </c:pt>
                <c:pt idx="2262">
                  <c:v>1.01801E-3</c:v>
                </c:pt>
                <c:pt idx="2263">
                  <c:v>1.016748E-3</c:v>
                </c:pt>
                <c:pt idx="2264">
                  <c:v>1.0159500000000001E-3</c:v>
                </c:pt>
                <c:pt idx="2265">
                  <c:v>1.0157510000000001E-3</c:v>
                </c:pt>
                <c:pt idx="2266">
                  <c:v>1.0159170000000001E-3</c:v>
                </c:pt>
                <c:pt idx="2267">
                  <c:v>1.0160169999999999E-3</c:v>
                </c:pt>
                <c:pt idx="2268">
                  <c:v>1.015485E-3</c:v>
                </c:pt>
                <c:pt idx="2269">
                  <c:v>1.0139579999999999E-3</c:v>
                </c:pt>
                <c:pt idx="2270">
                  <c:v>1.0114670000000001E-3</c:v>
                </c:pt>
                <c:pt idx="2271">
                  <c:v>1.0086439999999999E-3</c:v>
                </c:pt>
                <c:pt idx="2272">
                  <c:v>1.0064189999999999E-3</c:v>
                </c:pt>
                <c:pt idx="2273">
                  <c:v>1.005489E-3</c:v>
                </c:pt>
                <c:pt idx="2274">
                  <c:v>1.0064850000000001E-3</c:v>
                </c:pt>
                <c:pt idx="2275">
                  <c:v>1.0094080000000001E-3</c:v>
                </c:pt>
                <c:pt idx="2276">
                  <c:v>1.013592E-3</c:v>
                </c:pt>
                <c:pt idx="2277">
                  <c:v>1.018475E-3</c:v>
                </c:pt>
                <c:pt idx="2278">
                  <c:v>1.022991E-3</c:v>
                </c:pt>
                <c:pt idx="2279">
                  <c:v>1.0266120000000001E-3</c:v>
                </c:pt>
                <c:pt idx="2280">
                  <c:v>1.029468E-3</c:v>
                </c:pt>
                <c:pt idx="2281">
                  <c:v>1.031494E-3</c:v>
                </c:pt>
                <c:pt idx="2282">
                  <c:v>1.033653E-3</c:v>
                </c:pt>
                <c:pt idx="2283">
                  <c:v>1.036077E-3</c:v>
                </c:pt>
                <c:pt idx="2284">
                  <c:v>1.038967E-3</c:v>
                </c:pt>
                <c:pt idx="2285">
                  <c:v>1.04189E-3</c:v>
                </c:pt>
                <c:pt idx="2286">
                  <c:v>1.0442139999999999E-3</c:v>
                </c:pt>
                <c:pt idx="2287">
                  <c:v>1.0452770000000001E-3</c:v>
                </c:pt>
                <c:pt idx="2288">
                  <c:v>1.044746E-3</c:v>
                </c:pt>
                <c:pt idx="2289">
                  <c:v>1.042388E-3</c:v>
                </c:pt>
                <c:pt idx="2290">
                  <c:v>1.038867E-3</c:v>
                </c:pt>
                <c:pt idx="2291">
                  <c:v>1.0346820000000001E-3</c:v>
                </c:pt>
                <c:pt idx="2292">
                  <c:v>1.0309620000000001E-3</c:v>
                </c:pt>
                <c:pt idx="2293">
                  <c:v>1.028239E-3</c:v>
                </c:pt>
                <c:pt idx="2294">
                  <c:v>1.0271429999999999E-3</c:v>
                </c:pt>
                <c:pt idx="2295">
                  <c:v>1.027774E-3</c:v>
                </c:pt>
                <c:pt idx="2296">
                  <c:v>1.0299E-3</c:v>
                </c:pt>
                <c:pt idx="2297">
                  <c:v>1.0329880000000001E-3</c:v>
                </c:pt>
                <c:pt idx="2298">
                  <c:v>1.0367410000000001E-3</c:v>
                </c:pt>
                <c:pt idx="2299">
                  <c:v>1.040528E-3</c:v>
                </c:pt>
                <c:pt idx="2300">
                  <c:v>1.044115E-3</c:v>
                </c:pt>
                <c:pt idx="2301">
                  <c:v>1.0472039999999999E-3</c:v>
                </c:pt>
                <c:pt idx="2302">
                  <c:v>1.049562E-3</c:v>
                </c:pt>
                <c:pt idx="2303">
                  <c:v>1.051057E-3</c:v>
                </c:pt>
                <c:pt idx="2304">
                  <c:v>1.0518210000000001E-3</c:v>
                </c:pt>
                <c:pt idx="2305">
                  <c:v>1.051787E-3</c:v>
                </c:pt>
                <c:pt idx="2306">
                  <c:v>1.051289E-3</c:v>
                </c:pt>
                <c:pt idx="2307">
                  <c:v>1.050558E-3</c:v>
                </c:pt>
                <c:pt idx="2308">
                  <c:v>1.049828E-3</c:v>
                </c:pt>
                <c:pt idx="2309">
                  <c:v>1.0492629999999999E-3</c:v>
                </c:pt>
                <c:pt idx="2310">
                  <c:v>1.049363E-3</c:v>
                </c:pt>
                <c:pt idx="2311">
                  <c:v>1.050027E-3</c:v>
                </c:pt>
                <c:pt idx="2312">
                  <c:v>1.051654E-3</c:v>
                </c:pt>
                <c:pt idx="2313">
                  <c:v>1.054312E-3</c:v>
                </c:pt>
                <c:pt idx="2314">
                  <c:v>1.058032E-3</c:v>
                </c:pt>
                <c:pt idx="2315">
                  <c:v>1.062615E-3</c:v>
                </c:pt>
                <c:pt idx="2316">
                  <c:v>1.0681289999999999E-3</c:v>
                </c:pt>
                <c:pt idx="2317">
                  <c:v>1.073975E-3</c:v>
                </c:pt>
                <c:pt idx="2318">
                  <c:v>1.0797879999999999E-3</c:v>
                </c:pt>
                <c:pt idx="2319">
                  <c:v>1.0846709999999999E-3</c:v>
                </c:pt>
                <c:pt idx="2320">
                  <c:v>1.0882579999999999E-3</c:v>
                </c:pt>
                <c:pt idx="2321">
                  <c:v>1.090185E-3</c:v>
                </c:pt>
                <c:pt idx="2322">
                  <c:v>1.0904840000000001E-3</c:v>
                </c:pt>
                <c:pt idx="2323">
                  <c:v>1.0893210000000001E-3</c:v>
                </c:pt>
                <c:pt idx="2324">
                  <c:v>1.0875609999999999E-3</c:v>
                </c:pt>
                <c:pt idx="2325">
                  <c:v>1.0859330000000001E-3</c:v>
                </c:pt>
                <c:pt idx="2326">
                  <c:v>1.085136E-3</c:v>
                </c:pt>
                <c:pt idx="2327">
                  <c:v>1.085435E-3</c:v>
                </c:pt>
                <c:pt idx="2328">
                  <c:v>1.08683E-3</c:v>
                </c:pt>
                <c:pt idx="2329">
                  <c:v>1.0889230000000001E-3</c:v>
                </c:pt>
                <c:pt idx="2330">
                  <c:v>1.0912809999999999E-3</c:v>
                </c:pt>
                <c:pt idx="2331">
                  <c:v>1.093075E-3</c:v>
                </c:pt>
                <c:pt idx="2332">
                  <c:v>1.094104E-3</c:v>
                </c:pt>
                <c:pt idx="2333">
                  <c:v>1.094271E-3</c:v>
                </c:pt>
                <c:pt idx="2334">
                  <c:v>1.093772E-3</c:v>
                </c:pt>
                <c:pt idx="2335">
                  <c:v>1.0926760000000001E-3</c:v>
                </c:pt>
                <c:pt idx="2336">
                  <c:v>1.091414E-3</c:v>
                </c:pt>
                <c:pt idx="2337">
                  <c:v>1.0901179999999999E-3</c:v>
                </c:pt>
                <c:pt idx="2338">
                  <c:v>1.088756E-3</c:v>
                </c:pt>
                <c:pt idx="2339">
                  <c:v>1.0872620000000001E-3</c:v>
                </c:pt>
                <c:pt idx="2340">
                  <c:v>1.0859330000000001E-3</c:v>
                </c:pt>
                <c:pt idx="2341">
                  <c:v>1.0846709999999999E-3</c:v>
                </c:pt>
                <c:pt idx="2342">
                  <c:v>1.083973E-3</c:v>
                </c:pt>
                <c:pt idx="2343">
                  <c:v>1.0840400000000001E-3</c:v>
                </c:pt>
                <c:pt idx="2344">
                  <c:v>1.0849029999999999E-3</c:v>
                </c:pt>
                <c:pt idx="2345">
                  <c:v>1.0860990000000001E-3</c:v>
                </c:pt>
                <c:pt idx="2346">
                  <c:v>1.0873949999999999E-3</c:v>
                </c:pt>
                <c:pt idx="2347">
                  <c:v>1.0878929999999999E-3</c:v>
                </c:pt>
                <c:pt idx="2348">
                  <c:v>1.087328E-3</c:v>
                </c:pt>
                <c:pt idx="2349">
                  <c:v>1.085136E-3</c:v>
                </c:pt>
                <c:pt idx="2350">
                  <c:v>1.0818469999999999E-3</c:v>
                </c:pt>
                <c:pt idx="2351">
                  <c:v>1.0779279999999999E-3</c:v>
                </c:pt>
                <c:pt idx="2352">
                  <c:v>1.073975E-3</c:v>
                </c:pt>
                <c:pt idx="2353">
                  <c:v>1.07062E-3</c:v>
                </c:pt>
                <c:pt idx="2354">
                  <c:v>1.0681620000000001E-3</c:v>
                </c:pt>
                <c:pt idx="2355">
                  <c:v>1.0659700000000001E-3</c:v>
                </c:pt>
                <c:pt idx="2356">
                  <c:v>1.063645E-3</c:v>
                </c:pt>
                <c:pt idx="2357">
                  <c:v>1.060456E-3</c:v>
                </c:pt>
                <c:pt idx="2358">
                  <c:v>1.0560719999999999E-3</c:v>
                </c:pt>
                <c:pt idx="2359">
                  <c:v>1.0506249999999999E-3</c:v>
                </c:pt>
                <c:pt idx="2360">
                  <c:v>1.044812E-3</c:v>
                </c:pt>
                <c:pt idx="2361">
                  <c:v>1.0399300000000001E-3</c:v>
                </c:pt>
                <c:pt idx="2362">
                  <c:v>1.0372070000000001E-3</c:v>
                </c:pt>
                <c:pt idx="2363">
                  <c:v>1.0375390000000001E-3</c:v>
                </c:pt>
                <c:pt idx="2364">
                  <c:v>1.041258E-3</c:v>
                </c:pt>
                <c:pt idx="2365">
                  <c:v>1.048134E-3</c:v>
                </c:pt>
                <c:pt idx="2366">
                  <c:v>1.0572680000000001E-3</c:v>
                </c:pt>
                <c:pt idx="2367">
                  <c:v>1.0672990000000001E-3</c:v>
                </c:pt>
                <c:pt idx="2368">
                  <c:v>1.077363E-3</c:v>
                </c:pt>
                <c:pt idx="2369">
                  <c:v>1.086332E-3</c:v>
                </c:pt>
                <c:pt idx="2370">
                  <c:v>1.0941379999999999E-3</c:v>
                </c:pt>
                <c:pt idx="2371">
                  <c:v>1.1009139999999999E-3</c:v>
                </c:pt>
                <c:pt idx="2372">
                  <c:v>1.107093E-3</c:v>
                </c:pt>
                <c:pt idx="2373">
                  <c:v>1.1132379999999999E-3</c:v>
                </c:pt>
                <c:pt idx="2374">
                  <c:v>1.119882E-3</c:v>
                </c:pt>
                <c:pt idx="2375">
                  <c:v>1.127124E-3</c:v>
                </c:pt>
                <c:pt idx="2376">
                  <c:v>1.134831E-3</c:v>
                </c:pt>
                <c:pt idx="2377">
                  <c:v>1.142372E-3</c:v>
                </c:pt>
                <c:pt idx="2378">
                  <c:v>1.149382E-3</c:v>
                </c:pt>
                <c:pt idx="2379">
                  <c:v>1.1549970000000001E-3</c:v>
                </c:pt>
                <c:pt idx="2380">
                  <c:v>1.158751E-3</c:v>
                </c:pt>
                <c:pt idx="2381">
                  <c:v>1.160379E-3</c:v>
                </c:pt>
                <c:pt idx="2382">
                  <c:v>1.1601129999999999E-3</c:v>
                </c:pt>
                <c:pt idx="2383">
                  <c:v>1.1583190000000001E-3</c:v>
                </c:pt>
                <c:pt idx="2384">
                  <c:v>1.1556940000000001E-3</c:v>
                </c:pt>
                <c:pt idx="2385">
                  <c:v>1.1531029999999999E-3</c:v>
                </c:pt>
                <c:pt idx="2386">
                  <c:v>1.1511099999999999E-3</c:v>
                </c:pt>
                <c:pt idx="2387">
                  <c:v>1.149714E-3</c:v>
                </c:pt>
                <c:pt idx="2388">
                  <c:v>1.149083E-3</c:v>
                </c:pt>
                <c:pt idx="2389">
                  <c:v>1.1486179999999999E-3</c:v>
                </c:pt>
                <c:pt idx="2390">
                  <c:v>1.1476209999999999E-3</c:v>
                </c:pt>
                <c:pt idx="2391">
                  <c:v>1.145362E-3</c:v>
                </c:pt>
                <c:pt idx="2392">
                  <c:v>1.1414089999999999E-3</c:v>
                </c:pt>
                <c:pt idx="2393">
                  <c:v>1.1358939999999999E-3</c:v>
                </c:pt>
                <c:pt idx="2394">
                  <c:v>1.1293830000000001E-3</c:v>
                </c:pt>
                <c:pt idx="2395">
                  <c:v>1.1229720000000001E-3</c:v>
                </c:pt>
                <c:pt idx="2396">
                  <c:v>1.1175899999999999E-3</c:v>
                </c:pt>
                <c:pt idx="2397">
                  <c:v>1.1144340000000001E-3</c:v>
                </c:pt>
                <c:pt idx="2398">
                  <c:v>1.1141020000000001E-3</c:v>
                </c:pt>
                <c:pt idx="2399">
                  <c:v>1.1165599999999999E-3</c:v>
                </c:pt>
                <c:pt idx="2400">
                  <c:v>1.121211E-3</c:v>
                </c:pt>
                <c:pt idx="2401">
                  <c:v>1.1269909999999999E-3</c:v>
                </c:pt>
                <c:pt idx="2402">
                  <c:v>1.1330369999999999E-3</c:v>
                </c:pt>
                <c:pt idx="2403">
                  <c:v>1.1380870000000001E-3</c:v>
                </c:pt>
                <c:pt idx="2404">
                  <c:v>1.1417739999999999E-3</c:v>
                </c:pt>
                <c:pt idx="2405">
                  <c:v>1.1441999999999999E-3</c:v>
                </c:pt>
                <c:pt idx="2406">
                  <c:v>1.1455949999999999E-3</c:v>
                </c:pt>
                <c:pt idx="2407">
                  <c:v>1.1467910000000001E-3</c:v>
                </c:pt>
                <c:pt idx="2408">
                  <c:v>1.1485180000000001E-3</c:v>
                </c:pt>
                <c:pt idx="2409">
                  <c:v>1.1513750000000001E-3</c:v>
                </c:pt>
                <c:pt idx="2410">
                  <c:v>1.155561E-3</c:v>
                </c:pt>
                <c:pt idx="2411">
                  <c:v>1.160445E-3</c:v>
                </c:pt>
                <c:pt idx="2412">
                  <c:v>1.1657939999999999E-3</c:v>
                </c:pt>
                <c:pt idx="2413">
                  <c:v>1.1706450000000001E-3</c:v>
                </c:pt>
                <c:pt idx="2414">
                  <c:v>1.1741329999999999E-3</c:v>
                </c:pt>
                <c:pt idx="2415">
                  <c:v>1.175529E-3</c:v>
                </c:pt>
                <c:pt idx="2416">
                  <c:v>1.1748310000000001E-3</c:v>
                </c:pt>
                <c:pt idx="2417">
                  <c:v>1.171874E-3</c:v>
                </c:pt>
                <c:pt idx="2418">
                  <c:v>1.167356E-3</c:v>
                </c:pt>
                <c:pt idx="2419">
                  <c:v>1.161907E-3</c:v>
                </c:pt>
                <c:pt idx="2420">
                  <c:v>1.156292E-3</c:v>
                </c:pt>
                <c:pt idx="2421">
                  <c:v>1.151076E-3</c:v>
                </c:pt>
                <c:pt idx="2422">
                  <c:v>1.1468240000000001E-3</c:v>
                </c:pt>
                <c:pt idx="2423">
                  <c:v>1.143502E-3</c:v>
                </c:pt>
                <c:pt idx="2424">
                  <c:v>1.1412429999999999E-3</c:v>
                </c:pt>
                <c:pt idx="2425">
                  <c:v>1.139482E-3</c:v>
                </c:pt>
                <c:pt idx="2426">
                  <c:v>1.1382199999999999E-3</c:v>
                </c:pt>
                <c:pt idx="2427">
                  <c:v>1.13729E-3</c:v>
                </c:pt>
                <c:pt idx="2428">
                  <c:v>1.1363930000000001E-3</c:v>
                </c:pt>
                <c:pt idx="2429">
                  <c:v>1.1354290000000001E-3</c:v>
                </c:pt>
                <c:pt idx="2430">
                  <c:v>1.1345319999999999E-3</c:v>
                </c:pt>
                <c:pt idx="2431">
                  <c:v>1.13327E-3</c:v>
                </c:pt>
                <c:pt idx="2432">
                  <c:v>1.1317090000000001E-3</c:v>
                </c:pt>
                <c:pt idx="2433">
                  <c:v>1.129283E-3</c:v>
                </c:pt>
                <c:pt idx="2434">
                  <c:v>1.12626E-3</c:v>
                </c:pt>
                <c:pt idx="2435">
                  <c:v>1.1228060000000001E-3</c:v>
                </c:pt>
                <c:pt idx="2436">
                  <c:v>1.1194499999999999E-3</c:v>
                </c:pt>
                <c:pt idx="2437">
                  <c:v>1.116726E-3</c:v>
                </c:pt>
                <c:pt idx="2438">
                  <c:v>1.1153980000000001E-3</c:v>
                </c:pt>
                <c:pt idx="2439">
                  <c:v>1.1156300000000001E-3</c:v>
                </c:pt>
                <c:pt idx="2440">
                  <c:v>1.1178220000000001E-3</c:v>
                </c:pt>
                <c:pt idx="2441">
                  <c:v>1.121543E-3</c:v>
                </c:pt>
                <c:pt idx="2442">
                  <c:v>1.12626E-3</c:v>
                </c:pt>
                <c:pt idx="2443">
                  <c:v>1.1317090000000001E-3</c:v>
                </c:pt>
                <c:pt idx="2444">
                  <c:v>1.137522E-3</c:v>
                </c:pt>
                <c:pt idx="2445">
                  <c:v>1.143834E-3</c:v>
                </c:pt>
                <c:pt idx="2446">
                  <c:v>1.15091E-3</c:v>
                </c:pt>
                <c:pt idx="2447">
                  <c:v>1.159282E-3</c:v>
                </c:pt>
                <c:pt idx="2448">
                  <c:v>1.1688169999999999E-3</c:v>
                </c:pt>
                <c:pt idx="2449">
                  <c:v>1.1791499999999999E-3</c:v>
                </c:pt>
                <c:pt idx="2450">
                  <c:v>1.189416E-3</c:v>
                </c:pt>
                <c:pt idx="2451">
                  <c:v>1.1980879999999999E-3</c:v>
                </c:pt>
                <c:pt idx="2452">
                  <c:v>1.2043010000000001E-3</c:v>
                </c:pt>
                <c:pt idx="2453">
                  <c:v>1.2070920000000001E-3</c:v>
                </c:pt>
                <c:pt idx="2454">
                  <c:v>1.206361E-3</c:v>
                </c:pt>
                <c:pt idx="2455">
                  <c:v>1.2029720000000001E-3</c:v>
                </c:pt>
                <c:pt idx="2456">
                  <c:v>1.19852E-3</c:v>
                </c:pt>
                <c:pt idx="2457">
                  <c:v>1.194168E-3</c:v>
                </c:pt>
                <c:pt idx="2458">
                  <c:v>1.19151E-3</c:v>
                </c:pt>
                <c:pt idx="2459">
                  <c:v>1.191044E-3</c:v>
                </c:pt>
                <c:pt idx="2460">
                  <c:v>1.192872E-3</c:v>
                </c:pt>
                <c:pt idx="2461">
                  <c:v>1.196194E-3</c:v>
                </c:pt>
                <c:pt idx="2462">
                  <c:v>1.2001150000000001E-3</c:v>
                </c:pt>
                <c:pt idx="2463">
                  <c:v>1.203703E-3</c:v>
                </c:pt>
                <c:pt idx="2464">
                  <c:v>1.2064280000000001E-3</c:v>
                </c:pt>
                <c:pt idx="2465">
                  <c:v>1.2080560000000001E-3</c:v>
                </c:pt>
                <c:pt idx="2466">
                  <c:v>1.209119E-3</c:v>
                </c:pt>
                <c:pt idx="2467">
                  <c:v>1.20995E-3</c:v>
                </c:pt>
                <c:pt idx="2468">
                  <c:v>1.2112119999999999E-3</c:v>
                </c:pt>
                <c:pt idx="2469">
                  <c:v>1.212907E-3</c:v>
                </c:pt>
                <c:pt idx="2470">
                  <c:v>1.2148669999999999E-3</c:v>
                </c:pt>
                <c:pt idx="2471">
                  <c:v>1.2170600000000001E-3</c:v>
                </c:pt>
                <c:pt idx="2472">
                  <c:v>1.2188209999999999E-3</c:v>
                </c:pt>
                <c:pt idx="2473">
                  <c:v>1.2201169999999999E-3</c:v>
                </c:pt>
                <c:pt idx="2474">
                  <c:v>1.2209149999999999E-3</c:v>
                </c:pt>
                <c:pt idx="2475">
                  <c:v>1.221413E-3</c:v>
                </c:pt>
                <c:pt idx="2476">
                  <c:v>1.222044E-3</c:v>
                </c:pt>
                <c:pt idx="2477">
                  <c:v>1.2229420000000001E-3</c:v>
                </c:pt>
                <c:pt idx="2478">
                  <c:v>1.224204E-3</c:v>
                </c:pt>
                <c:pt idx="2479">
                  <c:v>1.225533E-3</c:v>
                </c:pt>
                <c:pt idx="2480">
                  <c:v>1.2268960000000001E-3</c:v>
                </c:pt>
                <c:pt idx="2481">
                  <c:v>1.2280920000000001E-3</c:v>
                </c:pt>
                <c:pt idx="2482">
                  <c:v>1.229321E-3</c:v>
                </c:pt>
                <c:pt idx="2483">
                  <c:v>1.2306839999999999E-3</c:v>
                </c:pt>
                <c:pt idx="2484">
                  <c:v>1.232744E-3</c:v>
                </c:pt>
                <c:pt idx="2485">
                  <c:v>1.235601E-3</c:v>
                </c:pt>
                <c:pt idx="2486">
                  <c:v>1.2392900000000001E-3</c:v>
                </c:pt>
                <c:pt idx="2487">
                  <c:v>1.2435429999999999E-3</c:v>
                </c:pt>
                <c:pt idx="2488">
                  <c:v>1.247763E-3</c:v>
                </c:pt>
                <c:pt idx="2489">
                  <c:v>1.250887E-3</c:v>
                </c:pt>
                <c:pt idx="2490">
                  <c:v>1.2526810000000001E-3</c:v>
                </c:pt>
                <c:pt idx="2491">
                  <c:v>1.2527479999999999E-3</c:v>
                </c:pt>
                <c:pt idx="2492">
                  <c:v>1.2513190000000001E-3</c:v>
                </c:pt>
                <c:pt idx="2493">
                  <c:v>1.2492250000000001E-3</c:v>
                </c:pt>
                <c:pt idx="2494">
                  <c:v>1.2470649999999999E-3</c:v>
                </c:pt>
                <c:pt idx="2495">
                  <c:v>1.2457359999999999E-3</c:v>
                </c:pt>
                <c:pt idx="2496">
                  <c:v>1.2456699999999999E-3</c:v>
                </c:pt>
                <c:pt idx="2497">
                  <c:v>1.246799E-3</c:v>
                </c:pt>
                <c:pt idx="2498">
                  <c:v>1.248926E-3</c:v>
                </c:pt>
                <c:pt idx="2499">
                  <c:v>1.2514850000000001E-3</c:v>
                </c:pt>
                <c:pt idx="2500">
                  <c:v>1.25421E-3</c:v>
                </c:pt>
                <c:pt idx="2501">
                  <c:v>1.256835E-3</c:v>
                </c:pt>
                <c:pt idx="2502">
                  <c:v>1.259294E-3</c:v>
                </c:pt>
                <c:pt idx="2503">
                  <c:v>1.261587E-3</c:v>
                </c:pt>
                <c:pt idx="2504">
                  <c:v>1.263847E-3</c:v>
                </c:pt>
                <c:pt idx="2505">
                  <c:v>1.2658400000000001E-3</c:v>
                </c:pt>
                <c:pt idx="2506">
                  <c:v>1.2674019999999999E-3</c:v>
                </c:pt>
                <c:pt idx="2507">
                  <c:v>1.267834E-3</c:v>
                </c:pt>
                <c:pt idx="2508">
                  <c:v>1.267535E-3</c:v>
                </c:pt>
                <c:pt idx="2509">
                  <c:v>1.2660729999999999E-3</c:v>
                </c:pt>
                <c:pt idx="2510">
                  <c:v>1.2639459999999999E-3</c:v>
                </c:pt>
                <c:pt idx="2511">
                  <c:v>1.2610550000000001E-3</c:v>
                </c:pt>
                <c:pt idx="2512">
                  <c:v>1.2578979999999999E-3</c:v>
                </c:pt>
                <c:pt idx="2513">
                  <c:v>1.254376E-3</c:v>
                </c:pt>
                <c:pt idx="2514">
                  <c:v>1.2506539999999999E-3</c:v>
                </c:pt>
                <c:pt idx="2515">
                  <c:v>1.246633E-3</c:v>
                </c:pt>
                <c:pt idx="2516">
                  <c:v>1.242679E-3</c:v>
                </c:pt>
                <c:pt idx="2517">
                  <c:v>1.23909E-3</c:v>
                </c:pt>
                <c:pt idx="2518">
                  <c:v>1.236532E-3</c:v>
                </c:pt>
                <c:pt idx="2519">
                  <c:v>1.235601E-3</c:v>
                </c:pt>
                <c:pt idx="2520">
                  <c:v>1.2363319999999999E-3</c:v>
                </c:pt>
                <c:pt idx="2521">
                  <c:v>1.239057E-3</c:v>
                </c:pt>
                <c:pt idx="2522">
                  <c:v>1.2432109999999999E-3</c:v>
                </c:pt>
                <c:pt idx="2523">
                  <c:v>1.2475640000000001E-3</c:v>
                </c:pt>
                <c:pt idx="2524">
                  <c:v>1.2514519999999999E-3</c:v>
                </c:pt>
                <c:pt idx="2525">
                  <c:v>1.253744E-3</c:v>
                </c:pt>
                <c:pt idx="2526">
                  <c:v>1.254575E-3</c:v>
                </c:pt>
                <c:pt idx="2527">
                  <c:v>1.2539109999999999E-3</c:v>
                </c:pt>
                <c:pt idx="2528">
                  <c:v>1.2525150000000001E-3</c:v>
                </c:pt>
                <c:pt idx="2529">
                  <c:v>1.251119E-3</c:v>
                </c:pt>
                <c:pt idx="2530">
                  <c:v>1.2503550000000001E-3</c:v>
                </c:pt>
                <c:pt idx="2531">
                  <c:v>1.2503880000000001E-3</c:v>
                </c:pt>
                <c:pt idx="2532">
                  <c:v>1.2513190000000001E-3</c:v>
                </c:pt>
                <c:pt idx="2533">
                  <c:v>1.252548E-3</c:v>
                </c:pt>
                <c:pt idx="2534">
                  <c:v>1.253877E-3</c:v>
                </c:pt>
                <c:pt idx="2535">
                  <c:v>1.25504E-3</c:v>
                </c:pt>
                <c:pt idx="2536">
                  <c:v>1.256336E-3</c:v>
                </c:pt>
                <c:pt idx="2537">
                  <c:v>1.257799E-3</c:v>
                </c:pt>
                <c:pt idx="2538">
                  <c:v>1.2599919999999999E-3</c:v>
                </c:pt>
                <c:pt idx="2539">
                  <c:v>1.26275E-3</c:v>
                </c:pt>
                <c:pt idx="2540">
                  <c:v>1.2660060000000001E-3</c:v>
                </c:pt>
                <c:pt idx="2541">
                  <c:v>1.269662E-3</c:v>
                </c:pt>
                <c:pt idx="2542">
                  <c:v>1.2731509999999999E-3</c:v>
                </c:pt>
                <c:pt idx="2543">
                  <c:v>1.2762419999999999E-3</c:v>
                </c:pt>
                <c:pt idx="2544">
                  <c:v>1.2786340000000001E-3</c:v>
                </c:pt>
                <c:pt idx="2545">
                  <c:v>1.280429E-3</c:v>
                </c:pt>
                <c:pt idx="2546">
                  <c:v>1.2821239999999999E-3</c:v>
                </c:pt>
                <c:pt idx="2547">
                  <c:v>1.2836189999999999E-3</c:v>
                </c:pt>
                <c:pt idx="2548">
                  <c:v>1.2855130000000001E-3</c:v>
                </c:pt>
                <c:pt idx="2549">
                  <c:v>1.2876070000000001E-3</c:v>
                </c:pt>
                <c:pt idx="2550">
                  <c:v>1.2900660000000001E-3</c:v>
                </c:pt>
                <c:pt idx="2551">
                  <c:v>1.2923590000000001E-3</c:v>
                </c:pt>
                <c:pt idx="2552">
                  <c:v>1.294353E-3</c:v>
                </c:pt>
                <c:pt idx="2553">
                  <c:v>1.2957489999999999E-3</c:v>
                </c:pt>
                <c:pt idx="2554">
                  <c:v>1.296347E-3</c:v>
                </c:pt>
                <c:pt idx="2555">
                  <c:v>1.2958819999999999E-3</c:v>
                </c:pt>
                <c:pt idx="2556">
                  <c:v>1.2944530000000001E-3</c:v>
                </c:pt>
                <c:pt idx="2557">
                  <c:v>1.2919940000000001E-3</c:v>
                </c:pt>
                <c:pt idx="2558">
                  <c:v>1.288637E-3</c:v>
                </c:pt>
                <c:pt idx="2559">
                  <c:v>1.2848149999999999E-3</c:v>
                </c:pt>
                <c:pt idx="2560">
                  <c:v>1.2810269999999999E-3</c:v>
                </c:pt>
                <c:pt idx="2561">
                  <c:v>1.2775379999999999E-3</c:v>
                </c:pt>
                <c:pt idx="2562">
                  <c:v>1.2751450000000001E-3</c:v>
                </c:pt>
                <c:pt idx="2563">
                  <c:v>1.2741479999999999E-3</c:v>
                </c:pt>
                <c:pt idx="2564">
                  <c:v>1.2748460000000001E-3</c:v>
                </c:pt>
                <c:pt idx="2565">
                  <c:v>1.277039E-3</c:v>
                </c:pt>
                <c:pt idx="2566">
                  <c:v>1.280495E-3</c:v>
                </c:pt>
                <c:pt idx="2567">
                  <c:v>1.284683E-3</c:v>
                </c:pt>
                <c:pt idx="2568">
                  <c:v>1.2892019999999999E-3</c:v>
                </c:pt>
                <c:pt idx="2569">
                  <c:v>1.2934890000000001E-3</c:v>
                </c:pt>
                <c:pt idx="2570">
                  <c:v>1.2977760000000001E-3</c:v>
                </c:pt>
                <c:pt idx="2571">
                  <c:v>1.301764E-3</c:v>
                </c:pt>
                <c:pt idx="2572">
                  <c:v>1.3059180000000001E-3</c:v>
                </c:pt>
                <c:pt idx="2573">
                  <c:v>1.310372E-3</c:v>
                </c:pt>
                <c:pt idx="2574">
                  <c:v>1.3151910000000001E-3</c:v>
                </c:pt>
                <c:pt idx="2575">
                  <c:v>1.320342E-3</c:v>
                </c:pt>
                <c:pt idx="2576">
                  <c:v>1.3255599999999999E-3</c:v>
                </c:pt>
                <c:pt idx="2577">
                  <c:v>1.3305789999999999E-3</c:v>
                </c:pt>
                <c:pt idx="2578">
                  <c:v>1.3349659999999999E-3</c:v>
                </c:pt>
                <c:pt idx="2579">
                  <c:v>1.3382890000000001E-3</c:v>
                </c:pt>
                <c:pt idx="2580">
                  <c:v>1.3405159999999999E-3</c:v>
                </c:pt>
                <c:pt idx="2581">
                  <c:v>1.341414E-3</c:v>
                </c:pt>
                <c:pt idx="2582">
                  <c:v>1.3409819999999999E-3</c:v>
                </c:pt>
                <c:pt idx="2583">
                  <c:v>1.33932E-3</c:v>
                </c:pt>
                <c:pt idx="2584">
                  <c:v>1.3369600000000001E-3</c:v>
                </c:pt>
                <c:pt idx="2585">
                  <c:v>1.3340349999999999E-3</c:v>
                </c:pt>
                <c:pt idx="2586">
                  <c:v>1.331243E-3</c:v>
                </c:pt>
                <c:pt idx="2587">
                  <c:v>1.328917E-3</c:v>
                </c:pt>
                <c:pt idx="2588">
                  <c:v>1.3275540000000001E-3</c:v>
                </c:pt>
                <c:pt idx="2589">
                  <c:v>1.327022E-3</c:v>
                </c:pt>
                <c:pt idx="2590">
                  <c:v>1.327288E-3</c:v>
                </c:pt>
                <c:pt idx="2591">
                  <c:v>1.3275540000000001E-3</c:v>
                </c:pt>
                <c:pt idx="2592">
                  <c:v>1.327155E-3</c:v>
                </c:pt>
                <c:pt idx="2593">
                  <c:v>1.3252940000000001E-3</c:v>
                </c:pt>
                <c:pt idx="2594">
                  <c:v>1.321273E-3</c:v>
                </c:pt>
                <c:pt idx="2595">
                  <c:v>1.3151910000000001E-3</c:v>
                </c:pt>
                <c:pt idx="2596">
                  <c:v>1.307613E-3</c:v>
                </c:pt>
                <c:pt idx="2597">
                  <c:v>1.299604E-3</c:v>
                </c:pt>
                <c:pt idx="2598">
                  <c:v>1.2923920000000001E-3</c:v>
                </c:pt>
                <c:pt idx="2599">
                  <c:v>1.2869419999999999E-3</c:v>
                </c:pt>
                <c:pt idx="2600">
                  <c:v>1.2839850000000001E-3</c:v>
                </c:pt>
                <c:pt idx="2601">
                  <c:v>1.2835189999999999E-3</c:v>
                </c:pt>
                <c:pt idx="2602">
                  <c:v>1.284749E-3</c:v>
                </c:pt>
                <c:pt idx="2603">
                  <c:v>1.2868759999999999E-3</c:v>
                </c:pt>
                <c:pt idx="2604">
                  <c:v>1.2889030000000001E-3</c:v>
                </c:pt>
                <c:pt idx="2605">
                  <c:v>1.2901659999999999E-3</c:v>
                </c:pt>
                <c:pt idx="2606">
                  <c:v>1.290731E-3</c:v>
                </c:pt>
                <c:pt idx="2607">
                  <c:v>1.290565E-3</c:v>
                </c:pt>
                <c:pt idx="2608">
                  <c:v>1.2901659999999999E-3</c:v>
                </c:pt>
                <c:pt idx="2609">
                  <c:v>1.2900990000000001E-3</c:v>
                </c:pt>
                <c:pt idx="2610">
                  <c:v>1.2903319999999999E-3</c:v>
                </c:pt>
                <c:pt idx="2611">
                  <c:v>1.290731E-3</c:v>
                </c:pt>
                <c:pt idx="2612">
                  <c:v>1.2911299999999999E-3</c:v>
                </c:pt>
                <c:pt idx="2613">
                  <c:v>1.2909970000000001E-3</c:v>
                </c:pt>
                <c:pt idx="2614">
                  <c:v>1.2901659999999999E-3</c:v>
                </c:pt>
                <c:pt idx="2615">
                  <c:v>1.2890029999999999E-3</c:v>
                </c:pt>
                <c:pt idx="2616">
                  <c:v>1.2876400000000001E-3</c:v>
                </c:pt>
                <c:pt idx="2617">
                  <c:v>1.2864110000000001E-3</c:v>
                </c:pt>
                <c:pt idx="2618">
                  <c:v>1.285846E-3</c:v>
                </c:pt>
                <c:pt idx="2619">
                  <c:v>1.285713E-3</c:v>
                </c:pt>
                <c:pt idx="2620">
                  <c:v>1.2859119999999999E-3</c:v>
                </c:pt>
                <c:pt idx="2621">
                  <c:v>1.2861120000000001E-3</c:v>
                </c:pt>
                <c:pt idx="2622">
                  <c:v>1.2859449999999999E-3</c:v>
                </c:pt>
                <c:pt idx="2623">
                  <c:v>1.2854139999999999E-3</c:v>
                </c:pt>
                <c:pt idx="2624">
                  <c:v>1.2844499999999999E-3</c:v>
                </c:pt>
                <c:pt idx="2625">
                  <c:v>1.28342E-3</c:v>
                </c:pt>
                <c:pt idx="2626">
                  <c:v>1.282589E-3</c:v>
                </c:pt>
                <c:pt idx="2627">
                  <c:v>1.2819909999999999E-3</c:v>
                </c:pt>
                <c:pt idx="2628">
                  <c:v>1.281957E-3</c:v>
                </c:pt>
                <c:pt idx="2629">
                  <c:v>1.281924E-3</c:v>
                </c:pt>
                <c:pt idx="2630">
                  <c:v>1.2818580000000001E-3</c:v>
                </c:pt>
                <c:pt idx="2631">
                  <c:v>1.281426E-3</c:v>
                </c:pt>
                <c:pt idx="2632">
                  <c:v>1.280794E-3</c:v>
                </c:pt>
                <c:pt idx="2633">
                  <c:v>1.279964E-3</c:v>
                </c:pt>
                <c:pt idx="2634">
                  <c:v>1.279465E-3</c:v>
                </c:pt>
                <c:pt idx="2635">
                  <c:v>1.2793660000000001E-3</c:v>
                </c:pt>
                <c:pt idx="2636">
                  <c:v>1.2800629999999999E-3</c:v>
                </c:pt>
                <c:pt idx="2637">
                  <c:v>1.2810269999999999E-3</c:v>
                </c:pt>
                <c:pt idx="2638">
                  <c:v>1.281957E-3</c:v>
                </c:pt>
                <c:pt idx="2639">
                  <c:v>1.282456E-3</c:v>
                </c:pt>
                <c:pt idx="2640">
                  <c:v>1.2821569999999999E-3</c:v>
                </c:pt>
                <c:pt idx="2641">
                  <c:v>1.2807280000000001E-3</c:v>
                </c:pt>
                <c:pt idx="2642">
                  <c:v>1.2784350000000001E-3</c:v>
                </c:pt>
                <c:pt idx="2643">
                  <c:v>1.275577E-3</c:v>
                </c:pt>
                <c:pt idx="2644">
                  <c:v>1.2728520000000001E-3</c:v>
                </c:pt>
                <c:pt idx="2645">
                  <c:v>1.270626E-3</c:v>
                </c:pt>
                <c:pt idx="2646">
                  <c:v>1.269163E-3</c:v>
                </c:pt>
                <c:pt idx="2647">
                  <c:v>1.268466E-3</c:v>
                </c:pt>
                <c:pt idx="2648">
                  <c:v>1.268333E-3</c:v>
                </c:pt>
                <c:pt idx="2649">
                  <c:v>1.268466E-3</c:v>
                </c:pt>
                <c:pt idx="2650">
                  <c:v>1.268632E-3</c:v>
                </c:pt>
                <c:pt idx="2651">
                  <c:v>1.268831E-3</c:v>
                </c:pt>
                <c:pt idx="2652">
                  <c:v>1.2690640000000001E-3</c:v>
                </c:pt>
                <c:pt idx="2653">
                  <c:v>1.269762E-3</c:v>
                </c:pt>
                <c:pt idx="2654">
                  <c:v>1.270792E-3</c:v>
                </c:pt>
                <c:pt idx="2655">
                  <c:v>1.2721539999999999E-3</c:v>
                </c:pt>
                <c:pt idx="2656">
                  <c:v>1.27345E-3</c:v>
                </c:pt>
                <c:pt idx="2657">
                  <c:v>1.2738160000000001E-3</c:v>
                </c:pt>
                <c:pt idx="2658">
                  <c:v>1.2731509999999999E-3</c:v>
                </c:pt>
                <c:pt idx="2659">
                  <c:v>1.2707249999999999E-3</c:v>
                </c:pt>
                <c:pt idx="2660">
                  <c:v>1.266837E-3</c:v>
                </c:pt>
                <c:pt idx="2661">
                  <c:v>1.2616859999999999E-3</c:v>
                </c:pt>
                <c:pt idx="2662">
                  <c:v>1.2563699999999999E-3</c:v>
                </c:pt>
                <c:pt idx="2663">
                  <c:v>1.2517170000000001E-3</c:v>
                </c:pt>
                <c:pt idx="2664">
                  <c:v>1.248561E-3</c:v>
                </c:pt>
                <c:pt idx="2665">
                  <c:v>1.247464E-3</c:v>
                </c:pt>
                <c:pt idx="2666">
                  <c:v>1.2481619999999999E-3</c:v>
                </c:pt>
                <c:pt idx="2667">
                  <c:v>1.2503880000000001E-3</c:v>
                </c:pt>
                <c:pt idx="2668">
                  <c:v>1.253545E-3</c:v>
                </c:pt>
                <c:pt idx="2669">
                  <c:v>1.256868E-3</c:v>
                </c:pt>
                <c:pt idx="2670">
                  <c:v>1.2597590000000001E-3</c:v>
                </c:pt>
                <c:pt idx="2671">
                  <c:v>1.261952E-3</c:v>
                </c:pt>
                <c:pt idx="2672">
                  <c:v>1.2633810000000001E-3</c:v>
                </c:pt>
                <c:pt idx="2673">
                  <c:v>1.2644780000000001E-3</c:v>
                </c:pt>
                <c:pt idx="2674">
                  <c:v>1.265541E-3</c:v>
                </c:pt>
                <c:pt idx="2675">
                  <c:v>1.266837E-3</c:v>
                </c:pt>
                <c:pt idx="2676">
                  <c:v>1.268864E-3</c:v>
                </c:pt>
                <c:pt idx="2677">
                  <c:v>1.2713570000000001E-3</c:v>
                </c:pt>
                <c:pt idx="2678">
                  <c:v>1.2744799999999999E-3</c:v>
                </c:pt>
                <c:pt idx="2679">
                  <c:v>1.2777039999999999E-3</c:v>
                </c:pt>
                <c:pt idx="2680">
                  <c:v>1.2806950000000001E-3</c:v>
                </c:pt>
                <c:pt idx="2681">
                  <c:v>1.282921E-3</c:v>
                </c:pt>
                <c:pt idx="2682">
                  <c:v>1.2841180000000001E-3</c:v>
                </c:pt>
                <c:pt idx="2683">
                  <c:v>1.283885E-3</c:v>
                </c:pt>
                <c:pt idx="2684">
                  <c:v>1.282589E-3</c:v>
                </c:pt>
                <c:pt idx="2685">
                  <c:v>1.280263E-3</c:v>
                </c:pt>
                <c:pt idx="2686">
                  <c:v>1.2774710000000001E-3</c:v>
                </c:pt>
                <c:pt idx="2687">
                  <c:v>1.2746470000000001E-3</c:v>
                </c:pt>
                <c:pt idx="2688">
                  <c:v>1.2721869999999999E-3</c:v>
                </c:pt>
                <c:pt idx="2689">
                  <c:v>1.2703930000000001E-3</c:v>
                </c:pt>
                <c:pt idx="2690">
                  <c:v>1.2692630000000001E-3</c:v>
                </c:pt>
                <c:pt idx="2691">
                  <c:v>1.2685649999999999E-3</c:v>
                </c:pt>
                <c:pt idx="2692">
                  <c:v>1.268466E-3</c:v>
                </c:pt>
                <c:pt idx="2693">
                  <c:v>1.268466E-3</c:v>
                </c:pt>
                <c:pt idx="2694">
                  <c:v>1.268831E-3</c:v>
                </c:pt>
                <c:pt idx="2695">
                  <c:v>1.269463E-3</c:v>
                </c:pt>
                <c:pt idx="2696">
                  <c:v>1.2707249999999999E-3</c:v>
                </c:pt>
                <c:pt idx="2697">
                  <c:v>1.2726529999999999E-3</c:v>
                </c:pt>
                <c:pt idx="2698">
                  <c:v>1.2751119999999999E-3</c:v>
                </c:pt>
                <c:pt idx="2699">
                  <c:v>1.2780689999999999E-3</c:v>
                </c:pt>
                <c:pt idx="2700">
                  <c:v>1.2810600000000001E-3</c:v>
                </c:pt>
                <c:pt idx="2701">
                  <c:v>1.2834529999999999E-3</c:v>
                </c:pt>
                <c:pt idx="2702">
                  <c:v>1.285048E-3</c:v>
                </c:pt>
                <c:pt idx="2703">
                  <c:v>1.2852810000000001E-3</c:v>
                </c:pt>
                <c:pt idx="2704">
                  <c:v>1.2842839999999999E-3</c:v>
                </c:pt>
                <c:pt idx="2705">
                  <c:v>1.2820900000000001E-3</c:v>
                </c:pt>
                <c:pt idx="2706">
                  <c:v>1.2791E-3</c:v>
                </c:pt>
                <c:pt idx="2707">
                  <c:v>1.2758100000000001E-3</c:v>
                </c:pt>
                <c:pt idx="2708">
                  <c:v>1.272919E-3</c:v>
                </c:pt>
                <c:pt idx="2709">
                  <c:v>1.270925E-3</c:v>
                </c:pt>
                <c:pt idx="2710">
                  <c:v>1.269961E-3</c:v>
                </c:pt>
                <c:pt idx="2711">
                  <c:v>1.2703930000000001E-3</c:v>
                </c:pt>
                <c:pt idx="2712">
                  <c:v>1.271955E-3</c:v>
                </c:pt>
                <c:pt idx="2713">
                  <c:v>1.274215E-3</c:v>
                </c:pt>
                <c:pt idx="2714">
                  <c:v>1.276541E-3</c:v>
                </c:pt>
                <c:pt idx="2715">
                  <c:v>1.2781030000000001E-3</c:v>
                </c:pt>
                <c:pt idx="2716">
                  <c:v>1.2785349999999999E-3</c:v>
                </c:pt>
                <c:pt idx="2717">
                  <c:v>1.277671E-3</c:v>
                </c:pt>
                <c:pt idx="2718">
                  <c:v>1.275378E-3</c:v>
                </c:pt>
                <c:pt idx="2719">
                  <c:v>1.2725530000000001E-3</c:v>
                </c:pt>
                <c:pt idx="2720">
                  <c:v>1.269795E-3</c:v>
                </c:pt>
                <c:pt idx="2721">
                  <c:v>1.268E-3</c:v>
                </c:pt>
                <c:pt idx="2722">
                  <c:v>1.267867E-3</c:v>
                </c:pt>
                <c:pt idx="2723">
                  <c:v>1.269629E-3</c:v>
                </c:pt>
                <c:pt idx="2724">
                  <c:v>1.273351E-3</c:v>
                </c:pt>
                <c:pt idx="2725">
                  <c:v>1.278302E-3</c:v>
                </c:pt>
                <c:pt idx="2726">
                  <c:v>1.283586E-3</c:v>
                </c:pt>
                <c:pt idx="2727">
                  <c:v>1.288338E-3</c:v>
                </c:pt>
                <c:pt idx="2728">
                  <c:v>1.291761E-3</c:v>
                </c:pt>
                <c:pt idx="2729">
                  <c:v>1.293556E-3</c:v>
                </c:pt>
                <c:pt idx="2730">
                  <c:v>1.2937549999999999E-3</c:v>
                </c:pt>
                <c:pt idx="2731">
                  <c:v>1.292559E-3</c:v>
                </c:pt>
                <c:pt idx="2732">
                  <c:v>1.2908970000000001E-3</c:v>
                </c:pt>
                <c:pt idx="2733">
                  <c:v>1.2892349999999999E-3</c:v>
                </c:pt>
                <c:pt idx="2734">
                  <c:v>1.287973E-3</c:v>
                </c:pt>
                <c:pt idx="2735">
                  <c:v>1.287341E-3</c:v>
                </c:pt>
                <c:pt idx="2736">
                  <c:v>1.287208E-3</c:v>
                </c:pt>
                <c:pt idx="2737">
                  <c:v>1.287142E-3</c:v>
                </c:pt>
                <c:pt idx="2738">
                  <c:v>1.286976E-3</c:v>
                </c:pt>
                <c:pt idx="2739">
                  <c:v>1.286377E-3</c:v>
                </c:pt>
                <c:pt idx="2740">
                  <c:v>1.2853470000000001E-3</c:v>
                </c:pt>
                <c:pt idx="2741">
                  <c:v>1.2841180000000001E-3</c:v>
                </c:pt>
                <c:pt idx="2742">
                  <c:v>1.2833530000000001E-3</c:v>
                </c:pt>
                <c:pt idx="2743">
                  <c:v>1.2831209999999999E-3</c:v>
                </c:pt>
                <c:pt idx="2744">
                  <c:v>1.2838190000000001E-3</c:v>
                </c:pt>
                <c:pt idx="2745">
                  <c:v>1.285181E-3</c:v>
                </c:pt>
                <c:pt idx="2746">
                  <c:v>1.2869089999999999E-3</c:v>
                </c:pt>
                <c:pt idx="2747">
                  <c:v>1.28867E-3</c:v>
                </c:pt>
                <c:pt idx="2748">
                  <c:v>1.290266E-3</c:v>
                </c:pt>
                <c:pt idx="2749">
                  <c:v>1.291595E-3</c:v>
                </c:pt>
                <c:pt idx="2750">
                  <c:v>1.292891E-3</c:v>
                </c:pt>
                <c:pt idx="2751">
                  <c:v>1.2947189999999999E-3</c:v>
                </c:pt>
                <c:pt idx="2752">
                  <c:v>1.2974110000000001E-3</c:v>
                </c:pt>
                <c:pt idx="2753">
                  <c:v>1.3010999999999999E-3</c:v>
                </c:pt>
                <c:pt idx="2754">
                  <c:v>1.3053870000000001E-3</c:v>
                </c:pt>
                <c:pt idx="2755">
                  <c:v>1.309508E-3</c:v>
                </c:pt>
                <c:pt idx="2756">
                  <c:v>1.3127309999999999E-3</c:v>
                </c:pt>
                <c:pt idx="2757">
                  <c:v>1.313994E-3</c:v>
                </c:pt>
                <c:pt idx="2758">
                  <c:v>1.312864E-3</c:v>
                </c:pt>
                <c:pt idx="2759">
                  <c:v>1.3096410000000001E-3</c:v>
                </c:pt>
                <c:pt idx="2760">
                  <c:v>1.3046889999999999E-3</c:v>
                </c:pt>
                <c:pt idx="2761">
                  <c:v>1.299106E-3</c:v>
                </c:pt>
                <c:pt idx="2762">
                  <c:v>1.293855E-3</c:v>
                </c:pt>
                <c:pt idx="2763">
                  <c:v>1.289767E-3</c:v>
                </c:pt>
                <c:pt idx="2764">
                  <c:v>1.2875409999999999E-3</c:v>
                </c:pt>
                <c:pt idx="2765">
                  <c:v>1.2868090000000001E-3</c:v>
                </c:pt>
                <c:pt idx="2766">
                  <c:v>1.2876070000000001E-3</c:v>
                </c:pt>
                <c:pt idx="2767">
                  <c:v>1.2892019999999999E-3</c:v>
                </c:pt>
                <c:pt idx="2768">
                  <c:v>1.29093E-3</c:v>
                </c:pt>
                <c:pt idx="2769">
                  <c:v>1.292559E-3</c:v>
                </c:pt>
                <c:pt idx="2770">
                  <c:v>1.2936219999999999E-3</c:v>
                </c:pt>
                <c:pt idx="2771">
                  <c:v>1.293988E-3</c:v>
                </c:pt>
                <c:pt idx="2772">
                  <c:v>1.293556E-3</c:v>
                </c:pt>
                <c:pt idx="2773">
                  <c:v>1.2923590000000001E-3</c:v>
                </c:pt>
                <c:pt idx="2774">
                  <c:v>1.290631E-3</c:v>
                </c:pt>
                <c:pt idx="2775">
                  <c:v>1.2884050000000001E-3</c:v>
                </c:pt>
                <c:pt idx="2776">
                  <c:v>1.2859449999999999E-3</c:v>
                </c:pt>
                <c:pt idx="2777">
                  <c:v>1.2836189999999999E-3</c:v>
                </c:pt>
                <c:pt idx="2778">
                  <c:v>1.2818249999999999E-3</c:v>
                </c:pt>
                <c:pt idx="2779">
                  <c:v>1.2808279999999999E-3</c:v>
                </c:pt>
                <c:pt idx="2780">
                  <c:v>1.2807280000000001E-3</c:v>
                </c:pt>
                <c:pt idx="2781">
                  <c:v>1.281625E-3</c:v>
                </c:pt>
                <c:pt idx="2782">
                  <c:v>1.2831870000000001E-3</c:v>
                </c:pt>
                <c:pt idx="2783">
                  <c:v>1.2851150000000001E-3</c:v>
                </c:pt>
                <c:pt idx="2784">
                  <c:v>1.286976E-3</c:v>
                </c:pt>
                <c:pt idx="2785">
                  <c:v>1.288438E-3</c:v>
                </c:pt>
                <c:pt idx="2786">
                  <c:v>1.289269E-3</c:v>
                </c:pt>
                <c:pt idx="2787">
                  <c:v>1.2897010000000001E-3</c:v>
                </c:pt>
                <c:pt idx="2788">
                  <c:v>1.2901989999999999E-3</c:v>
                </c:pt>
                <c:pt idx="2789">
                  <c:v>1.2910300000000001E-3</c:v>
                </c:pt>
                <c:pt idx="2790">
                  <c:v>1.2926579999999999E-3</c:v>
                </c:pt>
                <c:pt idx="2791">
                  <c:v>1.2954500000000001E-3</c:v>
                </c:pt>
                <c:pt idx="2792">
                  <c:v>1.2991719999999999E-3</c:v>
                </c:pt>
                <c:pt idx="2793">
                  <c:v>1.303193E-3</c:v>
                </c:pt>
                <c:pt idx="2794">
                  <c:v>1.307314E-3</c:v>
                </c:pt>
                <c:pt idx="2795">
                  <c:v>1.310638E-3</c:v>
                </c:pt>
                <c:pt idx="2796">
                  <c:v>1.312831E-3</c:v>
                </c:pt>
                <c:pt idx="2797">
                  <c:v>1.313762E-3</c:v>
                </c:pt>
                <c:pt idx="2798">
                  <c:v>1.313629E-3</c:v>
                </c:pt>
                <c:pt idx="2799">
                  <c:v>1.312798E-3</c:v>
                </c:pt>
                <c:pt idx="2800">
                  <c:v>1.311668E-3</c:v>
                </c:pt>
                <c:pt idx="2801">
                  <c:v>1.310571E-3</c:v>
                </c:pt>
                <c:pt idx="2802">
                  <c:v>1.3096410000000001E-3</c:v>
                </c:pt>
                <c:pt idx="2803">
                  <c:v>1.308577E-3</c:v>
                </c:pt>
                <c:pt idx="2804">
                  <c:v>1.307447E-3</c:v>
                </c:pt>
                <c:pt idx="2805">
                  <c:v>1.306284E-3</c:v>
                </c:pt>
                <c:pt idx="2806">
                  <c:v>1.3052210000000001E-3</c:v>
                </c:pt>
                <c:pt idx="2807">
                  <c:v>1.3045559999999999E-3</c:v>
                </c:pt>
                <c:pt idx="2808">
                  <c:v>1.3047550000000001E-3</c:v>
                </c:pt>
                <c:pt idx="2809">
                  <c:v>1.305952E-3</c:v>
                </c:pt>
                <c:pt idx="2810">
                  <c:v>1.307913E-3</c:v>
                </c:pt>
                <c:pt idx="2811">
                  <c:v>1.310339E-3</c:v>
                </c:pt>
                <c:pt idx="2812">
                  <c:v>1.3125319999999999E-3</c:v>
                </c:pt>
                <c:pt idx="2813">
                  <c:v>1.313762E-3</c:v>
                </c:pt>
                <c:pt idx="2814">
                  <c:v>1.313596E-3</c:v>
                </c:pt>
                <c:pt idx="2815">
                  <c:v>1.3121000000000001E-3</c:v>
                </c:pt>
                <c:pt idx="2816">
                  <c:v>1.309508E-3</c:v>
                </c:pt>
                <c:pt idx="2817">
                  <c:v>1.306417E-3</c:v>
                </c:pt>
                <c:pt idx="2818">
                  <c:v>1.3034260000000001E-3</c:v>
                </c:pt>
                <c:pt idx="2819">
                  <c:v>1.300867E-3</c:v>
                </c:pt>
                <c:pt idx="2820">
                  <c:v>1.2990390000000001E-3</c:v>
                </c:pt>
                <c:pt idx="2821">
                  <c:v>1.2978760000000001E-3</c:v>
                </c:pt>
                <c:pt idx="2822">
                  <c:v>1.297145E-3</c:v>
                </c:pt>
                <c:pt idx="2823">
                  <c:v>1.2966799999999999E-3</c:v>
                </c:pt>
                <c:pt idx="2824">
                  <c:v>1.2967129999999999E-3</c:v>
                </c:pt>
                <c:pt idx="2825">
                  <c:v>1.297178E-3</c:v>
                </c:pt>
                <c:pt idx="2826">
                  <c:v>1.298474E-3</c:v>
                </c:pt>
                <c:pt idx="2827">
                  <c:v>1.300601E-3</c:v>
                </c:pt>
                <c:pt idx="2828">
                  <c:v>1.303692E-3</c:v>
                </c:pt>
                <c:pt idx="2829">
                  <c:v>1.30758E-3</c:v>
                </c:pt>
                <c:pt idx="2830">
                  <c:v>1.3120339999999999E-3</c:v>
                </c:pt>
                <c:pt idx="2831">
                  <c:v>1.316886E-3</c:v>
                </c:pt>
                <c:pt idx="2832">
                  <c:v>1.3220040000000001E-3</c:v>
                </c:pt>
                <c:pt idx="2833">
                  <c:v>1.326989E-3</c:v>
                </c:pt>
                <c:pt idx="2834">
                  <c:v>1.3317419999999999E-3</c:v>
                </c:pt>
                <c:pt idx="2835">
                  <c:v>1.3359960000000001E-3</c:v>
                </c:pt>
                <c:pt idx="2836">
                  <c:v>1.3394189999999999E-3</c:v>
                </c:pt>
                <c:pt idx="2837">
                  <c:v>1.341547E-3</c:v>
                </c:pt>
                <c:pt idx="2838">
                  <c:v>1.3422779999999999E-3</c:v>
                </c:pt>
                <c:pt idx="2839">
                  <c:v>1.341812E-3</c:v>
                </c:pt>
                <c:pt idx="2840">
                  <c:v>1.340483E-3</c:v>
                </c:pt>
                <c:pt idx="2841">
                  <c:v>1.3390209999999999E-3</c:v>
                </c:pt>
                <c:pt idx="2842">
                  <c:v>1.338323E-3</c:v>
                </c:pt>
                <c:pt idx="2843">
                  <c:v>1.338987E-3</c:v>
                </c:pt>
                <c:pt idx="2844">
                  <c:v>1.3413469999999999E-3</c:v>
                </c:pt>
                <c:pt idx="2845">
                  <c:v>1.3451030000000001E-3</c:v>
                </c:pt>
                <c:pt idx="2846">
                  <c:v>1.349523E-3</c:v>
                </c:pt>
                <c:pt idx="2847">
                  <c:v>1.3537110000000001E-3</c:v>
                </c:pt>
                <c:pt idx="2848">
                  <c:v>1.3569020000000001E-3</c:v>
                </c:pt>
                <c:pt idx="2849">
                  <c:v>1.358464E-3</c:v>
                </c:pt>
                <c:pt idx="2850">
                  <c:v>1.358564E-3</c:v>
                </c:pt>
                <c:pt idx="2851">
                  <c:v>1.357235E-3</c:v>
                </c:pt>
                <c:pt idx="2852">
                  <c:v>1.3555730000000001E-3</c:v>
                </c:pt>
                <c:pt idx="2853">
                  <c:v>1.353911E-3</c:v>
                </c:pt>
                <c:pt idx="2854">
                  <c:v>1.35308E-3</c:v>
                </c:pt>
                <c:pt idx="2855">
                  <c:v>1.353213E-3</c:v>
                </c:pt>
                <c:pt idx="2856">
                  <c:v>1.3545090000000001E-3</c:v>
                </c:pt>
                <c:pt idx="2857">
                  <c:v>1.356636E-3</c:v>
                </c:pt>
                <c:pt idx="2858">
                  <c:v>1.3596940000000001E-3</c:v>
                </c:pt>
                <c:pt idx="2859">
                  <c:v>1.3633499999999999E-3</c:v>
                </c:pt>
                <c:pt idx="2860">
                  <c:v>1.367671E-3</c:v>
                </c:pt>
                <c:pt idx="2861">
                  <c:v>1.3725569999999999E-3</c:v>
                </c:pt>
                <c:pt idx="2862">
                  <c:v>1.377809E-3</c:v>
                </c:pt>
                <c:pt idx="2863">
                  <c:v>1.383128E-3</c:v>
                </c:pt>
                <c:pt idx="2864">
                  <c:v>1.3882460000000001E-3</c:v>
                </c:pt>
                <c:pt idx="2865">
                  <c:v>1.3925680000000001E-3</c:v>
                </c:pt>
                <c:pt idx="2866">
                  <c:v>1.395692E-3</c:v>
                </c:pt>
                <c:pt idx="2867">
                  <c:v>1.3972209999999999E-3</c:v>
                </c:pt>
                <c:pt idx="2868">
                  <c:v>1.3972209999999999E-3</c:v>
                </c:pt>
                <c:pt idx="2869">
                  <c:v>1.3954600000000001E-3</c:v>
                </c:pt>
                <c:pt idx="2870">
                  <c:v>1.392402E-3</c:v>
                </c:pt>
                <c:pt idx="2871">
                  <c:v>1.388612E-3</c:v>
                </c:pt>
                <c:pt idx="2872">
                  <c:v>1.384524E-3</c:v>
                </c:pt>
                <c:pt idx="2873">
                  <c:v>1.380734E-3</c:v>
                </c:pt>
                <c:pt idx="2874">
                  <c:v>1.37761E-3</c:v>
                </c:pt>
                <c:pt idx="2875">
                  <c:v>1.3754489999999999E-3</c:v>
                </c:pt>
                <c:pt idx="2876">
                  <c:v>1.3741199999999999E-3</c:v>
                </c:pt>
                <c:pt idx="2877">
                  <c:v>1.373322E-3</c:v>
                </c:pt>
                <c:pt idx="2878">
                  <c:v>1.372657E-3</c:v>
                </c:pt>
                <c:pt idx="2879">
                  <c:v>1.371494E-3</c:v>
                </c:pt>
                <c:pt idx="2880">
                  <c:v>1.3699319999999999E-3</c:v>
                </c:pt>
                <c:pt idx="2881">
                  <c:v>1.3675720000000001E-3</c:v>
                </c:pt>
                <c:pt idx="2882">
                  <c:v>1.3648460000000001E-3</c:v>
                </c:pt>
                <c:pt idx="2883">
                  <c:v>1.362154E-3</c:v>
                </c:pt>
                <c:pt idx="2884">
                  <c:v>1.36006E-3</c:v>
                </c:pt>
                <c:pt idx="2885">
                  <c:v>1.3589959999999999E-3</c:v>
                </c:pt>
                <c:pt idx="2886">
                  <c:v>1.3589959999999999E-3</c:v>
                </c:pt>
                <c:pt idx="2887">
                  <c:v>1.360226E-3</c:v>
                </c:pt>
                <c:pt idx="2888">
                  <c:v>1.362287E-3</c:v>
                </c:pt>
                <c:pt idx="2889">
                  <c:v>1.3647799999999999E-3</c:v>
                </c:pt>
                <c:pt idx="2890">
                  <c:v>1.3675720000000001E-3</c:v>
                </c:pt>
                <c:pt idx="2891">
                  <c:v>1.3699319999999999E-3</c:v>
                </c:pt>
                <c:pt idx="2892">
                  <c:v>1.371859E-3</c:v>
                </c:pt>
                <c:pt idx="2893">
                  <c:v>1.3728900000000001E-3</c:v>
                </c:pt>
                <c:pt idx="2894">
                  <c:v>1.3728569999999999E-3</c:v>
                </c:pt>
                <c:pt idx="2895">
                  <c:v>1.371527E-3</c:v>
                </c:pt>
                <c:pt idx="2896">
                  <c:v>1.3692999999999999E-3</c:v>
                </c:pt>
                <c:pt idx="2897">
                  <c:v>1.366209E-3</c:v>
                </c:pt>
                <c:pt idx="2898">
                  <c:v>1.362951E-3</c:v>
                </c:pt>
                <c:pt idx="2899">
                  <c:v>1.36006E-3</c:v>
                </c:pt>
                <c:pt idx="2900">
                  <c:v>1.3585310000000001E-3</c:v>
                </c:pt>
                <c:pt idx="2901">
                  <c:v>1.358564E-3</c:v>
                </c:pt>
                <c:pt idx="2902">
                  <c:v>1.360359E-3</c:v>
                </c:pt>
                <c:pt idx="2903">
                  <c:v>1.36355E-3</c:v>
                </c:pt>
                <c:pt idx="2904">
                  <c:v>1.367339E-3</c:v>
                </c:pt>
                <c:pt idx="2905">
                  <c:v>1.3709950000000001E-3</c:v>
                </c:pt>
                <c:pt idx="2906">
                  <c:v>1.3737210000000001E-3</c:v>
                </c:pt>
                <c:pt idx="2907">
                  <c:v>1.374917E-3</c:v>
                </c:pt>
                <c:pt idx="2908">
                  <c:v>1.3748510000000001E-3</c:v>
                </c:pt>
                <c:pt idx="2909">
                  <c:v>1.373787E-3</c:v>
                </c:pt>
                <c:pt idx="2910">
                  <c:v>1.3720259999999999E-3</c:v>
                </c:pt>
                <c:pt idx="2911">
                  <c:v>1.3704629999999999E-3</c:v>
                </c:pt>
                <c:pt idx="2912">
                  <c:v>1.3693329999999999E-3</c:v>
                </c:pt>
                <c:pt idx="2913">
                  <c:v>1.3692999999999999E-3</c:v>
                </c:pt>
                <c:pt idx="2914">
                  <c:v>1.370563E-3</c:v>
                </c:pt>
                <c:pt idx="2915">
                  <c:v>1.3732550000000001E-3</c:v>
                </c:pt>
                <c:pt idx="2916">
                  <c:v>1.37761E-3</c:v>
                </c:pt>
                <c:pt idx="2917">
                  <c:v>1.3830279999999999E-3</c:v>
                </c:pt>
                <c:pt idx="2918">
                  <c:v>1.38941E-3</c:v>
                </c:pt>
                <c:pt idx="2919">
                  <c:v>1.395858E-3</c:v>
                </c:pt>
                <c:pt idx="2920">
                  <c:v>1.4015430000000001E-3</c:v>
                </c:pt>
                <c:pt idx="2921">
                  <c:v>1.4056979999999999E-3</c:v>
                </c:pt>
                <c:pt idx="2922">
                  <c:v>1.4079920000000001E-3</c:v>
                </c:pt>
                <c:pt idx="2923">
                  <c:v>1.4086229999999999E-3</c:v>
                </c:pt>
                <c:pt idx="2924">
                  <c:v>1.40839E-3</c:v>
                </c:pt>
                <c:pt idx="2925">
                  <c:v>1.407958E-3</c:v>
                </c:pt>
                <c:pt idx="2926">
                  <c:v>1.408224E-3</c:v>
                </c:pt>
                <c:pt idx="2927">
                  <c:v>1.4091220000000001E-3</c:v>
                </c:pt>
                <c:pt idx="2928">
                  <c:v>1.4103519999999999E-3</c:v>
                </c:pt>
                <c:pt idx="2929">
                  <c:v>1.4105509999999999E-3</c:v>
                </c:pt>
                <c:pt idx="2930">
                  <c:v>1.408922E-3</c:v>
                </c:pt>
                <c:pt idx="2931">
                  <c:v>1.4046009999999999E-3</c:v>
                </c:pt>
                <c:pt idx="2932">
                  <c:v>1.397953E-3</c:v>
                </c:pt>
                <c:pt idx="2933">
                  <c:v>1.389908E-3</c:v>
                </c:pt>
                <c:pt idx="2934">
                  <c:v>1.382529E-3</c:v>
                </c:pt>
                <c:pt idx="2935">
                  <c:v>1.377543E-3</c:v>
                </c:pt>
                <c:pt idx="2936">
                  <c:v>1.3766130000000001E-3</c:v>
                </c:pt>
                <c:pt idx="2937">
                  <c:v>1.3801690000000001E-3</c:v>
                </c:pt>
                <c:pt idx="2938">
                  <c:v>1.387648E-3</c:v>
                </c:pt>
                <c:pt idx="2939">
                  <c:v>1.397122E-3</c:v>
                </c:pt>
                <c:pt idx="2940">
                  <c:v>1.406629E-3</c:v>
                </c:pt>
                <c:pt idx="2941">
                  <c:v>1.4143409999999999E-3</c:v>
                </c:pt>
                <c:pt idx="2942">
                  <c:v>1.419327E-3</c:v>
                </c:pt>
                <c:pt idx="2943">
                  <c:v>1.421554E-3</c:v>
                </c:pt>
                <c:pt idx="2944">
                  <c:v>1.4220859999999999E-3</c:v>
                </c:pt>
                <c:pt idx="2945">
                  <c:v>1.422518E-3</c:v>
                </c:pt>
                <c:pt idx="2946">
                  <c:v>1.4243140000000001E-3</c:v>
                </c:pt>
                <c:pt idx="2947">
                  <c:v>1.428702E-3</c:v>
                </c:pt>
                <c:pt idx="2948">
                  <c:v>1.4360149999999999E-3</c:v>
                </c:pt>
                <c:pt idx="2949">
                  <c:v>1.445656E-3</c:v>
                </c:pt>
                <c:pt idx="2950">
                  <c:v>1.456394E-3</c:v>
                </c:pt>
                <c:pt idx="2951">
                  <c:v>1.4669329999999999E-3</c:v>
                </c:pt>
                <c:pt idx="2952">
                  <c:v>1.4755440000000001E-3</c:v>
                </c:pt>
                <c:pt idx="2953">
                  <c:v>1.481329E-3</c:v>
                </c:pt>
                <c:pt idx="2954">
                  <c:v>1.4840879999999999E-3</c:v>
                </c:pt>
                <c:pt idx="2955">
                  <c:v>1.4843879999999999E-3</c:v>
                </c:pt>
                <c:pt idx="2956">
                  <c:v>1.4836890000000001E-3</c:v>
                </c:pt>
                <c:pt idx="2957">
                  <c:v>1.4839219999999999E-3</c:v>
                </c:pt>
                <c:pt idx="2958">
                  <c:v>1.486549E-3</c:v>
                </c:pt>
                <c:pt idx="2959">
                  <c:v>1.4926989999999999E-3</c:v>
                </c:pt>
                <c:pt idx="2960">
                  <c:v>1.502275E-3</c:v>
                </c:pt>
                <c:pt idx="2961">
                  <c:v>1.514079E-3</c:v>
                </c:pt>
                <c:pt idx="2962">
                  <c:v>1.5265470000000001E-3</c:v>
                </c:pt>
                <c:pt idx="2963">
                  <c:v>1.5376529999999999E-3</c:v>
                </c:pt>
                <c:pt idx="2964">
                  <c:v>1.546033E-3</c:v>
                </c:pt>
                <c:pt idx="2965">
                  <c:v>1.550788E-3</c:v>
                </c:pt>
                <c:pt idx="2966">
                  <c:v>1.5524169999999999E-3</c:v>
                </c:pt>
                <c:pt idx="2967">
                  <c:v>1.551586E-3</c:v>
                </c:pt>
                <c:pt idx="2968">
                  <c:v>1.5494580000000001E-3</c:v>
                </c:pt>
                <c:pt idx="2969">
                  <c:v>1.546399E-3</c:v>
                </c:pt>
                <c:pt idx="2970">
                  <c:v>1.5430730000000001E-3</c:v>
                </c:pt>
                <c:pt idx="2971">
                  <c:v>1.5391160000000001E-3</c:v>
                </c:pt>
                <c:pt idx="2972">
                  <c:v>1.534561E-3</c:v>
                </c:pt>
                <c:pt idx="2973">
                  <c:v>1.5296400000000001E-3</c:v>
                </c:pt>
                <c:pt idx="2974">
                  <c:v>1.525184E-3</c:v>
                </c:pt>
                <c:pt idx="2975">
                  <c:v>1.5222580000000001E-3</c:v>
                </c:pt>
                <c:pt idx="2976">
                  <c:v>1.5222580000000001E-3</c:v>
                </c:pt>
                <c:pt idx="2977">
                  <c:v>1.525251E-3</c:v>
                </c:pt>
                <c:pt idx="2978">
                  <c:v>1.5309360000000001E-3</c:v>
                </c:pt>
                <c:pt idx="2979">
                  <c:v>1.5381520000000001E-3</c:v>
                </c:pt>
                <c:pt idx="2980">
                  <c:v>1.5450679999999999E-3</c:v>
                </c:pt>
                <c:pt idx="2981">
                  <c:v>1.550189E-3</c:v>
                </c:pt>
                <c:pt idx="2982">
                  <c:v>1.5528829999999999E-3</c:v>
                </c:pt>
                <c:pt idx="2983">
                  <c:v>1.553149E-3</c:v>
                </c:pt>
                <c:pt idx="2984">
                  <c:v>1.55255E-3</c:v>
                </c:pt>
                <c:pt idx="2985">
                  <c:v>1.552583E-3</c:v>
                </c:pt>
                <c:pt idx="2986">
                  <c:v>1.5551110000000001E-3</c:v>
                </c:pt>
                <c:pt idx="2987">
                  <c:v>1.5611290000000001E-3</c:v>
                </c:pt>
                <c:pt idx="2988">
                  <c:v>1.5706069999999999E-3</c:v>
                </c:pt>
                <c:pt idx="2989">
                  <c:v>1.582944E-3</c:v>
                </c:pt>
                <c:pt idx="2990">
                  <c:v>1.5964130000000001E-3</c:v>
                </c:pt>
                <c:pt idx="2991">
                  <c:v>1.6096820000000001E-3</c:v>
                </c:pt>
                <c:pt idx="2992">
                  <c:v>1.62079E-3</c:v>
                </c:pt>
                <c:pt idx="2993">
                  <c:v>1.6285729999999999E-3</c:v>
                </c:pt>
                <c:pt idx="2994">
                  <c:v>1.632264E-3</c:v>
                </c:pt>
                <c:pt idx="2995">
                  <c:v>1.6315990000000001E-3</c:v>
                </c:pt>
                <c:pt idx="2996">
                  <c:v>1.6270760000000001E-3</c:v>
                </c:pt>
                <c:pt idx="2997">
                  <c:v>1.6195599999999999E-3</c:v>
                </c:pt>
                <c:pt idx="2998">
                  <c:v>1.6103140000000001E-3</c:v>
                </c:pt>
                <c:pt idx="2999">
                  <c:v>1.600703E-3</c:v>
                </c:pt>
                <c:pt idx="3000">
                  <c:v>1.592256E-3</c:v>
                </c:pt>
                <c:pt idx="3001">
                  <c:v>1.5855050000000001E-3</c:v>
                </c:pt>
                <c:pt idx="3002">
                  <c:v>1.580716E-3</c:v>
                </c:pt>
                <c:pt idx="3003">
                  <c:v>1.5770580000000001E-3</c:v>
                </c:pt>
                <c:pt idx="3004">
                  <c:v>1.5739319999999999E-3</c:v>
                </c:pt>
                <c:pt idx="3005">
                  <c:v>1.5700079999999999E-3</c:v>
                </c:pt>
                <c:pt idx="3006">
                  <c:v>1.564721E-3</c:v>
                </c:pt>
                <c:pt idx="3007">
                  <c:v>1.558369E-3</c:v>
                </c:pt>
                <c:pt idx="3008">
                  <c:v>1.551719E-3</c:v>
                </c:pt>
                <c:pt idx="3009">
                  <c:v>1.546033E-3</c:v>
                </c:pt>
                <c:pt idx="3010">
                  <c:v>1.5430730000000001E-3</c:v>
                </c:pt>
                <c:pt idx="3011">
                  <c:v>1.544038E-3</c:v>
                </c:pt>
                <c:pt idx="3012">
                  <c:v>1.549957E-3</c:v>
                </c:pt>
                <c:pt idx="3013">
                  <c:v>1.5601650000000001E-3</c:v>
                </c:pt>
                <c:pt idx="3014">
                  <c:v>1.5736330000000001E-3</c:v>
                </c:pt>
                <c:pt idx="3015">
                  <c:v>1.588199E-3</c:v>
                </c:pt>
                <c:pt idx="3016">
                  <c:v>1.6013679999999999E-3</c:v>
                </c:pt>
                <c:pt idx="3017">
                  <c:v>1.610081E-3</c:v>
                </c:pt>
                <c:pt idx="3018">
                  <c:v>1.612575E-3</c:v>
                </c:pt>
                <c:pt idx="3019">
                  <c:v>1.6076199999999999E-3</c:v>
                </c:pt>
                <c:pt idx="3020">
                  <c:v>1.596014E-3</c:v>
                </c:pt>
                <c:pt idx="3021">
                  <c:v>1.579752E-3</c:v>
                </c:pt>
                <c:pt idx="3022">
                  <c:v>1.562393E-3</c:v>
                </c:pt>
                <c:pt idx="3023">
                  <c:v>1.547662E-3</c:v>
                </c:pt>
                <c:pt idx="3024">
                  <c:v>1.5389500000000001E-3</c:v>
                </c:pt>
                <c:pt idx="3025">
                  <c:v>1.5381520000000001E-3</c:v>
                </c:pt>
                <c:pt idx="3026">
                  <c:v>1.5455340000000001E-3</c:v>
                </c:pt>
                <c:pt idx="3027">
                  <c:v>1.559267E-3</c:v>
                </c:pt>
                <c:pt idx="3028">
                  <c:v>1.576958E-3</c:v>
                </c:pt>
                <c:pt idx="3029">
                  <c:v>1.5951819999999999E-3</c:v>
                </c:pt>
                <c:pt idx="3030">
                  <c:v>1.611445E-3</c:v>
                </c:pt>
                <c:pt idx="3031">
                  <c:v>1.623684E-3</c:v>
                </c:pt>
                <c:pt idx="3032">
                  <c:v>1.631167E-3</c:v>
                </c:pt>
                <c:pt idx="3033">
                  <c:v>1.633628E-3</c:v>
                </c:pt>
                <c:pt idx="3034">
                  <c:v>1.6315329999999999E-3</c:v>
                </c:pt>
                <c:pt idx="3035">
                  <c:v>1.625579E-3</c:v>
                </c:pt>
                <c:pt idx="3036">
                  <c:v>1.617032E-3</c:v>
                </c:pt>
                <c:pt idx="3037">
                  <c:v>1.60782E-3</c:v>
                </c:pt>
                <c:pt idx="3038">
                  <c:v>1.60037E-3</c:v>
                </c:pt>
                <c:pt idx="3039">
                  <c:v>1.597277E-3</c:v>
                </c:pt>
                <c:pt idx="3040">
                  <c:v>1.600803E-3</c:v>
                </c:pt>
                <c:pt idx="3041">
                  <c:v>1.611578E-3</c:v>
                </c:pt>
                <c:pt idx="3042">
                  <c:v>1.628373E-3</c:v>
                </c:pt>
                <c:pt idx="3043">
                  <c:v>1.647464E-3</c:v>
                </c:pt>
                <c:pt idx="3044">
                  <c:v>1.6642600000000001E-3</c:v>
                </c:pt>
                <c:pt idx="3045">
                  <c:v>1.6734740000000001E-3</c:v>
                </c:pt>
                <c:pt idx="3046">
                  <c:v>1.6719110000000001E-3</c:v>
                </c:pt>
                <c:pt idx="3047">
                  <c:v>1.65844E-3</c:v>
                </c:pt>
                <c:pt idx="3048">
                  <c:v>1.6353240000000001E-3</c:v>
                </c:pt>
                <c:pt idx="3049">
                  <c:v>1.607088E-3</c:v>
                </c:pt>
                <c:pt idx="3050">
                  <c:v>1.578954E-3</c:v>
                </c:pt>
                <c:pt idx="3051">
                  <c:v>1.555842E-3</c:v>
                </c:pt>
                <c:pt idx="3052">
                  <c:v>1.5406790000000001E-3</c:v>
                </c:pt>
                <c:pt idx="3053">
                  <c:v>1.5340289999999999E-3</c:v>
                </c:pt>
                <c:pt idx="3054">
                  <c:v>1.533962E-3</c:v>
                </c:pt>
                <c:pt idx="3055">
                  <c:v>1.5373870000000001E-3</c:v>
                </c:pt>
                <c:pt idx="3056">
                  <c:v>1.5408119999999999E-3</c:v>
                </c:pt>
                <c:pt idx="3057">
                  <c:v>1.5411450000000001E-3</c:v>
                </c:pt>
                <c:pt idx="3058">
                  <c:v>1.5362900000000001E-3</c:v>
                </c:pt>
                <c:pt idx="3059">
                  <c:v>1.5255830000000001E-3</c:v>
                </c:pt>
                <c:pt idx="3060">
                  <c:v>1.510188E-3</c:v>
                </c:pt>
                <c:pt idx="3061">
                  <c:v>1.4923340000000001E-3</c:v>
                </c:pt>
                <c:pt idx="3062">
                  <c:v>1.4756769999999999E-3</c:v>
                </c:pt>
                <c:pt idx="3063">
                  <c:v>1.4648720000000001E-3</c:v>
                </c:pt>
                <c:pt idx="3064">
                  <c:v>1.464705E-3</c:v>
                </c:pt>
                <c:pt idx="3065">
                  <c:v>1.478835E-3</c:v>
                </c:pt>
                <c:pt idx="3066">
                  <c:v>1.5085260000000001E-3</c:v>
                </c:pt>
                <c:pt idx="3067">
                  <c:v>1.551719E-3</c:v>
                </c:pt>
                <c:pt idx="3068">
                  <c:v>1.60333E-3</c:v>
                </c:pt>
                <c:pt idx="3069">
                  <c:v>1.655014E-3</c:v>
                </c:pt>
                <c:pt idx="3070">
                  <c:v>1.698354E-3</c:v>
                </c:pt>
                <c:pt idx="3071">
                  <c:v>1.7263300000000001E-3</c:v>
                </c:pt>
                <c:pt idx="3072">
                  <c:v>1.735445E-3</c:v>
                </c:pt>
                <c:pt idx="3073">
                  <c:v>1.7263300000000001E-3</c:v>
                </c:pt>
                <c:pt idx="3074">
                  <c:v>1.704409E-3</c:v>
                </c:pt>
                <c:pt idx="3075">
                  <c:v>1.6776320000000001E-3</c:v>
                </c:pt>
                <c:pt idx="3076">
                  <c:v>1.654715E-3</c:v>
                </c:pt>
                <c:pt idx="3077">
                  <c:v>1.642009E-3</c:v>
                </c:pt>
                <c:pt idx="3078">
                  <c:v>1.6427080000000001E-3</c:v>
                </c:pt>
                <c:pt idx="3079">
                  <c:v>1.655779E-3</c:v>
                </c:pt>
                <c:pt idx="3080">
                  <c:v>1.676667E-3</c:v>
                </c:pt>
                <c:pt idx="3081">
                  <c:v>1.698654E-3</c:v>
                </c:pt>
                <c:pt idx="3082">
                  <c:v>1.7151530000000001E-3</c:v>
                </c:pt>
                <c:pt idx="3083">
                  <c:v>1.7209409999999999E-3</c:v>
                </c:pt>
                <c:pt idx="3084">
                  <c:v>1.7138889999999999E-3</c:v>
                </c:pt>
                <c:pt idx="3085">
                  <c:v>1.6946960000000001E-3</c:v>
                </c:pt>
                <c:pt idx="3086">
                  <c:v>1.666622E-3</c:v>
                </c:pt>
                <c:pt idx="3087">
                  <c:v>1.6343600000000001E-3</c:v>
                </c:pt>
                <c:pt idx="3088">
                  <c:v>1.6028310000000001E-3</c:v>
                </c:pt>
                <c:pt idx="3089">
                  <c:v>1.5756279999999999E-3</c:v>
                </c:pt>
                <c:pt idx="3090">
                  <c:v>1.5549439999999999E-3</c:v>
                </c:pt>
                <c:pt idx="3091">
                  <c:v>1.540413E-3</c:v>
                </c:pt>
                <c:pt idx="3092">
                  <c:v>1.5309360000000001E-3</c:v>
                </c:pt>
                <c:pt idx="3093">
                  <c:v>1.52422E-3</c:v>
                </c:pt>
                <c:pt idx="3094">
                  <c:v>1.518368E-3</c:v>
                </c:pt>
                <c:pt idx="3095">
                  <c:v>1.513314E-3</c:v>
                </c:pt>
                <c:pt idx="3096">
                  <c:v>1.509989E-3</c:v>
                </c:pt>
                <c:pt idx="3097">
                  <c:v>1.5106539999999999E-3</c:v>
                </c:pt>
                <c:pt idx="3098">
                  <c:v>1.5175029999999999E-3</c:v>
                </c:pt>
                <c:pt idx="3099">
                  <c:v>1.531901E-3</c:v>
                </c:pt>
                <c:pt idx="3100">
                  <c:v>1.553348E-3</c:v>
                </c:pt>
                <c:pt idx="3101">
                  <c:v>1.578954E-3</c:v>
                </c:pt>
                <c:pt idx="3102">
                  <c:v>1.604594E-3</c:v>
                </c:pt>
                <c:pt idx="3103">
                  <c:v>1.6257120000000001E-3</c:v>
                </c:pt>
                <c:pt idx="3104">
                  <c:v>1.6391159999999999E-3</c:v>
                </c:pt>
                <c:pt idx="3105">
                  <c:v>1.643107E-3</c:v>
                </c:pt>
                <c:pt idx="3106">
                  <c:v>1.639515E-3</c:v>
                </c:pt>
                <c:pt idx="3107">
                  <c:v>1.6314330000000001E-3</c:v>
                </c:pt>
                <c:pt idx="3108">
                  <c:v>1.624049E-3</c:v>
                </c:pt>
                <c:pt idx="3109">
                  <c:v>1.6206899999999999E-3</c:v>
                </c:pt>
                <c:pt idx="3110">
                  <c:v>1.6241820000000001E-3</c:v>
                </c:pt>
                <c:pt idx="3111">
                  <c:v>1.634393E-3</c:v>
                </c:pt>
                <c:pt idx="3112">
                  <c:v>1.64926E-3</c:v>
                </c:pt>
                <c:pt idx="3113">
                  <c:v>1.6649589999999999E-3</c:v>
                </c:pt>
                <c:pt idx="3114">
                  <c:v>1.677532E-3</c:v>
                </c:pt>
                <c:pt idx="3115">
                  <c:v>1.6835520000000001E-3</c:v>
                </c:pt>
                <c:pt idx="3116">
                  <c:v>1.6813240000000001E-3</c:v>
                </c:pt>
                <c:pt idx="3117">
                  <c:v>1.6706799999999999E-3</c:v>
                </c:pt>
                <c:pt idx="3118">
                  <c:v>1.6524860000000001E-3</c:v>
                </c:pt>
                <c:pt idx="3119">
                  <c:v>1.629138E-3</c:v>
                </c:pt>
                <c:pt idx="3120">
                  <c:v>1.603197E-3</c:v>
                </c:pt>
                <c:pt idx="3121">
                  <c:v>1.577291E-3</c:v>
                </c:pt>
                <c:pt idx="3122">
                  <c:v>1.5538469999999999E-3</c:v>
                </c:pt>
                <c:pt idx="3123">
                  <c:v>1.5348930000000001E-3</c:v>
                </c:pt>
                <c:pt idx="3124">
                  <c:v>1.522158E-3</c:v>
                </c:pt>
                <c:pt idx="3125">
                  <c:v>1.516805E-3</c:v>
                </c:pt>
                <c:pt idx="3126">
                  <c:v>1.519166E-3</c:v>
                </c:pt>
                <c:pt idx="3127">
                  <c:v>1.528808E-3</c:v>
                </c:pt>
                <c:pt idx="3128">
                  <c:v>1.5440709999999999E-3</c:v>
                </c:pt>
                <c:pt idx="3129">
                  <c:v>1.5621599999999999E-3</c:v>
                </c:pt>
                <c:pt idx="3130">
                  <c:v>1.579153E-3</c:v>
                </c:pt>
                <c:pt idx="3131">
                  <c:v>1.591524E-3</c:v>
                </c:pt>
                <c:pt idx="3132">
                  <c:v>1.5964130000000001E-3</c:v>
                </c:pt>
                <c:pt idx="3133">
                  <c:v>1.592322E-3</c:v>
                </c:pt>
                <c:pt idx="3134">
                  <c:v>1.580417E-3</c:v>
                </c:pt>
                <c:pt idx="3135">
                  <c:v>1.5637229999999999E-3</c:v>
                </c:pt>
                <c:pt idx="3136">
                  <c:v>1.5469640000000001E-3</c:v>
                </c:pt>
                <c:pt idx="3137">
                  <c:v>1.5349269999999999E-3</c:v>
                </c:pt>
                <c:pt idx="3138">
                  <c:v>1.531302E-3</c:v>
                </c:pt>
                <c:pt idx="3139">
                  <c:v>1.5370550000000001E-3</c:v>
                </c:pt>
                <c:pt idx="3140">
                  <c:v>1.551586E-3</c:v>
                </c:pt>
                <c:pt idx="3141">
                  <c:v>1.5706069999999999E-3</c:v>
                </c:pt>
                <c:pt idx="3142">
                  <c:v>1.590061E-3</c:v>
                </c:pt>
                <c:pt idx="3143">
                  <c:v>1.606124E-3</c:v>
                </c:pt>
                <c:pt idx="3144">
                  <c:v>1.6165660000000001E-3</c:v>
                </c:pt>
                <c:pt idx="3145">
                  <c:v>1.6219540000000001E-3</c:v>
                </c:pt>
                <c:pt idx="3146">
                  <c:v>1.624648E-3</c:v>
                </c:pt>
                <c:pt idx="3147">
                  <c:v>1.6278740000000001E-3</c:v>
                </c:pt>
                <c:pt idx="3148">
                  <c:v>1.634759E-3</c:v>
                </c:pt>
                <c:pt idx="3149">
                  <c:v>1.6467319999999999E-3</c:v>
                </c:pt>
                <c:pt idx="3150">
                  <c:v>1.6629959999999999E-3</c:v>
                </c:pt>
                <c:pt idx="3151">
                  <c:v>1.6808909999999999E-3</c:v>
                </c:pt>
                <c:pt idx="3152">
                  <c:v>1.6970900000000001E-3</c:v>
                </c:pt>
                <c:pt idx="3153">
                  <c:v>1.7082009999999999E-3</c:v>
                </c:pt>
                <c:pt idx="3154">
                  <c:v>1.7124589999999999E-3</c:v>
                </c:pt>
                <c:pt idx="3155">
                  <c:v>1.7096979999999999E-3</c:v>
                </c:pt>
                <c:pt idx="3156">
                  <c:v>1.702346E-3</c:v>
                </c:pt>
                <c:pt idx="3157">
                  <c:v>1.6934319999999999E-3</c:v>
                </c:pt>
                <c:pt idx="3158">
                  <c:v>1.686779E-3</c:v>
                </c:pt>
                <c:pt idx="3159">
                  <c:v>1.685548E-3</c:v>
                </c:pt>
                <c:pt idx="3160">
                  <c:v>1.6918020000000001E-3</c:v>
                </c:pt>
                <c:pt idx="3161">
                  <c:v>1.7064039999999999E-3</c:v>
                </c:pt>
                <c:pt idx="3162">
                  <c:v>1.727927E-3</c:v>
                </c:pt>
                <c:pt idx="3163">
                  <c:v>1.7542409999999999E-3</c:v>
                </c:pt>
                <c:pt idx="3164">
                  <c:v>1.782088E-3</c:v>
                </c:pt>
                <c:pt idx="3165">
                  <c:v>1.808039E-3</c:v>
                </c:pt>
                <c:pt idx="3166">
                  <c:v>1.828868E-3</c:v>
                </c:pt>
                <c:pt idx="3167">
                  <c:v>1.8426110000000001E-3</c:v>
                </c:pt>
                <c:pt idx="3168">
                  <c:v>1.8484339999999999E-3</c:v>
                </c:pt>
                <c:pt idx="3169">
                  <c:v>1.8465700000000001E-3</c:v>
                </c:pt>
                <c:pt idx="3170">
                  <c:v>1.838917E-3</c:v>
                </c:pt>
                <c:pt idx="3171">
                  <c:v>1.8271050000000001E-3</c:v>
                </c:pt>
                <c:pt idx="3172">
                  <c:v>1.8138620000000001E-3</c:v>
                </c:pt>
                <c:pt idx="3173">
                  <c:v>1.799655E-3</c:v>
                </c:pt>
                <c:pt idx="3174">
                  <c:v>1.7850489999999999E-3</c:v>
                </c:pt>
                <c:pt idx="3175">
                  <c:v>1.769811E-3</c:v>
                </c:pt>
                <c:pt idx="3176">
                  <c:v>1.752977E-3</c:v>
                </c:pt>
                <c:pt idx="3177">
                  <c:v>1.734015E-3</c:v>
                </c:pt>
                <c:pt idx="3178">
                  <c:v>1.71339E-3</c:v>
                </c:pt>
                <c:pt idx="3179">
                  <c:v>1.6925E-3</c:v>
                </c:pt>
                <c:pt idx="3180">
                  <c:v>1.6742059999999999E-3</c:v>
                </c:pt>
                <c:pt idx="3181">
                  <c:v>1.6612E-3</c:v>
                </c:pt>
                <c:pt idx="3182">
                  <c:v>1.655746E-3</c:v>
                </c:pt>
                <c:pt idx="3183">
                  <c:v>1.659471E-3</c:v>
                </c:pt>
                <c:pt idx="3184">
                  <c:v>1.6727090000000001E-3</c:v>
                </c:pt>
                <c:pt idx="3185">
                  <c:v>1.693698E-3</c:v>
                </c:pt>
                <c:pt idx="3186">
                  <c:v>1.7200430000000001E-3</c:v>
                </c:pt>
                <c:pt idx="3187">
                  <c:v>1.7482859999999999E-3</c:v>
                </c:pt>
                <c:pt idx="3188">
                  <c:v>1.7759659999999999E-3</c:v>
                </c:pt>
                <c:pt idx="3189">
                  <c:v>1.8004869999999999E-3</c:v>
                </c:pt>
                <c:pt idx="3190">
                  <c:v>1.8202170000000001E-3</c:v>
                </c:pt>
                <c:pt idx="3191">
                  <c:v>1.834591E-3</c:v>
                </c:pt>
                <c:pt idx="3192">
                  <c:v>1.8434759999999999E-3</c:v>
                </c:pt>
                <c:pt idx="3193">
                  <c:v>1.846737E-3</c:v>
                </c:pt>
                <c:pt idx="3194">
                  <c:v>1.844441E-3</c:v>
                </c:pt>
                <c:pt idx="3195">
                  <c:v>1.836255E-3</c:v>
                </c:pt>
                <c:pt idx="3196">
                  <c:v>1.82248E-3</c:v>
                </c:pt>
                <c:pt idx="3197">
                  <c:v>1.803348E-3</c:v>
                </c:pt>
                <c:pt idx="3198">
                  <c:v>1.7803579999999999E-3</c:v>
                </c:pt>
                <c:pt idx="3199">
                  <c:v>1.7565370000000001E-3</c:v>
                </c:pt>
                <c:pt idx="3200">
                  <c:v>1.7358110000000001E-3</c:v>
                </c:pt>
                <c:pt idx="3201">
                  <c:v>1.721673E-3</c:v>
                </c:pt>
                <c:pt idx="3202">
                  <c:v>1.7179809999999999E-3</c:v>
                </c:pt>
                <c:pt idx="3203">
                  <c:v>1.7263300000000001E-3</c:v>
                </c:pt>
                <c:pt idx="3204">
                  <c:v>1.7480869999999999E-3</c:v>
                </c:pt>
                <c:pt idx="3205">
                  <c:v>1.780191E-3</c:v>
                </c:pt>
                <c:pt idx="3206">
                  <c:v>1.8197510000000001E-3</c:v>
                </c:pt>
                <c:pt idx="3207">
                  <c:v>1.8619439999999999E-3</c:v>
                </c:pt>
                <c:pt idx="3208">
                  <c:v>1.902543E-3</c:v>
                </c:pt>
                <c:pt idx="3209">
                  <c:v>1.937088E-3</c:v>
                </c:pt>
                <c:pt idx="3210">
                  <c:v>1.9629159999999999E-3</c:v>
                </c:pt>
                <c:pt idx="3211">
                  <c:v>1.977861E-3</c:v>
                </c:pt>
                <c:pt idx="3212">
                  <c:v>1.9815219999999999E-3</c:v>
                </c:pt>
                <c:pt idx="3213">
                  <c:v>1.9746659999999999E-3</c:v>
                </c:pt>
                <c:pt idx="3214">
                  <c:v>1.9579570000000002E-3</c:v>
                </c:pt>
                <c:pt idx="3215">
                  <c:v>1.9341600000000001E-3</c:v>
                </c:pt>
                <c:pt idx="3216">
                  <c:v>1.9056380000000001E-3</c:v>
                </c:pt>
                <c:pt idx="3217">
                  <c:v>1.874988E-3</c:v>
                </c:pt>
                <c:pt idx="3218">
                  <c:v>1.84504E-3</c:v>
                </c:pt>
                <c:pt idx="3219">
                  <c:v>1.818554E-3</c:v>
                </c:pt>
                <c:pt idx="3220">
                  <c:v>1.797625E-3</c:v>
                </c:pt>
                <c:pt idx="3221">
                  <c:v>1.782687E-3</c:v>
                </c:pt>
                <c:pt idx="3222">
                  <c:v>1.773571E-3</c:v>
                </c:pt>
                <c:pt idx="3223">
                  <c:v>1.7692789999999999E-3</c:v>
                </c:pt>
                <c:pt idx="3224">
                  <c:v>1.7677820000000001E-3</c:v>
                </c:pt>
                <c:pt idx="3225">
                  <c:v>1.7660849999999999E-3</c:v>
                </c:pt>
                <c:pt idx="3226">
                  <c:v>1.762193E-3</c:v>
                </c:pt>
                <c:pt idx="3227">
                  <c:v>1.7527109999999999E-3</c:v>
                </c:pt>
                <c:pt idx="3228">
                  <c:v>1.7364769999999999E-3</c:v>
                </c:pt>
                <c:pt idx="3229">
                  <c:v>1.7132569999999999E-3</c:v>
                </c:pt>
                <c:pt idx="3230">
                  <c:v>1.6848500000000001E-3</c:v>
                </c:pt>
                <c:pt idx="3231">
                  <c:v>1.654981E-3</c:v>
                </c:pt>
                <c:pt idx="3232">
                  <c:v>1.6287389999999999E-3</c:v>
                </c:pt>
                <c:pt idx="3233">
                  <c:v>1.611112E-3</c:v>
                </c:pt>
                <c:pt idx="3234">
                  <c:v>1.6058909999999999E-3</c:v>
                </c:pt>
                <c:pt idx="3235">
                  <c:v>1.613972E-3</c:v>
                </c:pt>
                <c:pt idx="3236">
                  <c:v>1.6354570000000001E-3</c:v>
                </c:pt>
                <c:pt idx="3237">
                  <c:v>1.66599E-3</c:v>
                </c:pt>
                <c:pt idx="3238">
                  <c:v>1.7017810000000001E-3</c:v>
                </c:pt>
                <c:pt idx="3239">
                  <c:v>1.739471E-3</c:v>
                </c:pt>
                <c:pt idx="3240">
                  <c:v>1.7785940000000001E-3</c:v>
                </c:pt>
                <c:pt idx="3241">
                  <c:v>1.8183209999999999E-3</c:v>
                </c:pt>
                <c:pt idx="3242">
                  <c:v>1.859348E-3</c:v>
                </c:pt>
                <c:pt idx="3243">
                  <c:v>1.900679E-3</c:v>
                </c:pt>
                <c:pt idx="3244">
                  <c:v>1.9387860000000001E-3</c:v>
                </c:pt>
                <c:pt idx="3245">
                  <c:v>1.9680420000000001E-3</c:v>
                </c:pt>
                <c:pt idx="3246">
                  <c:v>1.9812229999999998E-3</c:v>
                </c:pt>
                <c:pt idx="3247">
                  <c:v>1.9739670000000001E-3</c:v>
                </c:pt>
                <c:pt idx="3248">
                  <c:v>1.9469730000000001E-3</c:v>
                </c:pt>
                <c:pt idx="3249">
                  <c:v>1.905571E-3</c:v>
                </c:pt>
                <c:pt idx="3250">
                  <c:v>1.8614110000000001E-3</c:v>
                </c:pt>
                <c:pt idx="3251">
                  <c:v>1.826872E-3</c:v>
                </c:pt>
                <c:pt idx="3252">
                  <c:v>1.813596E-3</c:v>
                </c:pt>
                <c:pt idx="3253">
                  <c:v>1.825208E-3</c:v>
                </c:pt>
                <c:pt idx="3254">
                  <c:v>1.85855E-3</c:v>
                </c:pt>
                <c:pt idx="3255">
                  <c:v>1.9026760000000001E-3</c:v>
                </c:pt>
                <c:pt idx="3256">
                  <c:v>1.944344E-3</c:v>
                </c:pt>
                <c:pt idx="3257">
                  <c:v>1.970205E-3</c:v>
                </c:pt>
                <c:pt idx="3258">
                  <c:v>1.973767E-3</c:v>
                </c:pt>
                <c:pt idx="3259">
                  <c:v>1.9558269999999998E-3</c:v>
                </c:pt>
                <c:pt idx="3260">
                  <c:v>1.9254070000000001E-3</c:v>
                </c:pt>
                <c:pt idx="3261">
                  <c:v>1.8935239999999999E-3</c:v>
                </c:pt>
                <c:pt idx="3262">
                  <c:v>1.871295E-3</c:v>
                </c:pt>
                <c:pt idx="3263">
                  <c:v>1.8650050000000001E-3</c:v>
                </c:pt>
                <c:pt idx="3264">
                  <c:v>1.873591E-3</c:v>
                </c:pt>
                <c:pt idx="3265">
                  <c:v>1.8897969999999999E-3</c:v>
                </c:pt>
                <c:pt idx="3266">
                  <c:v>1.90434E-3</c:v>
                </c:pt>
                <c:pt idx="3267">
                  <c:v>1.907967E-3</c:v>
                </c:pt>
                <c:pt idx="3268">
                  <c:v>1.898416E-3</c:v>
                </c:pt>
                <c:pt idx="3269">
                  <c:v>1.876785E-3</c:v>
                </c:pt>
                <c:pt idx="3270">
                  <c:v>1.8506970000000001E-3</c:v>
                </c:pt>
                <c:pt idx="3271">
                  <c:v>1.830798E-3</c:v>
                </c:pt>
                <c:pt idx="3272">
                  <c:v>1.8259070000000001E-3</c:v>
                </c:pt>
                <c:pt idx="3273">
                  <c:v>1.840082E-3</c:v>
                </c:pt>
                <c:pt idx="3274">
                  <c:v>1.8724919999999999E-3</c:v>
                </c:pt>
                <c:pt idx="3275">
                  <c:v>1.9163209999999999E-3</c:v>
                </c:pt>
                <c:pt idx="3276">
                  <c:v>1.9636480000000001E-3</c:v>
                </c:pt>
                <c:pt idx="3277">
                  <c:v>2.0063210000000001E-3</c:v>
                </c:pt>
                <c:pt idx="3278">
                  <c:v>2.038944E-3</c:v>
                </c:pt>
                <c:pt idx="3279">
                  <c:v>2.0594179999999999E-3</c:v>
                </c:pt>
                <c:pt idx="3280">
                  <c:v>2.0694379999999998E-3</c:v>
                </c:pt>
                <c:pt idx="3281">
                  <c:v>2.0703710000000001E-3</c:v>
                </c:pt>
                <c:pt idx="3282">
                  <c:v>2.0654100000000002E-3</c:v>
                </c:pt>
                <c:pt idx="3283">
                  <c:v>2.0559879999999999E-3</c:v>
                </c:pt>
                <c:pt idx="3284">
                  <c:v>2.0447030000000001E-3</c:v>
                </c:pt>
                <c:pt idx="3285">
                  <c:v>2.0307210000000001E-3</c:v>
                </c:pt>
                <c:pt idx="3286">
                  <c:v>2.014942E-3</c:v>
                </c:pt>
                <c:pt idx="3287">
                  <c:v>1.997333E-3</c:v>
                </c:pt>
                <c:pt idx="3288">
                  <c:v>1.9795920000000001E-3</c:v>
                </c:pt>
                <c:pt idx="3289">
                  <c:v>1.963415E-3</c:v>
                </c:pt>
                <c:pt idx="3290">
                  <c:v>1.950867E-3</c:v>
                </c:pt>
                <c:pt idx="3291">
                  <c:v>1.9439450000000001E-3</c:v>
                </c:pt>
                <c:pt idx="3292">
                  <c:v>1.9435450000000001E-3</c:v>
                </c:pt>
                <c:pt idx="3293">
                  <c:v>1.947739E-3</c:v>
                </c:pt>
                <c:pt idx="3294">
                  <c:v>1.9531969999999998E-3</c:v>
                </c:pt>
                <c:pt idx="3295">
                  <c:v>1.9555940000000002E-3</c:v>
                </c:pt>
                <c:pt idx="3296">
                  <c:v>1.9506009999999999E-3</c:v>
                </c:pt>
                <c:pt idx="3297">
                  <c:v>1.933328E-3</c:v>
                </c:pt>
                <c:pt idx="3298">
                  <c:v>1.902377E-3</c:v>
                </c:pt>
                <c:pt idx="3299">
                  <c:v>1.8581170000000001E-3</c:v>
                </c:pt>
                <c:pt idx="3300">
                  <c:v>1.805411E-3</c:v>
                </c:pt>
                <c:pt idx="3301">
                  <c:v>1.749018E-3</c:v>
                </c:pt>
                <c:pt idx="3302">
                  <c:v>1.696791E-3</c:v>
                </c:pt>
                <c:pt idx="3303">
                  <c:v>1.6568430000000001E-3</c:v>
                </c:pt>
                <c:pt idx="3304">
                  <c:v>1.6354570000000001E-3</c:v>
                </c:pt>
                <c:pt idx="3305">
                  <c:v>1.636754E-3</c:v>
                </c:pt>
                <c:pt idx="3306">
                  <c:v>1.6623639999999999E-3</c:v>
                </c:pt>
                <c:pt idx="3307">
                  <c:v>1.7088990000000001E-3</c:v>
                </c:pt>
                <c:pt idx="3308">
                  <c:v>1.7711420000000001E-3</c:v>
                </c:pt>
                <c:pt idx="3309">
                  <c:v>1.8398819999999999E-3</c:v>
                </c:pt>
                <c:pt idx="3310">
                  <c:v>1.9038080000000001E-3</c:v>
                </c:pt>
                <c:pt idx="3311">
                  <c:v>1.953031E-3</c:v>
                </c:pt>
                <c:pt idx="3312">
                  <c:v>1.9792260000000002E-3</c:v>
                </c:pt>
                <c:pt idx="3313">
                  <c:v>1.977861E-3</c:v>
                </c:pt>
                <c:pt idx="3314">
                  <c:v>1.948371E-3</c:v>
                </c:pt>
                <c:pt idx="3315">
                  <c:v>1.8940230000000001E-3</c:v>
                </c:pt>
                <c:pt idx="3316">
                  <c:v>1.823079E-3</c:v>
                </c:pt>
                <c:pt idx="3317">
                  <c:v>1.7430970000000001E-3</c:v>
                </c:pt>
                <c:pt idx="3318">
                  <c:v>1.6618990000000001E-3</c:v>
                </c:pt>
                <c:pt idx="3319">
                  <c:v>1.585372E-3</c:v>
                </c:pt>
                <c:pt idx="3320">
                  <c:v>1.5172709999999999E-3</c:v>
                </c:pt>
                <c:pt idx="3321">
                  <c:v>1.458754E-3</c:v>
                </c:pt>
                <c:pt idx="3322">
                  <c:v>1.40982E-3</c:v>
                </c:pt>
                <c:pt idx="3323">
                  <c:v>1.3706300000000001E-3</c:v>
                </c:pt>
                <c:pt idx="3324">
                  <c:v>1.341945E-3</c:v>
                </c:pt>
                <c:pt idx="3325">
                  <c:v>1.3253270000000001E-3</c:v>
                </c:pt>
                <c:pt idx="3326">
                  <c:v>1.3231670000000001E-3</c:v>
                </c:pt>
                <c:pt idx="3327">
                  <c:v>1.3379240000000001E-3</c:v>
                </c:pt>
                <c:pt idx="3328">
                  <c:v>1.370762E-3</c:v>
                </c:pt>
                <c:pt idx="3329">
                  <c:v>1.4201579999999999E-3</c:v>
                </c:pt>
                <c:pt idx="3330">
                  <c:v>1.4839549999999999E-3</c:v>
                </c:pt>
                <c:pt idx="3331">
                  <c:v>1.5571059999999999E-3</c:v>
                </c:pt>
                <c:pt idx="3332">
                  <c:v>1.6369869999999999E-3</c:v>
                </c:pt>
                <c:pt idx="3333">
                  <c:v>1.717016E-3</c:v>
                </c:pt>
                <c:pt idx="3334">
                  <c:v>1.794232E-3</c:v>
                </c:pt>
                <c:pt idx="3335">
                  <c:v>1.8650050000000001E-3</c:v>
                </c:pt>
                <c:pt idx="3336">
                  <c:v>1.9261390000000001E-3</c:v>
                </c:pt>
                <c:pt idx="3337">
                  <c:v>1.9740000000000001E-3</c:v>
                </c:pt>
                <c:pt idx="3338">
                  <c:v>2.0045570000000001E-3</c:v>
                </c:pt>
                <c:pt idx="3339">
                  <c:v>2.014643E-3</c:v>
                </c:pt>
                <c:pt idx="3340">
                  <c:v>2.0034250000000001E-3</c:v>
                </c:pt>
                <c:pt idx="3341">
                  <c:v>1.971137E-3</c:v>
                </c:pt>
                <c:pt idx="3342">
                  <c:v>1.921213E-3</c:v>
                </c:pt>
                <c:pt idx="3343">
                  <c:v>1.8603129999999999E-3</c:v>
                </c:pt>
                <c:pt idx="3344">
                  <c:v>1.796195E-3</c:v>
                </c:pt>
                <c:pt idx="3345">
                  <c:v>1.735845E-3</c:v>
                </c:pt>
                <c:pt idx="3346">
                  <c:v>1.6842179999999999E-3</c:v>
                </c:pt>
                <c:pt idx="3347">
                  <c:v>1.6443709999999999E-3</c:v>
                </c:pt>
                <c:pt idx="3348">
                  <c:v>1.6164E-3</c:v>
                </c:pt>
                <c:pt idx="3349">
                  <c:v>1.597577E-3</c:v>
                </c:pt>
                <c:pt idx="3350">
                  <c:v>1.583044E-3</c:v>
                </c:pt>
                <c:pt idx="3351">
                  <c:v>1.5690109999999999E-3</c:v>
                </c:pt>
                <c:pt idx="3352">
                  <c:v>1.55265E-3</c:v>
                </c:pt>
                <c:pt idx="3353">
                  <c:v>1.5319999999999999E-3</c:v>
                </c:pt>
                <c:pt idx="3354">
                  <c:v>1.507661E-3</c:v>
                </c:pt>
                <c:pt idx="3355">
                  <c:v>1.482127E-3</c:v>
                </c:pt>
                <c:pt idx="3356">
                  <c:v>1.4599509999999999E-3</c:v>
                </c:pt>
                <c:pt idx="3357">
                  <c:v>1.4461879999999999E-3</c:v>
                </c:pt>
                <c:pt idx="3358">
                  <c:v>1.4459220000000001E-3</c:v>
                </c:pt>
                <c:pt idx="3359">
                  <c:v>1.463376E-3</c:v>
                </c:pt>
                <c:pt idx="3360">
                  <c:v>1.5001470000000001E-3</c:v>
                </c:pt>
                <c:pt idx="3361">
                  <c:v>1.554146E-3</c:v>
                </c:pt>
                <c:pt idx="3362">
                  <c:v>1.619693E-3</c:v>
                </c:pt>
                <c:pt idx="3363">
                  <c:v>1.6865459999999999E-3</c:v>
                </c:pt>
                <c:pt idx="3364">
                  <c:v>1.7465569999999999E-3</c:v>
                </c:pt>
                <c:pt idx="3365">
                  <c:v>1.7888419999999999E-3</c:v>
                </c:pt>
                <c:pt idx="3366">
                  <c:v>1.807307E-3</c:v>
                </c:pt>
                <c:pt idx="3367">
                  <c:v>1.8011520000000001E-3</c:v>
                </c:pt>
                <c:pt idx="3368">
                  <c:v>1.773504E-3</c:v>
                </c:pt>
                <c:pt idx="3369">
                  <c:v>1.7316860000000001E-3</c:v>
                </c:pt>
                <c:pt idx="3370">
                  <c:v>1.6856480000000001E-3</c:v>
                </c:pt>
                <c:pt idx="3371">
                  <c:v>1.643938E-3</c:v>
                </c:pt>
                <c:pt idx="3372">
                  <c:v>1.614903E-3</c:v>
                </c:pt>
                <c:pt idx="3373">
                  <c:v>1.6020660000000001E-3</c:v>
                </c:pt>
                <c:pt idx="3374">
                  <c:v>1.605392E-3</c:v>
                </c:pt>
                <c:pt idx="3375">
                  <c:v>1.62375E-3</c:v>
                </c:pt>
                <c:pt idx="3376">
                  <c:v>1.6518539999999999E-3</c:v>
                </c:pt>
                <c:pt idx="3377">
                  <c:v>1.6849829999999999E-3</c:v>
                </c:pt>
                <c:pt idx="3378">
                  <c:v>1.7174480000000001E-3</c:v>
                </c:pt>
                <c:pt idx="3379">
                  <c:v>1.7445270000000001E-3</c:v>
                </c:pt>
                <c:pt idx="3380">
                  <c:v>1.763457E-3</c:v>
                </c:pt>
                <c:pt idx="3381">
                  <c:v>1.7721729999999999E-3</c:v>
                </c:pt>
                <c:pt idx="3382">
                  <c:v>1.771541E-3</c:v>
                </c:pt>
                <c:pt idx="3383">
                  <c:v>1.7639229999999999E-3</c:v>
                </c:pt>
                <c:pt idx="3384">
                  <c:v>1.7526779999999999E-3</c:v>
                </c:pt>
                <c:pt idx="3385">
                  <c:v>1.741467E-3</c:v>
                </c:pt>
                <c:pt idx="3386">
                  <c:v>1.732351E-3</c:v>
                </c:pt>
                <c:pt idx="3387">
                  <c:v>1.7264629999999999E-3</c:v>
                </c:pt>
                <c:pt idx="3388">
                  <c:v>1.723736E-3</c:v>
                </c:pt>
                <c:pt idx="3389">
                  <c:v>1.72134E-3</c:v>
                </c:pt>
                <c:pt idx="3390">
                  <c:v>1.7175809999999999E-3</c:v>
                </c:pt>
                <c:pt idx="3391">
                  <c:v>1.7115940000000001E-3</c:v>
                </c:pt>
                <c:pt idx="3392">
                  <c:v>1.703078E-3</c:v>
                </c:pt>
                <c:pt idx="3393">
                  <c:v>1.692367E-3</c:v>
                </c:pt>
                <c:pt idx="3394">
                  <c:v>1.681856E-3</c:v>
                </c:pt>
                <c:pt idx="3395">
                  <c:v>1.6713450000000001E-3</c:v>
                </c:pt>
                <c:pt idx="3396">
                  <c:v>1.6638950000000001E-3</c:v>
                </c:pt>
                <c:pt idx="3397">
                  <c:v>1.6588060000000001E-3</c:v>
                </c:pt>
                <c:pt idx="3398">
                  <c:v>1.6570090000000001E-3</c:v>
                </c:pt>
                <c:pt idx="3399">
                  <c:v>1.660103E-3</c:v>
                </c:pt>
                <c:pt idx="3400">
                  <c:v>1.6694489999999999E-3</c:v>
                </c:pt>
                <c:pt idx="3401">
                  <c:v>1.6858140000000001E-3</c:v>
                </c:pt>
                <c:pt idx="3402">
                  <c:v>1.7106619999999999E-3</c:v>
                </c:pt>
                <c:pt idx="3403">
                  <c:v>1.7415659999999999E-3</c:v>
                </c:pt>
                <c:pt idx="3404">
                  <c:v>1.7759E-3</c:v>
                </c:pt>
                <c:pt idx="3405">
                  <c:v>1.807973E-3</c:v>
                </c:pt>
                <c:pt idx="3406">
                  <c:v>1.831098E-3</c:v>
                </c:pt>
                <c:pt idx="3407">
                  <c:v>1.8403479999999999E-3</c:v>
                </c:pt>
                <c:pt idx="3408">
                  <c:v>1.833028E-3</c:v>
                </c:pt>
                <c:pt idx="3409">
                  <c:v>1.808605E-3</c:v>
                </c:pt>
                <c:pt idx="3410">
                  <c:v>1.7703440000000001E-3</c:v>
                </c:pt>
                <c:pt idx="3411">
                  <c:v>1.724368E-3</c:v>
                </c:pt>
                <c:pt idx="3412">
                  <c:v>1.678829E-3</c:v>
                </c:pt>
                <c:pt idx="3413">
                  <c:v>1.641411E-3</c:v>
                </c:pt>
                <c:pt idx="3414">
                  <c:v>1.6186620000000001E-3</c:v>
                </c:pt>
                <c:pt idx="3415">
                  <c:v>1.6152359999999999E-3</c:v>
                </c:pt>
                <c:pt idx="3416">
                  <c:v>1.6326299999999999E-3</c:v>
                </c:pt>
                <c:pt idx="3417">
                  <c:v>1.668784E-3</c:v>
                </c:pt>
                <c:pt idx="3418">
                  <c:v>1.7181469999999999E-3</c:v>
                </c:pt>
                <c:pt idx="3419">
                  <c:v>1.772439E-3</c:v>
                </c:pt>
                <c:pt idx="3420">
                  <c:v>1.822347E-3</c:v>
                </c:pt>
                <c:pt idx="3421">
                  <c:v>1.8589489999999999E-3</c:v>
                </c:pt>
                <c:pt idx="3422">
                  <c:v>1.87582E-3</c:v>
                </c:pt>
                <c:pt idx="3423">
                  <c:v>1.8715279999999999E-3</c:v>
                </c:pt>
                <c:pt idx="3424">
                  <c:v>1.8489660000000001E-3</c:v>
                </c:pt>
                <c:pt idx="3425">
                  <c:v>1.8133629999999999E-3</c:v>
                </c:pt>
                <c:pt idx="3426">
                  <c:v>1.7726720000000001E-3</c:v>
                </c:pt>
                <c:pt idx="3427">
                  <c:v>1.7331499999999999E-3</c:v>
                </c:pt>
                <c:pt idx="3428">
                  <c:v>1.701248E-3</c:v>
                </c:pt>
                <c:pt idx="3429">
                  <c:v>1.677864E-3</c:v>
                </c:pt>
                <c:pt idx="3430">
                  <c:v>1.6627969999999999E-3</c:v>
                </c:pt>
                <c:pt idx="3431">
                  <c:v>1.6537500000000001E-3</c:v>
                </c:pt>
                <c:pt idx="3432">
                  <c:v>1.64773E-3</c:v>
                </c:pt>
                <c:pt idx="3433">
                  <c:v>1.6422089999999999E-3</c:v>
                </c:pt>
                <c:pt idx="3434">
                  <c:v>1.637087E-3</c:v>
                </c:pt>
                <c:pt idx="3435">
                  <c:v>1.6340930000000001E-3</c:v>
                </c:pt>
                <c:pt idx="3436">
                  <c:v>1.636455E-3</c:v>
                </c:pt>
                <c:pt idx="3437">
                  <c:v>1.647763E-3</c:v>
                </c:pt>
                <c:pt idx="3438">
                  <c:v>1.668884E-3</c:v>
                </c:pt>
                <c:pt idx="3439">
                  <c:v>1.6999509999999999E-3</c:v>
                </c:pt>
                <c:pt idx="3440">
                  <c:v>1.7379069999999999E-3</c:v>
                </c:pt>
                <c:pt idx="3441">
                  <c:v>1.777563E-3</c:v>
                </c:pt>
                <c:pt idx="3442">
                  <c:v>1.8121980000000001E-3</c:v>
                </c:pt>
                <c:pt idx="3443">
                  <c:v>1.8364880000000001E-3</c:v>
                </c:pt>
                <c:pt idx="3444">
                  <c:v>1.846936E-3</c:v>
                </c:pt>
                <c:pt idx="3445">
                  <c:v>1.8420120000000001E-3</c:v>
                </c:pt>
                <c:pt idx="3446">
                  <c:v>1.8225800000000001E-3</c:v>
                </c:pt>
                <c:pt idx="3447">
                  <c:v>1.7927679999999999E-3</c:v>
                </c:pt>
                <c:pt idx="3448">
                  <c:v>1.757169E-3</c:v>
                </c:pt>
                <c:pt idx="3449">
                  <c:v>1.7207419999999999E-3</c:v>
                </c:pt>
                <c:pt idx="3450">
                  <c:v>1.6868790000000001E-3</c:v>
                </c:pt>
                <c:pt idx="3451">
                  <c:v>1.6572760000000001E-3</c:v>
                </c:pt>
                <c:pt idx="3452">
                  <c:v>1.632264E-3</c:v>
                </c:pt>
                <c:pt idx="3453">
                  <c:v>1.610048E-3</c:v>
                </c:pt>
                <c:pt idx="3454">
                  <c:v>1.5888969999999999E-3</c:v>
                </c:pt>
                <c:pt idx="3455">
                  <c:v>1.56788E-3</c:v>
                </c:pt>
                <c:pt idx="3456">
                  <c:v>1.54733E-3</c:v>
                </c:pt>
                <c:pt idx="3457">
                  <c:v>1.5290410000000001E-3</c:v>
                </c:pt>
                <c:pt idx="3458">
                  <c:v>1.515874E-3</c:v>
                </c:pt>
                <c:pt idx="3459">
                  <c:v>1.5105209999999999E-3</c:v>
                </c:pt>
                <c:pt idx="3460">
                  <c:v>1.51604E-3</c:v>
                </c:pt>
                <c:pt idx="3461">
                  <c:v>1.531934E-3</c:v>
                </c:pt>
                <c:pt idx="3462">
                  <c:v>1.5569729999999999E-3</c:v>
                </c:pt>
                <c:pt idx="3463">
                  <c:v>1.5872670000000001E-3</c:v>
                </c:pt>
                <c:pt idx="3464">
                  <c:v>1.619194E-3</c:v>
                </c:pt>
                <c:pt idx="3465">
                  <c:v>1.6478300000000001E-3</c:v>
                </c:pt>
                <c:pt idx="3466">
                  <c:v>1.6699149999999999E-3</c:v>
                </c:pt>
                <c:pt idx="3467">
                  <c:v>1.6829869999999999E-3</c:v>
                </c:pt>
                <c:pt idx="3468">
                  <c:v>1.686679E-3</c:v>
                </c:pt>
                <c:pt idx="3469">
                  <c:v>1.681257E-3</c:v>
                </c:pt>
                <c:pt idx="3470">
                  <c:v>1.66742E-3</c:v>
                </c:pt>
                <c:pt idx="3471">
                  <c:v>1.6473309999999999E-3</c:v>
                </c:pt>
                <c:pt idx="3472">
                  <c:v>1.6233510000000001E-3</c:v>
                </c:pt>
                <c:pt idx="3473">
                  <c:v>1.5983080000000001E-3</c:v>
                </c:pt>
                <c:pt idx="3474">
                  <c:v>1.575761E-3</c:v>
                </c:pt>
                <c:pt idx="3475">
                  <c:v>1.559866E-3</c:v>
                </c:pt>
                <c:pt idx="3476">
                  <c:v>1.554246E-3</c:v>
                </c:pt>
                <c:pt idx="3477">
                  <c:v>1.5612289999999999E-3</c:v>
                </c:pt>
                <c:pt idx="3478">
                  <c:v>1.579851E-3</c:v>
                </c:pt>
                <c:pt idx="3479">
                  <c:v>1.6076529999999999E-3</c:v>
                </c:pt>
                <c:pt idx="3480">
                  <c:v>1.6383840000000001E-3</c:v>
                </c:pt>
                <c:pt idx="3481">
                  <c:v>1.6646930000000001E-3</c:v>
                </c:pt>
                <c:pt idx="3482">
                  <c:v>1.678962E-3</c:v>
                </c:pt>
                <c:pt idx="3483">
                  <c:v>1.6756029999999999E-3</c:v>
                </c:pt>
                <c:pt idx="3484">
                  <c:v>1.6529520000000001E-3</c:v>
                </c:pt>
                <c:pt idx="3485">
                  <c:v>1.613307E-3</c:v>
                </c:pt>
                <c:pt idx="3486">
                  <c:v>1.563158E-3</c:v>
                </c:pt>
                <c:pt idx="3487">
                  <c:v>1.5114519999999999E-3</c:v>
                </c:pt>
                <c:pt idx="3488">
                  <c:v>1.4675650000000001E-3</c:v>
                </c:pt>
                <c:pt idx="3489">
                  <c:v>1.4388739999999999E-3</c:v>
                </c:pt>
                <c:pt idx="3490">
                  <c:v>1.4294990000000001E-3</c:v>
                </c:pt>
                <c:pt idx="3491">
                  <c:v>1.438808E-3</c:v>
                </c:pt>
                <c:pt idx="3492">
                  <c:v>1.4634750000000001E-3</c:v>
                </c:pt>
                <c:pt idx="3493">
                  <c:v>1.496689E-3</c:v>
                </c:pt>
                <c:pt idx="3494">
                  <c:v>1.5318339999999999E-3</c:v>
                </c:pt>
                <c:pt idx="3495">
                  <c:v>1.5632580000000001E-3</c:v>
                </c:pt>
                <c:pt idx="3496">
                  <c:v>1.587567E-3</c:v>
                </c:pt>
                <c:pt idx="3497">
                  <c:v>1.603496E-3</c:v>
                </c:pt>
                <c:pt idx="3498">
                  <c:v>1.6123089999999999E-3</c:v>
                </c:pt>
                <c:pt idx="3499">
                  <c:v>1.6157350000000001E-3</c:v>
                </c:pt>
                <c:pt idx="3500">
                  <c:v>1.6162010000000001E-3</c:v>
                </c:pt>
                <c:pt idx="3501">
                  <c:v>1.614671E-3</c:v>
                </c:pt>
                <c:pt idx="3502">
                  <c:v>1.6111789999999999E-3</c:v>
                </c:pt>
                <c:pt idx="3503">
                  <c:v>1.6058909999999999E-3</c:v>
                </c:pt>
                <c:pt idx="3504">
                  <c:v>1.5975430000000001E-3</c:v>
                </c:pt>
                <c:pt idx="3505">
                  <c:v>1.5857379999999999E-3</c:v>
                </c:pt>
                <c:pt idx="3506">
                  <c:v>1.57084E-3</c:v>
                </c:pt>
                <c:pt idx="3507">
                  <c:v>1.5535150000000001E-3</c:v>
                </c:pt>
                <c:pt idx="3508">
                  <c:v>1.5359569999999999E-3</c:v>
                </c:pt>
                <c:pt idx="3509">
                  <c:v>1.5200630000000001E-3</c:v>
                </c:pt>
                <c:pt idx="3510">
                  <c:v>1.5078610000000001E-3</c:v>
                </c:pt>
                <c:pt idx="3511">
                  <c:v>1.5010119999999999E-3</c:v>
                </c:pt>
                <c:pt idx="3512">
                  <c:v>1.500712E-3</c:v>
                </c:pt>
                <c:pt idx="3513">
                  <c:v>1.506697E-3</c:v>
                </c:pt>
                <c:pt idx="3514">
                  <c:v>1.517902E-3</c:v>
                </c:pt>
                <c:pt idx="3515">
                  <c:v>1.532666E-3</c:v>
                </c:pt>
                <c:pt idx="3516">
                  <c:v>1.549192E-3</c:v>
                </c:pt>
                <c:pt idx="3517">
                  <c:v>1.5652859999999999E-3</c:v>
                </c:pt>
                <c:pt idx="3518">
                  <c:v>1.5800180000000001E-3</c:v>
                </c:pt>
                <c:pt idx="3519">
                  <c:v>1.5934199999999999E-3</c:v>
                </c:pt>
                <c:pt idx="3520">
                  <c:v>1.606257E-3</c:v>
                </c:pt>
                <c:pt idx="3521">
                  <c:v>1.619061E-3</c:v>
                </c:pt>
                <c:pt idx="3522">
                  <c:v>1.632597E-3</c:v>
                </c:pt>
                <c:pt idx="3523">
                  <c:v>1.646034E-3</c:v>
                </c:pt>
                <c:pt idx="3524">
                  <c:v>1.6584729999999999E-3</c:v>
                </c:pt>
                <c:pt idx="3525">
                  <c:v>1.6669880000000001E-3</c:v>
                </c:pt>
                <c:pt idx="3526">
                  <c:v>1.6697820000000001E-3</c:v>
                </c:pt>
                <c:pt idx="3527">
                  <c:v>1.6657899999999999E-3</c:v>
                </c:pt>
                <c:pt idx="3528">
                  <c:v>1.655613E-3</c:v>
                </c:pt>
                <c:pt idx="3529">
                  <c:v>1.640978E-3</c:v>
                </c:pt>
                <c:pt idx="3530">
                  <c:v>1.625114E-3</c:v>
                </c:pt>
                <c:pt idx="3531">
                  <c:v>1.611012E-3</c:v>
                </c:pt>
                <c:pt idx="3532">
                  <c:v>1.600836E-3</c:v>
                </c:pt>
                <c:pt idx="3533">
                  <c:v>1.594617E-3</c:v>
                </c:pt>
                <c:pt idx="3534">
                  <c:v>1.5909260000000001E-3</c:v>
                </c:pt>
                <c:pt idx="3535">
                  <c:v>1.5878330000000001E-3</c:v>
                </c:pt>
                <c:pt idx="3536">
                  <c:v>1.582911E-3</c:v>
                </c:pt>
                <c:pt idx="3537">
                  <c:v>1.575761E-3</c:v>
                </c:pt>
                <c:pt idx="3538">
                  <c:v>1.566816E-3</c:v>
                </c:pt>
                <c:pt idx="3539">
                  <c:v>1.558835E-3</c:v>
                </c:pt>
                <c:pt idx="3540">
                  <c:v>1.55551E-3</c:v>
                </c:pt>
                <c:pt idx="3541">
                  <c:v>1.559134E-3</c:v>
                </c:pt>
                <c:pt idx="3542">
                  <c:v>1.571006E-3</c:v>
                </c:pt>
                <c:pt idx="3543">
                  <c:v>1.5909260000000001E-3</c:v>
                </c:pt>
                <c:pt idx="3544">
                  <c:v>1.6160339999999999E-3</c:v>
                </c:pt>
                <c:pt idx="3545">
                  <c:v>1.6429070000000001E-3</c:v>
                </c:pt>
                <c:pt idx="3546">
                  <c:v>1.6679189999999999E-3</c:v>
                </c:pt>
                <c:pt idx="3547">
                  <c:v>1.687743E-3</c:v>
                </c:pt>
                <c:pt idx="3548">
                  <c:v>1.701082E-3</c:v>
                </c:pt>
                <c:pt idx="3549">
                  <c:v>1.7075689999999999E-3</c:v>
                </c:pt>
                <c:pt idx="3550">
                  <c:v>1.708034E-3</c:v>
                </c:pt>
                <c:pt idx="3551">
                  <c:v>1.7042750000000001E-3</c:v>
                </c:pt>
                <c:pt idx="3552">
                  <c:v>1.698221E-3</c:v>
                </c:pt>
                <c:pt idx="3553">
                  <c:v>1.691868E-3</c:v>
                </c:pt>
                <c:pt idx="3554">
                  <c:v>1.686912E-3</c:v>
                </c:pt>
                <c:pt idx="3555">
                  <c:v>1.6841180000000001E-3</c:v>
                </c:pt>
                <c:pt idx="3556">
                  <c:v>1.6847170000000001E-3</c:v>
                </c:pt>
                <c:pt idx="3557">
                  <c:v>1.68801E-3</c:v>
                </c:pt>
                <c:pt idx="3558">
                  <c:v>1.693298E-3</c:v>
                </c:pt>
                <c:pt idx="3559">
                  <c:v>1.6990200000000001E-3</c:v>
                </c:pt>
                <c:pt idx="3560">
                  <c:v>1.703577E-3</c:v>
                </c:pt>
                <c:pt idx="3561">
                  <c:v>1.7054730000000001E-3</c:v>
                </c:pt>
                <c:pt idx="3562">
                  <c:v>1.703843E-3</c:v>
                </c:pt>
                <c:pt idx="3563">
                  <c:v>1.6991860000000001E-3</c:v>
                </c:pt>
                <c:pt idx="3564">
                  <c:v>1.6928329999999999E-3</c:v>
                </c:pt>
                <c:pt idx="3565">
                  <c:v>1.686346E-3</c:v>
                </c:pt>
                <c:pt idx="3566">
                  <c:v>1.681257E-3</c:v>
                </c:pt>
                <c:pt idx="3567">
                  <c:v>1.6785630000000001E-3</c:v>
                </c:pt>
                <c:pt idx="3568">
                  <c:v>1.677864E-3</c:v>
                </c:pt>
                <c:pt idx="3569">
                  <c:v>1.6779309999999999E-3</c:v>
                </c:pt>
                <c:pt idx="3570">
                  <c:v>1.676734E-3</c:v>
                </c:pt>
                <c:pt idx="3571">
                  <c:v>1.6722760000000001E-3</c:v>
                </c:pt>
                <c:pt idx="3572">
                  <c:v>1.6639280000000001E-3</c:v>
                </c:pt>
                <c:pt idx="3573">
                  <c:v>1.652087E-3</c:v>
                </c:pt>
                <c:pt idx="3574">
                  <c:v>1.638184E-3</c:v>
                </c:pt>
                <c:pt idx="3575">
                  <c:v>1.625413E-3</c:v>
                </c:pt>
                <c:pt idx="3576">
                  <c:v>1.616101E-3</c:v>
                </c:pt>
                <c:pt idx="3577">
                  <c:v>1.612376E-3</c:v>
                </c:pt>
                <c:pt idx="3578">
                  <c:v>1.6140390000000001E-3</c:v>
                </c:pt>
                <c:pt idx="3579">
                  <c:v>1.619227E-3</c:v>
                </c:pt>
                <c:pt idx="3580">
                  <c:v>1.625247E-3</c:v>
                </c:pt>
                <c:pt idx="3581">
                  <c:v>1.627608E-3</c:v>
                </c:pt>
                <c:pt idx="3582">
                  <c:v>1.6233510000000001E-3</c:v>
                </c:pt>
                <c:pt idx="3583">
                  <c:v>1.6105799999999999E-3</c:v>
                </c:pt>
                <c:pt idx="3584">
                  <c:v>1.5898609999999999E-3</c:v>
                </c:pt>
                <c:pt idx="3585">
                  <c:v>1.5628250000000001E-3</c:v>
                </c:pt>
                <c:pt idx="3586">
                  <c:v>1.5339959999999999E-3</c:v>
                </c:pt>
                <c:pt idx="3587">
                  <c:v>1.5071959999999999E-3</c:v>
                </c:pt>
                <c:pt idx="3588">
                  <c:v>1.48748E-3</c:v>
                </c:pt>
                <c:pt idx="3589">
                  <c:v>1.4766740000000001E-3</c:v>
                </c:pt>
                <c:pt idx="3590">
                  <c:v>1.476408E-3</c:v>
                </c:pt>
                <c:pt idx="3591">
                  <c:v>1.4861830000000001E-3</c:v>
                </c:pt>
                <c:pt idx="3592">
                  <c:v>1.5045359999999999E-3</c:v>
                </c:pt>
                <c:pt idx="3593">
                  <c:v>1.5291739999999999E-3</c:v>
                </c:pt>
                <c:pt idx="3594">
                  <c:v>1.557372E-3</c:v>
                </c:pt>
                <c:pt idx="3595">
                  <c:v>1.5866020000000001E-3</c:v>
                </c:pt>
                <c:pt idx="3596">
                  <c:v>1.6152689999999999E-3</c:v>
                </c:pt>
                <c:pt idx="3597">
                  <c:v>1.641111E-3</c:v>
                </c:pt>
                <c:pt idx="3598">
                  <c:v>1.6619650000000001E-3</c:v>
                </c:pt>
                <c:pt idx="3599">
                  <c:v>1.6772320000000001E-3</c:v>
                </c:pt>
                <c:pt idx="3600">
                  <c:v>1.686213E-3</c:v>
                </c:pt>
                <c:pt idx="3601">
                  <c:v>1.689673E-3</c:v>
                </c:pt>
                <c:pt idx="3602">
                  <c:v>1.6895059999999999E-3</c:v>
                </c:pt>
                <c:pt idx="3603">
                  <c:v>1.6890410000000001E-3</c:v>
                </c:pt>
                <c:pt idx="3604">
                  <c:v>1.6918020000000001E-3</c:v>
                </c:pt>
                <c:pt idx="3605">
                  <c:v>1.701082E-3</c:v>
                </c:pt>
                <c:pt idx="3606">
                  <c:v>1.7179140000000001E-3</c:v>
                </c:pt>
                <c:pt idx="3607">
                  <c:v>1.74293E-3</c:v>
                </c:pt>
                <c:pt idx="3608">
                  <c:v>1.773571E-3</c:v>
                </c:pt>
                <c:pt idx="3609">
                  <c:v>1.806642E-3</c:v>
                </c:pt>
                <c:pt idx="3610">
                  <c:v>1.8377860000000001E-3</c:v>
                </c:pt>
                <c:pt idx="3611">
                  <c:v>1.864473E-3</c:v>
                </c:pt>
                <c:pt idx="3612">
                  <c:v>1.884606E-3</c:v>
                </c:pt>
                <c:pt idx="3613">
                  <c:v>1.897218E-3</c:v>
                </c:pt>
                <c:pt idx="3614">
                  <c:v>1.902876E-3</c:v>
                </c:pt>
                <c:pt idx="3615">
                  <c:v>1.9029089999999999E-3</c:v>
                </c:pt>
                <c:pt idx="3616">
                  <c:v>1.8984830000000001E-3</c:v>
                </c:pt>
                <c:pt idx="3617">
                  <c:v>1.8903290000000001E-3</c:v>
                </c:pt>
                <c:pt idx="3618">
                  <c:v>1.879314E-3</c:v>
                </c:pt>
                <c:pt idx="3619">
                  <c:v>1.86627E-3</c:v>
                </c:pt>
                <c:pt idx="3620">
                  <c:v>1.8541899999999999E-3</c:v>
                </c:pt>
                <c:pt idx="3621">
                  <c:v>1.845106E-3</c:v>
                </c:pt>
                <c:pt idx="3622">
                  <c:v>1.841945E-3</c:v>
                </c:pt>
                <c:pt idx="3623">
                  <c:v>1.8478349999999999E-3</c:v>
                </c:pt>
                <c:pt idx="3624">
                  <c:v>1.8648060000000001E-3</c:v>
                </c:pt>
                <c:pt idx="3625">
                  <c:v>1.892293E-3</c:v>
                </c:pt>
                <c:pt idx="3626">
                  <c:v>1.929067E-3</c:v>
                </c:pt>
                <c:pt idx="3627">
                  <c:v>1.9730350000000002E-3</c:v>
                </c:pt>
                <c:pt idx="3628">
                  <c:v>2.0220659999999999E-3</c:v>
                </c:pt>
                <c:pt idx="3629">
                  <c:v>2.0744320000000002E-3</c:v>
                </c:pt>
                <c:pt idx="3630">
                  <c:v>2.128203E-3</c:v>
                </c:pt>
                <c:pt idx="3631">
                  <c:v>2.1837459999999999E-3</c:v>
                </c:pt>
                <c:pt idx="3632">
                  <c:v>2.239329E-3</c:v>
                </c:pt>
                <c:pt idx="3633">
                  <c:v>2.2932870000000002E-3</c:v>
                </c:pt>
                <c:pt idx="3634">
                  <c:v>2.342355E-3</c:v>
                </c:pt>
                <c:pt idx="3635">
                  <c:v>2.382599E-3</c:v>
                </c:pt>
                <c:pt idx="3636">
                  <c:v>2.4109520000000001E-3</c:v>
                </c:pt>
                <c:pt idx="3637">
                  <c:v>2.425113E-3</c:v>
                </c:pt>
                <c:pt idx="3638">
                  <c:v>2.4244129999999998E-3</c:v>
                </c:pt>
                <c:pt idx="3639">
                  <c:v>2.4116849999999998E-3</c:v>
                </c:pt>
                <c:pt idx="3640">
                  <c:v>2.3904949999999999E-3</c:v>
                </c:pt>
                <c:pt idx="3641">
                  <c:v>2.3650749999999999E-3</c:v>
                </c:pt>
                <c:pt idx="3642">
                  <c:v>2.3393559999999999E-3</c:v>
                </c:pt>
                <c:pt idx="3643">
                  <c:v>2.3196359999999999E-3</c:v>
                </c:pt>
                <c:pt idx="3644">
                  <c:v>2.3115739999999998E-3</c:v>
                </c:pt>
                <c:pt idx="3645">
                  <c:v>2.3227E-3</c:v>
                </c:pt>
                <c:pt idx="3646">
                  <c:v>2.362276E-3</c:v>
                </c:pt>
                <c:pt idx="3647">
                  <c:v>2.4372410000000001E-3</c:v>
                </c:pt>
                <c:pt idx="3648">
                  <c:v>2.5506790000000001E-3</c:v>
                </c:pt>
                <c:pt idx="3649">
                  <c:v>2.6934509999999999E-3</c:v>
                </c:pt>
                <c:pt idx="3650">
                  <c:v>2.8479099999999999E-3</c:v>
                </c:pt>
                <c:pt idx="3651">
                  <c:v>2.9870109999999999E-3</c:v>
                </c:pt>
                <c:pt idx="3652">
                  <c:v>3.0876110000000001E-3</c:v>
                </c:pt>
                <c:pt idx="3653">
                  <c:v>3.129059E-3</c:v>
                </c:pt>
                <c:pt idx="3654">
                  <c:v>3.107233E-3</c:v>
                </c:pt>
                <c:pt idx="3655">
                  <c:v>3.031452E-3</c:v>
                </c:pt>
                <c:pt idx="3656">
                  <c:v>2.922259E-3</c:v>
                </c:pt>
                <c:pt idx="3657">
                  <c:v>2.8057889999999999E-3</c:v>
                </c:pt>
                <c:pt idx="3658">
                  <c:v>2.7079539999999998E-3</c:v>
                </c:pt>
                <c:pt idx="3659">
                  <c:v>2.6459779999999998E-3</c:v>
                </c:pt>
                <c:pt idx="3660">
                  <c:v>2.626443E-3</c:v>
                </c:pt>
                <c:pt idx="3661">
                  <c:v>2.6436110000000001E-3</c:v>
                </c:pt>
                <c:pt idx="3662">
                  <c:v>2.6825159999999998E-3</c:v>
                </c:pt>
                <c:pt idx="3663">
                  <c:v>2.7268930000000002E-3</c:v>
                </c:pt>
                <c:pt idx="3664">
                  <c:v>2.7638720000000001E-3</c:v>
                </c:pt>
                <c:pt idx="3665">
                  <c:v>2.7860469999999998E-3</c:v>
                </c:pt>
                <c:pt idx="3666">
                  <c:v>2.79365E-3</c:v>
                </c:pt>
                <c:pt idx="3667">
                  <c:v>2.791282E-3</c:v>
                </c:pt>
                <c:pt idx="3668">
                  <c:v>2.7843799999999999E-3</c:v>
                </c:pt>
                <c:pt idx="3669">
                  <c:v>2.7754429999999998E-3</c:v>
                </c:pt>
                <c:pt idx="3670">
                  <c:v>2.762404E-3</c:v>
                </c:pt>
                <c:pt idx="3671">
                  <c:v>2.7420639999999998E-3</c:v>
                </c:pt>
                <c:pt idx="3672">
                  <c:v>2.708921E-3</c:v>
                </c:pt>
                <c:pt idx="3673">
                  <c:v>2.6601789999999999E-3</c:v>
                </c:pt>
                <c:pt idx="3674">
                  <c:v>2.597776E-3</c:v>
                </c:pt>
                <c:pt idx="3675">
                  <c:v>2.5270819999999999E-3</c:v>
                </c:pt>
                <c:pt idx="3676">
                  <c:v>2.4580330000000001E-3</c:v>
                </c:pt>
                <c:pt idx="3677">
                  <c:v>2.3991910000000002E-3</c:v>
                </c:pt>
                <c:pt idx="3678">
                  <c:v>2.3567800000000002E-3</c:v>
                </c:pt>
                <c:pt idx="3679">
                  <c:v>2.3344260000000001E-3</c:v>
                </c:pt>
                <c:pt idx="3680">
                  <c:v>2.3304290000000002E-3</c:v>
                </c:pt>
                <c:pt idx="3681">
                  <c:v>2.3402560000000002E-3</c:v>
                </c:pt>
                <c:pt idx="3682">
                  <c:v>2.3583789999999999E-3</c:v>
                </c:pt>
                <c:pt idx="3683">
                  <c:v>2.3788339999999998E-3</c:v>
                </c:pt>
                <c:pt idx="3684">
                  <c:v>2.4007569999999999E-3</c:v>
                </c:pt>
                <c:pt idx="3685">
                  <c:v>2.4229799999999999E-3</c:v>
                </c:pt>
                <c:pt idx="3686">
                  <c:v>2.4473369999999999E-3</c:v>
                </c:pt>
                <c:pt idx="3687">
                  <c:v>2.4769610000000002E-3</c:v>
                </c:pt>
                <c:pt idx="3688">
                  <c:v>2.5135520000000001E-3</c:v>
                </c:pt>
                <c:pt idx="3689">
                  <c:v>2.557045E-3</c:v>
                </c:pt>
                <c:pt idx="3690">
                  <c:v>2.6047760000000001E-3</c:v>
                </c:pt>
                <c:pt idx="3691">
                  <c:v>2.651778E-3</c:v>
                </c:pt>
                <c:pt idx="3692">
                  <c:v>2.6914170000000002E-3</c:v>
                </c:pt>
                <c:pt idx="3693">
                  <c:v>2.71689E-3</c:v>
                </c:pt>
                <c:pt idx="3694">
                  <c:v>2.7223249999999998E-3</c:v>
                </c:pt>
                <c:pt idx="3695">
                  <c:v>2.7061210000000001E-3</c:v>
                </c:pt>
                <c:pt idx="3696">
                  <c:v>2.671147E-3</c:v>
                </c:pt>
                <c:pt idx="3697">
                  <c:v>2.6241429999999998E-3</c:v>
                </c:pt>
                <c:pt idx="3698">
                  <c:v>2.5743430000000002E-3</c:v>
                </c:pt>
                <c:pt idx="3699">
                  <c:v>2.531382E-3</c:v>
                </c:pt>
                <c:pt idx="3700">
                  <c:v>2.5029539999999999E-3</c:v>
                </c:pt>
                <c:pt idx="3701">
                  <c:v>2.49219E-3</c:v>
                </c:pt>
                <c:pt idx="3702">
                  <c:v>2.4962560000000001E-3</c:v>
                </c:pt>
                <c:pt idx="3703">
                  <c:v>2.5113850000000001E-3</c:v>
                </c:pt>
                <c:pt idx="3704">
                  <c:v>2.5309479999999999E-3</c:v>
                </c:pt>
                <c:pt idx="3705">
                  <c:v>2.5496120000000001E-3</c:v>
                </c:pt>
                <c:pt idx="3706">
                  <c:v>2.5645440000000002E-3</c:v>
                </c:pt>
                <c:pt idx="3707">
                  <c:v>2.5760760000000001E-3</c:v>
                </c:pt>
                <c:pt idx="3708">
                  <c:v>2.5868760000000001E-3</c:v>
                </c:pt>
                <c:pt idx="3709">
                  <c:v>2.5998420000000002E-3</c:v>
                </c:pt>
                <c:pt idx="3710">
                  <c:v>2.6170759999999999E-3</c:v>
                </c:pt>
                <c:pt idx="3711">
                  <c:v>2.6398440000000001E-3</c:v>
                </c:pt>
                <c:pt idx="3712">
                  <c:v>2.6670470000000001E-3</c:v>
                </c:pt>
                <c:pt idx="3713">
                  <c:v>2.6959850000000001E-3</c:v>
                </c:pt>
                <c:pt idx="3714">
                  <c:v>2.7241919999999998E-3</c:v>
                </c:pt>
                <c:pt idx="3715">
                  <c:v>2.7490660000000001E-3</c:v>
                </c:pt>
                <c:pt idx="3716">
                  <c:v>2.769807E-3</c:v>
                </c:pt>
                <c:pt idx="3717">
                  <c:v>2.783813E-3</c:v>
                </c:pt>
                <c:pt idx="3718">
                  <c:v>2.7897149999999999E-3</c:v>
                </c:pt>
                <c:pt idx="3719">
                  <c:v>2.7868139999999999E-3</c:v>
                </c:pt>
                <c:pt idx="3720">
                  <c:v>2.7746089999999999E-3</c:v>
                </c:pt>
                <c:pt idx="3721">
                  <c:v>2.7535010000000002E-3</c:v>
                </c:pt>
                <c:pt idx="3722">
                  <c:v>2.7264590000000001E-3</c:v>
                </c:pt>
                <c:pt idx="3723">
                  <c:v>2.6975189999999998E-3</c:v>
                </c:pt>
                <c:pt idx="3724">
                  <c:v>2.6729810000000001E-3</c:v>
                </c:pt>
                <c:pt idx="3725">
                  <c:v>2.657712E-3</c:v>
                </c:pt>
                <c:pt idx="3726">
                  <c:v>2.6537119999999999E-3</c:v>
                </c:pt>
                <c:pt idx="3727">
                  <c:v>2.662013E-3</c:v>
                </c:pt>
                <c:pt idx="3728">
                  <c:v>2.6791150000000001E-3</c:v>
                </c:pt>
                <c:pt idx="3729">
                  <c:v>2.699019E-3</c:v>
                </c:pt>
                <c:pt idx="3730">
                  <c:v>2.715823E-3</c:v>
                </c:pt>
                <c:pt idx="3731">
                  <c:v>2.7238919999999999E-3</c:v>
                </c:pt>
                <c:pt idx="3732">
                  <c:v>2.7208240000000002E-3</c:v>
                </c:pt>
                <c:pt idx="3733">
                  <c:v>2.7060539999999998E-3</c:v>
                </c:pt>
                <c:pt idx="3734">
                  <c:v>2.6814819999999998E-3</c:v>
                </c:pt>
                <c:pt idx="3735">
                  <c:v>2.651778E-3</c:v>
                </c:pt>
                <c:pt idx="3736">
                  <c:v>2.6211089999999999E-3</c:v>
                </c:pt>
                <c:pt idx="3737">
                  <c:v>2.593176E-3</c:v>
                </c:pt>
                <c:pt idx="3738">
                  <c:v>2.5708100000000002E-3</c:v>
                </c:pt>
                <c:pt idx="3739">
                  <c:v>2.555678E-3</c:v>
                </c:pt>
                <c:pt idx="3740">
                  <c:v>2.5477130000000001E-3</c:v>
                </c:pt>
                <c:pt idx="3741">
                  <c:v>2.545613E-3</c:v>
                </c:pt>
                <c:pt idx="3742">
                  <c:v>2.5473789999999998E-3</c:v>
                </c:pt>
                <c:pt idx="3743">
                  <c:v>2.5510120000000001E-3</c:v>
                </c:pt>
                <c:pt idx="3744">
                  <c:v>2.554312E-3</c:v>
                </c:pt>
                <c:pt idx="3745">
                  <c:v>2.5560779999999998E-3</c:v>
                </c:pt>
                <c:pt idx="3746">
                  <c:v>2.5559110000000001E-3</c:v>
                </c:pt>
                <c:pt idx="3747">
                  <c:v>2.5535449999999999E-3</c:v>
                </c:pt>
                <c:pt idx="3748">
                  <c:v>2.5511119999999999E-3</c:v>
                </c:pt>
                <c:pt idx="3749">
                  <c:v>2.5483459999999999E-3</c:v>
                </c:pt>
                <c:pt idx="3750">
                  <c:v>2.545346E-3</c:v>
                </c:pt>
                <c:pt idx="3751">
                  <c:v>2.541813E-3</c:v>
                </c:pt>
                <c:pt idx="3752">
                  <c:v>2.5372469999999999E-3</c:v>
                </c:pt>
                <c:pt idx="3753">
                  <c:v>2.5311819999999999E-3</c:v>
                </c:pt>
                <c:pt idx="3754">
                  <c:v>2.5241500000000002E-3</c:v>
                </c:pt>
                <c:pt idx="3755">
                  <c:v>2.5187170000000002E-3</c:v>
                </c:pt>
                <c:pt idx="3756">
                  <c:v>2.517717E-3</c:v>
                </c:pt>
                <c:pt idx="3757">
                  <c:v>2.5237829999999999E-3</c:v>
                </c:pt>
                <c:pt idx="3758">
                  <c:v>2.5374809999999999E-3</c:v>
                </c:pt>
                <c:pt idx="3759">
                  <c:v>2.557578E-3</c:v>
                </c:pt>
                <c:pt idx="3760">
                  <c:v>2.580209E-3</c:v>
                </c:pt>
                <c:pt idx="3761">
                  <c:v>2.6003089999999999E-3</c:v>
                </c:pt>
                <c:pt idx="3762">
                  <c:v>2.612376E-3</c:v>
                </c:pt>
                <c:pt idx="3763">
                  <c:v>2.6136760000000001E-3</c:v>
                </c:pt>
                <c:pt idx="3764">
                  <c:v>2.6037759999999999E-3</c:v>
                </c:pt>
                <c:pt idx="3765">
                  <c:v>2.584842E-3</c:v>
                </c:pt>
                <c:pt idx="3766">
                  <c:v>2.5608110000000001E-3</c:v>
                </c:pt>
                <c:pt idx="3767">
                  <c:v>2.535814E-3</c:v>
                </c:pt>
                <c:pt idx="3768">
                  <c:v>2.5120519999999999E-3</c:v>
                </c:pt>
                <c:pt idx="3769">
                  <c:v>2.4903569999999999E-3</c:v>
                </c:pt>
                <c:pt idx="3770">
                  <c:v>2.4692300000000002E-3</c:v>
                </c:pt>
                <c:pt idx="3771">
                  <c:v>2.447037E-3</c:v>
                </c:pt>
                <c:pt idx="3772">
                  <c:v>2.423213E-3</c:v>
                </c:pt>
                <c:pt idx="3773">
                  <c:v>2.3987240000000001E-3</c:v>
                </c:pt>
                <c:pt idx="3774">
                  <c:v>2.375303E-3</c:v>
                </c:pt>
                <c:pt idx="3775">
                  <c:v>2.3572789999999999E-3</c:v>
                </c:pt>
                <c:pt idx="3776">
                  <c:v>2.3476510000000001E-3</c:v>
                </c:pt>
                <c:pt idx="3777">
                  <c:v>2.3479180000000001E-3</c:v>
                </c:pt>
                <c:pt idx="3778">
                  <c:v>2.3576460000000001E-3</c:v>
                </c:pt>
                <c:pt idx="3779">
                  <c:v>2.3740699999999998E-3</c:v>
                </c:pt>
                <c:pt idx="3780">
                  <c:v>2.3941930000000002E-3</c:v>
                </c:pt>
                <c:pt idx="3781">
                  <c:v>2.4137170000000001E-3</c:v>
                </c:pt>
                <c:pt idx="3782">
                  <c:v>2.4291439999999998E-3</c:v>
                </c:pt>
                <c:pt idx="3783">
                  <c:v>2.439507E-3</c:v>
                </c:pt>
                <c:pt idx="3784">
                  <c:v>2.443705E-3</c:v>
                </c:pt>
                <c:pt idx="3785">
                  <c:v>2.4421389999999999E-3</c:v>
                </c:pt>
                <c:pt idx="3786">
                  <c:v>2.435642E-3</c:v>
                </c:pt>
                <c:pt idx="3787">
                  <c:v>2.4247790000000002E-3</c:v>
                </c:pt>
                <c:pt idx="3788">
                  <c:v>2.4105519999999998E-3</c:v>
                </c:pt>
                <c:pt idx="3789">
                  <c:v>2.3941600000000002E-3</c:v>
                </c:pt>
                <c:pt idx="3790">
                  <c:v>2.3759689999999999E-3</c:v>
                </c:pt>
                <c:pt idx="3791">
                  <c:v>2.357779E-3</c:v>
                </c:pt>
                <c:pt idx="3792">
                  <c:v>2.340389E-3</c:v>
                </c:pt>
                <c:pt idx="3793">
                  <c:v>2.3250319999999999E-3</c:v>
                </c:pt>
                <c:pt idx="3794">
                  <c:v>2.3118739999999998E-3</c:v>
                </c:pt>
                <c:pt idx="3795">
                  <c:v>2.3016809999999999E-3</c:v>
                </c:pt>
                <c:pt idx="3796">
                  <c:v>2.2949530000000002E-3</c:v>
                </c:pt>
                <c:pt idx="3797">
                  <c:v>2.292288E-3</c:v>
                </c:pt>
                <c:pt idx="3798">
                  <c:v>2.293687E-3</c:v>
                </c:pt>
                <c:pt idx="3799">
                  <c:v>2.2994819999999998E-3</c:v>
                </c:pt>
                <c:pt idx="3800">
                  <c:v>2.3093089999999998E-3</c:v>
                </c:pt>
                <c:pt idx="3801">
                  <c:v>2.3220340000000002E-3</c:v>
                </c:pt>
                <c:pt idx="3802">
                  <c:v>2.335592E-3</c:v>
                </c:pt>
                <c:pt idx="3803">
                  <c:v>2.3479180000000001E-3</c:v>
                </c:pt>
                <c:pt idx="3804">
                  <c:v>2.3579120000000002E-3</c:v>
                </c:pt>
                <c:pt idx="3805">
                  <c:v>2.3646750000000001E-3</c:v>
                </c:pt>
                <c:pt idx="3806">
                  <c:v>2.3682400000000002E-3</c:v>
                </c:pt>
                <c:pt idx="3807">
                  <c:v>2.3705050000000002E-3</c:v>
                </c:pt>
                <c:pt idx="3808">
                  <c:v>2.3733700000000001E-3</c:v>
                </c:pt>
                <c:pt idx="3809">
                  <c:v>2.377568E-3</c:v>
                </c:pt>
                <c:pt idx="3810">
                  <c:v>2.383965E-3</c:v>
                </c:pt>
                <c:pt idx="3811">
                  <c:v>2.391528E-3</c:v>
                </c:pt>
                <c:pt idx="3812">
                  <c:v>2.3994239999999998E-3</c:v>
                </c:pt>
                <c:pt idx="3813">
                  <c:v>2.4053880000000001E-3</c:v>
                </c:pt>
                <c:pt idx="3814">
                  <c:v>2.4081860000000001E-3</c:v>
                </c:pt>
                <c:pt idx="3815">
                  <c:v>2.4085199999999999E-3</c:v>
                </c:pt>
                <c:pt idx="3816">
                  <c:v>2.407087E-3</c:v>
                </c:pt>
                <c:pt idx="3817">
                  <c:v>2.4058539999999998E-3</c:v>
                </c:pt>
                <c:pt idx="3818">
                  <c:v>2.4067210000000001E-3</c:v>
                </c:pt>
                <c:pt idx="3819">
                  <c:v>2.4110849999999999E-3</c:v>
                </c:pt>
                <c:pt idx="3820">
                  <c:v>2.4191149999999999E-3</c:v>
                </c:pt>
                <c:pt idx="3821">
                  <c:v>2.4296109999999999E-3</c:v>
                </c:pt>
                <c:pt idx="3822">
                  <c:v>2.439873E-3</c:v>
                </c:pt>
                <c:pt idx="3823">
                  <c:v>2.447804E-3</c:v>
                </c:pt>
                <c:pt idx="3824">
                  <c:v>2.4502360000000002E-3</c:v>
                </c:pt>
                <c:pt idx="3825">
                  <c:v>2.4459709999999999E-3</c:v>
                </c:pt>
                <c:pt idx="3826">
                  <c:v>2.433709E-3</c:v>
                </c:pt>
                <c:pt idx="3827">
                  <c:v>2.413751E-3</c:v>
                </c:pt>
                <c:pt idx="3828">
                  <c:v>2.3877630000000002E-3</c:v>
                </c:pt>
                <c:pt idx="3829">
                  <c:v>2.3575459999999999E-3</c:v>
                </c:pt>
                <c:pt idx="3830">
                  <c:v>2.3253649999999998E-3</c:v>
                </c:pt>
                <c:pt idx="3831">
                  <c:v>2.2938870000000001E-3</c:v>
                </c:pt>
                <c:pt idx="3832">
                  <c:v>2.2656410000000001E-3</c:v>
                </c:pt>
                <c:pt idx="3833">
                  <c:v>2.242726E-3</c:v>
                </c:pt>
                <c:pt idx="3834">
                  <c:v>2.226207E-3</c:v>
                </c:pt>
                <c:pt idx="3835">
                  <c:v>2.216815E-3</c:v>
                </c:pt>
                <c:pt idx="3836">
                  <c:v>2.2143169999999999E-3</c:v>
                </c:pt>
                <c:pt idx="3837">
                  <c:v>2.2173480000000001E-3</c:v>
                </c:pt>
                <c:pt idx="3838">
                  <c:v>2.2238090000000002E-3</c:v>
                </c:pt>
                <c:pt idx="3839">
                  <c:v>2.2321680000000001E-3</c:v>
                </c:pt>
                <c:pt idx="3840">
                  <c:v>2.2402279999999999E-3</c:v>
                </c:pt>
                <c:pt idx="3841">
                  <c:v>2.2466230000000001E-3</c:v>
                </c:pt>
                <c:pt idx="3842">
                  <c:v>2.2507529999999999E-3</c:v>
                </c:pt>
                <c:pt idx="3843">
                  <c:v>2.2525179999999998E-3</c:v>
                </c:pt>
                <c:pt idx="3844">
                  <c:v>2.252984E-3</c:v>
                </c:pt>
                <c:pt idx="3845">
                  <c:v>2.2521849999999999E-3</c:v>
                </c:pt>
                <c:pt idx="3846">
                  <c:v>2.2503530000000001E-3</c:v>
                </c:pt>
                <c:pt idx="3847">
                  <c:v>2.247022E-3</c:v>
                </c:pt>
                <c:pt idx="3848">
                  <c:v>2.2415270000000001E-3</c:v>
                </c:pt>
                <c:pt idx="3849">
                  <c:v>2.2326680000000002E-3</c:v>
                </c:pt>
                <c:pt idx="3850">
                  <c:v>2.219679E-3</c:v>
                </c:pt>
                <c:pt idx="3851">
                  <c:v>2.202795E-3</c:v>
                </c:pt>
                <c:pt idx="3852">
                  <c:v>2.1832800000000001E-3</c:v>
                </c:pt>
                <c:pt idx="3853">
                  <c:v>2.1628329999999999E-3</c:v>
                </c:pt>
                <c:pt idx="3854">
                  <c:v>2.1430870000000001E-3</c:v>
                </c:pt>
                <c:pt idx="3855">
                  <c:v>2.1260720000000001E-3</c:v>
                </c:pt>
                <c:pt idx="3856">
                  <c:v>2.1122210000000001E-3</c:v>
                </c:pt>
                <c:pt idx="3857">
                  <c:v>2.101267E-3</c:v>
                </c:pt>
                <c:pt idx="3858">
                  <c:v>2.0918120000000002E-3</c:v>
                </c:pt>
                <c:pt idx="3859">
                  <c:v>2.0828890000000001E-3</c:v>
                </c:pt>
                <c:pt idx="3860">
                  <c:v>2.0737659999999999E-3</c:v>
                </c:pt>
                <c:pt idx="3861">
                  <c:v>2.064345E-3</c:v>
                </c:pt>
                <c:pt idx="3862">
                  <c:v>2.0553559999999999E-3</c:v>
                </c:pt>
                <c:pt idx="3863">
                  <c:v>2.0482650000000001E-3</c:v>
                </c:pt>
                <c:pt idx="3864">
                  <c:v>2.0438040000000002E-3</c:v>
                </c:pt>
                <c:pt idx="3865">
                  <c:v>2.0427050000000001E-3</c:v>
                </c:pt>
                <c:pt idx="3866">
                  <c:v>2.043937E-3</c:v>
                </c:pt>
                <c:pt idx="3867">
                  <c:v>2.0467670000000001E-3</c:v>
                </c:pt>
                <c:pt idx="3868">
                  <c:v>2.0499289999999998E-3</c:v>
                </c:pt>
                <c:pt idx="3869">
                  <c:v>2.0528920000000002E-3</c:v>
                </c:pt>
                <c:pt idx="3870">
                  <c:v>2.0553889999999999E-3</c:v>
                </c:pt>
                <c:pt idx="3871">
                  <c:v>2.0589850000000002E-3</c:v>
                </c:pt>
                <c:pt idx="3872">
                  <c:v>2.0645110000000002E-3</c:v>
                </c:pt>
                <c:pt idx="3873">
                  <c:v>2.0727340000000001E-3</c:v>
                </c:pt>
                <c:pt idx="3874">
                  <c:v>2.083255E-3</c:v>
                </c:pt>
                <c:pt idx="3875">
                  <c:v>2.0939750000000001E-3</c:v>
                </c:pt>
                <c:pt idx="3876">
                  <c:v>2.1026320000000001E-3</c:v>
                </c:pt>
                <c:pt idx="3877">
                  <c:v>2.1061949999999999E-3</c:v>
                </c:pt>
                <c:pt idx="3878">
                  <c:v>2.1021659999999999E-3</c:v>
                </c:pt>
                <c:pt idx="3879">
                  <c:v>2.0900469999999998E-3</c:v>
                </c:pt>
                <c:pt idx="3880">
                  <c:v>2.070737E-3</c:v>
                </c:pt>
                <c:pt idx="3881">
                  <c:v>2.0466339999999999E-3</c:v>
                </c:pt>
                <c:pt idx="3882">
                  <c:v>2.0209669999999998E-3</c:v>
                </c:pt>
                <c:pt idx="3883">
                  <c:v>1.9969340000000001E-3</c:v>
                </c:pt>
                <c:pt idx="3884">
                  <c:v>1.9772290000000001E-3</c:v>
                </c:pt>
                <c:pt idx="3885">
                  <c:v>1.9630160000000002E-3</c:v>
                </c:pt>
                <c:pt idx="3886">
                  <c:v>1.954262E-3</c:v>
                </c:pt>
                <c:pt idx="3887">
                  <c:v>1.950535E-3</c:v>
                </c:pt>
                <c:pt idx="3888">
                  <c:v>1.9503019999999999E-3</c:v>
                </c:pt>
                <c:pt idx="3889">
                  <c:v>1.9522649999999999E-3</c:v>
                </c:pt>
                <c:pt idx="3890">
                  <c:v>1.9552940000000002E-3</c:v>
                </c:pt>
                <c:pt idx="3891">
                  <c:v>1.9583560000000001E-3</c:v>
                </c:pt>
                <c:pt idx="3892">
                  <c:v>1.9608519999999999E-3</c:v>
                </c:pt>
                <c:pt idx="3893">
                  <c:v>1.9624500000000001E-3</c:v>
                </c:pt>
                <c:pt idx="3894">
                  <c:v>1.9626499999999998E-3</c:v>
                </c:pt>
                <c:pt idx="3895">
                  <c:v>1.9612520000000001E-3</c:v>
                </c:pt>
                <c:pt idx="3896">
                  <c:v>1.9579570000000002E-3</c:v>
                </c:pt>
                <c:pt idx="3897">
                  <c:v>1.9528639999999999E-3</c:v>
                </c:pt>
                <c:pt idx="3898">
                  <c:v>1.9457750000000001E-3</c:v>
                </c:pt>
                <c:pt idx="3899">
                  <c:v>1.9373210000000001E-3</c:v>
                </c:pt>
                <c:pt idx="3900">
                  <c:v>1.928335E-3</c:v>
                </c:pt>
                <c:pt idx="3901">
                  <c:v>1.919516E-3</c:v>
                </c:pt>
                <c:pt idx="3902">
                  <c:v>1.9117279999999999E-3</c:v>
                </c:pt>
                <c:pt idx="3903">
                  <c:v>1.9053049999999999E-3</c:v>
                </c:pt>
                <c:pt idx="3904">
                  <c:v>1.900613E-3</c:v>
                </c:pt>
                <c:pt idx="3905">
                  <c:v>1.8966860000000001E-3</c:v>
                </c:pt>
                <c:pt idx="3906">
                  <c:v>1.8927919999999999E-3</c:v>
                </c:pt>
                <c:pt idx="3907">
                  <c:v>1.8873010000000001E-3</c:v>
                </c:pt>
                <c:pt idx="3908">
                  <c:v>1.8796799999999999E-3</c:v>
                </c:pt>
                <c:pt idx="3909">
                  <c:v>1.868832E-3</c:v>
                </c:pt>
                <c:pt idx="3910">
                  <c:v>1.8549230000000001E-3</c:v>
                </c:pt>
                <c:pt idx="3911">
                  <c:v>1.8385179999999999E-3</c:v>
                </c:pt>
                <c:pt idx="3912">
                  <c:v>1.821149E-3</c:v>
                </c:pt>
                <c:pt idx="3913">
                  <c:v>1.80408E-3</c:v>
                </c:pt>
                <c:pt idx="3914">
                  <c:v>1.7885760000000001E-3</c:v>
                </c:pt>
                <c:pt idx="3915">
                  <c:v>1.775467E-3</c:v>
                </c:pt>
                <c:pt idx="3916">
                  <c:v>1.7652869999999999E-3</c:v>
                </c:pt>
                <c:pt idx="3917">
                  <c:v>1.7572690000000001E-3</c:v>
                </c:pt>
                <c:pt idx="3918">
                  <c:v>1.750815E-3</c:v>
                </c:pt>
                <c:pt idx="3919">
                  <c:v>1.7450930000000001E-3</c:v>
                </c:pt>
                <c:pt idx="3920">
                  <c:v>1.739504E-3</c:v>
                </c:pt>
                <c:pt idx="3921">
                  <c:v>1.7338150000000001E-3</c:v>
                </c:pt>
                <c:pt idx="3922">
                  <c:v>1.7278269999999999E-3</c:v>
                </c:pt>
                <c:pt idx="3923">
                  <c:v>1.721806E-3</c:v>
                </c:pt>
                <c:pt idx="3924">
                  <c:v>1.715685E-3</c:v>
                </c:pt>
                <c:pt idx="3925">
                  <c:v>1.7094650000000001E-3</c:v>
                </c:pt>
                <c:pt idx="3926">
                  <c:v>1.7025460000000001E-3</c:v>
                </c:pt>
                <c:pt idx="3927">
                  <c:v>1.6943959999999999E-3</c:v>
                </c:pt>
                <c:pt idx="3928">
                  <c:v>1.6842840000000001E-3</c:v>
                </c:pt>
                <c:pt idx="3929">
                  <c:v>1.6719110000000001E-3</c:v>
                </c:pt>
                <c:pt idx="3930">
                  <c:v>1.6574090000000001E-3</c:v>
                </c:pt>
                <c:pt idx="3931">
                  <c:v>1.641843E-3</c:v>
                </c:pt>
                <c:pt idx="3932">
                  <c:v>1.6263110000000001E-3</c:v>
                </c:pt>
                <c:pt idx="3933">
                  <c:v>1.6126420000000001E-3</c:v>
                </c:pt>
                <c:pt idx="3934">
                  <c:v>1.6018339999999999E-3</c:v>
                </c:pt>
                <c:pt idx="3935">
                  <c:v>1.59475E-3</c:v>
                </c:pt>
                <c:pt idx="3936">
                  <c:v>1.5909260000000001E-3</c:v>
                </c:pt>
                <c:pt idx="3937">
                  <c:v>1.5893630000000001E-3</c:v>
                </c:pt>
                <c:pt idx="3938">
                  <c:v>1.588199E-3</c:v>
                </c:pt>
                <c:pt idx="3939">
                  <c:v>1.5856710000000001E-3</c:v>
                </c:pt>
                <c:pt idx="3940">
                  <c:v>1.580882E-3</c:v>
                </c:pt>
                <c:pt idx="3941">
                  <c:v>1.573201E-3</c:v>
                </c:pt>
                <c:pt idx="3942">
                  <c:v>1.5629579999999999E-3</c:v>
                </c:pt>
                <c:pt idx="3943">
                  <c:v>1.5511539999999999E-3</c:v>
                </c:pt>
                <c:pt idx="3944">
                  <c:v>1.538584E-3</c:v>
                </c:pt>
                <c:pt idx="3945">
                  <c:v>1.5258489999999999E-3</c:v>
                </c:pt>
                <c:pt idx="3946">
                  <c:v>1.5127490000000001E-3</c:v>
                </c:pt>
                <c:pt idx="3947">
                  <c:v>1.49895E-3</c:v>
                </c:pt>
                <c:pt idx="3948">
                  <c:v>1.4838220000000001E-3</c:v>
                </c:pt>
                <c:pt idx="3949">
                  <c:v>1.467166E-3</c:v>
                </c:pt>
                <c:pt idx="3950">
                  <c:v>1.4494460000000001E-3</c:v>
                </c:pt>
                <c:pt idx="3951">
                  <c:v>1.43166E-3</c:v>
                </c:pt>
                <c:pt idx="3952">
                  <c:v>1.4152049999999999E-3</c:v>
                </c:pt>
                <c:pt idx="3953">
                  <c:v>1.401376E-3</c:v>
                </c:pt>
                <c:pt idx="3954">
                  <c:v>1.390507E-3</c:v>
                </c:pt>
                <c:pt idx="3955">
                  <c:v>1.382363E-3</c:v>
                </c:pt>
                <c:pt idx="3956">
                  <c:v>1.375881E-3</c:v>
                </c:pt>
                <c:pt idx="3957">
                  <c:v>1.369632E-3</c:v>
                </c:pt>
                <c:pt idx="3958">
                  <c:v>1.3617220000000001E-3</c:v>
                </c:pt>
                <c:pt idx="3959">
                  <c:v>1.3512520000000001E-3</c:v>
                </c:pt>
                <c:pt idx="3960">
                  <c:v>1.3374579999999999E-3</c:v>
                </c:pt>
                <c:pt idx="3961">
                  <c:v>1.320774E-3</c:v>
                </c:pt>
                <c:pt idx="3962">
                  <c:v>1.3015979999999999E-3</c:v>
                </c:pt>
                <c:pt idx="3963">
                  <c:v>1.2809939999999999E-3</c:v>
                </c:pt>
                <c:pt idx="3964">
                  <c:v>1.2599250000000001E-3</c:v>
                </c:pt>
                <c:pt idx="3965">
                  <c:v>1.2389580000000001E-3</c:v>
                </c:pt>
                <c:pt idx="3966">
                  <c:v>1.2186549999999999E-3</c:v>
                </c:pt>
                <c:pt idx="3967">
                  <c:v>1.1994169999999999E-3</c:v>
                </c:pt>
                <c:pt idx="3968">
                  <c:v>1.1811770000000001E-3</c:v>
                </c:pt>
                <c:pt idx="3969">
                  <c:v>1.1635020000000001E-3</c:v>
                </c:pt>
                <c:pt idx="3970">
                  <c:v>1.145861E-3</c:v>
                </c:pt>
                <c:pt idx="3971">
                  <c:v>1.1271569999999999E-3</c:v>
                </c:pt>
                <c:pt idx="3972">
                  <c:v>1.1066940000000001E-3</c:v>
                </c:pt>
                <c:pt idx="3973">
                  <c:v>1.083641E-3</c:v>
                </c:pt>
                <c:pt idx="3974">
                  <c:v>1.0578320000000001E-3</c:v>
                </c:pt>
                <c:pt idx="3975">
                  <c:v>1.0295669999999999E-3</c:v>
                </c:pt>
                <c:pt idx="3976">
                  <c:v>9.995443000000001E-4</c:v>
                </c:pt>
                <c:pt idx="3977">
                  <c:v>9.688257E-4</c:v>
                </c:pt>
                <c:pt idx="3978">
                  <c:v>9.3817580000000002E-4</c:v>
                </c:pt>
                <c:pt idx="3979">
                  <c:v>9.0782679999999998E-4</c:v>
                </c:pt>
                <c:pt idx="3980">
                  <c:v>8.7801120000000001E-4</c:v>
                </c:pt>
                <c:pt idx="3981">
                  <c:v>8.483637E-4</c:v>
                </c:pt>
                <c:pt idx="3982">
                  <c:v>8.1841930000000002E-4</c:v>
                </c:pt>
                <c:pt idx="3983">
                  <c:v>7.8814520000000004E-4</c:v>
                </c:pt>
                <c:pt idx="3984">
                  <c:v>7.5734200000000004E-4</c:v>
                </c:pt>
                <c:pt idx="3985">
                  <c:v>7.2594369999999997E-4</c:v>
                </c:pt>
                <c:pt idx="3986">
                  <c:v>6.9371790000000003E-4</c:v>
                </c:pt>
                <c:pt idx="3987">
                  <c:v>6.5973569999999997E-4</c:v>
                </c:pt>
                <c:pt idx="3988">
                  <c:v>6.2270350000000001E-4</c:v>
                </c:pt>
                <c:pt idx="3989">
                  <c:v>5.8149389999999997E-4</c:v>
                </c:pt>
                <c:pt idx="3990">
                  <c:v>5.3454890000000001E-4</c:v>
                </c:pt>
                <c:pt idx="3991">
                  <c:v>4.8183729999999998E-4</c:v>
                </c:pt>
                <c:pt idx="3992">
                  <c:v>4.2375909999999999E-4</c:v>
                </c:pt>
                <c:pt idx="3993">
                  <c:v>3.6230609999999999E-4</c:v>
                </c:pt>
                <c:pt idx="3994">
                  <c:v>2.9996660000000002E-4</c:v>
                </c:pt>
                <c:pt idx="3995">
                  <c:v>2.3955889999999999E-4</c:v>
                </c:pt>
                <c:pt idx="3996">
                  <c:v>1.834025E-4</c:v>
                </c:pt>
                <c:pt idx="3997">
                  <c:v>1.3331869999999999E-4</c:v>
                </c:pt>
                <c:pt idx="3998">
                  <c:v>9.0034519999999995E-5</c:v>
                </c:pt>
                <c:pt idx="3999">
                  <c:v>5.3083980000000001E-5</c:v>
                </c:pt>
                <c:pt idx="4000">
                  <c:v>2.1471389999999998E-5</c:v>
                </c:pt>
                <c:pt idx="4001">
                  <c:v>-6.4279559999999998E-6</c:v>
                </c:pt>
                <c:pt idx="4002">
                  <c:v>-3.220509E-5</c:v>
                </c:pt>
                <c:pt idx="4003">
                  <c:v>-5.6953680000000002E-5</c:v>
                </c:pt>
                <c:pt idx="4004">
                  <c:v>-8.143584E-5</c:v>
                </c:pt>
                <c:pt idx="4005">
                  <c:v>-1.061154E-4</c:v>
                </c:pt>
                <c:pt idx="4006">
                  <c:v>-1.3092600000000001E-4</c:v>
                </c:pt>
                <c:pt idx="4007">
                  <c:v>-1.5540399999999999E-4</c:v>
                </c:pt>
                <c:pt idx="4008">
                  <c:v>-1.7905260000000001E-4</c:v>
                </c:pt>
                <c:pt idx="4009">
                  <c:v>-2.0124269999999999E-4</c:v>
                </c:pt>
                <c:pt idx="4010">
                  <c:v>-2.2137839999999999E-4</c:v>
                </c:pt>
                <c:pt idx="4011">
                  <c:v>-2.3876449999999999E-4</c:v>
                </c:pt>
                <c:pt idx="4012">
                  <c:v>-2.531365E-4</c:v>
                </c:pt>
                <c:pt idx="4013">
                  <c:v>-2.6426299999999999E-4</c:v>
                </c:pt>
                <c:pt idx="4014">
                  <c:v>-2.726076E-4</c:v>
                </c:pt>
                <c:pt idx="4015">
                  <c:v>-2.7807119999999997E-4</c:v>
                </c:pt>
                <c:pt idx="4016">
                  <c:v>-2.8108449999999997E-4</c:v>
                </c:pt>
                <c:pt idx="4017">
                  <c:v>-2.8191229999999999E-4</c:v>
                </c:pt>
                <c:pt idx="4018">
                  <c:v>-2.8042220000000002E-4</c:v>
                </c:pt>
                <c:pt idx="4019">
                  <c:v>-2.7651489999999998E-4</c:v>
                </c:pt>
                <c:pt idx="4020">
                  <c:v>-2.7005779999999998E-4</c:v>
                </c:pt>
                <c:pt idx="4021">
                  <c:v>-2.6068659999999998E-4</c:v>
                </c:pt>
                <c:pt idx="4022">
                  <c:v>-2.4833489999999999E-4</c:v>
                </c:pt>
                <c:pt idx="4023">
                  <c:v>-2.328036E-4</c:v>
                </c:pt>
                <c:pt idx="4024">
                  <c:v>-2.1402629999999999E-4</c:v>
                </c:pt>
                <c:pt idx="4025">
                  <c:v>-1.9183690000000001E-4</c:v>
                </c:pt>
                <c:pt idx="4026">
                  <c:v>-1.6580419999999999E-4</c:v>
                </c:pt>
                <c:pt idx="4027">
                  <c:v>-1.3526519999999999E-4</c:v>
                </c:pt>
                <c:pt idx="4028">
                  <c:v>-9.9688880000000006E-5</c:v>
                </c:pt>
                <c:pt idx="4029">
                  <c:v>-5.8709550000000001E-5</c:v>
                </c:pt>
                <c:pt idx="4030">
                  <c:v>-1.1696160000000001E-5</c:v>
                </c:pt>
                <c:pt idx="4031">
                  <c:v>4.1353249999999999E-5</c:v>
                </c:pt>
                <c:pt idx="4032">
                  <c:v>1.0110370000000001E-4</c:v>
                </c:pt>
                <c:pt idx="4033">
                  <c:v>1.6739230000000001E-4</c:v>
                </c:pt>
                <c:pt idx="4034">
                  <c:v>2.406861E-4</c:v>
                </c:pt>
                <c:pt idx="4035">
                  <c:v>3.204913E-4</c:v>
                </c:pt>
                <c:pt idx="4036">
                  <c:v>4.0614809999999998E-4</c:v>
                </c:pt>
                <c:pt idx="4037">
                  <c:v>4.9557020000000004E-4</c:v>
                </c:pt>
                <c:pt idx="4038">
                  <c:v>5.8537580000000001E-4</c:v>
                </c:pt>
                <c:pt idx="4039">
                  <c:v>6.7065349999999996E-4</c:v>
                </c:pt>
                <c:pt idx="4040">
                  <c:v>7.4562550000000004E-4</c:v>
                </c:pt>
                <c:pt idx="4041">
                  <c:v>8.0401229999999999E-4</c:v>
                </c:pt>
                <c:pt idx="4042">
                  <c:v>8.403296E-4</c:v>
                </c:pt>
                <c:pt idx="4043">
                  <c:v>8.5052160000000001E-4</c:v>
                </c:pt>
                <c:pt idx="4044">
                  <c:v>8.3315880000000002E-4</c:v>
                </c:pt>
                <c:pt idx="4045">
                  <c:v>7.8897500000000003E-4</c:v>
                </c:pt>
                <c:pt idx="4046">
                  <c:v>7.2119760000000002E-4</c:v>
                </c:pt>
                <c:pt idx="4047">
                  <c:v>6.346158E-4</c:v>
                </c:pt>
                <c:pt idx="4048">
                  <c:v>5.3468169999999998E-4</c:v>
                </c:pt>
                <c:pt idx="4049">
                  <c:v>4.2647870000000001E-4</c:v>
                </c:pt>
                <c:pt idx="4050">
                  <c:v>3.1465539999999998E-4</c:v>
                </c:pt>
                <c:pt idx="4051">
                  <c:v>2.0226409999999999E-4</c:v>
                </c:pt>
                <c:pt idx="4052">
                  <c:v>9.1558999999999995E-5</c:v>
                </c:pt>
                <c:pt idx="4053">
                  <c:v>-1.6467310000000001E-5</c:v>
                </c:pt>
                <c:pt idx="4054">
                  <c:v>-1.2112119999999999E-4</c:v>
                </c:pt>
                <c:pt idx="4055">
                  <c:v>-2.2187509999999999E-4</c:v>
                </c:pt>
                <c:pt idx="4056">
                  <c:v>-3.1833460000000002E-4</c:v>
                </c:pt>
                <c:pt idx="4057">
                  <c:v>-4.096417E-4</c:v>
                </c:pt>
                <c:pt idx="4058">
                  <c:v>-4.9513780000000004E-4</c:v>
                </c:pt>
                <c:pt idx="4059">
                  <c:v>-5.7419760000000002E-4</c:v>
                </c:pt>
                <c:pt idx="4060">
                  <c:v>-6.4639459999999999E-4</c:v>
                </c:pt>
                <c:pt idx="4061">
                  <c:v>-7.1133510000000004E-4</c:v>
                </c:pt>
                <c:pt idx="4062">
                  <c:v>-7.6922090000000002E-4</c:v>
                </c:pt>
                <c:pt idx="4063">
                  <c:v>-8.2005480000000002E-4</c:v>
                </c:pt>
                <c:pt idx="4064">
                  <c:v>-8.6450069999999995E-4</c:v>
                </c:pt>
                <c:pt idx="4065">
                  <c:v>-9.0236210000000001E-4</c:v>
                </c:pt>
                <c:pt idx="4066">
                  <c:v>-9.340374E-4</c:v>
                </c:pt>
                <c:pt idx="4067">
                  <c:v>-9.5926370000000004E-4</c:v>
                </c:pt>
                <c:pt idx="4068">
                  <c:v>-9.7744679999999993E-4</c:v>
                </c:pt>
                <c:pt idx="4069">
                  <c:v>-9.8838940000000003E-4</c:v>
                </c:pt>
                <c:pt idx="4070">
                  <c:v>-9.9143080000000001E-4</c:v>
                </c:pt>
                <c:pt idx="4071">
                  <c:v>-9.8633979999999998E-4</c:v>
                </c:pt>
                <c:pt idx="4072">
                  <c:v>-9.7295070000000001E-4</c:v>
                </c:pt>
                <c:pt idx="4073">
                  <c:v>-9.5149429999999999E-4</c:v>
                </c:pt>
                <c:pt idx="4074">
                  <c:v>-9.2279600000000003E-4</c:v>
                </c:pt>
                <c:pt idx="4075">
                  <c:v>-8.8728410000000005E-4</c:v>
                </c:pt>
                <c:pt idx="4076">
                  <c:v>-8.4581680000000005E-4</c:v>
                </c:pt>
                <c:pt idx="4077">
                  <c:v>-7.9892159999999995E-4</c:v>
                </c:pt>
                <c:pt idx="4078">
                  <c:v>-7.472914E-4</c:v>
                </c:pt>
                <c:pt idx="4079">
                  <c:v>-6.9092440000000001E-4</c:v>
                </c:pt>
                <c:pt idx="4080">
                  <c:v>-6.3038120000000002E-4</c:v>
                </c:pt>
                <c:pt idx="4081">
                  <c:v>-5.6582569999999997E-4</c:v>
                </c:pt>
                <c:pt idx="4082">
                  <c:v>-4.9755380000000003E-4</c:v>
                </c:pt>
                <c:pt idx="4083">
                  <c:v>-4.2612660000000002E-4</c:v>
                </c:pt>
                <c:pt idx="4084">
                  <c:v>-3.5207210000000002E-4</c:v>
                </c:pt>
                <c:pt idx="4085">
                  <c:v>-2.7601820000000001E-4</c:v>
                </c:pt>
                <c:pt idx="4086">
                  <c:v>-1.9856E-4</c:v>
                </c:pt>
                <c:pt idx="4087">
                  <c:v>-1.199949E-4</c:v>
                </c:pt>
                <c:pt idx="4088">
                  <c:v>-4.0852349999999999E-5</c:v>
                </c:pt>
                <c:pt idx="4089">
                  <c:v>3.8271500000000001E-5</c:v>
                </c:pt>
                <c:pt idx="4090">
                  <c:v>1.170121E-4</c:v>
                </c:pt>
                <c:pt idx="4091">
                  <c:v>1.951039E-4</c:v>
                </c:pt>
                <c:pt idx="4092">
                  <c:v>2.723809E-4</c:v>
                </c:pt>
                <c:pt idx="4093">
                  <c:v>3.486106E-4</c:v>
                </c:pt>
                <c:pt idx="4094">
                  <c:v>4.236264E-4</c:v>
                </c:pt>
                <c:pt idx="4095">
                  <c:v>4.9742790000000003E-4</c:v>
                </c:pt>
                <c:pt idx="4096">
                  <c:v>5.6998110000000004E-4</c:v>
                </c:pt>
                <c:pt idx="4097">
                  <c:v>6.4058870000000001E-4</c:v>
                </c:pt>
                <c:pt idx="4098">
                  <c:v>7.0851949999999996E-4</c:v>
                </c:pt>
                <c:pt idx="4099">
                  <c:v>7.7284290000000002E-4</c:v>
                </c:pt>
                <c:pt idx="4100">
                  <c:v>8.3262769999999998E-4</c:v>
                </c:pt>
                <c:pt idx="4101">
                  <c:v>8.8697560000000001E-4</c:v>
                </c:pt>
                <c:pt idx="4102">
                  <c:v>9.3541969999999996E-4</c:v>
                </c:pt>
                <c:pt idx="4103">
                  <c:v>9.7799129999999999E-4</c:v>
                </c:pt>
                <c:pt idx="4104">
                  <c:v>1.015319E-3</c:v>
                </c:pt>
                <c:pt idx="4105">
                  <c:v>1.048134E-3</c:v>
                </c:pt>
                <c:pt idx="4106">
                  <c:v>1.0774960000000001E-3</c:v>
                </c:pt>
                <c:pt idx="4107">
                  <c:v>1.104369E-3</c:v>
                </c:pt>
                <c:pt idx="4108">
                  <c:v>1.1298479999999999E-3</c:v>
                </c:pt>
                <c:pt idx="4109">
                  <c:v>1.154399E-3</c:v>
                </c:pt>
                <c:pt idx="4110">
                  <c:v>1.1780199999999999E-3</c:v>
                </c:pt>
                <c:pt idx="4111">
                  <c:v>1.200879E-3</c:v>
                </c:pt>
                <c:pt idx="4112">
                  <c:v>1.2224099999999999E-3</c:v>
                </c:pt>
                <c:pt idx="4113">
                  <c:v>1.2422469999999999E-3</c:v>
                </c:pt>
                <c:pt idx="4114">
                  <c:v>1.2595600000000001E-3</c:v>
                </c:pt>
                <c:pt idx="4115">
                  <c:v>1.2739159999999999E-3</c:v>
                </c:pt>
                <c:pt idx="4116">
                  <c:v>1.2849479999999999E-3</c:v>
                </c:pt>
                <c:pt idx="4117">
                  <c:v>1.2927909999999999E-3</c:v>
                </c:pt>
                <c:pt idx="4118">
                  <c:v>1.2979420000000001E-3</c:v>
                </c:pt>
                <c:pt idx="4119">
                  <c:v>1.3013320000000001E-3</c:v>
                </c:pt>
                <c:pt idx="4120">
                  <c:v>1.3042570000000001E-3</c:v>
                </c:pt>
                <c:pt idx="4121">
                  <c:v>1.3077799999999999E-3</c:v>
                </c:pt>
                <c:pt idx="4122">
                  <c:v>1.312166E-3</c:v>
                </c:pt>
                <c:pt idx="4123">
                  <c:v>1.3176500000000001E-3</c:v>
                </c:pt>
                <c:pt idx="4124">
                  <c:v>1.323533E-3</c:v>
                </c:pt>
                <c:pt idx="4125">
                  <c:v>1.328884E-3</c:v>
                </c:pt>
                <c:pt idx="4126">
                  <c:v>1.3325730000000001E-3</c:v>
                </c:pt>
                <c:pt idx="4127">
                  <c:v>1.3337360000000001E-3</c:v>
                </c:pt>
                <c:pt idx="4128">
                  <c:v>1.3320739999999999E-3</c:v>
                </c:pt>
                <c:pt idx="4129">
                  <c:v>1.3278529999999999E-3</c:v>
                </c:pt>
                <c:pt idx="4130">
                  <c:v>1.321904E-3</c:v>
                </c:pt>
                <c:pt idx="4131">
                  <c:v>1.3153240000000001E-3</c:v>
                </c:pt>
                <c:pt idx="4132">
                  <c:v>1.30984E-3</c:v>
                </c:pt>
                <c:pt idx="4133">
                  <c:v>1.306417E-3</c:v>
                </c:pt>
                <c:pt idx="4134">
                  <c:v>1.306118E-3</c:v>
                </c:pt>
                <c:pt idx="4135">
                  <c:v>1.309508E-3</c:v>
                </c:pt>
                <c:pt idx="4136">
                  <c:v>1.3165200000000001E-3</c:v>
                </c:pt>
                <c:pt idx="4137">
                  <c:v>1.3264570000000001E-3</c:v>
                </c:pt>
                <c:pt idx="4138">
                  <c:v>1.33819E-3</c:v>
                </c:pt>
                <c:pt idx="4139">
                  <c:v>1.350122E-3</c:v>
                </c:pt>
                <c:pt idx="4140">
                  <c:v>1.3607580000000001E-3</c:v>
                </c:pt>
                <c:pt idx="4141">
                  <c:v>1.3685349999999999E-3</c:v>
                </c:pt>
                <c:pt idx="4142">
                  <c:v>1.3729230000000001E-3</c:v>
                </c:pt>
                <c:pt idx="4143">
                  <c:v>1.3739869999999999E-3</c:v>
                </c:pt>
                <c:pt idx="4144">
                  <c:v>1.372358E-3</c:v>
                </c:pt>
                <c:pt idx="4145">
                  <c:v>1.3693329999999999E-3</c:v>
                </c:pt>
                <c:pt idx="4146">
                  <c:v>1.3667410000000001E-3</c:v>
                </c:pt>
                <c:pt idx="4147">
                  <c:v>1.365544E-3</c:v>
                </c:pt>
                <c:pt idx="4148">
                  <c:v>1.3664079999999999E-3</c:v>
                </c:pt>
                <c:pt idx="4149">
                  <c:v>1.3693329999999999E-3</c:v>
                </c:pt>
                <c:pt idx="4150">
                  <c:v>1.373654E-3</c:v>
                </c:pt>
                <c:pt idx="4151">
                  <c:v>1.3781749999999999E-3</c:v>
                </c:pt>
                <c:pt idx="4152">
                  <c:v>1.381831E-3</c:v>
                </c:pt>
                <c:pt idx="4153">
                  <c:v>1.3840910000000001E-3</c:v>
                </c:pt>
                <c:pt idx="4154">
                  <c:v>1.3841909999999999E-3</c:v>
                </c:pt>
                <c:pt idx="4155">
                  <c:v>1.38233E-3</c:v>
                </c:pt>
                <c:pt idx="4156">
                  <c:v>1.379571E-3</c:v>
                </c:pt>
                <c:pt idx="4157">
                  <c:v>1.376579E-3</c:v>
                </c:pt>
                <c:pt idx="4158">
                  <c:v>1.374452E-3</c:v>
                </c:pt>
                <c:pt idx="4159">
                  <c:v>1.3738540000000001E-3</c:v>
                </c:pt>
                <c:pt idx="4160">
                  <c:v>1.3750170000000001E-3</c:v>
                </c:pt>
                <c:pt idx="4161">
                  <c:v>1.377643E-3</c:v>
                </c:pt>
                <c:pt idx="4162">
                  <c:v>1.3809670000000001E-3</c:v>
                </c:pt>
                <c:pt idx="4163">
                  <c:v>1.3840910000000001E-3</c:v>
                </c:pt>
                <c:pt idx="4164">
                  <c:v>1.386352E-3</c:v>
                </c:pt>
                <c:pt idx="4165">
                  <c:v>1.3870499999999999E-3</c:v>
                </c:pt>
                <c:pt idx="4166">
                  <c:v>1.3863180000000001E-3</c:v>
                </c:pt>
                <c:pt idx="4167">
                  <c:v>1.3850220000000001E-3</c:v>
                </c:pt>
                <c:pt idx="4168">
                  <c:v>1.3840250000000001E-3</c:v>
                </c:pt>
                <c:pt idx="4169">
                  <c:v>1.3844899999999999E-3</c:v>
                </c:pt>
                <c:pt idx="4170">
                  <c:v>1.386817E-3</c:v>
                </c:pt>
                <c:pt idx="4171">
                  <c:v>1.3909059999999999E-3</c:v>
                </c:pt>
                <c:pt idx="4172">
                  <c:v>1.396191E-3</c:v>
                </c:pt>
                <c:pt idx="4173">
                  <c:v>1.4018749999999999E-3</c:v>
                </c:pt>
                <c:pt idx="4174">
                  <c:v>1.406762E-3</c:v>
                </c:pt>
                <c:pt idx="4175">
                  <c:v>1.4105509999999999E-3</c:v>
                </c:pt>
                <c:pt idx="4176">
                  <c:v>1.4132109999999999E-3</c:v>
                </c:pt>
                <c:pt idx="4177">
                  <c:v>1.4150390000000001E-3</c:v>
                </c:pt>
                <c:pt idx="4178">
                  <c:v>1.4164679999999999E-3</c:v>
                </c:pt>
                <c:pt idx="4179">
                  <c:v>1.4178979999999999E-3</c:v>
                </c:pt>
                <c:pt idx="4180">
                  <c:v>1.4191939999999999E-3</c:v>
                </c:pt>
                <c:pt idx="4181">
                  <c:v>1.4199589999999999E-3</c:v>
                </c:pt>
                <c:pt idx="4182">
                  <c:v>1.41946E-3</c:v>
                </c:pt>
                <c:pt idx="4183">
                  <c:v>1.417399E-3</c:v>
                </c:pt>
                <c:pt idx="4184">
                  <c:v>1.413742E-3</c:v>
                </c:pt>
                <c:pt idx="4185">
                  <c:v>1.408922E-3</c:v>
                </c:pt>
                <c:pt idx="4186">
                  <c:v>1.4037699999999999E-3</c:v>
                </c:pt>
                <c:pt idx="4187">
                  <c:v>1.3990160000000001E-3</c:v>
                </c:pt>
                <c:pt idx="4188">
                  <c:v>1.3957590000000001E-3</c:v>
                </c:pt>
                <c:pt idx="4189">
                  <c:v>1.394097E-3</c:v>
                </c:pt>
                <c:pt idx="4190">
                  <c:v>1.394097E-3</c:v>
                </c:pt>
                <c:pt idx="4191">
                  <c:v>1.395659E-3</c:v>
                </c:pt>
                <c:pt idx="4192">
                  <c:v>1.3983520000000001E-3</c:v>
                </c:pt>
                <c:pt idx="4193">
                  <c:v>1.4016090000000001E-3</c:v>
                </c:pt>
                <c:pt idx="4194">
                  <c:v>1.405332E-3</c:v>
                </c:pt>
                <c:pt idx="4195">
                  <c:v>1.4085230000000001E-3</c:v>
                </c:pt>
                <c:pt idx="4196">
                  <c:v>1.411083E-3</c:v>
                </c:pt>
                <c:pt idx="4197">
                  <c:v>1.4120140000000001E-3</c:v>
                </c:pt>
                <c:pt idx="4198">
                  <c:v>1.411116E-3</c:v>
                </c:pt>
                <c:pt idx="4199">
                  <c:v>1.4084900000000001E-3</c:v>
                </c:pt>
                <c:pt idx="4200">
                  <c:v>1.404834E-3</c:v>
                </c:pt>
                <c:pt idx="4201">
                  <c:v>1.401476E-3</c:v>
                </c:pt>
                <c:pt idx="4202">
                  <c:v>1.3998470000000001E-3</c:v>
                </c:pt>
                <c:pt idx="4203">
                  <c:v>1.401011E-3</c:v>
                </c:pt>
                <c:pt idx="4204">
                  <c:v>1.4055319999999999E-3</c:v>
                </c:pt>
                <c:pt idx="4205">
                  <c:v>1.412778E-3</c:v>
                </c:pt>
                <c:pt idx="4206">
                  <c:v>1.42089E-3</c:v>
                </c:pt>
                <c:pt idx="4207">
                  <c:v>1.42797E-3</c:v>
                </c:pt>
                <c:pt idx="4208">
                  <c:v>1.431826E-3</c:v>
                </c:pt>
                <c:pt idx="4209">
                  <c:v>1.4311949999999999E-3</c:v>
                </c:pt>
                <c:pt idx="4210">
                  <c:v>1.425976E-3</c:v>
                </c:pt>
                <c:pt idx="4211">
                  <c:v>1.417333E-3</c:v>
                </c:pt>
                <c:pt idx="4212">
                  <c:v>1.407227E-3</c:v>
                </c:pt>
                <c:pt idx="4213">
                  <c:v>1.3980189999999999E-3</c:v>
                </c:pt>
                <c:pt idx="4214">
                  <c:v>1.391537E-3</c:v>
                </c:pt>
                <c:pt idx="4215">
                  <c:v>1.389244E-3</c:v>
                </c:pt>
                <c:pt idx="4216">
                  <c:v>1.3909390000000001E-3</c:v>
                </c:pt>
                <c:pt idx="4217">
                  <c:v>1.3958919999999999E-3</c:v>
                </c:pt>
                <c:pt idx="4218">
                  <c:v>1.402241E-3</c:v>
                </c:pt>
                <c:pt idx="4219">
                  <c:v>1.408058E-3</c:v>
                </c:pt>
                <c:pt idx="4220">
                  <c:v>1.4118480000000001E-3</c:v>
                </c:pt>
                <c:pt idx="4221">
                  <c:v>1.412712E-3</c:v>
                </c:pt>
                <c:pt idx="4222">
                  <c:v>1.410185E-3</c:v>
                </c:pt>
                <c:pt idx="4223">
                  <c:v>1.405332E-3</c:v>
                </c:pt>
                <c:pt idx="4224">
                  <c:v>1.3991159999999999E-3</c:v>
                </c:pt>
                <c:pt idx="4225">
                  <c:v>1.3930329999999999E-3</c:v>
                </c:pt>
                <c:pt idx="4226">
                  <c:v>1.388579E-3</c:v>
                </c:pt>
                <c:pt idx="4227">
                  <c:v>1.3862189999999999E-3</c:v>
                </c:pt>
                <c:pt idx="4228">
                  <c:v>1.3863180000000001E-3</c:v>
                </c:pt>
                <c:pt idx="4229">
                  <c:v>1.388479E-3</c:v>
                </c:pt>
                <c:pt idx="4230">
                  <c:v>1.3922019999999999E-3</c:v>
                </c:pt>
                <c:pt idx="4231">
                  <c:v>1.396989E-3</c:v>
                </c:pt>
                <c:pt idx="4232">
                  <c:v>1.4025070000000001E-3</c:v>
                </c:pt>
                <c:pt idx="4233">
                  <c:v>1.4086560000000001E-3</c:v>
                </c:pt>
                <c:pt idx="4234">
                  <c:v>1.4156699999999999E-3</c:v>
                </c:pt>
                <c:pt idx="4235">
                  <c:v>1.423316E-3</c:v>
                </c:pt>
                <c:pt idx="4236">
                  <c:v>1.4313279999999999E-3</c:v>
                </c:pt>
                <c:pt idx="4237">
                  <c:v>1.4393730000000001E-3</c:v>
                </c:pt>
                <c:pt idx="4238">
                  <c:v>1.446454E-3</c:v>
                </c:pt>
                <c:pt idx="4239">
                  <c:v>1.452238E-3</c:v>
                </c:pt>
                <c:pt idx="4240">
                  <c:v>1.4562939999999999E-3</c:v>
                </c:pt>
                <c:pt idx="4241">
                  <c:v>1.4585220000000001E-3</c:v>
                </c:pt>
                <c:pt idx="4242">
                  <c:v>1.459353E-3</c:v>
                </c:pt>
                <c:pt idx="4243">
                  <c:v>1.459286E-3</c:v>
                </c:pt>
                <c:pt idx="4244">
                  <c:v>1.4586880000000001E-3</c:v>
                </c:pt>
                <c:pt idx="4245">
                  <c:v>1.457624E-3</c:v>
                </c:pt>
                <c:pt idx="4246">
                  <c:v>1.4560949999999999E-3</c:v>
                </c:pt>
                <c:pt idx="4247">
                  <c:v>1.453934E-3</c:v>
                </c:pt>
                <c:pt idx="4248">
                  <c:v>1.451274E-3</c:v>
                </c:pt>
                <c:pt idx="4249">
                  <c:v>1.4481159999999999E-3</c:v>
                </c:pt>
                <c:pt idx="4250">
                  <c:v>1.4450909999999999E-3</c:v>
                </c:pt>
                <c:pt idx="4251">
                  <c:v>1.4427299999999999E-3</c:v>
                </c:pt>
                <c:pt idx="4252">
                  <c:v>1.4413340000000001E-3</c:v>
                </c:pt>
                <c:pt idx="4253">
                  <c:v>1.4406359999999999E-3</c:v>
                </c:pt>
                <c:pt idx="4254">
                  <c:v>1.440403E-3</c:v>
                </c:pt>
                <c:pt idx="4255">
                  <c:v>1.4397380000000001E-3</c:v>
                </c:pt>
                <c:pt idx="4256">
                  <c:v>1.4380759999999999E-3</c:v>
                </c:pt>
                <c:pt idx="4257">
                  <c:v>1.4350179999999999E-3</c:v>
                </c:pt>
                <c:pt idx="4258">
                  <c:v>1.430962E-3</c:v>
                </c:pt>
                <c:pt idx="4259">
                  <c:v>1.426142E-3</c:v>
                </c:pt>
                <c:pt idx="4260">
                  <c:v>1.4217870000000001E-3</c:v>
                </c:pt>
                <c:pt idx="4261">
                  <c:v>1.418164E-3</c:v>
                </c:pt>
                <c:pt idx="4262">
                  <c:v>1.4155369999999999E-3</c:v>
                </c:pt>
                <c:pt idx="4263">
                  <c:v>1.413643E-3</c:v>
                </c:pt>
                <c:pt idx="4264">
                  <c:v>1.4121800000000001E-3</c:v>
                </c:pt>
                <c:pt idx="4265">
                  <c:v>1.4105509999999999E-3</c:v>
                </c:pt>
                <c:pt idx="4266">
                  <c:v>1.40869E-3</c:v>
                </c:pt>
                <c:pt idx="4267">
                  <c:v>1.406629E-3</c:v>
                </c:pt>
                <c:pt idx="4268">
                  <c:v>1.4048000000000001E-3</c:v>
                </c:pt>
                <c:pt idx="4269">
                  <c:v>1.4037030000000001E-3</c:v>
                </c:pt>
                <c:pt idx="4270">
                  <c:v>1.4031720000000001E-3</c:v>
                </c:pt>
                <c:pt idx="4271">
                  <c:v>1.403072E-3</c:v>
                </c:pt>
                <c:pt idx="4272">
                  <c:v>1.4026399999999999E-3</c:v>
                </c:pt>
                <c:pt idx="4273">
                  <c:v>1.401111E-3</c:v>
                </c:pt>
                <c:pt idx="4274">
                  <c:v>1.3978529999999999E-3</c:v>
                </c:pt>
                <c:pt idx="4275">
                  <c:v>1.3927670000000001E-3</c:v>
                </c:pt>
                <c:pt idx="4276">
                  <c:v>1.386452E-3</c:v>
                </c:pt>
                <c:pt idx="4277">
                  <c:v>1.379571E-3</c:v>
                </c:pt>
                <c:pt idx="4278">
                  <c:v>1.373754E-3</c:v>
                </c:pt>
                <c:pt idx="4279">
                  <c:v>1.3701640000000001E-3</c:v>
                </c:pt>
                <c:pt idx="4280">
                  <c:v>1.369732E-3</c:v>
                </c:pt>
                <c:pt idx="4281">
                  <c:v>1.3730890000000001E-3</c:v>
                </c:pt>
                <c:pt idx="4282">
                  <c:v>1.3798700000000001E-3</c:v>
                </c:pt>
                <c:pt idx="4283">
                  <c:v>1.389642E-3</c:v>
                </c:pt>
                <c:pt idx="4284">
                  <c:v>1.4015099999999999E-3</c:v>
                </c:pt>
                <c:pt idx="4285">
                  <c:v>1.4141080000000001E-3</c:v>
                </c:pt>
                <c:pt idx="4286">
                  <c:v>1.4262750000000001E-3</c:v>
                </c:pt>
                <c:pt idx="4287">
                  <c:v>1.4370120000000001E-3</c:v>
                </c:pt>
                <c:pt idx="4288">
                  <c:v>1.4450909999999999E-3</c:v>
                </c:pt>
                <c:pt idx="4289">
                  <c:v>1.449845E-3</c:v>
                </c:pt>
                <c:pt idx="4290">
                  <c:v>1.451108E-3</c:v>
                </c:pt>
                <c:pt idx="4291">
                  <c:v>1.4488140000000001E-3</c:v>
                </c:pt>
                <c:pt idx="4292">
                  <c:v>1.443794E-3</c:v>
                </c:pt>
                <c:pt idx="4293">
                  <c:v>1.4374780000000001E-3</c:v>
                </c:pt>
                <c:pt idx="4294">
                  <c:v>1.4315599999999999E-3</c:v>
                </c:pt>
                <c:pt idx="4295">
                  <c:v>1.4275379999999999E-3</c:v>
                </c:pt>
                <c:pt idx="4296">
                  <c:v>1.426807E-3</c:v>
                </c:pt>
                <c:pt idx="4297">
                  <c:v>1.429666E-3</c:v>
                </c:pt>
                <c:pt idx="4298">
                  <c:v>1.4358159999999999E-3</c:v>
                </c:pt>
                <c:pt idx="4299">
                  <c:v>1.443628E-3</c:v>
                </c:pt>
                <c:pt idx="4300">
                  <c:v>1.4513740000000001E-3</c:v>
                </c:pt>
                <c:pt idx="4301">
                  <c:v>1.4571919999999999E-3</c:v>
                </c:pt>
                <c:pt idx="4302">
                  <c:v>1.4594530000000001E-3</c:v>
                </c:pt>
                <c:pt idx="4303">
                  <c:v>1.4579230000000001E-3</c:v>
                </c:pt>
                <c:pt idx="4304">
                  <c:v>1.4532690000000001E-3</c:v>
                </c:pt>
                <c:pt idx="4305">
                  <c:v>1.4467530000000001E-3</c:v>
                </c:pt>
                <c:pt idx="4306">
                  <c:v>1.44027E-3</c:v>
                </c:pt>
                <c:pt idx="4307">
                  <c:v>1.435417E-3</c:v>
                </c:pt>
                <c:pt idx="4308">
                  <c:v>1.433356E-3</c:v>
                </c:pt>
                <c:pt idx="4309">
                  <c:v>1.4344189999999999E-3</c:v>
                </c:pt>
                <c:pt idx="4310">
                  <c:v>1.438209E-3</c:v>
                </c:pt>
                <c:pt idx="4311">
                  <c:v>1.4438280000000001E-3</c:v>
                </c:pt>
                <c:pt idx="4312">
                  <c:v>1.4505099999999999E-3</c:v>
                </c:pt>
                <c:pt idx="4313">
                  <c:v>1.4571250000000001E-3</c:v>
                </c:pt>
                <c:pt idx="4314">
                  <c:v>1.463043E-3</c:v>
                </c:pt>
                <c:pt idx="4315">
                  <c:v>1.4677309999999999E-3</c:v>
                </c:pt>
                <c:pt idx="4316">
                  <c:v>1.470889E-3</c:v>
                </c:pt>
                <c:pt idx="4317">
                  <c:v>1.4721529999999999E-3</c:v>
                </c:pt>
                <c:pt idx="4318">
                  <c:v>1.4712219999999999E-3</c:v>
                </c:pt>
                <c:pt idx="4319">
                  <c:v>1.46813E-3</c:v>
                </c:pt>
                <c:pt idx="4320">
                  <c:v>1.463542E-3</c:v>
                </c:pt>
                <c:pt idx="4321">
                  <c:v>1.4576910000000001E-3</c:v>
                </c:pt>
                <c:pt idx="4322">
                  <c:v>1.452105E-3</c:v>
                </c:pt>
                <c:pt idx="4323">
                  <c:v>1.4472179999999999E-3</c:v>
                </c:pt>
                <c:pt idx="4324">
                  <c:v>1.4441269999999999E-3</c:v>
                </c:pt>
                <c:pt idx="4325">
                  <c:v>1.4425309999999999E-3</c:v>
                </c:pt>
                <c:pt idx="4326">
                  <c:v>1.441866E-3</c:v>
                </c:pt>
                <c:pt idx="4327">
                  <c:v>1.4413340000000001E-3</c:v>
                </c:pt>
                <c:pt idx="4328">
                  <c:v>1.4397380000000001E-3</c:v>
                </c:pt>
                <c:pt idx="4329">
                  <c:v>1.4366800000000001E-3</c:v>
                </c:pt>
                <c:pt idx="4330">
                  <c:v>1.431926E-3</c:v>
                </c:pt>
                <c:pt idx="4331">
                  <c:v>1.4262750000000001E-3</c:v>
                </c:pt>
                <c:pt idx="4332">
                  <c:v>1.420723E-3</c:v>
                </c:pt>
                <c:pt idx="4333">
                  <c:v>1.416402E-3</c:v>
                </c:pt>
                <c:pt idx="4334">
                  <c:v>1.4141749999999999E-3</c:v>
                </c:pt>
                <c:pt idx="4335">
                  <c:v>1.4143409999999999E-3</c:v>
                </c:pt>
                <c:pt idx="4336">
                  <c:v>1.416601E-3</c:v>
                </c:pt>
                <c:pt idx="4337">
                  <c:v>1.4200580000000001E-3</c:v>
                </c:pt>
                <c:pt idx="4338">
                  <c:v>1.4237150000000001E-3</c:v>
                </c:pt>
                <c:pt idx="4339">
                  <c:v>1.4262750000000001E-3</c:v>
                </c:pt>
                <c:pt idx="4340">
                  <c:v>1.427139E-3</c:v>
                </c:pt>
                <c:pt idx="4341">
                  <c:v>1.425876E-3</c:v>
                </c:pt>
                <c:pt idx="4342">
                  <c:v>1.4227840000000001E-3</c:v>
                </c:pt>
                <c:pt idx="4343">
                  <c:v>1.418629E-3</c:v>
                </c:pt>
                <c:pt idx="4344">
                  <c:v>1.4142409999999999E-3</c:v>
                </c:pt>
                <c:pt idx="4345">
                  <c:v>1.4105840000000001E-3</c:v>
                </c:pt>
                <c:pt idx="4346">
                  <c:v>1.4084239999999999E-3</c:v>
                </c:pt>
                <c:pt idx="4347">
                  <c:v>1.407759E-3</c:v>
                </c:pt>
                <c:pt idx="4348">
                  <c:v>1.4086560000000001E-3</c:v>
                </c:pt>
                <c:pt idx="4349">
                  <c:v>1.40982E-3</c:v>
                </c:pt>
                <c:pt idx="4350">
                  <c:v>1.4105509999999999E-3</c:v>
                </c:pt>
                <c:pt idx="4351">
                  <c:v>1.409986E-3</c:v>
                </c:pt>
                <c:pt idx="4352">
                  <c:v>1.4075590000000001E-3</c:v>
                </c:pt>
                <c:pt idx="4353">
                  <c:v>1.4035370000000001E-3</c:v>
                </c:pt>
                <c:pt idx="4354">
                  <c:v>1.3989499999999999E-3</c:v>
                </c:pt>
                <c:pt idx="4355">
                  <c:v>1.394529E-3</c:v>
                </c:pt>
                <c:pt idx="4356">
                  <c:v>1.3920359999999999E-3</c:v>
                </c:pt>
                <c:pt idx="4357">
                  <c:v>1.392136E-3</c:v>
                </c:pt>
                <c:pt idx="4358">
                  <c:v>1.39536E-3</c:v>
                </c:pt>
                <c:pt idx="4359">
                  <c:v>1.401443E-3</c:v>
                </c:pt>
                <c:pt idx="4360">
                  <c:v>1.4095869999999999E-3</c:v>
                </c:pt>
                <c:pt idx="4361">
                  <c:v>1.418795E-3</c:v>
                </c:pt>
                <c:pt idx="4362">
                  <c:v>1.4275379999999999E-3</c:v>
                </c:pt>
                <c:pt idx="4363">
                  <c:v>1.434519E-3</c:v>
                </c:pt>
                <c:pt idx="4364">
                  <c:v>1.4388409999999999E-3</c:v>
                </c:pt>
                <c:pt idx="4365">
                  <c:v>1.439306E-3</c:v>
                </c:pt>
                <c:pt idx="4366">
                  <c:v>1.435583E-3</c:v>
                </c:pt>
                <c:pt idx="4367">
                  <c:v>1.428103E-3</c:v>
                </c:pt>
                <c:pt idx="4368">
                  <c:v>1.417698E-3</c:v>
                </c:pt>
                <c:pt idx="4369">
                  <c:v>1.4058969999999999E-3</c:v>
                </c:pt>
                <c:pt idx="4370">
                  <c:v>1.394562E-3</c:v>
                </c:pt>
                <c:pt idx="4371">
                  <c:v>1.3854869999999999E-3</c:v>
                </c:pt>
                <c:pt idx="4372">
                  <c:v>1.380069E-3</c:v>
                </c:pt>
                <c:pt idx="4373">
                  <c:v>1.3783409999999999E-3</c:v>
                </c:pt>
                <c:pt idx="4374">
                  <c:v>1.379538E-3</c:v>
                </c:pt>
                <c:pt idx="4375">
                  <c:v>1.3819310000000001E-3</c:v>
                </c:pt>
                <c:pt idx="4376">
                  <c:v>1.38356E-3</c:v>
                </c:pt>
                <c:pt idx="4377">
                  <c:v>1.3829949999999999E-3</c:v>
                </c:pt>
                <c:pt idx="4378">
                  <c:v>1.379637E-3</c:v>
                </c:pt>
                <c:pt idx="4379">
                  <c:v>1.3741199999999999E-3</c:v>
                </c:pt>
                <c:pt idx="4380">
                  <c:v>1.36827E-3</c:v>
                </c:pt>
                <c:pt idx="4381">
                  <c:v>1.363915E-3</c:v>
                </c:pt>
                <c:pt idx="4382">
                  <c:v>1.362951E-3</c:v>
                </c:pt>
                <c:pt idx="4383">
                  <c:v>1.366508E-3</c:v>
                </c:pt>
                <c:pt idx="4384">
                  <c:v>1.3740200000000001E-3</c:v>
                </c:pt>
                <c:pt idx="4385">
                  <c:v>1.384457E-3</c:v>
                </c:pt>
                <c:pt idx="4386">
                  <c:v>1.3962239999999999E-3</c:v>
                </c:pt>
                <c:pt idx="4387">
                  <c:v>1.407293E-3</c:v>
                </c:pt>
                <c:pt idx="4388">
                  <c:v>1.416601E-3</c:v>
                </c:pt>
                <c:pt idx="4389">
                  <c:v>1.423615E-3</c:v>
                </c:pt>
                <c:pt idx="4390">
                  <c:v>1.4284689999999999E-3</c:v>
                </c:pt>
                <c:pt idx="4391">
                  <c:v>1.431793E-3</c:v>
                </c:pt>
                <c:pt idx="4392">
                  <c:v>1.434386E-3</c:v>
                </c:pt>
                <c:pt idx="4393">
                  <c:v>1.4367130000000001E-3</c:v>
                </c:pt>
                <c:pt idx="4394">
                  <c:v>1.439339E-3</c:v>
                </c:pt>
                <c:pt idx="4395">
                  <c:v>1.441999E-3</c:v>
                </c:pt>
                <c:pt idx="4396">
                  <c:v>1.4446249999999999E-3</c:v>
                </c:pt>
                <c:pt idx="4397">
                  <c:v>1.446653E-3</c:v>
                </c:pt>
                <c:pt idx="4398">
                  <c:v>1.4475180000000001E-3</c:v>
                </c:pt>
                <c:pt idx="4399">
                  <c:v>1.447119E-3</c:v>
                </c:pt>
                <c:pt idx="4400">
                  <c:v>1.4452569999999999E-3</c:v>
                </c:pt>
                <c:pt idx="4401">
                  <c:v>1.441899E-3</c:v>
                </c:pt>
                <c:pt idx="4402">
                  <c:v>1.4379429999999999E-3</c:v>
                </c:pt>
                <c:pt idx="4403">
                  <c:v>1.433854E-3</c:v>
                </c:pt>
                <c:pt idx="4404">
                  <c:v>1.4307289999999999E-3</c:v>
                </c:pt>
                <c:pt idx="4405">
                  <c:v>1.428835E-3</c:v>
                </c:pt>
                <c:pt idx="4406">
                  <c:v>1.4283690000000001E-3</c:v>
                </c:pt>
                <c:pt idx="4407">
                  <c:v>1.428702E-3</c:v>
                </c:pt>
                <c:pt idx="4408">
                  <c:v>1.4288009999999999E-3</c:v>
                </c:pt>
                <c:pt idx="4409">
                  <c:v>1.427272E-3</c:v>
                </c:pt>
                <c:pt idx="4410">
                  <c:v>1.423183E-3</c:v>
                </c:pt>
                <c:pt idx="4411">
                  <c:v>1.4161690000000001E-3</c:v>
                </c:pt>
                <c:pt idx="4412">
                  <c:v>1.406961E-3</c:v>
                </c:pt>
                <c:pt idx="4413">
                  <c:v>1.3967560000000001E-3</c:v>
                </c:pt>
                <c:pt idx="4414">
                  <c:v>1.387482E-3</c:v>
                </c:pt>
                <c:pt idx="4415">
                  <c:v>1.380867E-3</c:v>
                </c:pt>
                <c:pt idx="4416">
                  <c:v>1.377809E-3</c:v>
                </c:pt>
                <c:pt idx="4417">
                  <c:v>1.378474E-3</c:v>
                </c:pt>
                <c:pt idx="4418">
                  <c:v>1.382695E-3</c:v>
                </c:pt>
                <c:pt idx="4419">
                  <c:v>1.3888119999999999E-3</c:v>
                </c:pt>
                <c:pt idx="4420">
                  <c:v>1.3964240000000001E-3</c:v>
                </c:pt>
                <c:pt idx="4421">
                  <c:v>1.4041349999999999E-3</c:v>
                </c:pt>
                <c:pt idx="4422">
                  <c:v>1.411748E-3</c:v>
                </c:pt>
                <c:pt idx="4423">
                  <c:v>1.418795E-3</c:v>
                </c:pt>
                <c:pt idx="4424">
                  <c:v>1.4251439999999999E-3</c:v>
                </c:pt>
                <c:pt idx="4425">
                  <c:v>1.4303639999999999E-3</c:v>
                </c:pt>
                <c:pt idx="4426">
                  <c:v>1.4344189999999999E-3</c:v>
                </c:pt>
                <c:pt idx="4427">
                  <c:v>1.4367799999999999E-3</c:v>
                </c:pt>
                <c:pt idx="4428">
                  <c:v>1.4379760000000001E-3</c:v>
                </c:pt>
                <c:pt idx="4429">
                  <c:v>1.43801E-3</c:v>
                </c:pt>
                <c:pt idx="4430">
                  <c:v>1.4378100000000001E-3</c:v>
                </c:pt>
                <c:pt idx="4431">
                  <c:v>1.438043E-3</c:v>
                </c:pt>
                <c:pt idx="4432">
                  <c:v>1.43914E-3</c:v>
                </c:pt>
                <c:pt idx="4433">
                  <c:v>1.4406029999999999E-3</c:v>
                </c:pt>
                <c:pt idx="4434">
                  <c:v>1.4415999999999999E-3</c:v>
                </c:pt>
                <c:pt idx="4435">
                  <c:v>1.4408019999999999E-3</c:v>
                </c:pt>
                <c:pt idx="4436">
                  <c:v>1.4376440000000001E-3</c:v>
                </c:pt>
                <c:pt idx="4437">
                  <c:v>1.43176E-3</c:v>
                </c:pt>
                <c:pt idx="4438">
                  <c:v>1.4239809999999999E-3</c:v>
                </c:pt>
                <c:pt idx="4439">
                  <c:v>1.416369E-3</c:v>
                </c:pt>
                <c:pt idx="4440">
                  <c:v>1.410751E-3</c:v>
                </c:pt>
                <c:pt idx="4441">
                  <c:v>1.408889E-3</c:v>
                </c:pt>
                <c:pt idx="4442">
                  <c:v>1.411748E-3</c:v>
                </c:pt>
                <c:pt idx="4443">
                  <c:v>1.418496E-3</c:v>
                </c:pt>
                <c:pt idx="4444">
                  <c:v>1.427605E-3</c:v>
                </c:pt>
                <c:pt idx="4445">
                  <c:v>1.436314E-3</c:v>
                </c:pt>
                <c:pt idx="4446">
                  <c:v>1.4423649999999999E-3</c:v>
                </c:pt>
                <c:pt idx="4447">
                  <c:v>1.4441269999999999E-3</c:v>
                </c:pt>
                <c:pt idx="4448">
                  <c:v>1.441068E-3</c:v>
                </c:pt>
                <c:pt idx="4449">
                  <c:v>1.4338210000000001E-3</c:v>
                </c:pt>
                <c:pt idx="4450">
                  <c:v>1.424081E-3</c:v>
                </c:pt>
                <c:pt idx="4451">
                  <c:v>1.413709E-3</c:v>
                </c:pt>
                <c:pt idx="4452">
                  <c:v>1.404867E-3</c:v>
                </c:pt>
                <c:pt idx="4453">
                  <c:v>1.39905E-3</c:v>
                </c:pt>
                <c:pt idx="4454">
                  <c:v>1.3968559999999999E-3</c:v>
                </c:pt>
                <c:pt idx="4455">
                  <c:v>1.3984850000000001E-3</c:v>
                </c:pt>
                <c:pt idx="4456">
                  <c:v>1.403437E-3</c:v>
                </c:pt>
                <c:pt idx="4457">
                  <c:v>1.410817E-3</c:v>
                </c:pt>
                <c:pt idx="4458">
                  <c:v>1.41956E-3</c:v>
                </c:pt>
                <c:pt idx="4459">
                  <c:v>1.4285350000000001E-3</c:v>
                </c:pt>
                <c:pt idx="4460">
                  <c:v>1.437079E-3</c:v>
                </c:pt>
                <c:pt idx="4461">
                  <c:v>1.4446249999999999E-3</c:v>
                </c:pt>
                <c:pt idx="4462">
                  <c:v>1.450776E-3</c:v>
                </c:pt>
                <c:pt idx="4463">
                  <c:v>1.4557960000000001E-3</c:v>
                </c:pt>
                <c:pt idx="4464">
                  <c:v>1.4598180000000001E-3</c:v>
                </c:pt>
                <c:pt idx="4465">
                  <c:v>1.4631760000000001E-3</c:v>
                </c:pt>
                <c:pt idx="4466">
                  <c:v>1.4661019999999999E-3</c:v>
                </c:pt>
                <c:pt idx="4467">
                  <c:v>1.4683960000000001E-3</c:v>
                </c:pt>
                <c:pt idx="4468">
                  <c:v>1.470357E-3</c:v>
                </c:pt>
                <c:pt idx="4469">
                  <c:v>1.471853E-3</c:v>
                </c:pt>
                <c:pt idx="4470">
                  <c:v>1.4728510000000001E-3</c:v>
                </c:pt>
                <c:pt idx="4471">
                  <c:v>1.47335E-3</c:v>
                </c:pt>
                <c:pt idx="4472">
                  <c:v>1.4737820000000001E-3</c:v>
                </c:pt>
                <c:pt idx="4473">
                  <c:v>1.474181E-3</c:v>
                </c:pt>
                <c:pt idx="4474">
                  <c:v>1.4745800000000001E-3</c:v>
                </c:pt>
                <c:pt idx="4475">
                  <c:v>1.475145E-3</c:v>
                </c:pt>
                <c:pt idx="4476">
                  <c:v>1.4758429999999999E-3</c:v>
                </c:pt>
                <c:pt idx="4477">
                  <c:v>1.4766740000000001E-3</c:v>
                </c:pt>
                <c:pt idx="4478">
                  <c:v>1.4775719999999999E-3</c:v>
                </c:pt>
                <c:pt idx="4479">
                  <c:v>1.4785029999999999E-3</c:v>
                </c:pt>
                <c:pt idx="4480">
                  <c:v>1.4795330000000001E-3</c:v>
                </c:pt>
                <c:pt idx="4481">
                  <c:v>1.4799990000000001E-3</c:v>
                </c:pt>
                <c:pt idx="4482">
                  <c:v>1.4796659999999999E-3</c:v>
                </c:pt>
                <c:pt idx="4483">
                  <c:v>1.4776050000000001E-3</c:v>
                </c:pt>
                <c:pt idx="4484">
                  <c:v>1.473881E-3</c:v>
                </c:pt>
                <c:pt idx="4485">
                  <c:v>1.46813E-3</c:v>
                </c:pt>
                <c:pt idx="4486">
                  <c:v>1.4613479999999999E-3</c:v>
                </c:pt>
                <c:pt idx="4487">
                  <c:v>1.454665E-3</c:v>
                </c:pt>
                <c:pt idx="4488">
                  <c:v>1.449246E-3</c:v>
                </c:pt>
                <c:pt idx="4489">
                  <c:v>1.446321E-3</c:v>
                </c:pt>
                <c:pt idx="4490">
                  <c:v>1.446288E-3</c:v>
                </c:pt>
                <c:pt idx="4491">
                  <c:v>1.4486480000000001E-3</c:v>
                </c:pt>
                <c:pt idx="4492">
                  <c:v>1.45287E-3</c:v>
                </c:pt>
                <c:pt idx="4493">
                  <c:v>1.4577570000000001E-3</c:v>
                </c:pt>
                <c:pt idx="4494">
                  <c:v>1.4625440000000001E-3</c:v>
                </c:pt>
                <c:pt idx="4495">
                  <c:v>1.4669660000000001E-3</c:v>
                </c:pt>
                <c:pt idx="4496">
                  <c:v>1.471654E-3</c:v>
                </c:pt>
                <c:pt idx="4497">
                  <c:v>1.476907E-3</c:v>
                </c:pt>
                <c:pt idx="4498">
                  <c:v>1.483224E-3</c:v>
                </c:pt>
                <c:pt idx="4499">
                  <c:v>1.490505E-3</c:v>
                </c:pt>
                <c:pt idx="4500">
                  <c:v>1.497986E-3</c:v>
                </c:pt>
                <c:pt idx="4501">
                  <c:v>1.504469E-3</c:v>
                </c:pt>
                <c:pt idx="4502">
                  <c:v>1.5086920000000001E-3</c:v>
                </c:pt>
                <c:pt idx="4503">
                  <c:v>1.509989E-3</c:v>
                </c:pt>
                <c:pt idx="4504">
                  <c:v>1.508459E-3</c:v>
                </c:pt>
                <c:pt idx="4505">
                  <c:v>1.504636E-3</c:v>
                </c:pt>
                <c:pt idx="4506">
                  <c:v>1.50018E-3</c:v>
                </c:pt>
                <c:pt idx="4507">
                  <c:v>1.496224E-3</c:v>
                </c:pt>
                <c:pt idx="4508">
                  <c:v>1.4940629999999999E-3</c:v>
                </c:pt>
                <c:pt idx="4509">
                  <c:v>1.4939300000000001E-3</c:v>
                </c:pt>
                <c:pt idx="4510">
                  <c:v>1.4956590000000001E-3</c:v>
                </c:pt>
                <c:pt idx="4511">
                  <c:v>1.4986839999999999E-3</c:v>
                </c:pt>
                <c:pt idx="4512">
                  <c:v>1.502076E-3</c:v>
                </c:pt>
                <c:pt idx="4513">
                  <c:v>1.5047019999999999E-3</c:v>
                </c:pt>
                <c:pt idx="4514">
                  <c:v>1.505899E-3</c:v>
                </c:pt>
                <c:pt idx="4515">
                  <c:v>1.504636E-3</c:v>
                </c:pt>
                <c:pt idx="4516">
                  <c:v>1.5012109999999999E-3</c:v>
                </c:pt>
                <c:pt idx="4517">
                  <c:v>1.4955260000000001E-3</c:v>
                </c:pt>
                <c:pt idx="4518">
                  <c:v>1.4890420000000001E-3</c:v>
                </c:pt>
                <c:pt idx="4519">
                  <c:v>1.483191E-3</c:v>
                </c:pt>
                <c:pt idx="4520">
                  <c:v>1.479899E-3</c:v>
                </c:pt>
                <c:pt idx="4521">
                  <c:v>1.480564E-3</c:v>
                </c:pt>
                <c:pt idx="4522">
                  <c:v>1.485817E-3</c:v>
                </c:pt>
                <c:pt idx="4523">
                  <c:v>1.495127E-3</c:v>
                </c:pt>
                <c:pt idx="4524">
                  <c:v>1.5065969999999999E-3</c:v>
                </c:pt>
                <c:pt idx="4525">
                  <c:v>1.5175029999999999E-3</c:v>
                </c:pt>
                <c:pt idx="4526">
                  <c:v>1.525251E-3</c:v>
                </c:pt>
                <c:pt idx="4527">
                  <c:v>1.528443E-3</c:v>
                </c:pt>
                <c:pt idx="4528">
                  <c:v>1.5265470000000001E-3</c:v>
                </c:pt>
                <c:pt idx="4529">
                  <c:v>1.521028E-3</c:v>
                </c:pt>
                <c:pt idx="4530">
                  <c:v>1.514112E-3</c:v>
                </c:pt>
                <c:pt idx="4531">
                  <c:v>1.5080269999999999E-3</c:v>
                </c:pt>
                <c:pt idx="4532">
                  <c:v>1.5046020000000001E-3</c:v>
                </c:pt>
                <c:pt idx="4533">
                  <c:v>1.5042370000000001E-3</c:v>
                </c:pt>
                <c:pt idx="4534">
                  <c:v>1.506365E-3</c:v>
                </c:pt>
                <c:pt idx="4535">
                  <c:v>1.50939E-3</c:v>
                </c:pt>
                <c:pt idx="4536">
                  <c:v>1.511851E-3</c:v>
                </c:pt>
                <c:pt idx="4537">
                  <c:v>1.512483E-3</c:v>
                </c:pt>
                <c:pt idx="4538">
                  <c:v>1.510986E-3</c:v>
                </c:pt>
                <c:pt idx="4539">
                  <c:v>1.5079609999999999E-3</c:v>
                </c:pt>
                <c:pt idx="4540">
                  <c:v>1.504104E-3</c:v>
                </c:pt>
                <c:pt idx="4541">
                  <c:v>1.5001140000000001E-3</c:v>
                </c:pt>
                <c:pt idx="4542">
                  <c:v>1.4968220000000001E-3</c:v>
                </c:pt>
                <c:pt idx="4543">
                  <c:v>1.494495E-3</c:v>
                </c:pt>
                <c:pt idx="4544">
                  <c:v>1.4931980000000001E-3</c:v>
                </c:pt>
                <c:pt idx="4545">
                  <c:v>1.4931980000000001E-3</c:v>
                </c:pt>
                <c:pt idx="4546">
                  <c:v>1.494528E-3</c:v>
                </c:pt>
                <c:pt idx="4547">
                  <c:v>1.497354E-3</c:v>
                </c:pt>
                <c:pt idx="4548">
                  <c:v>1.501477E-3</c:v>
                </c:pt>
                <c:pt idx="4549">
                  <c:v>1.5062319999999999E-3</c:v>
                </c:pt>
                <c:pt idx="4550">
                  <c:v>1.5106869999999999E-3</c:v>
                </c:pt>
                <c:pt idx="4551">
                  <c:v>1.5137460000000001E-3</c:v>
                </c:pt>
                <c:pt idx="4552">
                  <c:v>1.5148760000000001E-3</c:v>
                </c:pt>
                <c:pt idx="4553">
                  <c:v>1.5131470000000001E-3</c:v>
                </c:pt>
                <c:pt idx="4554">
                  <c:v>1.509224E-3</c:v>
                </c:pt>
                <c:pt idx="4555">
                  <c:v>1.504004E-3</c:v>
                </c:pt>
                <c:pt idx="4556">
                  <c:v>1.498751E-3</c:v>
                </c:pt>
                <c:pt idx="4557">
                  <c:v>1.494595E-3</c:v>
                </c:pt>
                <c:pt idx="4558">
                  <c:v>1.4922340000000001E-3</c:v>
                </c:pt>
                <c:pt idx="4559">
                  <c:v>1.492068E-3</c:v>
                </c:pt>
                <c:pt idx="4560">
                  <c:v>1.4935969999999999E-3</c:v>
                </c:pt>
                <c:pt idx="4561">
                  <c:v>1.4966230000000001E-3</c:v>
                </c:pt>
                <c:pt idx="4562">
                  <c:v>1.500347E-3</c:v>
                </c:pt>
                <c:pt idx="4563">
                  <c:v>1.504104E-3</c:v>
                </c:pt>
                <c:pt idx="4564">
                  <c:v>1.5081929999999999E-3</c:v>
                </c:pt>
                <c:pt idx="4565">
                  <c:v>1.512017E-3</c:v>
                </c:pt>
                <c:pt idx="4566">
                  <c:v>1.515874E-3</c:v>
                </c:pt>
                <c:pt idx="4567">
                  <c:v>1.5197310000000001E-3</c:v>
                </c:pt>
                <c:pt idx="4568">
                  <c:v>1.523588E-3</c:v>
                </c:pt>
                <c:pt idx="4569">
                  <c:v>1.5269459999999999E-3</c:v>
                </c:pt>
                <c:pt idx="4570">
                  <c:v>1.5294729999999999E-3</c:v>
                </c:pt>
                <c:pt idx="4571">
                  <c:v>1.5305710000000001E-3</c:v>
                </c:pt>
                <c:pt idx="4572">
                  <c:v>1.5299720000000001E-3</c:v>
                </c:pt>
                <c:pt idx="4573">
                  <c:v>1.526847E-3</c:v>
                </c:pt>
                <c:pt idx="4574">
                  <c:v>1.5212610000000001E-3</c:v>
                </c:pt>
                <c:pt idx="4575">
                  <c:v>1.5133799999999999E-3</c:v>
                </c:pt>
                <c:pt idx="4576">
                  <c:v>1.503938E-3</c:v>
                </c:pt>
                <c:pt idx="4577">
                  <c:v>1.4942289999999999E-3</c:v>
                </c:pt>
                <c:pt idx="4578">
                  <c:v>1.4855840000000001E-3</c:v>
                </c:pt>
                <c:pt idx="4579">
                  <c:v>1.4791680000000001E-3</c:v>
                </c:pt>
                <c:pt idx="4580">
                  <c:v>1.4760089999999999E-3</c:v>
                </c:pt>
                <c:pt idx="4581">
                  <c:v>1.476209E-3</c:v>
                </c:pt>
                <c:pt idx="4582">
                  <c:v>1.4792340000000001E-3</c:v>
                </c:pt>
                <c:pt idx="4583">
                  <c:v>1.484155E-3</c:v>
                </c:pt>
                <c:pt idx="4584">
                  <c:v>1.4897739999999999E-3</c:v>
                </c:pt>
                <c:pt idx="4585">
                  <c:v>1.4948610000000001E-3</c:v>
                </c:pt>
                <c:pt idx="4586">
                  <c:v>1.4986509999999999E-3</c:v>
                </c:pt>
                <c:pt idx="4587">
                  <c:v>1.500845E-3</c:v>
                </c:pt>
                <c:pt idx="4588">
                  <c:v>1.501278E-3</c:v>
                </c:pt>
                <c:pt idx="4589">
                  <c:v>1.5002139999999999E-3</c:v>
                </c:pt>
                <c:pt idx="4590">
                  <c:v>1.4976869999999999E-3</c:v>
                </c:pt>
                <c:pt idx="4591">
                  <c:v>1.493896E-3</c:v>
                </c:pt>
                <c:pt idx="4592">
                  <c:v>1.488643E-3</c:v>
                </c:pt>
                <c:pt idx="4593">
                  <c:v>1.4820600000000001E-3</c:v>
                </c:pt>
                <c:pt idx="4594">
                  <c:v>1.474679E-3</c:v>
                </c:pt>
                <c:pt idx="4595">
                  <c:v>1.466534E-3</c:v>
                </c:pt>
                <c:pt idx="4596">
                  <c:v>1.4586550000000001E-3</c:v>
                </c:pt>
                <c:pt idx="4597">
                  <c:v>1.4518389999999999E-3</c:v>
                </c:pt>
                <c:pt idx="4598">
                  <c:v>1.446653E-3</c:v>
                </c:pt>
                <c:pt idx="4599">
                  <c:v>1.443628E-3</c:v>
                </c:pt>
                <c:pt idx="4600">
                  <c:v>1.4432959999999999E-3</c:v>
                </c:pt>
                <c:pt idx="4601">
                  <c:v>1.445357E-3</c:v>
                </c:pt>
                <c:pt idx="4602">
                  <c:v>1.4494130000000001E-3</c:v>
                </c:pt>
                <c:pt idx="4603">
                  <c:v>1.454931E-3</c:v>
                </c:pt>
                <c:pt idx="4604">
                  <c:v>1.460816E-3</c:v>
                </c:pt>
                <c:pt idx="4605">
                  <c:v>1.466069E-3</c:v>
                </c:pt>
                <c:pt idx="4606">
                  <c:v>1.469859E-3</c:v>
                </c:pt>
                <c:pt idx="4607">
                  <c:v>1.471687E-3</c:v>
                </c:pt>
                <c:pt idx="4608">
                  <c:v>1.4714540000000001E-3</c:v>
                </c:pt>
                <c:pt idx="4609">
                  <c:v>1.469426E-3</c:v>
                </c:pt>
                <c:pt idx="4610">
                  <c:v>1.466534E-3</c:v>
                </c:pt>
                <c:pt idx="4611">
                  <c:v>1.4631430000000001E-3</c:v>
                </c:pt>
                <c:pt idx="4612">
                  <c:v>1.4602840000000001E-3</c:v>
                </c:pt>
                <c:pt idx="4613">
                  <c:v>1.4576910000000001E-3</c:v>
                </c:pt>
                <c:pt idx="4614">
                  <c:v>1.4554959999999999E-3</c:v>
                </c:pt>
                <c:pt idx="4615">
                  <c:v>1.4531360000000001E-3</c:v>
                </c:pt>
                <c:pt idx="4616">
                  <c:v>1.45021E-3</c:v>
                </c:pt>
                <c:pt idx="4617">
                  <c:v>1.446454E-3</c:v>
                </c:pt>
                <c:pt idx="4618">
                  <c:v>1.4423649999999999E-3</c:v>
                </c:pt>
                <c:pt idx="4619">
                  <c:v>1.438209E-3</c:v>
                </c:pt>
                <c:pt idx="4620">
                  <c:v>1.434818E-3</c:v>
                </c:pt>
                <c:pt idx="4621">
                  <c:v>1.432558E-3</c:v>
                </c:pt>
                <c:pt idx="4622">
                  <c:v>1.431627E-3</c:v>
                </c:pt>
                <c:pt idx="4623">
                  <c:v>1.431926E-3</c:v>
                </c:pt>
                <c:pt idx="4624">
                  <c:v>1.432624E-3</c:v>
                </c:pt>
                <c:pt idx="4625">
                  <c:v>1.433555E-3</c:v>
                </c:pt>
                <c:pt idx="4626">
                  <c:v>1.4340869999999999E-3</c:v>
                </c:pt>
                <c:pt idx="4627">
                  <c:v>1.434453E-3</c:v>
                </c:pt>
                <c:pt idx="4628">
                  <c:v>1.4350840000000001E-3</c:v>
                </c:pt>
                <c:pt idx="4629">
                  <c:v>1.4360480000000001E-3</c:v>
                </c:pt>
                <c:pt idx="4630">
                  <c:v>1.4376110000000001E-3</c:v>
                </c:pt>
                <c:pt idx="4631">
                  <c:v>1.4400039999999999E-3</c:v>
                </c:pt>
                <c:pt idx="4632">
                  <c:v>1.4427299999999999E-3</c:v>
                </c:pt>
                <c:pt idx="4633">
                  <c:v>1.445457E-3</c:v>
                </c:pt>
                <c:pt idx="4634">
                  <c:v>1.447418E-3</c:v>
                </c:pt>
                <c:pt idx="4635">
                  <c:v>1.448515E-3</c:v>
                </c:pt>
                <c:pt idx="4636">
                  <c:v>1.448714E-3</c:v>
                </c:pt>
                <c:pt idx="4637">
                  <c:v>1.4478169999999999E-3</c:v>
                </c:pt>
                <c:pt idx="4638">
                  <c:v>1.446653E-3</c:v>
                </c:pt>
                <c:pt idx="4639">
                  <c:v>1.445357E-3</c:v>
                </c:pt>
                <c:pt idx="4640">
                  <c:v>1.4443259999999999E-3</c:v>
                </c:pt>
                <c:pt idx="4641">
                  <c:v>1.4436939999999999E-3</c:v>
                </c:pt>
                <c:pt idx="4642">
                  <c:v>1.4432620000000001E-3</c:v>
                </c:pt>
                <c:pt idx="4643">
                  <c:v>1.442631E-3</c:v>
                </c:pt>
                <c:pt idx="4644">
                  <c:v>1.4415000000000001E-3</c:v>
                </c:pt>
                <c:pt idx="4645">
                  <c:v>1.439107E-3</c:v>
                </c:pt>
                <c:pt idx="4646">
                  <c:v>1.4351839999999999E-3</c:v>
                </c:pt>
                <c:pt idx="4647">
                  <c:v>1.4294659999999999E-3</c:v>
                </c:pt>
                <c:pt idx="4648">
                  <c:v>1.422319E-3</c:v>
                </c:pt>
                <c:pt idx="4649">
                  <c:v>1.4142079999999999E-3</c:v>
                </c:pt>
                <c:pt idx="4650">
                  <c:v>1.405964E-3</c:v>
                </c:pt>
                <c:pt idx="4651">
                  <c:v>1.398418E-3</c:v>
                </c:pt>
                <c:pt idx="4652">
                  <c:v>1.3919690000000001E-3</c:v>
                </c:pt>
                <c:pt idx="4653">
                  <c:v>1.387283E-3</c:v>
                </c:pt>
                <c:pt idx="4654">
                  <c:v>1.3839919999999999E-3</c:v>
                </c:pt>
                <c:pt idx="4655">
                  <c:v>1.381731E-3</c:v>
                </c:pt>
                <c:pt idx="4656">
                  <c:v>1.3798700000000001E-3</c:v>
                </c:pt>
                <c:pt idx="4657">
                  <c:v>1.3781080000000001E-3</c:v>
                </c:pt>
                <c:pt idx="4658">
                  <c:v>1.3760140000000001E-3</c:v>
                </c:pt>
                <c:pt idx="4659">
                  <c:v>1.373787E-3</c:v>
                </c:pt>
                <c:pt idx="4660">
                  <c:v>1.3717930000000001E-3</c:v>
                </c:pt>
                <c:pt idx="4661">
                  <c:v>1.370397E-3</c:v>
                </c:pt>
                <c:pt idx="4662">
                  <c:v>1.3696660000000001E-3</c:v>
                </c:pt>
                <c:pt idx="4663">
                  <c:v>1.3700310000000001E-3</c:v>
                </c:pt>
                <c:pt idx="4664">
                  <c:v>1.371195E-3</c:v>
                </c:pt>
                <c:pt idx="4665">
                  <c:v>1.3730560000000001E-3</c:v>
                </c:pt>
                <c:pt idx="4666">
                  <c:v>1.3750839999999999E-3</c:v>
                </c:pt>
                <c:pt idx="4667">
                  <c:v>1.3770779999999999E-3</c:v>
                </c:pt>
                <c:pt idx="4668">
                  <c:v>1.37874E-3</c:v>
                </c:pt>
                <c:pt idx="4669">
                  <c:v>1.379637E-3</c:v>
                </c:pt>
                <c:pt idx="4670">
                  <c:v>1.379604E-3</c:v>
                </c:pt>
                <c:pt idx="4671">
                  <c:v>1.3783409999999999E-3</c:v>
                </c:pt>
                <c:pt idx="4672">
                  <c:v>1.375881E-3</c:v>
                </c:pt>
                <c:pt idx="4673">
                  <c:v>1.3722910000000001E-3</c:v>
                </c:pt>
                <c:pt idx="4674">
                  <c:v>1.3682029999999999E-3</c:v>
                </c:pt>
                <c:pt idx="4675">
                  <c:v>1.3638159999999999E-3</c:v>
                </c:pt>
                <c:pt idx="4676">
                  <c:v>1.3598939999999999E-3</c:v>
                </c:pt>
                <c:pt idx="4677">
                  <c:v>1.356669E-3</c:v>
                </c:pt>
                <c:pt idx="4678">
                  <c:v>1.354044E-3</c:v>
                </c:pt>
                <c:pt idx="4679">
                  <c:v>1.3518169999999999E-3</c:v>
                </c:pt>
                <c:pt idx="4680">
                  <c:v>1.3495899999999999E-3</c:v>
                </c:pt>
                <c:pt idx="4681">
                  <c:v>1.346798E-3</c:v>
                </c:pt>
                <c:pt idx="4682">
                  <c:v>1.3433410000000001E-3</c:v>
                </c:pt>
                <c:pt idx="4683">
                  <c:v>1.339519E-3</c:v>
                </c:pt>
                <c:pt idx="4684">
                  <c:v>1.3359629999999999E-3</c:v>
                </c:pt>
                <c:pt idx="4685">
                  <c:v>1.333271E-3</c:v>
                </c:pt>
                <c:pt idx="4686">
                  <c:v>1.332174E-3</c:v>
                </c:pt>
                <c:pt idx="4687">
                  <c:v>1.3325730000000001E-3</c:v>
                </c:pt>
                <c:pt idx="4688">
                  <c:v>1.334334E-3</c:v>
                </c:pt>
                <c:pt idx="4689">
                  <c:v>1.3364609999999999E-3</c:v>
                </c:pt>
                <c:pt idx="4690">
                  <c:v>1.3381230000000001E-3</c:v>
                </c:pt>
                <c:pt idx="4691">
                  <c:v>1.338323E-3</c:v>
                </c:pt>
                <c:pt idx="4692">
                  <c:v>1.3368939999999999E-3</c:v>
                </c:pt>
                <c:pt idx="4693">
                  <c:v>1.333603E-3</c:v>
                </c:pt>
                <c:pt idx="4694">
                  <c:v>1.3286179999999999E-3</c:v>
                </c:pt>
                <c:pt idx="4695">
                  <c:v>1.322569E-3</c:v>
                </c:pt>
                <c:pt idx="4696">
                  <c:v>1.316055E-3</c:v>
                </c:pt>
                <c:pt idx="4697">
                  <c:v>1.3094409999999999E-3</c:v>
                </c:pt>
                <c:pt idx="4698">
                  <c:v>1.3031270000000001E-3</c:v>
                </c:pt>
                <c:pt idx="4699">
                  <c:v>1.297311E-3</c:v>
                </c:pt>
                <c:pt idx="4700">
                  <c:v>1.2925250000000001E-3</c:v>
                </c:pt>
                <c:pt idx="4701">
                  <c:v>1.2890359999999999E-3</c:v>
                </c:pt>
                <c:pt idx="4702">
                  <c:v>1.287175E-3</c:v>
                </c:pt>
                <c:pt idx="4703">
                  <c:v>1.286976E-3</c:v>
                </c:pt>
                <c:pt idx="4704">
                  <c:v>1.288272E-3</c:v>
                </c:pt>
                <c:pt idx="4705">
                  <c:v>1.2908310000000001E-3</c:v>
                </c:pt>
                <c:pt idx="4706">
                  <c:v>1.293988E-3</c:v>
                </c:pt>
                <c:pt idx="4707">
                  <c:v>1.2970119999999999E-3</c:v>
                </c:pt>
                <c:pt idx="4708">
                  <c:v>1.299637E-3</c:v>
                </c:pt>
                <c:pt idx="4709">
                  <c:v>1.301565E-3</c:v>
                </c:pt>
                <c:pt idx="4710">
                  <c:v>1.302894E-3</c:v>
                </c:pt>
                <c:pt idx="4711">
                  <c:v>1.303825E-3</c:v>
                </c:pt>
                <c:pt idx="4712">
                  <c:v>1.3045890000000001E-3</c:v>
                </c:pt>
                <c:pt idx="4713">
                  <c:v>1.3053870000000001E-3</c:v>
                </c:pt>
                <c:pt idx="4714">
                  <c:v>1.306151E-3</c:v>
                </c:pt>
                <c:pt idx="4715">
                  <c:v>1.30645E-3</c:v>
                </c:pt>
                <c:pt idx="4716">
                  <c:v>1.306118E-3</c:v>
                </c:pt>
                <c:pt idx="4717">
                  <c:v>1.3046220000000001E-3</c:v>
                </c:pt>
                <c:pt idx="4718">
                  <c:v>1.301698E-3</c:v>
                </c:pt>
                <c:pt idx="4719">
                  <c:v>1.2973769999999999E-3</c:v>
                </c:pt>
                <c:pt idx="4720">
                  <c:v>1.29196E-3</c:v>
                </c:pt>
                <c:pt idx="4721">
                  <c:v>1.28568E-3</c:v>
                </c:pt>
                <c:pt idx="4722">
                  <c:v>1.279266E-3</c:v>
                </c:pt>
                <c:pt idx="4723">
                  <c:v>1.273218E-3</c:v>
                </c:pt>
                <c:pt idx="4724">
                  <c:v>1.2681999999999999E-3</c:v>
                </c:pt>
                <c:pt idx="4725">
                  <c:v>1.2643120000000001E-3</c:v>
                </c:pt>
                <c:pt idx="4726">
                  <c:v>1.261819E-3</c:v>
                </c:pt>
                <c:pt idx="4727">
                  <c:v>1.260623E-3</c:v>
                </c:pt>
                <c:pt idx="4728">
                  <c:v>1.26049E-3</c:v>
                </c:pt>
                <c:pt idx="4729">
                  <c:v>1.2610550000000001E-3</c:v>
                </c:pt>
                <c:pt idx="4730">
                  <c:v>1.262251E-3</c:v>
                </c:pt>
                <c:pt idx="4731">
                  <c:v>1.263714E-3</c:v>
                </c:pt>
                <c:pt idx="4732">
                  <c:v>1.2658400000000001E-3</c:v>
                </c:pt>
                <c:pt idx="4733">
                  <c:v>1.2683659999999999E-3</c:v>
                </c:pt>
                <c:pt idx="4734">
                  <c:v>1.271423E-3</c:v>
                </c:pt>
                <c:pt idx="4735">
                  <c:v>1.2750120000000001E-3</c:v>
                </c:pt>
                <c:pt idx="4736">
                  <c:v>1.2787670000000001E-3</c:v>
                </c:pt>
                <c:pt idx="4737">
                  <c:v>1.2820240000000001E-3</c:v>
                </c:pt>
                <c:pt idx="4738">
                  <c:v>1.2844829999999999E-3</c:v>
                </c:pt>
                <c:pt idx="4739">
                  <c:v>1.2854139999999999E-3</c:v>
                </c:pt>
                <c:pt idx="4740">
                  <c:v>1.284849E-3</c:v>
                </c:pt>
                <c:pt idx="4741">
                  <c:v>1.282755E-3</c:v>
                </c:pt>
                <c:pt idx="4742">
                  <c:v>1.2798639999999999E-3</c:v>
                </c:pt>
                <c:pt idx="4743">
                  <c:v>1.2767729999999999E-3</c:v>
                </c:pt>
                <c:pt idx="4744">
                  <c:v>1.274215E-3</c:v>
                </c:pt>
                <c:pt idx="4745">
                  <c:v>1.2725530000000001E-3</c:v>
                </c:pt>
                <c:pt idx="4746">
                  <c:v>1.2720209999999999E-3</c:v>
                </c:pt>
                <c:pt idx="4747">
                  <c:v>1.272586E-3</c:v>
                </c:pt>
                <c:pt idx="4748">
                  <c:v>1.2738490000000001E-3</c:v>
                </c:pt>
                <c:pt idx="4749">
                  <c:v>1.2754769999999999E-3</c:v>
                </c:pt>
                <c:pt idx="4750">
                  <c:v>1.277172E-3</c:v>
                </c:pt>
                <c:pt idx="4751">
                  <c:v>1.278834E-3</c:v>
                </c:pt>
                <c:pt idx="4752">
                  <c:v>1.2805620000000001E-3</c:v>
                </c:pt>
                <c:pt idx="4753">
                  <c:v>1.2821569999999999E-3</c:v>
                </c:pt>
                <c:pt idx="4754">
                  <c:v>1.2840180000000001E-3</c:v>
                </c:pt>
                <c:pt idx="4755">
                  <c:v>1.285979E-3</c:v>
                </c:pt>
                <c:pt idx="4756">
                  <c:v>1.288272E-3</c:v>
                </c:pt>
                <c:pt idx="4757">
                  <c:v>1.290731E-3</c:v>
                </c:pt>
                <c:pt idx="4758">
                  <c:v>1.2932569999999999E-3</c:v>
                </c:pt>
                <c:pt idx="4759">
                  <c:v>1.2957489999999999E-3</c:v>
                </c:pt>
                <c:pt idx="4760">
                  <c:v>1.2980750000000001E-3</c:v>
                </c:pt>
                <c:pt idx="4761">
                  <c:v>1.2998370000000001E-3</c:v>
                </c:pt>
                <c:pt idx="4762">
                  <c:v>1.3010000000000001E-3</c:v>
                </c:pt>
                <c:pt idx="4763">
                  <c:v>1.3012659999999999E-3</c:v>
                </c:pt>
                <c:pt idx="4764">
                  <c:v>1.300701E-3</c:v>
                </c:pt>
                <c:pt idx="4765">
                  <c:v>1.299471E-3</c:v>
                </c:pt>
                <c:pt idx="4766">
                  <c:v>1.2980089999999999E-3</c:v>
                </c:pt>
                <c:pt idx="4767">
                  <c:v>1.2965800000000001E-3</c:v>
                </c:pt>
                <c:pt idx="4768">
                  <c:v>1.2955830000000001E-3</c:v>
                </c:pt>
                <c:pt idx="4769">
                  <c:v>1.2949179999999999E-3</c:v>
                </c:pt>
                <c:pt idx="4770">
                  <c:v>1.294686E-3</c:v>
                </c:pt>
                <c:pt idx="4771">
                  <c:v>1.2944860000000001E-3</c:v>
                </c:pt>
                <c:pt idx="4772">
                  <c:v>1.294087E-3</c:v>
                </c:pt>
                <c:pt idx="4773">
                  <c:v>1.293024E-3</c:v>
                </c:pt>
                <c:pt idx="4774">
                  <c:v>1.291263E-3</c:v>
                </c:pt>
                <c:pt idx="4775">
                  <c:v>1.28897E-3</c:v>
                </c:pt>
                <c:pt idx="4776">
                  <c:v>1.2864110000000001E-3</c:v>
                </c:pt>
                <c:pt idx="4777">
                  <c:v>1.284084E-3</c:v>
                </c:pt>
                <c:pt idx="4778">
                  <c:v>1.282257E-3</c:v>
                </c:pt>
                <c:pt idx="4779">
                  <c:v>1.2811599999999999E-3</c:v>
                </c:pt>
                <c:pt idx="4780">
                  <c:v>1.2807610000000001E-3</c:v>
                </c:pt>
                <c:pt idx="4781">
                  <c:v>1.2809270000000001E-3</c:v>
                </c:pt>
                <c:pt idx="4782">
                  <c:v>1.281459E-3</c:v>
                </c:pt>
                <c:pt idx="4783">
                  <c:v>1.2822230000000001E-3</c:v>
                </c:pt>
                <c:pt idx="4784">
                  <c:v>1.2831870000000001E-3</c:v>
                </c:pt>
                <c:pt idx="4785">
                  <c:v>1.2845160000000001E-3</c:v>
                </c:pt>
                <c:pt idx="4786">
                  <c:v>1.2863110000000001E-3</c:v>
                </c:pt>
                <c:pt idx="4787">
                  <c:v>1.288637E-3</c:v>
                </c:pt>
                <c:pt idx="4788">
                  <c:v>1.2914949999999999E-3</c:v>
                </c:pt>
                <c:pt idx="4789">
                  <c:v>1.2946190000000001E-3</c:v>
                </c:pt>
                <c:pt idx="4790">
                  <c:v>1.2977430000000001E-3</c:v>
                </c:pt>
                <c:pt idx="4791">
                  <c:v>1.3002689999999999E-3</c:v>
                </c:pt>
                <c:pt idx="4792">
                  <c:v>1.3019970000000001E-3</c:v>
                </c:pt>
                <c:pt idx="4793">
                  <c:v>1.302828E-3</c:v>
                </c:pt>
                <c:pt idx="4794">
                  <c:v>1.3025949999999999E-3</c:v>
                </c:pt>
                <c:pt idx="4795">
                  <c:v>1.301764E-3</c:v>
                </c:pt>
                <c:pt idx="4796">
                  <c:v>1.300867E-3</c:v>
                </c:pt>
                <c:pt idx="4797">
                  <c:v>1.3001359999999999E-3</c:v>
                </c:pt>
                <c:pt idx="4798">
                  <c:v>1.3000030000000001E-3</c:v>
                </c:pt>
                <c:pt idx="4799">
                  <c:v>1.300568E-3</c:v>
                </c:pt>
                <c:pt idx="4800">
                  <c:v>1.301698E-3</c:v>
                </c:pt>
                <c:pt idx="4801">
                  <c:v>1.303027E-3</c:v>
                </c:pt>
                <c:pt idx="4802">
                  <c:v>1.304057E-3</c:v>
                </c:pt>
                <c:pt idx="4803">
                  <c:v>1.3044230000000001E-3</c:v>
                </c:pt>
                <c:pt idx="4804">
                  <c:v>1.304024E-3</c:v>
                </c:pt>
                <c:pt idx="4805">
                  <c:v>1.302861E-3</c:v>
                </c:pt>
                <c:pt idx="4806">
                  <c:v>1.3014649999999999E-3</c:v>
                </c:pt>
                <c:pt idx="4807">
                  <c:v>1.3002020000000001E-3</c:v>
                </c:pt>
                <c:pt idx="4808">
                  <c:v>1.299803E-3</c:v>
                </c:pt>
                <c:pt idx="4809">
                  <c:v>1.3005009999999999E-3</c:v>
                </c:pt>
                <c:pt idx="4810">
                  <c:v>1.302529E-3</c:v>
                </c:pt>
                <c:pt idx="4811">
                  <c:v>1.3055530000000001E-3</c:v>
                </c:pt>
                <c:pt idx="4812">
                  <c:v>1.309375E-3</c:v>
                </c:pt>
                <c:pt idx="4813">
                  <c:v>1.3134290000000001E-3</c:v>
                </c:pt>
                <c:pt idx="4814">
                  <c:v>1.317417E-3</c:v>
                </c:pt>
                <c:pt idx="4815">
                  <c:v>1.3210069999999999E-3</c:v>
                </c:pt>
                <c:pt idx="4816">
                  <c:v>1.3239980000000001E-3</c:v>
                </c:pt>
                <c:pt idx="4817">
                  <c:v>1.326158E-3</c:v>
                </c:pt>
                <c:pt idx="4818">
                  <c:v>1.3272550000000001E-3</c:v>
                </c:pt>
                <c:pt idx="4819">
                  <c:v>1.3272220000000001E-3</c:v>
                </c:pt>
                <c:pt idx="4820">
                  <c:v>1.325992E-3</c:v>
                </c:pt>
                <c:pt idx="4821">
                  <c:v>1.323367E-3</c:v>
                </c:pt>
                <c:pt idx="4822">
                  <c:v>1.319611E-3</c:v>
                </c:pt>
                <c:pt idx="4823">
                  <c:v>1.315224E-3</c:v>
                </c:pt>
                <c:pt idx="4824">
                  <c:v>1.3109370000000001E-3</c:v>
                </c:pt>
                <c:pt idx="4825">
                  <c:v>1.307248E-3</c:v>
                </c:pt>
                <c:pt idx="4826">
                  <c:v>1.3047219999999999E-3</c:v>
                </c:pt>
                <c:pt idx="4827">
                  <c:v>1.3037579999999999E-3</c:v>
                </c:pt>
                <c:pt idx="4828">
                  <c:v>1.3044560000000001E-3</c:v>
                </c:pt>
                <c:pt idx="4829">
                  <c:v>1.306317E-3</c:v>
                </c:pt>
                <c:pt idx="4830">
                  <c:v>1.3090759999999999E-3</c:v>
                </c:pt>
                <c:pt idx="4831">
                  <c:v>1.3120670000000001E-3</c:v>
                </c:pt>
                <c:pt idx="4832">
                  <c:v>1.315124E-3</c:v>
                </c:pt>
                <c:pt idx="4833">
                  <c:v>1.3178160000000001E-3</c:v>
                </c:pt>
                <c:pt idx="4834">
                  <c:v>1.320243E-3</c:v>
                </c:pt>
                <c:pt idx="4835">
                  <c:v>1.322237E-3</c:v>
                </c:pt>
                <c:pt idx="4836">
                  <c:v>1.324364E-3</c:v>
                </c:pt>
                <c:pt idx="4837">
                  <c:v>1.3265239999999999E-3</c:v>
                </c:pt>
                <c:pt idx="4838">
                  <c:v>1.329017E-3</c:v>
                </c:pt>
                <c:pt idx="4839">
                  <c:v>1.331842E-3</c:v>
                </c:pt>
                <c:pt idx="4840">
                  <c:v>1.334933E-3</c:v>
                </c:pt>
                <c:pt idx="4841">
                  <c:v>1.337857E-3</c:v>
                </c:pt>
                <c:pt idx="4842">
                  <c:v>1.3402170000000001E-3</c:v>
                </c:pt>
                <c:pt idx="4843">
                  <c:v>1.3416789999999999E-3</c:v>
                </c:pt>
                <c:pt idx="4844">
                  <c:v>1.341779E-3</c:v>
                </c:pt>
                <c:pt idx="4845">
                  <c:v>1.34045E-3</c:v>
                </c:pt>
                <c:pt idx="4846">
                  <c:v>1.337724E-3</c:v>
                </c:pt>
                <c:pt idx="4847">
                  <c:v>1.333936E-3</c:v>
                </c:pt>
                <c:pt idx="4848">
                  <c:v>1.3298139999999999E-3</c:v>
                </c:pt>
                <c:pt idx="4849">
                  <c:v>1.325892E-3</c:v>
                </c:pt>
                <c:pt idx="4850">
                  <c:v>1.322569E-3</c:v>
                </c:pt>
                <c:pt idx="4851">
                  <c:v>1.3202089999999999E-3</c:v>
                </c:pt>
                <c:pt idx="4852">
                  <c:v>1.319013E-3</c:v>
                </c:pt>
                <c:pt idx="4853">
                  <c:v>1.3189129999999999E-3</c:v>
                </c:pt>
                <c:pt idx="4854">
                  <c:v>1.3197770000000001E-3</c:v>
                </c:pt>
                <c:pt idx="4855">
                  <c:v>1.321605E-3</c:v>
                </c:pt>
                <c:pt idx="4856">
                  <c:v>1.3242970000000001E-3</c:v>
                </c:pt>
                <c:pt idx="4857">
                  <c:v>1.3274210000000001E-3</c:v>
                </c:pt>
                <c:pt idx="4858">
                  <c:v>1.330712E-3</c:v>
                </c:pt>
                <c:pt idx="4859">
                  <c:v>1.3335370000000001E-3</c:v>
                </c:pt>
                <c:pt idx="4860">
                  <c:v>1.335365E-3</c:v>
                </c:pt>
                <c:pt idx="4861">
                  <c:v>1.3356310000000001E-3</c:v>
                </c:pt>
                <c:pt idx="4862">
                  <c:v>1.334135E-3</c:v>
                </c:pt>
                <c:pt idx="4863">
                  <c:v>1.3314430000000001E-3</c:v>
                </c:pt>
                <c:pt idx="4864">
                  <c:v>1.3282190000000001E-3</c:v>
                </c:pt>
                <c:pt idx="4865">
                  <c:v>1.3254269999999999E-3</c:v>
                </c:pt>
                <c:pt idx="4866">
                  <c:v>1.3242309999999999E-3</c:v>
                </c:pt>
                <c:pt idx="4867">
                  <c:v>1.3249620000000001E-3</c:v>
                </c:pt>
                <c:pt idx="4868">
                  <c:v>1.327986E-3</c:v>
                </c:pt>
                <c:pt idx="4869">
                  <c:v>1.332373E-3</c:v>
                </c:pt>
                <c:pt idx="4870">
                  <c:v>1.337392E-3</c:v>
                </c:pt>
                <c:pt idx="4871">
                  <c:v>1.341879E-3</c:v>
                </c:pt>
                <c:pt idx="4872">
                  <c:v>1.34497E-3</c:v>
                </c:pt>
                <c:pt idx="4873">
                  <c:v>1.3463329999999999E-3</c:v>
                </c:pt>
                <c:pt idx="4874">
                  <c:v>1.3460340000000001E-3</c:v>
                </c:pt>
                <c:pt idx="4875">
                  <c:v>1.344671E-3</c:v>
                </c:pt>
                <c:pt idx="4876">
                  <c:v>1.343042E-3</c:v>
                </c:pt>
                <c:pt idx="4877">
                  <c:v>1.3422110000000001E-3</c:v>
                </c:pt>
                <c:pt idx="4878">
                  <c:v>1.342577E-3</c:v>
                </c:pt>
                <c:pt idx="4879">
                  <c:v>1.344704E-3</c:v>
                </c:pt>
                <c:pt idx="4880">
                  <c:v>1.34826E-3</c:v>
                </c:pt>
                <c:pt idx="4881">
                  <c:v>1.3527470000000001E-3</c:v>
                </c:pt>
                <c:pt idx="4882">
                  <c:v>1.357235E-3</c:v>
                </c:pt>
                <c:pt idx="4883">
                  <c:v>1.3608240000000001E-3</c:v>
                </c:pt>
                <c:pt idx="4884">
                  <c:v>1.3628189999999999E-3</c:v>
                </c:pt>
                <c:pt idx="4885">
                  <c:v>1.362519E-3</c:v>
                </c:pt>
                <c:pt idx="4886">
                  <c:v>1.3604590000000001E-3</c:v>
                </c:pt>
                <c:pt idx="4887">
                  <c:v>1.357434E-3</c:v>
                </c:pt>
                <c:pt idx="4888">
                  <c:v>1.3547749999999999E-3</c:v>
                </c:pt>
                <c:pt idx="4889">
                  <c:v>1.3538770000000001E-3</c:v>
                </c:pt>
                <c:pt idx="4890">
                  <c:v>1.3554400000000001E-3</c:v>
                </c:pt>
                <c:pt idx="4891">
                  <c:v>1.359727E-3</c:v>
                </c:pt>
                <c:pt idx="4892">
                  <c:v>1.3661089999999999E-3</c:v>
                </c:pt>
                <c:pt idx="4893">
                  <c:v>1.3732550000000001E-3</c:v>
                </c:pt>
                <c:pt idx="4894">
                  <c:v>1.379471E-3</c:v>
                </c:pt>
                <c:pt idx="4895">
                  <c:v>1.383493E-3</c:v>
                </c:pt>
                <c:pt idx="4896">
                  <c:v>1.384557E-3</c:v>
                </c:pt>
                <c:pt idx="4897">
                  <c:v>1.3827620000000001E-3</c:v>
                </c:pt>
                <c:pt idx="4898">
                  <c:v>1.3789729999999999E-3</c:v>
                </c:pt>
                <c:pt idx="4899">
                  <c:v>1.3741199999999999E-3</c:v>
                </c:pt>
                <c:pt idx="4900">
                  <c:v>1.369599E-3</c:v>
                </c:pt>
                <c:pt idx="4901">
                  <c:v>1.3656440000000001E-3</c:v>
                </c:pt>
                <c:pt idx="4902">
                  <c:v>1.362586E-3</c:v>
                </c:pt>
                <c:pt idx="4903">
                  <c:v>1.3601259999999999E-3</c:v>
                </c:pt>
                <c:pt idx="4904">
                  <c:v>1.3578329999999999E-3</c:v>
                </c:pt>
                <c:pt idx="4905">
                  <c:v>1.3554730000000001E-3</c:v>
                </c:pt>
                <c:pt idx="4906">
                  <c:v>1.352947E-3</c:v>
                </c:pt>
                <c:pt idx="4907">
                  <c:v>1.3505870000000001E-3</c:v>
                </c:pt>
                <c:pt idx="4908">
                  <c:v>1.3489579999999999E-3</c:v>
                </c:pt>
                <c:pt idx="4909">
                  <c:v>1.34826E-3</c:v>
                </c:pt>
                <c:pt idx="4910">
                  <c:v>1.348726E-3</c:v>
                </c:pt>
                <c:pt idx="4911">
                  <c:v>1.349989E-3</c:v>
                </c:pt>
                <c:pt idx="4912">
                  <c:v>1.3520159999999999E-3</c:v>
                </c:pt>
                <c:pt idx="4913">
                  <c:v>1.354276E-3</c:v>
                </c:pt>
                <c:pt idx="4914">
                  <c:v>1.356304E-3</c:v>
                </c:pt>
                <c:pt idx="4915">
                  <c:v>1.3580319999999999E-3</c:v>
                </c:pt>
                <c:pt idx="4916">
                  <c:v>1.359362E-3</c:v>
                </c:pt>
                <c:pt idx="4917">
                  <c:v>1.36006E-3</c:v>
                </c:pt>
                <c:pt idx="4918">
                  <c:v>1.3601259999999999E-3</c:v>
                </c:pt>
                <c:pt idx="4919">
                  <c:v>1.359594E-3</c:v>
                </c:pt>
                <c:pt idx="4920">
                  <c:v>1.358564E-3</c:v>
                </c:pt>
                <c:pt idx="4921">
                  <c:v>1.3573669999999999E-3</c:v>
                </c:pt>
                <c:pt idx="4922">
                  <c:v>1.3564370000000001E-3</c:v>
                </c:pt>
                <c:pt idx="4923">
                  <c:v>1.3560379999999999E-3</c:v>
                </c:pt>
                <c:pt idx="4924">
                  <c:v>1.3568020000000001E-3</c:v>
                </c:pt>
                <c:pt idx="4925">
                  <c:v>1.3585310000000001E-3</c:v>
                </c:pt>
                <c:pt idx="4926">
                  <c:v>1.361157E-3</c:v>
                </c:pt>
                <c:pt idx="4927">
                  <c:v>1.3642140000000001E-3</c:v>
                </c:pt>
                <c:pt idx="4928">
                  <c:v>1.3672389999999999E-3</c:v>
                </c:pt>
                <c:pt idx="4929">
                  <c:v>1.3699319999999999E-3</c:v>
                </c:pt>
                <c:pt idx="4930">
                  <c:v>1.3720920000000001E-3</c:v>
                </c:pt>
                <c:pt idx="4931">
                  <c:v>1.373322E-3</c:v>
                </c:pt>
                <c:pt idx="4932">
                  <c:v>1.3740860000000001E-3</c:v>
                </c:pt>
                <c:pt idx="4933">
                  <c:v>1.374253E-3</c:v>
                </c:pt>
                <c:pt idx="4934">
                  <c:v>1.373754E-3</c:v>
                </c:pt>
                <c:pt idx="4935">
                  <c:v>1.372591E-3</c:v>
                </c:pt>
                <c:pt idx="4936">
                  <c:v>1.3709950000000001E-3</c:v>
                </c:pt>
                <c:pt idx="4937">
                  <c:v>1.368768E-3</c:v>
                </c:pt>
                <c:pt idx="4938">
                  <c:v>1.3664409999999999E-3</c:v>
                </c:pt>
                <c:pt idx="4939">
                  <c:v>1.364447E-3</c:v>
                </c:pt>
                <c:pt idx="4940">
                  <c:v>1.3633829999999999E-3</c:v>
                </c:pt>
                <c:pt idx="4941">
                  <c:v>1.36355E-3</c:v>
                </c:pt>
                <c:pt idx="4942">
                  <c:v>1.3648460000000001E-3</c:v>
                </c:pt>
                <c:pt idx="4943">
                  <c:v>1.367439E-3</c:v>
                </c:pt>
                <c:pt idx="4944">
                  <c:v>1.370364E-3</c:v>
                </c:pt>
                <c:pt idx="4945">
                  <c:v>1.3731559999999999E-3</c:v>
                </c:pt>
                <c:pt idx="4946">
                  <c:v>1.3753159999999999E-3</c:v>
                </c:pt>
                <c:pt idx="4947">
                  <c:v>1.376347E-3</c:v>
                </c:pt>
                <c:pt idx="4948">
                  <c:v>1.376347E-3</c:v>
                </c:pt>
                <c:pt idx="4949">
                  <c:v>1.3752829999999999E-3</c:v>
                </c:pt>
                <c:pt idx="4950">
                  <c:v>1.373588E-3</c:v>
                </c:pt>
                <c:pt idx="4951">
                  <c:v>1.371627E-3</c:v>
                </c:pt>
                <c:pt idx="4952">
                  <c:v>1.3700310000000001E-3</c:v>
                </c:pt>
                <c:pt idx="4953">
                  <c:v>1.3692000000000001E-3</c:v>
                </c:pt>
                <c:pt idx="4954">
                  <c:v>1.369632E-3</c:v>
                </c:pt>
                <c:pt idx="4955">
                  <c:v>1.3714269999999999E-3</c:v>
                </c:pt>
                <c:pt idx="4956">
                  <c:v>1.374452E-3</c:v>
                </c:pt>
                <c:pt idx="4957">
                  <c:v>1.378142E-3</c:v>
                </c:pt>
                <c:pt idx="4958">
                  <c:v>1.381632E-3</c:v>
                </c:pt>
                <c:pt idx="4959">
                  <c:v>1.3839919999999999E-3</c:v>
                </c:pt>
                <c:pt idx="4960">
                  <c:v>1.38459E-3</c:v>
                </c:pt>
                <c:pt idx="4961">
                  <c:v>1.382828E-3</c:v>
                </c:pt>
                <c:pt idx="4962">
                  <c:v>1.3790059999999999E-3</c:v>
                </c:pt>
                <c:pt idx="4963">
                  <c:v>1.3736880000000001E-3</c:v>
                </c:pt>
                <c:pt idx="4964">
                  <c:v>1.3680369999999999E-3</c:v>
                </c:pt>
                <c:pt idx="4965">
                  <c:v>1.362785E-3</c:v>
                </c:pt>
                <c:pt idx="4966">
                  <c:v>1.3588630000000001E-3</c:v>
                </c:pt>
                <c:pt idx="4967">
                  <c:v>1.3565370000000001E-3</c:v>
                </c:pt>
                <c:pt idx="4968">
                  <c:v>1.3558050000000001E-3</c:v>
                </c:pt>
                <c:pt idx="4969">
                  <c:v>1.3564040000000001E-3</c:v>
                </c:pt>
                <c:pt idx="4970">
                  <c:v>1.3578990000000001E-3</c:v>
                </c:pt>
                <c:pt idx="4971">
                  <c:v>1.360027E-3</c:v>
                </c:pt>
                <c:pt idx="4972">
                  <c:v>1.362586E-3</c:v>
                </c:pt>
                <c:pt idx="4973">
                  <c:v>1.3653109999999999E-3</c:v>
                </c:pt>
                <c:pt idx="4974">
                  <c:v>1.3683359999999999E-3</c:v>
                </c:pt>
                <c:pt idx="4975">
                  <c:v>1.3712279999999999E-3</c:v>
                </c:pt>
                <c:pt idx="4976">
                  <c:v>1.37392E-3</c:v>
                </c:pt>
                <c:pt idx="4977">
                  <c:v>1.3760809999999999E-3</c:v>
                </c:pt>
                <c:pt idx="4978">
                  <c:v>1.3779090000000001E-3</c:v>
                </c:pt>
                <c:pt idx="4979">
                  <c:v>1.3795039999999999E-3</c:v>
                </c:pt>
                <c:pt idx="4980">
                  <c:v>1.3811330000000001E-3</c:v>
                </c:pt>
                <c:pt idx="4981">
                  <c:v>1.3831609999999999E-3</c:v>
                </c:pt>
                <c:pt idx="4982">
                  <c:v>1.38562E-3</c:v>
                </c:pt>
                <c:pt idx="4983">
                  <c:v>1.3882129999999999E-3</c:v>
                </c:pt>
                <c:pt idx="4984">
                  <c:v>1.3906400000000001E-3</c:v>
                </c:pt>
                <c:pt idx="4985">
                  <c:v>1.3923679999999999E-3</c:v>
                </c:pt>
                <c:pt idx="4986">
                  <c:v>1.3932320000000001E-3</c:v>
                </c:pt>
                <c:pt idx="4987">
                  <c:v>1.3930329999999999E-3</c:v>
                </c:pt>
                <c:pt idx="4988">
                  <c:v>1.3923679999999999E-3</c:v>
                </c:pt>
                <c:pt idx="4989">
                  <c:v>1.3917700000000001E-3</c:v>
                </c:pt>
                <c:pt idx="4990">
                  <c:v>1.3918699999999999E-3</c:v>
                </c:pt>
                <c:pt idx="4991">
                  <c:v>1.3929669999999999E-3</c:v>
                </c:pt>
                <c:pt idx="4992">
                  <c:v>1.395227E-3</c:v>
                </c:pt>
                <c:pt idx="4993">
                  <c:v>1.397953E-3</c:v>
                </c:pt>
                <c:pt idx="4994">
                  <c:v>1.4008110000000001E-3</c:v>
                </c:pt>
                <c:pt idx="4995">
                  <c:v>1.403138E-3</c:v>
                </c:pt>
                <c:pt idx="4996">
                  <c:v>1.404701E-3</c:v>
                </c:pt>
                <c:pt idx="4997">
                  <c:v>1.405299E-3</c:v>
                </c:pt>
                <c:pt idx="4998">
                  <c:v>1.405332E-3</c:v>
                </c:pt>
                <c:pt idx="4999">
                  <c:v>1.405E-3</c:v>
                </c:pt>
                <c:pt idx="5000">
                  <c:v>1.4045679999999999E-3</c:v>
                </c:pt>
                <c:pt idx="5001">
                  <c:v>1.403903E-3</c:v>
                </c:pt>
                <c:pt idx="5002">
                  <c:v>1.402773E-3</c:v>
                </c:pt>
                <c:pt idx="5003">
                  <c:v>1.400978E-3</c:v>
                </c:pt>
                <c:pt idx="5004">
                  <c:v>1.398418E-3</c:v>
                </c:pt>
                <c:pt idx="5005">
                  <c:v>1.39536E-3</c:v>
                </c:pt>
                <c:pt idx="5006">
                  <c:v>1.3923679999999999E-3</c:v>
                </c:pt>
                <c:pt idx="5007">
                  <c:v>1.3898420000000001E-3</c:v>
                </c:pt>
                <c:pt idx="5008">
                  <c:v>1.388579E-3</c:v>
                </c:pt>
                <c:pt idx="5009">
                  <c:v>1.3888119999999999E-3</c:v>
                </c:pt>
                <c:pt idx="5010">
                  <c:v>1.390374E-3</c:v>
                </c:pt>
                <c:pt idx="5011">
                  <c:v>1.392634E-3</c:v>
                </c:pt>
                <c:pt idx="5012">
                  <c:v>1.3950939999999999E-3</c:v>
                </c:pt>
                <c:pt idx="5013">
                  <c:v>1.3971879999999999E-3</c:v>
                </c:pt>
                <c:pt idx="5014">
                  <c:v>1.398418E-3</c:v>
                </c:pt>
                <c:pt idx="5015">
                  <c:v>1.3986510000000001E-3</c:v>
                </c:pt>
                <c:pt idx="5016">
                  <c:v>1.398385E-3</c:v>
                </c:pt>
                <c:pt idx="5017">
                  <c:v>1.397786E-3</c:v>
                </c:pt>
                <c:pt idx="5018">
                  <c:v>1.3975540000000001E-3</c:v>
                </c:pt>
                <c:pt idx="5019">
                  <c:v>1.3978199999999999E-3</c:v>
                </c:pt>
                <c:pt idx="5020">
                  <c:v>1.3988830000000001E-3</c:v>
                </c:pt>
                <c:pt idx="5021">
                  <c:v>1.400512E-3</c:v>
                </c:pt>
                <c:pt idx="5022">
                  <c:v>1.4025730000000001E-3</c:v>
                </c:pt>
                <c:pt idx="5023">
                  <c:v>1.4046009999999999E-3</c:v>
                </c:pt>
                <c:pt idx="5024">
                  <c:v>1.406097E-3</c:v>
                </c:pt>
                <c:pt idx="5025">
                  <c:v>1.4067280000000001E-3</c:v>
                </c:pt>
                <c:pt idx="5026">
                  <c:v>1.406296E-3</c:v>
                </c:pt>
                <c:pt idx="5027">
                  <c:v>1.4046009999999999E-3</c:v>
                </c:pt>
                <c:pt idx="5028">
                  <c:v>1.4019080000000001E-3</c:v>
                </c:pt>
                <c:pt idx="5029">
                  <c:v>1.398551E-3</c:v>
                </c:pt>
                <c:pt idx="5030">
                  <c:v>1.395426E-3</c:v>
                </c:pt>
                <c:pt idx="5031">
                  <c:v>1.3933319999999999E-3</c:v>
                </c:pt>
                <c:pt idx="5032">
                  <c:v>1.3928E-3</c:v>
                </c:pt>
                <c:pt idx="5033">
                  <c:v>1.39423E-3</c:v>
                </c:pt>
                <c:pt idx="5034">
                  <c:v>1.3976870000000001E-3</c:v>
                </c:pt>
                <c:pt idx="5035">
                  <c:v>1.402473E-3</c:v>
                </c:pt>
                <c:pt idx="5036">
                  <c:v>1.4076589999999999E-3</c:v>
                </c:pt>
                <c:pt idx="5037">
                  <c:v>1.41208E-3</c:v>
                </c:pt>
                <c:pt idx="5038">
                  <c:v>1.414474E-3</c:v>
                </c:pt>
                <c:pt idx="5039">
                  <c:v>1.4145729999999999E-3</c:v>
                </c:pt>
                <c:pt idx="5040">
                  <c:v>1.4119810000000001E-3</c:v>
                </c:pt>
                <c:pt idx="5041">
                  <c:v>1.4073930000000001E-3</c:v>
                </c:pt>
                <c:pt idx="5042">
                  <c:v>1.4017420000000001E-3</c:v>
                </c:pt>
                <c:pt idx="5043">
                  <c:v>1.3961240000000001E-3</c:v>
                </c:pt>
                <c:pt idx="5044">
                  <c:v>1.3917370000000001E-3</c:v>
                </c:pt>
                <c:pt idx="5045">
                  <c:v>1.3890440000000001E-3</c:v>
                </c:pt>
                <c:pt idx="5046">
                  <c:v>1.38828E-3</c:v>
                </c:pt>
                <c:pt idx="5047">
                  <c:v>1.389244E-3</c:v>
                </c:pt>
                <c:pt idx="5048">
                  <c:v>1.3912709999999999E-3</c:v>
                </c:pt>
                <c:pt idx="5049">
                  <c:v>1.3937979999999999E-3</c:v>
                </c:pt>
                <c:pt idx="5050">
                  <c:v>1.396291E-3</c:v>
                </c:pt>
                <c:pt idx="5051">
                  <c:v>1.397953E-3</c:v>
                </c:pt>
                <c:pt idx="5052">
                  <c:v>1.39875E-3</c:v>
                </c:pt>
                <c:pt idx="5053">
                  <c:v>1.398451E-3</c:v>
                </c:pt>
                <c:pt idx="5054">
                  <c:v>1.3972209999999999E-3</c:v>
                </c:pt>
                <c:pt idx="5055">
                  <c:v>1.3952929999999999E-3</c:v>
                </c:pt>
                <c:pt idx="5056">
                  <c:v>1.3929330000000001E-3</c:v>
                </c:pt>
                <c:pt idx="5057">
                  <c:v>1.390507E-3</c:v>
                </c:pt>
                <c:pt idx="5058">
                  <c:v>1.3887120000000001E-3</c:v>
                </c:pt>
                <c:pt idx="5059">
                  <c:v>1.387615E-3</c:v>
                </c:pt>
                <c:pt idx="5060">
                  <c:v>1.387681E-3</c:v>
                </c:pt>
                <c:pt idx="5061">
                  <c:v>1.3888450000000001E-3</c:v>
                </c:pt>
                <c:pt idx="5062">
                  <c:v>1.3909059999999999E-3</c:v>
                </c:pt>
                <c:pt idx="5063">
                  <c:v>1.3933319999999999E-3</c:v>
                </c:pt>
                <c:pt idx="5064">
                  <c:v>1.3957590000000001E-3</c:v>
                </c:pt>
                <c:pt idx="5065">
                  <c:v>1.3975210000000001E-3</c:v>
                </c:pt>
                <c:pt idx="5066">
                  <c:v>1.398551E-3</c:v>
                </c:pt>
                <c:pt idx="5067">
                  <c:v>1.398917E-3</c:v>
                </c:pt>
                <c:pt idx="5068">
                  <c:v>1.3989499999999999E-3</c:v>
                </c:pt>
                <c:pt idx="5069">
                  <c:v>1.3991489999999999E-3</c:v>
                </c:pt>
                <c:pt idx="5070">
                  <c:v>1.40018E-3</c:v>
                </c:pt>
                <c:pt idx="5071">
                  <c:v>1.4025730000000001E-3</c:v>
                </c:pt>
                <c:pt idx="5072">
                  <c:v>1.406629E-3</c:v>
                </c:pt>
                <c:pt idx="5073">
                  <c:v>1.4121800000000001E-3</c:v>
                </c:pt>
                <c:pt idx="5074">
                  <c:v>1.4191939999999999E-3</c:v>
                </c:pt>
                <c:pt idx="5075">
                  <c:v>1.427039E-3</c:v>
                </c:pt>
                <c:pt idx="5076">
                  <c:v>1.43535E-3</c:v>
                </c:pt>
                <c:pt idx="5077">
                  <c:v>1.4432290000000001E-3</c:v>
                </c:pt>
                <c:pt idx="5078">
                  <c:v>1.45031E-3</c:v>
                </c:pt>
                <c:pt idx="5079">
                  <c:v>1.4559950000000001E-3</c:v>
                </c:pt>
                <c:pt idx="5080">
                  <c:v>1.460118E-3</c:v>
                </c:pt>
                <c:pt idx="5081">
                  <c:v>1.4622789999999999E-3</c:v>
                </c:pt>
                <c:pt idx="5082">
                  <c:v>1.4626769999999999E-3</c:v>
                </c:pt>
                <c:pt idx="5083">
                  <c:v>1.4612480000000001E-3</c:v>
                </c:pt>
                <c:pt idx="5084">
                  <c:v>1.458389E-3</c:v>
                </c:pt>
                <c:pt idx="5085">
                  <c:v>1.4543329999999999E-3</c:v>
                </c:pt>
                <c:pt idx="5086">
                  <c:v>1.4496120000000001E-3</c:v>
                </c:pt>
                <c:pt idx="5087">
                  <c:v>1.4446249999999999E-3</c:v>
                </c:pt>
                <c:pt idx="5088">
                  <c:v>1.4398379999999999E-3</c:v>
                </c:pt>
                <c:pt idx="5089">
                  <c:v>1.4357490000000001E-3</c:v>
                </c:pt>
                <c:pt idx="5090">
                  <c:v>1.432757E-3</c:v>
                </c:pt>
                <c:pt idx="5091">
                  <c:v>1.4305959999999999E-3</c:v>
                </c:pt>
                <c:pt idx="5092">
                  <c:v>1.429533E-3</c:v>
                </c:pt>
                <c:pt idx="5093">
                  <c:v>1.4290010000000001E-3</c:v>
                </c:pt>
                <c:pt idx="5094">
                  <c:v>1.4286349999999999E-3</c:v>
                </c:pt>
                <c:pt idx="5095">
                  <c:v>1.427904E-3</c:v>
                </c:pt>
                <c:pt idx="5096">
                  <c:v>1.4268729999999999E-3</c:v>
                </c:pt>
                <c:pt idx="5097">
                  <c:v>1.425377E-3</c:v>
                </c:pt>
                <c:pt idx="5098">
                  <c:v>1.4241799999999999E-3</c:v>
                </c:pt>
                <c:pt idx="5099">
                  <c:v>1.423915E-3</c:v>
                </c:pt>
                <c:pt idx="5100">
                  <c:v>1.425078E-3</c:v>
                </c:pt>
                <c:pt idx="5101">
                  <c:v>1.42807E-3</c:v>
                </c:pt>
                <c:pt idx="5102">
                  <c:v>1.4326569999999999E-3</c:v>
                </c:pt>
                <c:pt idx="5103">
                  <c:v>1.4381089999999999E-3</c:v>
                </c:pt>
                <c:pt idx="5104">
                  <c:v>1.4435279999999999E-3</c:v>
                </c:pt>
                <c:pt idx="5105">
                  <c:v>1.4477170000000001E-3</c:v>
                </c:pt>
                <c:pt idx="5106">
                  <c:v>1.450144E-3</c:v>
                </c:pt>
                <c:pt idx="5107">
                  <c:v>1.450443E-3</c:v>
                </c:pt>
                <c:pt idx="5108">
                  <c:v>1.448881E-3</c:v>
                </c:pt>
                <c:pt idx="5109">
                  <c:v>1.4460219999999999E-3</c:v>
                </c:pt>
                <c:pt idx="5110">
                  <c:v>1.442764E-3</c:v>
                </c:pt>
                <c:pt idx="5111">
                  <c:v>1.4393730000000001E-3</c:v>
                </c:pt>
                <c:pt idx="5112">
                  <c:v>1.4361809999999999E-3</c:v>
                </c:pt>
                <c:pt idx="5113">
                  <c:v>1.4330230000000001E-3</c:v>
                </c:pt>
                <c:pt idx="5114">
                  <c:v>1.4297649999999999E-3</c:v>
                </c:pt>
                <c:pt idx="5115">
                  <c:v>1.4264080000000001E-3</c:v>
                </c:pt>
                <c:pt idx="5116">
                  <c:v>1.4230169999999999E-3</c:v>
                </c:pt>
                <c:pt idx="5117">
                  <c:v>1.4200250000000001E-3</c:v>
                </c:pt>
                <c:pt idx="5118">
                  <c:v>1.4178979999999999E-3</c:v>
                </c:pt>
                <c:pt idx="5119">
                  <c:v>1.4169E-3</c:v>
                </c:pt>
                <c:pt idx="5120">
                  <c:v>1.4172989999999999E-3</c:v>
                </c:pt>
                <c:pt idx="5121">
                  <c:v>1.418629E-3</c:v>
                </c:pt>
                <c:pt idx="5122">
                  <c:v>1.4206570000000001E-3</c:v>
                </c:pt>
                <c:pt idx="5123">
                  <c:v>1.422319E-3</c:v>
                </c:pt>
                <c:pt idx="5124">
                  <c:v>1.4233830000000001E-3</c:v>
                </c:pt>
                <c:pt idx="5125">
                  <c:v>1.4235490000000001E-3</c:v>
                </c:pt>
                <c:pt idx="5126">
                  <c:v>1.4227510000000001E-3</c:v>
                </c:pt>
                <c:pt idx="5127">
                  <c:v>1.4211549999999999E-3</c:v>
                </c:pt>
                <c:pt idx="5128">
                  <c:v>1.419294E-3</c:v>
                </c:pt>
                <c:pt idx="5129">
                  <c:v>1.417532E-3</c:v>
                </c:pt>
                <c:pt idx="5130">
                  <c:v>1.4160690000000001E-3</c:v>
                </c:pt>
                <c:pt idx="5131">
                  <c:v>1.4152380000000001E-3</c:v>
                </c:pt>
                <c:pt idx="5132">
                  <c:v>1.4151719999999999E-3</c:v>
                </c:pt>
                <c:pt idx="5133">
                  <c:v>1.4159699999999999E-3</c:v>
                </c:pt>
                <c:pt idx="5134">
                  <c:v>1.417731E-3</c:v>
                </c:pt>
                <c:pt idx="5135">
                  <c:v>1.4201909999999999E-3</c:v>
                </c:pt>
                <c:pt idx="5136">
                  <c:v>1.423117E-3</c:v>
                </c:pt>
                <c:pt idx="5137">
                  <c:v>1.4256099999999999E-3</c:v>
                </c:pt>
                <c:pt idx="5138">
                  <c:v>1.4272390000000001E-3</c:v>
                </c:pt>
                <c:pt idx="5139">
                  <c:v>1.427039E-3</c:v>
                </c:pt>
                <c:pt idx="5140">
                  <c:v>1.4248450000000001E-3</c:v>
                </c:pt>
                <c:pt idx="5141">
                  <c:v>1.420424E-3</c:v>
                </c:pt>
                <c:pt idx="5142">
                  <c:v>1.41464E-3</c:v>
                </c:pt>
                <c:pt idx="5143">
                  <c:v>1.4083570000000001E-3</c:v>
                </c:pt>
                <c:pt idx="5144">
                  <c:v>1.4028389999999999E-3</c:v>
                </c:pt>
                <c:pt idx="5145">
                  <c:v>1.398917E-3</c:v>
                </c:pt>
                <c:pt idx="5146">
                  <c:v>1.397321E-3</c:v>
                </c:pt>
                <c:pt idx="5147">
                  <c:v>1.398252E-3</c:v>
                </c:pt>
                <c:pt idx="5148">
                  <c:v>1.4014100000000001E-3</c:v>
                </c:pt>
                <c:pt idx="5149">
                  <c:v>1.4059299999999999E-3</c:v>
                </c:pt>
                <c:pt idx="5150">
                  <c:v>1.4113820000000001E-3</c:v>
                </c:pt>
                <c:pt idx="5151">
                  <c:v>1.4169339999999999E-3</c:v>
                </c:pt>
                <c:pt idx="5152">
                  <c:v>1.4224190000000001E-3</c:v>
                </c:pt>
                <c:pt idx="5153">
                  <c:v>1.427638E-3</c:v>
                </c:pt>
                <c:pt idx="5154">
                  <c:v>1.432624E-3</c:v>
                </c:pt>
                <c:pt idx="5155">
                  <c:v>1.437046E-3</c:v>
                </c:pt>
                <c:pt idx="5156">
                  <c:v>1.440935E-3</c:v>
                </c:pt>
                <c:pt idx="5157">
                  <c:v>1.4436609999999999E-3</c:v>
                </c:pt>
                <c:pt idx="5158">
                  <c:v>1.4450579999999999E-3</c:v>
                </c:pt>
                <c:pt idx="5159">
                  <c:v>1.444758E-3</c:v>
                </c:pt>
                <c:pt idx="5160">
                  <c:v>1.44283E-3</c:v>
                </c:pt>
                <c:pt idx="5161">
                  <c:v>1.4395720000000001E-3</c:v>
                </c:pt>
                <c:pt idx="5162">
                  <c:v>1.4357160000000001E-3</c:v>
                </c:pt>
                <c:pt idx="5163">
                  <c:v>1.431727E-3</c:v>
                </c:pt>
                <c:pt idx="5164">
                  <c:v>1.428702E-3</c:v>
                </c:pt>
                <c:pt idx="5165">
                  <c:v>1.4267069999999999E-3</c:v>
                </c:pt>
                <c:pt idx="5166">
                  <c:v>1.426075E-3</c:v>
                </c:pt>
                <c:pt idx="5167">
                  <c:v>1.4265739999999999E-3</c:v>
                </c:pt>
                <c:pt idx="5168">
                  <c:v>1.427771E-3</c:v>
                </c:pt>
                <c:pt idx="5169">
                  <c:v>1.4294659999999999E-3</c:v>
                </c:pt>
                <c:pt idx="5170">
                  <c:v>1.4312610000000001E-3</c:v>
                </c:pt>
                <c:pt idx="5171">
                  <c:v>1.4330899999999999E-3</c:v>
                </c:pt>
                <c:pt idx="5172">
                  <c:v>1.4347850000000001E-3</c:v>
                </c:pt>
                <c:pt idx="5173">
                  <c:v>1.4367799999999999E-3</c:v>
                </c:pt>
                <c:pt idx="5174">
                  <c:v>1.438808E-3</c:v>
                </c:pt>
                <c:pt idx="5175">
                  <c:v>1.4408019999999999E-3</c:v>
                </c:pt>
                <c:pt idx="5176">
                  <c:v>1.442797E-3</c:v>
                </c:pt>
                <c:pt idx="5177">
                  <c:v>1.4441269999999999E-3</c:v>
                </c:pt>
                <c:pt idx="5178">
                  <c:v>1.4447920000000001E-3</c:v>
                </c:pt>
                <c:pt idx="5179">
                  <c:v>1.444559E-3</c:v>
                </c:pt>
                <c:pt idx="5180">
                  <c:v>1.4436609999999999E-3</c:v>
                </c:pt>
                <c:pt idx="5181">
                  <c:v>1.442331E-3</c:v>
                </c:pt>
                <c:pt idx="5182">
                  <c:v>1.440935E-3</c:v>
                </c:pt>
                <c:pt idx="5183">
                  <c:v>1.439772E-3</c:v>
                </c:pt>
                <c:pt idx="5184">
                  <c:v>1.438941E-3</c:v>
                </c:pt>
                <c:pt idx="5185">
                  <c:v>1.438475E-3</c:v>
                </c:pt>
                <c:pt idx="5186">
                  <c:v>1.438043E-3</c:v>
                </c:pt>
                <c:pt idx="5187">
                  <c:v>1.4370120000000001E-3</c:v>
                </c:pt>
                <c:pt idx="5188">
                  <c:v>1.435583E-3</c:v>
                </c:pt>
                <c:pt idx="5189">
                  <c:v>1.4332889999999999E-3</c:v>
                </c:pt>
                <c:pt idx="5190">
                  <c:v>1.4302970000000001E-3</c:v>
                </c:pt>
                <c:pt idx="5191">
                  <c:v>1.4269059999999999E-3</c:v>
                </c:pt>
                <c:pt idx="5192">
                  <c:v>1.4238149999999999E-3</c:v>
                </c:pt>
                <c:pt idx="5193">
                  <c:v>1.421388E-3</c:v>
                </c:pt>
                <c:pt idx="5194">
                  <c:v>1.420092E-3</c:v>
                </c:pt>
                <c:pt idx="5195">
                  <c:v>1.420291E-3</c:v>
                </c:pt>
                <c:pt idx="5196">
                  <c:v>1.422186E-3</c:v>
                </c:pt>
                <c:pt idx="5197">
                  <c:v>1.4253110000000001E-3</c:v>
                </c:pt>
                <c:pt idx="5198">
                  <c:v>1.4293000000000001E-3</c:v>
                </c:pt>
                <c:pt idx="5199">
                  <c:v>1.433489E-3</c:v>
                </c:pt>
                <c:pt idx="5200">
                  <c:v>1.437212E-3</c:v>
                </c:pt>
                <c:pt idx="5201">
                  <c:v>1.4396050000000001E-3</c:v>
                </c:pt>
                <c:pt idx="5202">
                  <c:v>1.4403040000000001E-3</c:v>
                </c:pt>
                <c:pt idx="5203">
                  <c:v>1.439273E-3</c:v>
                </c:pt>
                <c:pt idx="5204">
                  <c:v>1.4371119999999999E-3</c:v>
                </c:pt>
                <c:pt idx="5205">
                  <c:v>1.434154E-3</c:v>
                </c:pt>
                <c:pt idx="5206">
                  <c:v>1.431594E-3</c:v>
                </c:pt>
                <c:pt idx="5207">
                  <c:v>1.4302309999999999E-3</c:v>
                </c:pt>
                <c:pt idx="5208">
                  <c:v>1.43063E-3</c:v>
                </c:pt>
                <c:pt idx="5209">
                  <c:v>1.4330899999999999E-3</c:v>
                </c:pt>
                <c:pt idx="5210">
                  <c:v>1.437378E-3</c:v>
                </c:pt>
                <c:pt idx="5211">
                  <c:v>1.4431960000000001E-3</c:v>
                </c:pt>
                <c:pt idx="5212">
                  <c:v>1.4503770000000001E-3</c:v>
                </c:pt>
                <c:pt idx="5213">
                  <c:v>1.4586550000000001E-3</c:v>
                </c:pt>
                <c:pt idx="5214">
                  <c:v>1.4678969999999999E-3</c:v>
                </c:pt>
                <c:pt idx="5215">
                  <c:v>1.4782040000000001E-3</c:v>
                </c:pt>
                <c:pt idx="5216">
                  <c:v>1.489474E-3</c:v>
                </c:pt>
                <c:pt idx="5217">
                  <c:v>1.50151E-3</c:v>
                </c:pt>
                <c:pt idx="5218">
                  <c:v>1.5137460000000001E-3</c:v>
                </c:pt>
                <c:pt idx="5219">
                  <c:v>1.5250179999999999E-3</c:v>
                </c:pt>
                <c:pt idx="5220">
                  <c:v>1.5347270000000001E-3</c:v>
                </c:pt>
                <c:pt idx="5221">
                  <c:v>1.5419100000000001E-3</c:v>
                </c:pt>
                <c:pt idx="5222">
                  <c:v>1.5463320000000001E-3</c:v>
                </c:pt>
                <c:pt idx="5223">
                  <c:v>1.548294E-3</c:v>
                </c:pt>
                <c:pt idx="5224">
                  <c:v>1.548593E-3</c:v>
                </c:pt>
                <c:pt idx="5225">
                  <c:v>1.5479280000000001E-3</c:v>
                </c:pt>
                <c:pt idx="5226">
                  <c:v>1.5472299999999999E-3</c:v>
                </c:pt>
                <c:pt idx="5227">
                  <c:v>1.54703E-3</c:v>
                </c:pt>
                <c:pt idx="5228">
                  <c:v>1.5471969999999999E-3</c:v>
                </c:pt>
                <c:pt idx="5229">
                  <c:v>1.547496E-3</c:v>
                </c:pt>
                <c:pt idx="5230">
                  <c:v>1.547496E-3</c:v>
                </c:pt>
                <c:pt idx="5231">
                  <c:v>1.5462989999999999E-3</c:v>
                </c:pt>
                <c:pt idx="5232">
                  <c:v>1.5441369999999999E-3</c:v>
                </c:pt>
                <c:pt idx="5233">
                  <c:v>1.5408119999999999E-3</c:v>
                </c:pt>
                <c:pt idx="5234">
                  <c:v>1.537021E-3</c:v>
                </c:pt>
                <c:pt idx="5235">
                  <c:v>1.5332639999999999E-3</c:v>
                </c:pt>
                <c:pt idx="5236">
                  <c:v>1.5300719999999999E-3</c:v>
                </c:pt>
                <c:pt idx="5237">
                  <c:v>1.5275449999999999E-3</c:v>
                </c:pt>
                <c:pt idx="5238">
                  <c:v>1.525417E-3</c:v>
                </c:pt>
                <c:pt idx="5239">
                  <c:v>1.5232220000000001E-3</c:v>
                </c:pt>
                <c:pt idx="5240">
                  <c:v>1.5204629999999999E-3</c:v>
                </c:pt>
                <c:pt idx="5241">
                  <c:v>1.516473E-3</c:v>
                </c:pt>
                <c:pt idx="5242">
                  <c:v>1.5113520000000001E-3</c:v>
                </c:pt>
                <c:pt idx="5243">
                  <c:v>1.505267E-3</c:v>
                </c:pt>
                <c:pt idx="5244">
                  <c:v>1.498884E-3</c:v>
                </c:pt>
                <c:pt idx="5245">
                  <c:v>1.492899E-3</c:v>
                </c:pt>
                <c:pt idx="5246">
                  <c:v>1.4877790000000001E-3</c:v>
                </c:pt>
                <c:pt idx="5247">
                  <c:v>1.483856E-3</c:v>
                </c:pt>
                <c:pt idx="5248">
                  <c:v>1.48073E-3</c:v>
                </c:pt>
                <c:pt idx="5249">
                  <c:v>1.477871E-3</c:v>
                </c:pt>
                <c:pt idx="5250">
                  <c:v>1.4749450000000001E-3</c:v>
                </c:pt>
                <c:pt idx="5251">
                  <c:v>1.4712880000000001E-3</c:v>
                </c:pt>
                <c:pt idx="5252">
                  <c:v>1.467531E-3</c:v>
                </c:pt>
                <c:pt idx="5253">
                  <c:v>1.4641070000000001E-3</c:v>
                </c:pt>
                <c:pt idx="5254">
                  <c:v>1.461813E-3</c:v>
                </c:pt>
                <c:pt idx="5255">
                  <c:v>1.461614E-3</c:v>
                </c:pt>
                <c:pt idx="5256">
                  <c:v>1.4642069999999999E-3</c:v>
                </c:pt>
                <c:pt idx="5257">
                  <c:v>1.469426E-3</c:v>
                </c:pt>
                <c:pt idx="5258">
                  <c:v>1.476574E-3</c:v>
                </c:pt>
                <c:pt idx="5259">
                  <c:v>1.4844210000000001E-3</c:v>
                </c:pt>
                <c:pt idx="5260">
                  <c:v>1.4920350000000001E-3</c:v>
                </c:pt>
                <c:pt idx="5261">
                  <c:v>1.498252E-3</c:v>
                </c:pt>
                <c:pt idx="5262">
                  <c:v>1.502375E-3</c:v>
                </c:pt>
                <c:pt idx="5263">
                  <c:v>1.504336E-3</c:v>
                </c:pt>
                <c:pt idx="5264">
                  <c:v>1.504469E-3</c:v>
                </c:pt>
                <c:pt idx="5265">
                  <c:v>1.5028730000000001E-3</c:v>
                </c:pt>
                <c:pt idx="5266">
                  <c:v>1.499881E-3</c:v>
                </c:pt>
                <c:pt idx="5267">
                  <c:v>1.495625E-3</c:v>
                </c:pt>
                <c:pt idx="5268">
                  <c:v>1.490272E-3</c:v>
                </c:pt>
                <c:pt idx="5269">
                  <c:v>1.4837889999999999E-3</c:v>
                </c:pt>
                <c:pt idx="5270">
                  <c:v>1.4765410000000001E-3</c:v>
                </c:pt>
                <c:pt idx="5271">
                  <c:v>1.468928E-3</c:v>
                </c:pt>
                <c:pt idx="5272">
                  <c:v>1.4617129999999999E-3</c:v>
                </c:pt>
                <c:pt idx="5273">
                  <c:v>1.45543E-3</c:v>
                </c:pt>
                <c:pt idx="5274">
                  <c:v>1.4505430000000001E-3</c:v>
                </c:pt>
                <c:pt idx="5275">
                  <c:v>1.447451E-3</c:v>
                </c:pt>
                <c:pt idx="5276">
                  <c:v>1.4460549999999999E-3</c:v>
                </c:pt>
                <c:pt idx="5277">
                  <c:v>1.4459550000000001E-3</c:v>
                </c:pt>
                <c:pt idx="5278">
                  <c:v>1.4468529999999999E-3</c:v>
                </c:pt>
                <c:pt idx="5279">
                  <c:v>1.448183E-3</c:v>
                </c:pt>
                <c:pt idx="5280">
                  <c:v>1.4496120000000001E-3</c:v>
                </c:pt>
                <c:pt idx="5281">
                  <c:v>1.4506429999999999E-3</c:v>
                </c:pt>
                <c:pt idx="5282">
                  <c:v>1.450942E-3</c:v>
                </c:pt>
                <c:pt idx="5283">
                  <c:v>1.450111E-3</c:v>
                </c:pt>
                <c:pt idx="5284">
                  <c:v>1.44805E-3</c:v>
                </c:pt>
                <c:pt idx="5285">
                  <c:v>1.4444919999999999E-3</c:v>
                </c:pt>
                <c:pt idx="5286">
                  <c:v>1.439772E-3</c:v>
                </c:pt>
                <c:pt idx="5287">
                  <c:v>1.4344189999999999E-3</c:v>
                </c:pt>
                <c:pt idx="5288">
                  <c:v>1.4291009999999999E-3</c:v>
                </c:pt>
                <c:pt idx="5289">
                  <c:v>1.424446E-3</c:v>
                </c:pt>
                <c:pt idx="5290">
                  <c:v>1.4210889999999999E-3</c:v>
                </c:pt>
                <c:pt idx="5291">
                  <c:v>1.418795E-3</c:v>
                </c:pt>
                <c:pt idx="5292">
                  <c:v>1.4177980000000001E-3</c:v>
                </c:pt>
                <c:pt idx="5293">
                  <c:v>1.4172E-3</c:v>
                </c:pt>
                <c:pt idx="5294">
                  <c:v>1.416601E-3</c:v>
                </c:pt>
                <c:pt idx="5295">
                  <c:v>1.415637E-3</c:v>
                </c:pt>
                <c:pt idx="5296">
                  <c:v>1.4142740000000001E-3</c:v>
                </c:pt>
                <c:pt idx="5297">
                  <c:v>1.412679E-3</c:v>
                </c:pt>
                <c:pt idx="5298">
                  <c:v>1.4113159999999999E-3</c:v>
                </c:pt>
                <c:pt idx="5299">
                  <c:v>1.4105840000000001E-3</c:v>
                </c:pt>
                <c:pt idx="5300">
                  <c:v>1.4112160000000001E-3</c:v>
                </c:pt>
                <c:pt idx="5301">
                  <c:v>1.413011E-3</c:v>
                </c:pt>
                <c:pt idx="5302">
                  <c:v>1.415936E-3</c:v>
                </c:pt>
                <c:pt idx="5303">
                  <c:v>1.419792E-3</c:v>
                </c:pt>
                <c:pt idx="5304">
                  <c:v>1.4239809999999999E-3</c:v>
                </c:pt>
                <c:pt idx="5305">
                  <c:v>1.4278699999999999E-3</c:v>
                </c:pt>
                <c:pt idx="5306">
                  <c:v>1.4311949999999999E-3</c:v>
                </c:pt>
                <c:pt idx="5307">
                  <c:v>1.4332889999999999E-3</c:v>
                </c:pt>
                <c:pt idx="5308">
                  <c:v>1.434353E-3</c:v>
                </c:pt>
                <c:pt idx="5309">
                  <c:v>1.434386E-3</c:v>
                </c:pt>
                <c:pt idx="5310">
                  <c:v>1.4337880000000001E-3</c:v>
                </c:pt>
                <c:pt idx="5311">
                  <c:v>1.4329900000000001E-3</c:v>
                </c:pt>
                <c:pt idx="5312">
                  <c:v>1.4324909999999999E-3</c:v>
                </c:pt>
                <c:pt idx="5313">
                  <c:v>1.432624E-3</c:v>
                </c:pt>
                <c:pt idx="5314">
                  <c:v>1.433223E-3</c:v>
                </c:pt>
                <c:pt idx="5315">
                  <c:v>1.4341200000000001E-3</c:v>
                </c:pt>
                <c:pt idx="5316">
                  <c:v>1.4348519999999999E-3</c:v>
                </c:pt>
                <c:pt idx="5317">
                  <c:v>1.435151E-3</c:v>
                </c:pt>
                <c:pt idx="5318">
                  <c:v>1.4347850000000001E-3</c:v>
                </c:pt>
                <c:pt idx="5319">
                  <c:v>1.4341200000000001E-3</c:v>
                </c:pt>
                <c:pt idx="5320">
                  <c:v>1.4340539999999999E-3</c:v>
                </c:pt>
                <c:pt idx="5321">
                  <c:v>1.4349849999999999E-3</c:v>
                </c:pt>
                <c:pt idx="5322">
                  <c:v>1.4374780000000001E-3</c:v>
                </c:pt>
                <c:pt idx="5323">
                  <c:v>1.4414670000000001E-3</c:v>
                </c:pt>
                <c:pt idx="5324">
                  <c:v>1.446487E-3</c:v>
                </c:pt>
                <c:pt idx="5325">
                  <c:v>1.4515400000000001E-3</c:v>
                </c:pt>
                <c:pt idx="5326">
                  <c:v>1.45543E-3</c:v>
                </c:pt>
                <c:pt idx="5327">
                  <c:v>1.457425E-3</c:v>
                </c:pt>
                <c:pt idx="5328">
                  <c:v>1.4572579999999999E-3</c:v>
                </c:pt>
                <c:pt idx="5329">
                  <c:v>1.4548320000000001E-3</c:v>
                </c:pt>
                <c:pt idx="5330">
                  <c:v>1.4511750000000001E-3</c:v>
                </c:pt>
                <c:pt idx="5331">
                  <c:v>1.446653E-3</c:v>
                </c:pt>
                <c:pt idx="5332">
                  <c:v>1.4425970000000001E-3</c:v>
                </c:pt>
                <c:pt idx="5333">
                  <c:v>1.438808E-3</c:v>
                </c:pt>
                <c:pt idx="5334">
                  <c:v>1.4359150000000001E-3</c:v>
                </c:pt>
                <c:pt idx="5335">
                  <c:v>1.4334549999999999E-3</c:v>
                </c:pt>
                <c:pt idx="5336">
                  <c:v>1.43166E-3</c:v>
                </c:pt>
                <c:pt idx="5337">
                  <c:v>1.4301979999999999E-3</c:v>
                </c:pt>
                <c:pt idx="5338">
                  <c:v>1.4293660000000001E-3</c:v>
                </c:pt>
                <c:pt idx="5339">
                  <c:v>1.4291670000000001E-3</c:v>
                </c:pt>
                <c:pt idx="5340">
                  <c:v>1.4299320000000001E-3</c:v>
                </c:pt>
                <c:pt idx="5341">
                  <c:v>1.4313939999999999E-3</c:v>
                </c:pt>
                <c:pt idx="5342">
                  <c:v>1.433356E-3</c:v>
                </c:pt>
                <c:pt idx="5343">
                  <c:v>1.43535E-3</c:v>
                </c:pt>
                <c:pt idx="5344">
                  <c:v>1.4371119999999999E-3</c:v>
                </c:pt>
                <c:pt idx="5345">
                  <c:v>1.438209E-3</c:v>
                </c:pt>
                <c:pt idx="5346">
                  <c:v>1.4386749999999999E-3</c:v>
                </c:pt>
                <c:pt idx="5347">
                  <c:v>1.4385419999999999E-3</c:v>
                </c:pt>
                <c:pt idx="5348">
                  <c:v>1.438309E-3</c:v>
                </c:pt>
                <c:pt idx="5349">
                  <c:v>1.438043E-3</c:v>
                </c:pt>
                <c:pt idx="5350">
                  <c:v>1.4379760000000001E-3</c:v>
                </c:pt>
                <c:pt idx="5351">
                  <c:v>1.4380759999999999E-3</c:v>
                </c:pt>
                <c:pt idx="5352">
                  <c:v>1.4379760000000001E-3</c:v>
                </c:pt>
                <c:pt idx="5353">
                  <c:v>1.437411E-3</c:v>
                </c:pt>
                <c:pt idx="5354">
                  <c:v>1.436314E-3</c:v>
                </c:pt>
                <c:pt idx="5355">
                  <c:v>1.43402E-3</c:v>
                </c:pt>
                <c:pt idx="5356">
                  <c:v>1.430962E-3</c:v>
                </c:pt>
                <c:pt idx="5357">
                  <c:v>1.4272060000000001E-3</c:v>
                </c:pt>
                <c:pt idx="5358">
                  <c:v>1.4235820000000001E-3</c:v>
                </c:pt>
                <c:pt idx="5359">
                  <c:v>1.4206240000000001E-3</c:v>
                </c:pt>
                <c:pt idx="5360">
                  <c:v>1.4190279999999999E-3</c:v>
                </c:pt>
                <c:pt idx="5361">
                  <c:v>1.4191939999999999E-3</c:v>
                </c:pt>
                <c:pt idx="5362">
                  <c:v>1.421554E-3</c:v>
                </c:pt>
                <c:pt idx="5363">
                  <c:v>1.4254770000000001E-3</c:v>
                </c:pt>
                <c:pt idx="5364">
                  <c:v>1.4305959999999999E-3</c:v>
                </c:pt>
                <c:pt idx="5365">
                  <c:v>1.4359819999999999E-3</c:v>
                </c:pt>
                <c:pt idx="5366">
                  <c:v>1.4406029999999999E-3</c:v>
                </c:pt>
                <c:pt idx="5367">
                  <c:v>1.4439940000000001E-3</c:v>
                </c:pt>
                <c:pt idx="5368">
                  <c:v>1.44549E-3</c:v>
                </c:pt>
                <c:pt idx="5369">
                  <c:v>1.4453230000000001E-3</c:v>
                </c:pt>
                <c:pt idx="5370">
                  <c:v>1.443628E-3</c:v>
                </c:pt>
                <c:pt idx="5371">
                  <c:v>1.440935E-3</c:v>
                </c:pt>
                <c:pt idx="5372">
                  <c:v>1.4377109999999999E-3</c:v>
                </c:pt>
                <c:pt idx="5373">
                  <c:v>1.4340539999999999E-3</c:v>
                </c:pt>
                <c:pt idx="5374">
                  <c:v>1.4302970000000001E-3</c:v>
                </c:pt>
                <c:pt idx="5375">
                  <c:v>1.426341E-3</c:v>
                </c:pt>
                <c:pt idx="5376">
                  <c:v>1.4221189999999999E-3</c:v>
                </c:pt>
                <c:pt idx="5377">
                  <c:v>1.4180639999999999E-3</c:v>
                </c:pt>
                <c:pt idx="5378">
                  <c:v>1.414474E-3</c:v>
                </c:pt>
                <c:pt idx="5379">
                  <c:v>1.411881E-3</c:v>
                </c:pt>
                <c:pt idx="5380">
                  <c:v>1.410817E-3</c:v>
                </c:pt>
                <c:pt idx="5381">
                  <c:v>1.4114150000000001E-3</c:v>
                </c:pt>
                <c:pt idx="5382">
                  <c:v>1.413643E-3</c:v>
                </c:pt>
                <c:pt idx="5383">
                  <c:v>1.4170000000000001E-3</c:v>
                </c:pt>
                <c:pt idx="5384">
                  <c:v>1.42089E-3</c:v>
                </c:pt>
                <c:pt idx="5385">
                  <c:v>1.4243470000000001E-3</c:v>
                </c:pt>
                <c:pt idx="5386">
                  <c:v>1.4267730000000001E-3</c:v>
                </c:pt>
                <c:pt idx="5387">
                  <c:v>1.427638E-3</c:v>
                </c:pt>
                <c:pt idx="5388">
                  <c:v>1.4272060000000001E-3</c:v>
                </c:pt>
                <c:pt idx="5389">
                  <c:v>1.425976E-3</c:v>
                </c:pt>
                <c:pt idx="5390">
                  <c:v>1.4246459999999999E-3</c:v>
                </c:pt>
                <c:pt idx="5391">
                  <c:v>1.4239809999999999E-3</c:v>
                </c:pt>
                <c:pt idx="5392">
                  <c:v>1.424446E-3</c:v>
                </c:pt>
                <c:pt idx="5393">
                  <c:v>1.426208E-3</c:v>
                </c:pt>
                <c:pt idx="5394">
                  <c:v>1.4286679999999999E-3</c:v>
                </c:pt>
                <c:pt idx="5395">
                  <c:v>1.4311619999999999E-3</c:v>
                </c:pt>
                <c:pt idx="5396">
                  <c:v>1.43289E-3</c:v>
                </c:pt>
                <c:pt idx="5397">
                  <c:v>1.433056E-3</c:v>
                </c:pt>
                <c:pt idx="5398">
                  <c:v>1.4316929999999999E-3</c:v>
                </c:pt>
                <c:pt idx="5399">
                  <c:v>1.4292E-3</c:v>
                </c:pt>
                <c:pt idx="5400">
                  <c:v>1.4264080000000001E-3</c:v>
                </c:pt>
                <c:pt idx="5401">
                  <c:v>1.42428E-3</c:v>
                </c:pt>
                <c:pt idx="5402">
                  <c:v>1.4237150000000001E-3</c:v>
                </c:pt>
                <c:pt idx="5403">
                  <c:v>1.424879E-3</c:v>
                </c:pt>
                <c:pt idx="5404">
                  <c:v>1.427638E-3</c:v>
                </c:pt>
                <c:pt idx="5405">
                  <c:v>1.4309290000000001E-3</c:v>
                </c:pt>
                <c:pt idx="5406">
                  <c:v>1.434187E-3</c:v>
                </c:pt>
                <c:pt idx="5407">
                  <c:v>1.436082E-3</c:v>
                </c:pt>
                <c:pt idx="5408">
                  <c:v>1.436281E-3</c:v>
                </c:pt>
                <c:pt idx="5409">
                  <c:v>1.434685E-3</c:v>
                </c:pt>
                <c:pt idx="5410">
                  <c:v>1.43166E-3</c:v>
                </c:pt>
                <c:pt idx="5411">
                  <c:v>1.427738E-3</c:v>
                </c:pt>
                <c:pt idx="5412">
                  <c:v>1.4238479999999999E-3</c:v>
                </c:pt>
                <c:pt idx="5413">
                  <c:v>1.420557E-3</c:v>
                </c:pt>
                <c:pt idx="5414">
                  <c:v>1.4185619999999999E-3</c:v>
                </c:pt>
                <c:pt idx="5415">
                  <c:v>1.4179970000000001E-3</c:v>
                </c:pt>
                <c:pt idx="5416">
                  <c:v>1.419128E-3</c:v>
                </c:pt>
                <c:pt idx="5417">
                  <c:v>1.42202E-3</c:v>
                </c:pt>
                <c:pt idx="5418">
                  <c:v>1.4268729999999999E-3</c:v>
                </c:pt>
                <c:pt idx="5419">
                  <c:v>1.433356E-3</c:v>
                </c:pt>
                <c:pt idx="5420">
                  <c:v>1.4414339999999999E-3</c:v>
                </c:pt>
                <c:pt idx="5421">
                  <c:v>1.4507089999999999E-3</c:v>
                </c:pt>
                <c:pt idx="5422">
                  <c:v>1.4610479999999999E-3</c:v>
                </c:pt>
                <c:pt idx="5423">
                  <c:v>1.47192E-3</c:v>
                </c:pt>
                <c:pt idx="5424">
                  <c:v>1.483091E-3</c:v>
                </c:pt>
                <c:pt idx="5425">
                  <c:v>1.493896E-3</c:v>
                </c:pt>
                <c:pt idx="5426">
                  <c:v>1.503672E-3</c:v>
                </c:pt>
                <c:pt idx="5427">
                  <c:v>1.5112190000000001E-3</c:v>
                </c:pt>
                <c:pt idx="5428">
                  <c:v>1.515242E-3</c:v>
                </c:pt>
                <c:pt idx="5429">
                  <c:v>1.5146770000000001E-3</c:v>
                </c:pt>
                <c:pt idx="5430">
                  <c:v>1.5087919999999999E-3</c:v>
                </c:pt>
                <c:pt idx="5431">
                  <c:v>1.497321E-3</c:v>
                </c:pt>
                <c:pt idx="5432">
                  <c:v>1.481429E-3</c:v>
                </c:pt>
                <c:pt idx="5433">
                  <c:v>1.462877E-3</c:v>
                </c:pt>
                <c:pt idx="5434">
                  <c:v>1.4440270000000001E-3</c:v>
                </c:pt>
                <c:pt idx="5435">
                  <c:v>1.42694E-3</c:v>
                </c:pt>
                <c:pt idx="5436">
                  <c:v>1.41351E-3</c:v>
                </c:pt>
                <c:pt idx="5437">
                  <c:v>1.404401E-3</c:v>
                </c:pt>
                <c:pt idx="5438">
                  <c:v>1.399581E-3</c:v>
                </c:pt>
                <c:pt idx="5439">
                  <c:v>1.398219E-3</c:v>
                </c:pt>
                <c:pt idx="5440">
                  <c:v>1.3991489999999999E-3</c:v>
                </c:pt>
                <c:pt idx="5441">
                  <c:v>1.40121E-3</c:v>
                </c:pt>
                <c:pt idx="5442">
                  <c:v>1.4038360000000001E-3</c:v>
                </c:pt>
                <c:pt idx="5443">
                  <c:v>1.4060640000000001E-3</c:v>
                </c:pt>
                <c:pt idx="5444">
                  <c:v>1.4082910000000001E-3</c:v>
                </c:pt>
                <c:pt idx="5445">
                  <c:v>1.409953E-3</c:v>
                </c:pt>
                <c:pt idx="5446">
                  <c:v>1.4111499999999999E-3</c:v>
                </c:pt>
                <c:pt idx="5447">
                  <c:v>1.411615E-3</c:v>
                </c:pt>
                <c:pt idx="5448">
                  <c:v>1.411615E-3</c:v>
                </c:pt>
                <c:pt idx="5449">
                  <c:v>1.41085E-3</c:v>
                </c:pt>
                <c:pt idx="5450">
                  <c:v>1.4100860000000001E-3</c:v>
                </c:pt>
                <c:pt idx="5451">
                  <c:v>1.4095869999999999E-3</c:v>
                </c:pt>
                <c:pt idx="5452">
                  <c:v>1.409986E-3</c:v>
                </c:pt>
                <c:pt idx="5453">
                  <c:v>1.411582E-3</c:v>
                </c:pt>
                <c:pt idx="5454">
                  <c:v>1.4142079999999999E-3</c:v>
                </c:pt>
                <c:pt idx="5455">
                  <c:v>1.4177980000000001E-3</c:v>
                </c:pt>
                <c:pt idx="5456">
                  <c:v>1.4219860000000001E-3</c:v>
                </c:pt>
                <c:pt idx="5457">
                  <c:v>1.426208E-3</c:v>
                </c:pt>
                <c:pt idx="5458">
                  <c:v>1.4301979999999999E-3</c:v>
                </c:pt>
                <c:pt idx="5459">
                  <c:v>1.433688E-3</c:v>
                </c:pt>
                <c:pt idx="5460">
                  <c:v>1.4365140000000001E-3</c:v>
                </c:pt>
                <c:pt idx="5461">
                  <c:v>1.438176E-3</c:v>
                </c:pt>
                <c:pt idx="5462">
                  <c:v>1.4382760000000001E-3</c:v>
                </c:pt>
                <c:pt idx="5463">
                  <c:v>1.4361479999999999E-3</c:v>
                </c:pt>
                <c:pt idx="5464">
                  <c:v>1.431494E-3</c:v>
                </c:pt>
                <c:pt idx="5465">
                  <c:v>1.424446E-3</c:v>
                </c:pt>
                <c:pt idx="5466">
                  <c:v>1.415637E-3</c:v>
                </c:pt>
                <c:pt idx="5467">
                  <c:v>1.406163E-3</c:v>
                </c:pt>
                <c:pt idx="5468">
                  <c:v>1.397653E-3</c:v>
                </c:pt>
                <c:pt idx="5469">
                  <c:v>1.3910719999999999E-3</c:v>
                </c:pt>
                <c:pt idx="5470">
                  <c:v>1.3872159999999999E-3</c:v>
                </c:pt>
                <c:pt idx="5471">
                  <c:v>1.3860190000000001E-3</c:v>
                </c:pt>
                <c:pt idx="5472">
                  <c:v>1.3870829999999999E-3</c:v>
                </c:pt>
                <c:pt idx="5473">
                  <c:v>1.3890770000000001E-3</c:v>
                </c:pt>
                <c:pt idx="5474">
                  <c:v>1.3911380000000001E-3</c:v>
                </c:pt>
                <c:pt idx="5475">
                  <c:v>1.392501E-3</c:v>
                </c:pt>
                <c:pt idx="5476">
                  <c:v>1.3931E-3</c:v>
                </c:pt>
                <c:pt idx="5477">
                  <c:v>1.3931659999999999E-3</c:v>
                </c:pt>
                <c:pt idx="5478">
                  <c:v>1.3933319999999999E-3</c:v>
                </c:pt>
                <c:pt idx="5479">
                  <c:v>1.394097E-3</c:v>
                </c:pt>
                <c:pt idx="5480">
                  <c:v>1.3959580000000001E-3</c:v>
                </c:pt>
                <c:pt idx="5481">
                  <c:v>1.39875E-3</c:v>
                </c:pt>
                <c:pt idx="5482">
                  <c:v>1.402407E-3</c:v>
                </c:pt>
                <c:pt idx="5483">
                  <c:v>1.406462E-3</c:v>
                </c:pt>
                <c:pt idx="5484">
                  <c:v>1.4105509999999999E-3</c:v>
                </c:pt>
                <c:pt idx="5485">
                  <c:v>1.413975E-3</c:v>
                </c:pt>
                <c:pt idx="5486">
                  <c:v>1.416701E-3</c:v>
                </c:pt>
                <c:pt idx="5487">
                  <c:v>1.4181969999999999E-3</c:v>
                </c:pt>
                <c:pt idx="5488">
                  <c:v>1.41843E-3</c:v>
                </c:pt>
                <c:pt idx="5489">
                  <c:v>1.417466E-3</c:v>
                </c:pt>
                <c:pt idx="5490">
                  <c:v>1.415571E-3</c:v>
                </c:pt>
                <c:pt idx="5491">
                  <c:v>1.412845E-3</c:v>
                </c:pt>
                <c:pt idx="5492">
                  <c:v>1.4102850000000001E-3</c:v>
                </c:pt>
                <c:pt idx="5493">
                  <c:v>1.40839E-3</c:v>
                </c:pt>
                <c:pt idx="5494">
                  <c:v>1.408025E-3</c:v>
                </c:pt>
                <c:pt idx="5495">
                  <c:v>1.4095869999999999E-3</c:v>
                </c:pt>
                <c:pt idx="5496">
                  <c:v>1.4134099999999999E-3</c:v>
                </c:pt>
                <c:pt idx="5497">
                  <c:v>1.4190610000000001E-3</c:v>
                </c:pt>
                <c:pt idx="5498">
                  <c:v>1.4259089999999999E-3</c:v>
                </c:pt>
                <c:pt idx="5499">
                  <c:v>1.432591E-3</c:v>
                </c:pt>
                <c:pt idx="5500">
                  <c:v>1.438309E-3</c:v>
                </c:pt>
                <c:pt idx="5501">
                  <c:v>1.441899E-3</c:v>
                </c:pt>
                <c:pt idx="5502">
                  <c:v>1.442996E-3</c:v>
                </c:pt>
                <c:pt idx="5503">
                  <c:v>1.4417329999999999E-3</c:v>
                </c:pt>
                <c:pt idx="5504">
                  <c:v>1.4388739999999999E-3</c:v>
                </c:pt>
                <c:pt idx="5505">
                  <c:v>1.435284E-3</c:v>
                </c:pt>
                <c:pt idx="5506">
                  <c:v>1.432259E-3</c:v>
                </c:pt>
                <c:pt idx="5507">
                  <c:v>1.4303639999999999E-3</c:v>
                </c:pt>
                <c:pt idx="5508">
                  <c:v>1.4302309999999999E-3</c:v>
                </c:pt>
                <c:pt idx="5509">
                  <c:v>1.43166E-3</c:v>
                </c:pt>
                <c:pt idx="5510">
                  <c:v>1.4339209999999999E-3</c:v>
                </c:pt>
                <c:pt idx="5511">
                  <c:v>1.4361809999999999E-3</c:v>
                </c:pt>
                <c:pt idx="5512">
                  <c:v>1.4377109999999999E-3</c:v>
                </c:pt>
                <c:pt idx="5513">
                  <c:v>1.4378769999999999E-3</c:v>
                </c:pt>
                <c:pt idx="5514">
                  <c:v>1.4367799999999999E-3</c:v>
                </c:pt>
                <c:pt idx="5515">
                  <c:v>1.434486E-3</c:v>
                </c:pt>
                <c:pt idx="5516">
                  <c:v>1.431793E-3</c:v>
                </c:pt>
                <c:pt idx="5517">
                  <c:v>1.4291670000000001E-3</c:v>
                </c:pt>
                <c:pt idx="5518">
                  <c:v>1.427039E-3</c:v>
                </c:pt>
                <c:pt idx="5519">
                  <c:v>1.425543E-3</c:v>
                </c:pt>
                <c:pt idx="5520">
                  <c:v>1.424912E-3</c:v>
                </c:pt>
                <c:pt idx="5521">
                  <c:v>1.424746E-3</c:v>
                </c:pt>
                <c:pt idx="5522">
                  <c:v>1.4249779999999999E-3</c:v>
                </c:pt>
                <c:pt idx="5523">
                  <c:v>1.425344E-3</c:v>
                </c:pt>
                <c:pt idx="5524">
                  <c:v>1.425976E-3</c:v>
                </c:pt>
                <c:pt idx="5525">
                  <c:v>1.426807E-3</c:v>
                </c:pt>
                <c:pt idx="5526">
                  <c:v>1.427937E-3</c:v>
                </c:pt>
                <c:pt idx="5527">
                  <c:v>1.429233E-3</c:v>
                </c:pt>
                <c:pt idx="5528">
                  <c:v>1.43053E-3</c:v>
                </c:pt>
                <c:pt idx="5529">
                  <c:v>1.4316929999999999E-3</c:v>
                </c:pt>
                <c:pt idx="5530">
                  <c:v>1.432724E-3</c:v>
                </c:pt>
                <c:pt idx="5531">
                  <c:v>1.433223E-3</c:v>
                </c:pt>
                <c:pt idx="5532">
                  <c:v>1.433356E-3</c:v>
                </c:pt>
                <c:pt idx="5533">
                  <c:v>1.4328570000000001E-3</c:v>
                </c:pt>
                <c:pt idx="5534">
                  <c:v>1.432092E-3</c:v>
                </c:pt>
                <c:pt idx="5535">
                  <c:v>1.430829E-3</c:v>
                </c:pt>
                <c:pt idx="5536">
                  <c:v>1.4292669999999999E-3</c:v>
                </c:pt>
                <c:pt idx="5537">
                  <c:v>1.427638E-3</c:v>
                </c:pt>
                <c:pt idx="5538">
                  <c:v>1.426308E-3</c:v>
                </c:pt>
                <c:pt idx="5539">
                  <c:v>1.425543E-3</c:v>
                </c:pt>
                <c:pt idx="5540">
                  <c:v>1.4257759999999999E-3</c:v>
                </c:pt>
                <c:pt idx="5541">
                  <c:v>1.427172E-3</c:v>
                </c:pt>
                <c:pt idx="5542">
                  <c:v>1.429732E-3</c:v>
                </c:pt>
                <c:pt idx="5543">
                  <c:v>1.432923E-3</c:v>
                </c:pt>
                <c:pt idx="5544">
                  <c:v>1.436447E-3</c:v>
                </c:pt>
                <c:pt idx="5545">
                  <c:v>1.439439E-3</c:v>
                </c:pt>
                <c:pt idx="5546">
                  <c:v>1.4415999999999999E-3</c:v>
                </c:pt>
                <c:pt idx="5547">
                  <c:v>1.4423649999999999E-3</c:v>
                </c:pt>
                <c:pt idx="5548">
                  <c:v>1.4419330000000001E-3</c:v>
                </c:pt>
                <c:pt idx="5549">
                  <c:v>1.4403370000000001E-3</c:v>
                </c:pt>
                <c:pt idx="5550">
                  <c:v>1.438209E-3</c:v>
                </c:pt>
                <c:pt idx="5551">
                  <c:v>1.4358820000000001E-3</c:v>
                </c:pt>
                <c:pt idx="5552">
                  <c:v>1.4338879999999999E-3</c:v>
                </c:pt>
                <c:pt idx="5553">
                  <c:v>1.4322250000000001E-3</c:v>
                </c:pt>
                <c:pt idx="5554">
                  <c:v>1.430962E-3</c:v>
                </c:pt>
                <c:pt idx="5555">
                  <c:v>1.430031E-3</c:v>
                </c:pt>
                <c:pt idx="5556">
                  <c:v>1.4293999999999999E-3</c:v>
                </c:pt>
                <c:pt idx="5557">
                  <c:v>1.428702E-3</c:v>
                </c:pt>
                <c:pt idx="5558">
                  <c:v>1.4278699999999999E-3</c:v>
                </c:pt>
                <c:pt idx="5559">
                  <c:v>1.4269059999999999E-3</c:v>
                </c:pt>
                <c:pt idx="5560">
                  <c:v>1.426009E-3</c:v>
                </c:pt>
                <c:pt idx="5561">
                  <c:v>1.4254770000000001E-3</c:v>
                </c:pt>
                <c:pt idx="5562">
                  <c:v>1.4255769999999999E-3</c:v>
                </c:pt>
                <c:pt idx="5563">
                  <c:v>1.4267730000000001E-3</c:v>
                </c:pt>
                <c:pt idx="5564">
                  <c:v>1.4291670000000001E-3</c:v>
                </c:pt>
                <c:pt idx="5565">
                  <c:v>1.432724E-3</c:v>
                </c:pt>
                <c:pt idx="5566">
                  <c:v>1.4371449999999999E-3</c:v>
                </c:pt>
                <c:pt idx="5567">
                  <c:v>1.4414670000000001E-3</c:v>
                </c:pt>
                <c:pt idx="5568">
                  <c:v>1.444858E-3</c:v>
                </c:pt>
                <c:pt idx="5569">
                  <c:v>1.4463869999999999E-3</c:v>
                </c:pt>
                <c:pt idx="5570">
                  <c:v>1.445556E-3</c:v>
                </c:pt>
                <c:pt idx="5571">
                  <c:v>1.441999E-3</c:v>
                </c:pt>
                <c:pt idx="5572">
                  <c:v>1.436447E-3</c:v>
                </c:pt>
                <c:pt idx="5573">
                  <c:v>1.4294329999999999E-3</c:v>
                </c:pt>
                <c:pt idx="5574">
                  <c:v>1.422319E-3</c:v>
                </c:pt>
                <c:pt idx="5575">
                  <c:v>1.416236E-3</c:v>
                </c:pt>
                <c:pt idx="5576">
                  <c:v>1.412047E-3</c:v>
                </c:pt>
                <c:pt idx="5577">
                  <c:v>1.4102850000000001E-3</c:v>
                </c:pt>
                <c:pt idx="5578">
                  <c:v>1.4112160000000001E-3</c:v>
                </c:pt>
                <c:pt idx="5579">
                  <c:v>1.4145729999999999E-3</c:v>
                </c:pt>
                <c:pt idx="5580">
                  <c:v>1.4196930000000001E-3</c:v>
                </c:pt>
                <c:pt idx="5581">
                  <c:v>1.4261090000000001E-3</c:v>
                </c:pt>
                <c:pt idx="5582">
                  <c:v>1.4332559999999999E-3</c:v>
                </c:pt>
                <c:pt idx="5583">
                  <c:v>1.4404699999999999E-3</c:v>
                </c:pt>
                <c:pt idx="5584">
                  <c:v>1.4469859999999999E-3</c:v>
                </c:pt>
                <c:pt idx="5585">
                  <c:v>1.451873E-3</c:v>
                </c:pt>
                <c:pt idx="5586">
                  <c:v>1.4548320000000001E-3</c:v>
                </c:pt>
                <c:pt idx="5587">
                  <c:v>1.4549980000000001E-3</c:v>
                </c:pt>
                <c:pt idx="5588">
                  <c:v>1.452538E-3</c:v>
                </c:pt>
                <c:pt idx="5589">
                  <c:v>1.4473509999999999E-3</c:v>
                </c:pt>
                <c:pt idx="5590">
                  <c:v>1.4404369999999999E-3</c:v>
                </c:pt>
                <c:pt idx="5591">
                  <c:v>1.4330899999999999E-3</c:v>
                </c:pt>
                <c:pt idx="5592">
                  <c:v>1.4266400000000001E-3</c:v>
                </c:pt>
                <c:pt idx="5593">
                  <c:v>1.422385E-3</c:v>
                </c:pt>
                <c:pt idx="5594">
                  <c:v>1.421388E-3</c:v>
                </c:pt>
                <c:pt idx="5595">
                  <c:v>1.4235160000000001E-3</c:v>
                </c:pt>
                <c:pt idx="5596">
                  <c:v>1.4282030000000001E-3</c:v>
                </c:pt>
                <c:pt idx="5597">
                  <c:v>1.43402E-3</c:v>
                </c:pt>
                <c:pt idx="5598">
                  <c:v>1.4394060000000001E-3</c:v>
                </c:pt>
                <c:pt idx="5599">
                  <c:v>1.44293E-3</c:v>
                </c:pt>
                <c:pt idx="5600">
                  <c:v>1.4436609999999999E-3</c:v>
                </c:pt>
                <c:pt idx="5601">
                  <c:v>1.4414009999999999E-3</c:v>
                </c:pt>
                <c:pt idx="5602">
                  <c:v>1.437046E-3</c:v>
                </c:pt>
                <c:pt idx="5603">
                  <c:v>1.4318600000000001E-3</c:v>
                </c:pt>
                <c:pt idx="5604">
                  <c:v>1.4273389999999999E-3</c:v>
                </c:pt>
                <c:pt idx="5605">
                  <c:v>1.424912E-3</c:v>
                </c:pt>
                <c:pt idx="5606">
                  <c:v>1.4253110000000001E-3</c:v>
                </c:pt>
                <c:pt idx="5607">
                  <c:v>1.428702E-3</c:v>
                </c:pt>
                <c:pt idx="5608">
                  <c:v>1.434519E-3</c:v>
                </c:pt>
                <c:pt idx="5609">
                  <c:v>1.4415999999999999E-3</c:v>
                </c:pt>
                <c:pt idx="5610">
                  <c:v>1.448881E-3</c:v>
                </c:pt>
                <c:pt idx="5611">
                  <c:v>1.4550640000000001E-3</c:v>
                </c:pt>
                <c:pt idx="5612">
                  <c:v>1.4594860000000001E-3</c:v>
                </c:pt>
                <c:pt idx="5613">
                  <c:v>1.461614E-3</c:v>
                </c:pt>
                <c:pt idx="5614">
                  <c:v>1.4613479999999999E-3</c:v>
                </c:pt>
                <c:pt idx="5615">
                  <c:v>1.4589539999999999E-3</c:v>
                </c:pt>
                <c:pt idx="5616">
                  <c:v>1.454931E-3</c:v>
                </c:pt>
                <c:pt idx="5617">
                  <c:v>1.449845E-3</c:v>
                </c:pt>
                <c:pt idx="5618">
                  <c:v>1.4449249999999999E-3</c:v>
                </c:pt>
                <c:pt idx="5619">
                  <c:v>1.44057E-3</c:v>
                </c:pt>
                <c:pt idx="5620">
                  <c:v>1.438043E-3</c:v>
                </c:pt>
                <c:pt idx="5621">
                  <c:v>1.4379429999999999E-3</c:v>
                </c:pt>
                <c:pt idx="5622">
                  <c:v>1.4406690000000001E-3</c:v>
                </c:pt>
                <c:pt idx="5623">
                  <c:v>1.4460219999999999E-3</c:v>
                </c:pt>
                <c:pt idx="5624">
                  <c:v>1.4535349999999999E-3</c:v>
                </c:pt>
                <c:pt idx="5625">
                  <c:v>1.4624779999999999E-3</c:v>
                </c:pt>
                <c:pt idx="5626">
                  <c:v>1.471488E-3</c:v>
                </c:pt>
                <c:pt idx="5627">
                  <c:v>1.4794669999999999E-3</c:v>
                </c:pt>
                <c:pt idx="5628">
                  <c:v>1.4855179999999999E-3</c:v>
                </c:pt>
                <c:pt idx="5629">
                  <c:v>1.4890089999999999E-3</c:v>
                </c:pt>
                <c:pt idx="5630">
                  <c:v>1.48974E-3</c:v>
                </c:pt>
                <c:pt idx="5631">
                  <c:v>1.4879120000000001E-3</c:v>
                </c:pt>
                <c:pt idx="5632">
                  <c:v>1.484221E-3</c:v>
                </c:pt>
                <c:pt idx="5633">
                  <c:v>1.4791680000000001E-3</c:v>
                </c:pt>
                <c:pt idx="5634">
                  <c:v>1.473748E-3</c:v>
                </c:pt>
                <c:pt idx="5635">
                  <c:v>1.4685950000000001E-3</c:v>
                </c:pt>
                <c:pt idx="5636">
                  <c:v>1.464573E-3</c:v>
                </c:pt>
                <c:pt idx="5637">
                  <c:v>1.4614809999999999E-3</c:v>
                </c:pt>
                <c:pt idx="5638">
                  <c:v>1.4595859999999999E-3</c:v>
                </c:pt>
                <c:pt idx="5639">
                  <c:v>1.4587879999999999E-3</c:v>
                </c:pt>
                <c:pt idx="5640">
                  <c:v>1.4586550000000001E-3</c:v>
                </c:pt>
                <c:pt idx="5641">
                  <c:v>1.4588209999999999E-3</c:v>
                </c:pt>
                <c:pt idx="5642">
                  <c:v>1.459353E-3</c:v>
                </c:pt>
                <c:pt idx="5643">
                  <c:v>1.4598180000000001E-3</c:v>
                </c:pt>
                <c:pt idx="5644">
                  <c:v>1.4605830000000001E-3</c:v>
                </c:pt>
                <c:pt idx="5645">
                  <c:v>1.46188E-3</c:v>
                </c:pt>
                <c:pt idx="5646">
                  <c:v>1.464007E-3</c:v>
                </c:pt>
                <c:pt idx="5647">
                  <c:v>1.467299E-3</c:v>
                </c:pt>
                <c:pt idx="5648">
                  <c:v>1.471687E-3</c:v>
                </c:pt>
                <c:pt idx="5649">
                  <c:v>1.477339E-3</c:v>
                </c:pt>
                <c:pt idx="5650">
                  <c:v>1.4835899999999999E-3</c:v>
                </c:pt>
                <c:pt idx="5651">
                  <c:v>1.48974E-3</c:v>
                </c:pt>
                <c:pt idx="5652">
                  <c:v>1.494794E-3</c:v>
                </c:pt>
                <c:pt idx="5653">
                  <c:v>1.49782E-3</c:v>
                </c:pt>
                <c:pt idx="5654">
                  <c:v>1.497986E-3</c:v>
                </c:pt>
                <c:pt idx="5655">
                  <c:v>1.4950600000000001E-3</c:v>
                </c:pt>
                <c:pt idx="5656">
                  <c:v>1.489907E-3</c:v>
                </c:pt>
                <c:pt idx="5657">
                  <c:v>1.483224E-3</c:v>
                </c:pt>
                <c:pt idx="5658">
                  <c:v>1.4765080000000001E-3</c:v>
                </c:pt>
                <c:pt idx="5659">
                  <c:v>1.471155E-3</c:v>
                </c:pt>
                <c:pt idx="5660">
                  <c:v>1.468196E-3</c:v>
                </c:pt>
                <c:pt idx="5661">
                  <c:v>1.4677640000000001E-3</c:v>
                </c:pt>
                <c:pt idx="5662">
                  <c:v>1.4693270000000001E-3</c:v>
                </c:pt>
                <c:pt idx="5663">
                  <c:v>1.471488E-3</c:v>
                </c:pt>
                <c:pt idx="5664">
                  <c:v>1.4730500000000001E-3</c:v>
                </c:pt>
                <c:pt idx="5665">
                  <c:v>1.4728510000000001E-3</c:v>
                </c:pt>
                <c:pt idx="5666">
                  <c:v>1.470524E-3</c:v>
                </c:pt>
                <c:pt idx="5667">
                  <c:v>1.4661019999999999E-3</c:v>
                </c:pt>
                <c:pt idx="5668">
                  <c:v>1.4613479999999999E-3</c:v>
                </c:pt>
                <c:pt idx="5669">
                  <c:v>1.4572579999999999E-3</c:v>
                </c:pt>
                <c:pt idx="5670">
                  <c:v>1.4551309999999999E-3</c:v>
                </c:pt>
                <c:pt idx="5671">
                  <c:v>1.4551970000000001E-3</c:v>
                </c:pt>
                <c:pt idx="5672">
                  <c:v>1.457657E-3</c:v>
                </c:pt>
                <c:pt idx="5673">
                  <c:v>1.4612480000000001E-3</c:v>
                </c:pt>
                <c:pt idx="5674">
                  <c:v>1.4651709999999999E-3</c:v>
                </c:pt>
                <c:pt idx="5675">
                  <c:v>1.4682300000000001E-3</c:v>
                </c:pt>
                <c:pt idx="5676">
                  <c:v>1.4704570000000001E-3</c:v>
                </c:pt>
                <c:pt idx="5677">
                  <c:v>1.471687E-3</c:v>
                </c:pt>
                <c:pt idx="5678">
                  <c:v>1.472552E-3</c:v>
                </c:pt>
                <c:pt idx="5679">
                  <c:v>1.473582E-3</c:v>
                </c:pt>
                <c:pt idx="5680">
                  <c:v>1.475344E-3</c:v>
                </c:pt>
                <c:pt idx="5681">
                  <c:v>1.4775719999999999E-3</c:v>
                </c:pt>
                <c:pt idx="5682">
                  <c:v>1.479766E-3</c:v>
                </c:pt>
                <c:pt idx="5683">
                  <c:v>1.4815609999999999E-3</c:v>
                </c:pt>
                <c:pt idx="5684">
                  <c:v>1.4822259999999999E-3</c:v>
                </c:pt>
                <c:pt idx="5685">
                  <c:v>1.4819270000000001E-3</c:v>
                </c:pt>
                <c:pt idx="5686">
                  <c:v>1.4809630000000001E-3</c:v>
                </c:pt>
                <c:pt idx="5687">
                  <c:v>1.4799990000000001E-3</c:v>
                </c:pt>
                <c:pt idx="5688">
                  <c:v>1.480065E-3</c:v>
                </c:pt>
                <c:pt idx="5689">
                  <c:v>1.481595E-3</c:v>
                </c:pt>
                <c:pt idx="5690">
                  <c:v>1.4848859999999999E-3</c:v>
                </c:pt>
                <c:pt idx="5691">
                  <c:v>1.489375E-3</c:v>
                </c:pt>
                <c:pt idx="5692">
                  <c:v>1.4947280000000001E-3</c:v>
                </c:pt>
                <c:pt idx="5693">
                  <c:v>1.5001470000000001E-3</c:v>
                </c:pt>
                <c:pt idx="5694">
                  <c:v>1.5047350000000001E-3</c:v>
                </c:pt>
                <c:pt idx="5695">
                  <c:v>1.508227E-3</c:v>
                </c:pt>
                <c:pt idx="5696">
                  <c:v>1.5103880000000001E-3</c:v>
                </c:pt>
                <c:pt idx="5697">
                  <c:v>1.5112190000000001E-3</c:v>
                </c:pt>
                <c:pt idx="5698">
                  <c:v>1.51092E-3</c:v>
                </c:pt>
                <c:pt idx="5699">
                  <c:v>1.5097890000000001E-3</c:v>
                </c:pt>
                <c:pt idx="5700">
                  <c:v>1.5081599999999999E-3</c:v>
                </c:pt>
                <c:pt idx="5701">
                  <c:v>1.5062649999999999E-3</c:v>
                </c:pt>
                <c:pt idx="5702">
                  <c:v>1.504303E-3</c:v>
                </c:pt>
                <c:pt idx="5703">
                  <c:v>1.502242E-3</c:v>
                </c:pt>
                <c:pt idx="5704">
                  <c:v>1.500513E-3</c:v>
                </c:pt>
                <c:pt idx="5705">
                  <c:v>1.4990170000000001E-3</c:v>
                </c:pt>
                <c:pt idx="5706">
                  <c:v>1.4976869999999999E-3</c:v>
                </c:pt>
                <c:pt idx="5707">
                  <c:v>1.496357E-3</c:v>
                </c:pt>
                <c:pt idx="5708">
                  <c:v>1.49496E-3</c:v>
                </c:pt>
                <c:pt idx="5709">
                  <c:v>1.4934639999999999E-3</c:v>
                </c:pt>
                <c:pt idx="5710">
                  <c:v>1.4918679999999999E-3</c:v>
                </c:pt>
                <c:pt idx="5711">
                  <c:v>1.4900060000000001E-3</c:v>
                </c:pt>
                <c:pt idx="5712">
                  <c:v>1.488643E-3</c:v>
                </c:pt>
                <c:pt idx="5713">
                  <c:v>1.4873130000000001E-3</c:v>
                </c:pt>
                <c:pt idx="5714">
                  <c:v>1.4868150000000001E-3</c:v>
                </c:pt>
                <c:pt idx="5715">
                  <c:v>1.487014E-3</c:v>
                </c:pt>
                <c:pt idx="5716">
                  <c:v>1.4882109999999999E-3</c:v>
                </c:pt>
                <c:pt idx="5717">
                  <c:v>1.4903060000000001E-3</c:v>
                </c:pt>
                <c:pt idx="5718">
                  <c:v>1.4931980000000001E-3</c:v>
                </c:pt>
                <c:pt idx="5719">
                  <c:v>1.4966230000000001E-3</c:v>
                </c:pt>
                <c:pt idx="5720">
                  <c:v>1.5003130000000001E-3</c:v>
                </c:pt>
                <c:pt idx="5721">
                  <c:v>1.5038040000000001E-3</c:v>
                </c:pt>
                <c:pt idx="5722">
                  <c:v>1.5070299999999999E-3</c:v>
                </c:pt>
                <c:pt idx="5723">
                  <c:v>1.5097559999999999E-3</c:v>
                </c:pt>
                <c:pt idx="5724">
                  <c:v>1.5121830000000001E-3</c:v>
                </c:pt>
                <c:pt idx="5725">
                  <c:v>1.514544E-3</c:v>
                </c:pt>
                <c:pt idx="5726">
                  <c:v>1.5172370000000001E-3</c:v>
                </c:pt>
                <c:pt idx="5727">
                  <c:v>1.52023E-3</c:v>
                </c:pt>
                <c:pt idx="5728">
                  <c:v>1.5237880000000001E-3</c:v>
                </c:pt>
                <c:pt idx="5729">
                  <c:v>1.5276109999999999E-3</c:v>
                </c:pt>
                <c:pt idx="5730">
                  <c:v>1.531435E-3</c:v>
                </c:pt>
                <c:pt idx="5731">
                  <c:v>1.534328E-3</c:v>
                </c:pt>
                <c:pt idx="5732">
                  <c:v>1.5362900000000001E-3</c:v>
                </c:pt>
                <c:pt idx="5733">
                  <c:v>1.536822E-3</c:v>
                </c:pt>
                <c:pt idx="5734">
                  <c:v>1.5362570000000001E-3</c:v>
                </c:pt>
                <c:pt idx="5735">
                  <c:v>1.5349269999999999E-3</c:v>
                </c:pt>
                <c:pt idx="5736">
                  <c:v>1.533796E-3</c:v>
                </c:pt>
                <c:pt idx="5737">
                  <c:v>1.533364E-3</c:v>
                </c:pt>
                <c:pt idx="5738">
                  <c:v>1.534395E-3</c:v>
                </c:pt>
                <c:pt idx="5739">
                  <c:v>1.536955E-3</c:v>
                </c:pt>
                <c:pt idx="5740">
                  <c:v>1.540912E-3</c:v>
                </c:pt>
                <c:pt idx="5741">
                  <c:v>1.5456000000000001E-3</c:v>
                </c:pt>
                <c:pt idx="5742">
                  <c:v>1.5504889999999999E-3</c:v>
                </c:pt>
                <c:pt idx="5743">
                  <c:v>1.554878E-3</c:v>
                </c:pt>
                <c:pt idx="5744">
                  <c:v>1.5584360000000001E-3</c:v>
                </c:pt>
                <c:pt idx="5745">
                  <c:v>1.5610629999999999E-3</c:v>
                </c:pt>
                <c:pt idx="5746">
                  <c:v>1.5629249999999999E-3</c:v>
                </c:pt>
                <c:pt idx="5747">
                  <c:v>1.564122E-3</c:v>
                </c:pt>
                <c:pt idx="5748">
                  <c:v>1.5651529999999999E-3</c:v>
                </c:pt>
                <c:pt idx="5749">
                  <c:v>1.5660509999999999E-3</c:v>
                </c:pt>
                <c:pt idx="5750">
                  <c:v>1.5668489999999999E-3</c:v>
                </c:pt>
                <c:pt idx="5751">
                  <c:v>1.567281E-3</c:v>
                </c:pt>
                <c:pt idx="5752">
                  <c:v>1.567281E-3</c:v>
                </c:pt>
                <c:pt idx="5753">
                  <c:v>1.56645E-3</c:v>
                </c:pt>
                <c:pt idx="5754">
                  <c:v>1.5644879999999999E-3</c:v>
                </c:pt>
                <c:pt idx="5755">
                  <c:v>1.561429E-3</c:v>
                </c:pt>
                <c:pt idx="5756">
                  <c:v>1.5573049999999999E-3</c:v>
                </c:pt>
                <c:pt idx="5757">
                  <c:v>1.5521179999999999E-3</c:v>
                </c:pt>
                <c:pt idx="5758">
                  <c:v>1.5464980000000001E-3</c:v>
                </c:pt>
                <c:pt idx="5759">
                  <c:v>1.5405460000000001E-3</c:v>
                </c:pt>
                <c:pt idx="5760">
                  <c:v>1.5353260000000001E-3</c:v>
                </c:pt>
                <c:pt idx="5761">
                  <c:v>1.531136E-3</c:v>
                </c:pt>
                <c:pt idx="5762">
                  <c:v>1.5290080000000001E-3</c:v>
                </c:pt>
                <c:pt idx="5763">
                  <c:v>1.5290740000000001E-3</c:v>
                </c:pt>
                <c:pt idx="5764">
                  <c:v>1.5319999999999999E-3</c:v>
                </c:pt>
                <c:pt idx="5765">
                  <c:v>1.5372540000000001E-3</c:v>
                </c:pt>
                <c:pt idx="5766">
                  <c:v>1.5442699999999999E-3</c:v>
                </c:pt>
                <c:pt idx="5767">
                  <c:v>1.5520180000000001E-3</c:v>
                </c:pt>
                <c:pt idx="5768">
                  <c:v>1.5592010000000001E-3</c:v>
                </c:pt>
                <c:pt idx="5769">
                  <c:v>1.5646880000000001E-3</c:v>
                </c:pt>
                <c:pt idx="5770">
                  <c:v>1.5674809999999999E-3</c:v>
                </c:pt>
                <c:pt idx="5771">
                  <c:v>1.5673149999999999E-3</c:v>
                </c:pt>
                <c:pt idx="5772">
                  <c:v>1.5646880000000001E-3</c:v>
                </c:pt>
                <c:pt idx="5773">
                  <c:v>1.5601980000000001E-3</c:v>
                </c:pt>
                <c:pt idx="5774">
                  <c:v>1.5549439999999999E-3</c:v>
                </c:pt>
                <c:pt idx="5775">
                  <c:v>1.550189E-3</c:v>
                </c:pt>
                <c:pt idx="5776">
                  <c:v>1.546731E-3</c:v>
                </c:pt>
                <c:pt idx="5777">
                  <c:v>1.5447690000000001E-3</c:v>
                </c:pt>
                <c:pt idx="5778">
                  <c:v>1.544403E-3</c:v>
                </c:pt>
                <c:pt idx="5779">
                  <c:v>1.5448689999999999E-3</c:v>
                </c:pt>
                <c:pt idx="5780">
                  <c:v>1.5456999999999999E-3</c:v>
                </c:pt>
                <c:pt idx="5781">
                  <c:v>1.546265E-3</c:v>
                </c:pt>
                <c:pt idx="5782">
                  <c:v>1.5461990000000001E-3</c:v>
                </c:pt>
                <c:pt idx="5783">
                  <c:v>1.5456669999999999E-3</c:v>
                </c:pt>
                <c:pt idx="5784">
                  <c:v>1.544969E-3</c:v>
                </c:pt>
                <c:pt idx="5785">
                  <c:v>1.544204E-3</c:v>
                </c:pt>
                <c:pt idx="5786">
                  <c:v>1.5439049999999999E-3</c:v>
                </c:pt>
                <c:pt idx="5787">
                  <c:v>1.5440709999999999E-3</c:v>
                </c:pt>
                <c:pt idx="5788">
                  <c:v>1.5445700000000001E-3</c:v>
                </c:pt>
                <c:pt idx="5789">
                  <c:v>1.544836E-3</c:v>
                </c:pt>
                <c:pt idx="5790">
                  <c:v>1.544836E-3</c:v>
                </c:pt>
                <c:pt idx="5791">
                  <c:v>1.54437E-3</c:v>
                </c:pt>
                <c:pt idx="5792">
                  <c:v>1.543871E-3</c:v>
                </c:pt>
                <c:pt idx="5793">
                  <c:v>1.5436390000000001E-3</c:v>
                </c:pt>
                <c:pt idx="5794">
                  <c:v>1.5446030000000001E-3</c:v>
                </c:pt>
                <c:pt idx="5795">
                  <c:v>1.5469640000000001E-3</c:v>
                </c:pt>
                <c:pt idx="5796">
                  <c:v>1.5513860000000001E-3</c:v>
                </c:pt>
                <c:pt idx="5797">
                  <c:v>1.557206E-3</c:v>
                </c:pt>
                <c:pt idx="5798">
                  <c:v>1.5640890000000001E-3</c:v>
                </c:pt>
                <c:pt idx="5799">
                  <c:v>1.5707399999999999E-3</c:v>
                </c:pt>
                <c:pt idx="5800">
                  <c:v>1.5763929999999999E-3</c:v>
                </c:pt>
                <c:pt idx="5801">
                  <c:v>1.5800510000000001E-3</c:v>
                </c:pt>
                <c:pt idx="5802">
                  <c:v>1.581381E-3</c:v>
                </c:pt>
                <c:pt idx="5803">
                  <c:v>1.5804829999999999E-3</c:v>
                </c:pt>
                <c:pt idx="5804">
                  <c:v>1.577923E-3</c:v>
                </c:pt>
                <c:pt idx="5805">
                  <c:v>1.5740979999999999E-3</c:v>
                </c:pt>
                <c:pt idx="5806">
                  <c:v>1.569942E-3</c:v>
                </c:pt>
                <c:pt idx="5807">
                  <c:v>1.5659179999999999E-3</c:v>
                </c:pt>
                <c:pt idx="5808">
                  <c:v>1.5624600000000001E-3</c:v>
                </c:pt>
                <c:pt idx="5809">
                  <c:v>1.5597E-3</c:v>
                </c:pt>
                <c:pt idx="5810">
                  <c:v>1.5579700000000001E-3</c:v>
                </c:pt>
                <c:pt idx="5811">
                  <c:v>1.5569729999999999E-3</c:v>
                </c:pt>
                <c:pt idx="5812">
                  <c:v>1.5571059999999999E-3</c:v>
                </c:pt>
                <c:pt idx="5813">
                  <c:v>1.5578370000000001E-3</c:v>
                </c:pt>
                <c:pt idx="5814">
                  <c:v>1.559434E-3</c:v>
                </c:pt>
                <c:pt idx="5815">
                  <c:v>1.5613619999999999E-3</c:v>
                </c:pt>
                <c:pt idx="5816">
                  <c:v>1.5635899999999999E-3</c:v>
                </c:pt>
                <c:pt idx="5817">
                  <c:v>1.565386E-3</c:v>
                </c:pt>
                <c:pt idx="5818">
                  <c:v>1.5665830000000001E-3</c:v>
                </c:pt>
                <c:pt idx="5819">
                  <c:v>1.567082E-3</c:v>
                </c:pt>
                <c:pt idx="5820">
                  <c:v>1.5666499999999999E-3</c:v>
                </c:pt>
                <c:pt idx="5821">
                  <c:v>1.565486E-3</c:v>
                </c:pt>
                <c:pt idx="5822">
                  <c:v>1.563856E-3</c:v>
                </c:pt>
                <c:pt idx="5823">
                  <c:v>1.561928E-3</c:v>
                </c:pt>
                <c:pt idx="5824">
                  <c:v>1.560065E-3</c:v>
                </c:pt>
                <c:pt idx="5825">
                  <c:v>1.558236E-3</c:v>
                </c:pt>
                <c:pt idx="5826">
                  <c:v>1.55664E-3</c:v>
                </c:pt>
                <c:pt idx="5827">
                  <c:v>1.5551110000000001E-3</c:v>
                </c:pt>
                <c:pt idx="5828">
                  <c:v>1.55408E-3</c:v>
                </c:pt>
                <c:pt idx="5829">
                  <c:v>1.553614E-3</c:v>
                </c:pt>
                <c:pt idx="5830">
                  <c:v>1.5539799999999999E-3</c:v>
                </c:pt>
                <c:pt idx="5831">
                  <c:v>1.555709E-3</c:v>
                </c:pt>
                <c:pt idx="5832">
                  <c:v>1.5587019999999999E-3</c:v>
                </c:pt>
                <c:pt idx="5833">
                  <c:v>1.563191E-3</c:v>
                </c:pt>
                <c:pt idx="5834">
                  <c:v>1.5685779999999999E-3</c:v>
                </c:pt>
                <c:pt idx="5835">
                  <c:v>1.5744310000000001E-3</c:v>
                </c:pt>
                <c:pt idx="5836">
                  <c:v>1.5801840000000001E-3</c:v>
                </c:pt>
                <c:pt idx="5837">
                  <c:v>1.585106E-3</c:v>
                </c:pt>
                <c:pt idx="5838">
                  <c:v>1.5888969999999999E-3</c:v>
                </c:pt>
                <c:pt idx="5839">
                  <c:v>1.5912579999999999E-3</c:v>
                </c:pt>
                <c:pt idx="5840">
                  <c:v>1.592289E-3</c:v>
                </c:pt>
                <c:pt idx="5841">
                  <c:v>1.5920229999999999E-3</c:v>
                </c:pt>
                <c:pt idx="5842">
                  <c:v>1.590826E-3</c:v>
                </c:pt>
                <c:pt idx="5843">
                  <c:v>1.588431E-3</c:v>
                </c:pt>
                <c:pt idx="5844">
                  <c:v>1.585438E-3</c:v>
                </c:pt>
                <c:pt idx="5845">
                  <c:v>1.5816809999999999E-3</c:v>
                </c:pt>
                <c:pt idx="5846">
                  <c:v>1.57759E-3</c:v>
                </c:pt>
                <c:pt idx="5847">
                  <c:v>1.5730010000000001E-3</c:v>
                </c:pt>
                <c:pt idx="5848">
                  <c:v>1.568612E-3</c:v>
                </c:pt>
                <c:pt idx="5849">
                  <c:v>1.564555E-3</c:v>
                </c:pt>
                <c:pt idx="5850">
                  <c:v>1.5611290000000001E-3</c:v>
                </c:pt>
                <c:pt idx="5851">
                  <c:v>1.558502E-3</c:v>
                </c:pt>
                <c:pt idx="5852">
                  <c:v>1.556474E-3</c:v>
                </c:pt>
                <c:pt idx="5853">
                  <c:v>1.555177E-3</c:v>
                </c:pt>
                <c:pt idx="5854">
                  <c:v>1.5544459999999999E-3</c:v>
                </c:pt>
                <c:pt idx="5855">
                  <c:v>1.554745E-3</c:v>
                </c:pt>
                <c:pt idx="5856">
                  <c:v>1.556441E-3</c:v>
                </c:pt>
                <c:pt idx="5857">
                  <c:v>1.559733E-3</c:v>
                </c:pt>
                <c:pt idx="5858">
                  <c:v>1.565253E-3</c:v>
                </c:pt>
                <c:pt idx="5859">
                  <c:v>1.572702E-3</c:v>
                </c:pt>
                <c:pt idx="5860">
                  <c:v>1.5818469999999999E-3</c:v>
                </c:pt>
                <c:pt idx="5861">
                  <c:v>1.5915910000000001E-3</c:v>
                </c:pt>
                <c:pt idx="5862">
                  <c:v>1.6007689999999999E-3</c:v>
                </c:pt>
                <c:pt idx="5863">
                  <c:v>1.6082189999999999E-3</c:v>
                </c:pt>
                <c:pt idx="5864">
                  <c:v>1.613108E-3</c:v>
                </c:pt>
                <c:pt idx="5865">
                  <c:v>1.6150369999999999E-3</c:v>
                </c:pt>
                <c:pt idx="5866">
                  <c:v>1.6142719999999999E-3</c:v>
                </c:pt>
                <c:pt idx="5867">
                  <c:v>1.6113449999999999E-3</c:v>
                </c:pt>
                <c:pt idx="5868">
                  <c:v>1.607088E-3</c:v>
                </c:pt>
                <c:pt idx="5869">
                  <c:v>1.602465E-3</c:v>
                </c:pt>
                <c:pt idx="5870">
                  <c:v>1.5979430000000001E-3</c:v>
                </c:pt>
                <c:pt idx="5871">
                  <c:v>1.594018E-3</c:v>
                </c:pt>
                <c:pt idx="5872">
                  <c:v>1.5906589999999999E-3</c:v>
                </c:pt>
                <c:pt idx="5873">
                  <c:v>1.588066E-3</c:v>
                </c:pt>
                <c:pt idx="5874">
                  <c:v>1.5864690000000001E-3</c:v>
                </c:pt>
                <c:pt idx="5875">
                  <c:v>1.585871E-3</c:v>
                </c:pt>
                <c:pt idx="5876">
                  <c:v>1.5872010000000001E-3</c:v>
                </c:pt>
                <c:pt idx="5877">
                  <c:v>1.5904599999999999E-3</c:v>
                </c:pt>
                <c:pt idx="5878">
                  <c:v>1.5960799999999999E-3</c:v>
                </c:pt>
                <c:pt idx="5879">
                  <c:v>1.6035629999999999E-3</c:v>
                </c:pt>
                <c:pt idx="5880">
                  <c:v>1.612409E-3</c:v>
                </c:pt>
                <c:pt idx="5881">
                  <c:v>1.621422E-3</c:v>
                </c:pt>
                <c:pt idx="5882">
                  <c:v>1.6295700000000001E-3</c:v>
                </c:pt>
                <c:pt idx="5883">
                  <c:v>1.63569E-3</c:v>
                </c:pt>
                <c:pt idx="5884">
                  <c:v>1.6391489999999999E-3</c:v>
                </c:pt>
                <c:pt idx="5885">
                  <c:v>1.6396480000000001E-3</c:v>
                </c:pt>
                <c:pt idx="5886">
                  <c:v>1.6376520000000001E-3</c:v>
                </c:pt>
                <c:pt idx="5887">
                  <c:v>1.6335950000000001E-3</c:v>
                </c:pt>
                <c:pt idx="5888">
                  <c:v>1.628207E-3</c:v>
                </c:pt>
                <c:pt idx="5889">
                  <c:v>1.6219209999999999E-3</c:v>
                </c:pt>
                <c:pt idx="5890">
                  <c:v>1.6152689999999999E-3</c:v>
                </c:pt>
                <c:pt idx="5891">
                  <c:v>1.6079860000000001E-3</c:v>
                </c:pt>
                <c:pt idx="5892">
                  <c:v>1.6006029999999999E-3</c:v>
                </c:pt>
                <c:pt idx="5893">
                  <c:v>1.5929539999999999E-3</c:v>
                </c:pt>
                <c:pt idx="5894">
                  <c:v>1.5855380000000001E-3</c:v>
                </c:pt>
                <c:pt idx="5895">
                  <c:v>1.5785879999999999E-3</c:v>
                </c:pt>
                <c:pt idx="5896">
                  <c:v>1.572901E-3</c:v>
                </c:pt>
                <c:pt idx="5897">
                  <c:v>1.5687780000000001E-3</c:v>
                </c:pt>
                <c:pt idx="5898">
                  <c:v>1.5665830000000001E-3</c:v>
                </c:pt>
                <c:pt idx="5899">
                  <c:v>1.5660839999999999E-3</c:v>
                </c:pt>
                <c:pt idx="5900">
                  <c:v>1.5673810000000001E-3</c:v>
                </c:pt>
                <c:pt idx="5901">
                  <c:v>1.5700079999999999E-3</c:v>
                </c:pt>
                <c:pt idx="5902">
                  <c:v>1.573699E-3</c:v>
                </c:pt>
                <c:pt idx="5903">
                  <c:v>1.5785549999999999E-3</c:v>
                </c:pt>
                <c:pt idx="5904">
                  <c:v>1.584408E-3</c:v>
                </c:pt>
                <c:pt idx="5905">
                  <c:v>1.5912910000000001E-3</c:v>
                </c:pt>
                <c:pt idx="5906">
                  <c:v>1.5990069999999999E-3</c:v>
                </c:pt>
                <c:pt idx="5907">
                  <c:v>1.6071550000000001E-3</c:v>
                </c:pt>
                <c:pt idx="5908">
                  <c:v>1.615203E-3</c:v>
                </c:pt>
                <c:pt idx="5909">
                  <c:v>1.6223870000000001E-3</c:v>
                </c:pt>
                <c:pt idx="5910">
                  <c:v>1.6279409999999999E-3</c:v>
                </c:pt>
                <c:pt idx="5911">
                  <c:v>1.6312329999999999E-3</c:v>
                </c:pt>
                <c:pt idx="5912">
                  <c:v>1.632065E-3</c:v>
                </c:pt>
                <c:pt idx="5913">
                  <c:v>1.630402E-3</c:v>
                </c:pt>
                <c:pt idx="5914">
                  <c:v>1.6264770000000001E-3</c:v>
                </c:pt>
                <c:pt idx="5915">
                  <c:v>1.620956E-3</c:v>
                </c:pt>
                <c:pt idx="5916">
                  <c:v>1.614405E-3</c:v>
                </c:pt>
                <c:pt idx="5917">
                  <c:v>1.607753E-3</c:v>
                </c:pt>
                <c:pt idx="5918">
                  <c:v>1.601767E-3</c:v>
                </c:pt>
                <c:pt idx="5919">
                  <c:v>1.597111E-3</c:v>
                </c:pt>
                <c:pt idx="5920">
                  <c:v>1.594484E-3</c:v>
                </c:pt>
                <c:pt idx="5921">
                  <c:v>1.5939190000000001E-3</c:v>
                </c:pt>
                <c:pt idx="5922">
                  <c:v>1.595515E-3</c:v>
                </c:pt>
                <c:pt idx="5923">
                  <c:v>1.598807E-3</c:v>
                </c:pt>
                <c:pt idx="5924">
                  <c:v>1.6032970000000001E-3</c:v>
                </c:pt>
                <c:pt idx="5925">
                  <c:v>1.6079860000000001E-3</c:v>
                </c:pt>
                <c:pt idx="5926">
                  <c:v>1.612343E-3</c:v>
                </c:pt>
                <c:pt idx="5927">
                  <c:v>1.615935E-3</c:v>
                </c:pt>
                <c:pt idx="5928">
                  <c:v>1.618628E-3</c:v>
                </c:pt>
                <c:pt idx="5929">
                  <c:v>1.620591E-3</c:v>
                </c:pt>
                <c:pt idx="5930">
                  <c:v>1.6219209999999999E-3</c:v>
                </c:pt>
                <c:pt idx="5931">
                  <c:v>1.6226859999999999E-3</c:v>
                </c:pt>
                <c:pt idx="5932">
                  <c:v>1.623151E-3</c:v>
                </c:pt>
                <c:pt idx="5933">
                  <c:v>1.623085E-3</c:v>
                </c:pt>
                <c:pt idx="5934">
                  <c:v>1.622453E-3</c:v>
                </c:pt>
                <c:pt idx="5935">
                  <c:v>1.621555E-3</c:v>
                </c:pt>
                <c:pt idx="5936">
                  <c:v>1.620591E-3</c:v>
                </c:pt>
                <c:pt idx="5937">
                  <c:v>1.619992E-3</c:v>
                </c:pt>
                <c:pt idx="5938">
                  <c:v>1.6202580000000001E-3</c:v>
                </c:pt>
                <c:pt idx="5939">
                  <c:v>1.6216550000000001E-3</c:v>
                </c:pt>
                <c:pt idx="5940">
                  <c:v>1.6239500000000001E-3</c:v>
                </c:pt>
                <c:pt idx="5941">
                  <c:v>1.6265439999999999E-3</c:v>
                </c:pt>
                <c:pt idx="5942">
                  <c:v>1.6286720000000001E-3</c:v>
                </c:pt>
                <c:pt idx="5943">
                  <c:v>1.6294040000000001E-3</c:v>
                </c:pt>
                <c:pt idx="5944">
                  <c:v>1.62834E-3</c:v>
                </c:pt>
                <c:pt idx="5945">
                  <c:v>1.625247E-3</c:v>
                </c:pt>
                <c:pt idx="5946">
                  <c:v>1.620624E-3</c:v>
                </c:pt>
                <c:pt idx="5947">
                  <c:v>1.6150030000000001E-3</c:v>
                </c:pt>
                <c:pt idx="5948">
                  <c:v>1.609316E-3</c:v>
                </c:pt>
                <c:pt idx="5949">
                  <c:v>1.603862E-3</c:v>
                </c:pt>
                <c:pt idx="5950">
                  <c:v>1.599173E-3</c:v>
                </c:pt>
                <c:pt idx="5951">
                  <c:v>1.5951819999999999E-3</c:v>
                </c:pt>
                <c:pt idx="5952">
                  <c:v>1.5922219999999999E-3</c:v>
                </c:pt>
                <c:pt idx="5953">
                  <c:v>1.5898279999999999E-3</c:v>
                </c:pt>
                <c:pt idx="5954">
                  <c:v>1.588332E-3</c:v>
                </c:pt>
                <c:pt idx="5955">
                  <c:v>1.5876E-3</c:v>
                </c:pt>
                <c:pt idx="5956">
                  <c:v>1.587766E-3</c:v>
                </c:pt>
                <c:pt idx="5957">
                  <c:v>1.5884650000000001E-3</c:v>
                </c:pt>
                <c:pt idx="5958">
                  <c:v>1.589097E-3</c:v>
                </c:pt>
                <c:pt idx="5959">
                  <c:v>1.588997E-3</c:v>
                </c:pt>
                <c:pt idx="5960">
                  <c:v>1.5877E-3</c:v>
                </c:pt>
                <c:pt idx="5961">
                  <c:v>1.5849729999999999E-3</c:v>
                </c:pt>
                <c:pt idx="5962">
                  <c:v>1.5809489999999999E-3</c:v>
                </c:pt>
                <c:pt idx="5963">
                  <c:v>1.5761270000000001E-3</c:v>
                </c:pt>
                <c:pt idx="5964">
                  <c:v>1.571671E-3</c:v>
                </c:pt>
                <c:pt idx="5965">
                  <c:v>1.568346E-3</c:v>
                </c:pt>
                <c:pt idx="5966">
                  <c:v>1.566816E-3</c:v>
                </c:pt>
                <c:pt idx="5967">
                  <c:v>1.5671820000000001E-3</c:v>
                </c:pt>
                <c:pt idx="5968">
                  <c:v>1.56931E-3</c:v>
                </c:pt>
                <c:pt idx="5969">
                  <c:v>1.572635E-3</c:v>
                </c:pt>
                <c:pt idx="5970">
                  <c:v>1.576659E-3</c:v>
                </c:pt>
                <c:pt idx="5971">
                  <c:v>1.5808160000000001E-3</c:v>
                </c:pt>
                <c:pt idx="5972">
                  <c:v>1.585073E-3</c:v>
                </c:pt>
                <c:pt idx="5973">
                  <c:v>1.58913E-3</c:v>
                </c:pt>
                <c:pt idx="5974">
                  <c:v>1.5928209999999999E-3</c:v>
                </c:pt>
                <c:pt idx="5975">
                  <c:v>1.5958140000000001E-3</c:v>
                </c:pt>
                <c:pt idx="5976">
                  <c:v>1.5978089999999999E-3</c:v>
                </c:pt>
                <c:pt idx="5977">
                  <c:v>1.598042E-3</c:v>
                </c:pt>
                <c:pt idx="5978">
                  <c:v>1.5962800000000001E-3</c:v>
                </c:pt>
                <c:pt idx="5979">
                  <c:v>1.5927210000000001E-3</c:v>
                </c:pt>
                <c:pt idx="5980">
                  <c:v>1.5879329999999999E-3</c:v>
                </c:pt>
                <c:pt idx="5981">
                  <c:v>1.583243E-3</c:v>
                </c:pt>
                <c:pt idx="5982">
                  <c:v>1.579719E-3</c:v>
                </c:pt>
                <c:pt idx="5983">
                  <c:v>1.578355E-3</c:v>
                </c:pt>
                <c:pt idx="5984">
                  <c:v>1.5793529999999999E-3</c:v>
                </c:pt>
                <c:pt idx="5985">
                  <c:v>1.5822130000000001E-3</c:v>
                </c:pt>
                <c:pt idx="5986">
                  <c:v>1.5858039999999999E-3</c:v>
                </c:pt>
                <c:pt idx="5987">
                  <c:v>1.588531E-3</c:v>
                </c:pt>
                <c:pt idx="5988">
                  <c:v>1.589263E-3</c:v>
                </c:pt>
                <c:pt idx="5989">
                  <c:v>1.5873669999999999E-3</c:v>
                </c:pt>
                <c:pt idx="5990">
                  <c:v>1.5831109999999999E-3</c:v>
                </c:pt>
                <c:pt idx="5991">
                  <c:v>1.5772239999999999E-3</c:v>
                </c:pt>
                <c:pt idx="5992">
                  <c:v>1.571072E-3</c:v>
                </c:pt>
                <c:pt idx="5993">
                  <c:v>1.5657850000000001E-3</c:v>
                </c:pt>
                <c:pt idx="5994">
                  <c:v>1.561928E-3</c:v>
                </c:pt>
                <c:pt idx="5995">
                  <c:v>1.5596E-3</c:v>
                </c:pt>
                <c:pt idx="5996">
                  <c:v>1.558502E-3</c:v>
                </c:pt>
                <c:pt idx="5997">
                  <c:v>1.5577709999999999E-3</c:v>
                </c:pt>
                <c:pt idx="5998">
                  <c:v>1.5568730000000001E-3</c:v>
                </c:pt>
                <c:pt idx="5999">
                  <c:v>1.55561E-3</c:v>
                </c:pt>
                <c:pt idx="6000">
                  <c:v>1.554412E-3</c:v>
                </c:pt>
                <c:pt idx="6001">
                  <c:v>1.5535810000000001E-3</c:v>
                </c:pt>
                <c:pt idx="6002">
                  <c:v>1.5537470000000001E-3</c:v>
                </c:pt>
                <c:pt idx="6003">
                  <c:v>1.5552770000000001E-3</c:v>
                </c:pt>
                <c:pt idx="6004">
                  <c:v>1.558236E-3</c:v>
                </c:pt>
                <c:pt idx="6005">
                  <c:v>1.5621599999999999E-3</c:v>
                </c:pt>
                <c:pt idx="6006">
                  <c:v>1.5666829999999999E-3</c:v>
                </c:pt>
                <c:pt idx="6007">
                  <c:v>1.571338E-3</c:v>
                </c:pt>
                <c:pt idx="6008">
                  <c:v>1.575861E-3</c:v>
                </c:pt>
                <c:pt idx="6009">
                  <c:v>1.5802839999999999E-3</c:v>
                </c:pt>
                <c:pt idx="6010">
                  <c:v>1.58454E-3</c:v>
                </c:pt>
                <c:pt idx="6011">
                  <c:v>1.588697E-3</c:v>
                </c:pt>
                <c:pt idx="6012">
                  <c:v>1.5926880000000001E-3</c:v>
                </c:pt>
                <c:pt idx="6013">
                  <c:v>1.5959800000000001E-3</c:v>
                </c:pt>
                <c:pt idx="6014">
                  <c:v>1.5983080000000001E-3</c:v>
                </c:pt>
                <c:pt idx="6015">
                  <c:v>1.599339E-3</c:v>
                </c:pt>
                <c:pt idx="6016">
                  <c:v>1.5990069999999999E-3</c:v>
                </c:pt>
                <c:pt idx="6017">
                  <c:v>1.5973770000000001E-3</c:v>
                </c:pt>
                <c:pt idx="6018">
                  <c:v>1.5951159999999999E-3</c:v>
                </c:pt>
                <c:pt idx="6019">
                  <c:v>1.592256E-3</c:v>
                </c:pt>
                <c:pt idx="6020">
                  <c:v>1.589629E-3</c:v>
                </c:pt>
                <c:pt idx="6021">
                  <c:v>1.587001E-3</c:v>
                </c:pt>
                <c:pt idx="6022">
                  <c:v>1.5843739999999999E-3</c:v>
                </c:pt>
                <c:pt idx="6023">
                  <c:v>1.5816809999999999E-3</c:v>
                </c:pt>
                <c:pt idx="6024">
                  <c:v>1.578854E-3</c:v>
                </c:pt>
                <c:pt idx="6025">
                  <c:v>1.575828E-3</c:v>
                </c:pt>
                <c:pt idx="6026">
                  <c:v>1.5728680000000001E-3</c:v>
                </c:pt>
                <c:pt idx="6027">
                  <c:v>1.570208E-3</c:v>
                </c:pt>
                <c:pt idx="6028">
                  <c:v>1.5682459999999999E-3</c:v>
                </c:pt>
                <c:pt idx="6029">
                  <c:v>1.5671820000000001E-3</c:v>
                </c:pt>
                <c:pt idx="6030">
                  <c:v>1.5670149999999999E-3</c:v>
                </c:pt>
                <c:pt idx="6031">
                  <c:v>1.5675470000000001E-3</c:v>
                </c:pt>
                <c:pt idx="6032">
                  <c:v>1.568811E-3</c:v>
                </c:pt>
                <c:pt idx="6033">
                  <c:v>1.5704740000000001E-3</c:v>
                </c:pt>
                <c:pt idx="6034">
                  <c:v>1.5725019999999999E-3</c:v>
                </c:pt>
                <c:pt idx="6035">
                  <c:v>1.574464E-3</c:v>
                </c:pt>
                <c:pt idx="6036">
                  <c:v>1.5762269999999999E-3</c:v>
                </c:pt>
                <c:pt idx="6037">
                  <c:v>1.577623E-3</c:v>
                </c:pt>
                <c:pt idx="6038">
                  <c:v>1.578688E-3</c:v>
                </c:pt>
                <c:pt idx="6039">
                  <c:v>1.5792200000000001E-3</c:v>
                </c:pt>
                <c:pt idx="6040">
                  <c:v>1.579752E-3</c:v>
                </c:pt>
                <c:pt idx="6041">
                  <c:v>1.5803499999999999E-3</c:v>
                </c:pt>
                <c:pt idx="6042">
                  <c:v>1.5817139999999999E-3</c:v>
                </c:pt>
                <c:pt idx="6043">
                  <c:v>1.5839090000000001E-3</c:v>
                </c:pt>
                <c:pt idx="6044">
                  <c:v>1.587101E-3</c:v>
                </c:pt>
                <c:pt idx="6045">
                  <c:v>1.590759E-3</c:v>
                </c:pt>
                <c:pt idx="6046">
                  <c:v>1.594318E-3</c:v>
                </c:pt>
                <c:pt idx="6047">
                  <c:v>1.596945E-3</c:v>
                </c:pt>
                <c:pt idx="6048">
                  <c:v>1.5981089999999999E-3</c:v>
                </c:pt>
                <c:pt idx="6049">
                  <c:v>1.5972440000000001E-3</c:v>
                </c:pt>
                <c:pt idx="6050">
                  <c:v>1.594584E-3</c:v>
                </c:pt>
                <c:pt idx="6051">
                  <c:v>1.590127E-3</c:v>
                </c:pt>
                <c:pt idx="6052">
                  <c:v>1.585106E-3</c:v>
                </c:pt>
                <c:pt idx="6053">
                  <c:v>1.5795519999999999E-3</c:v>
                </c:pt>
                <c:pt idx="6054">
                  <c:v>1.574198E-3</c:v>
                </c:pt>
                <c:pt idx="6055">
                  <c:v>1.56931E-3</c:v>
                </c:pt>
                <c:pt idx="6056">
                  <c:v>1.5650869999999999E-3</c:v>
                </c:pt>
                <c:pt idx="6057">
                  <c:v>1.5613619999999999E-3</c:v>
                </c:pt>
                <c:pt idx="6058">
                  <c:v>1.5584360000000001E-3</c:v>
                </c:pt>
                <c:pt idx="6059">
                  <c:v>1.5561080000000001E-3</c:v>
                </c:pt>
                <c:pt idx="6060">
                  <c:v>1.5547779999999999E-3</c:v>
                </c:pt>
                <c:pt idx="6061">
                  <c:v>1.554047E-3</c:v>
                </c:pt>
                <c:pt idx="6062">
                  <c:v>1.5537470000000001E-3</c:v>
                </c:pt>
                <c:pt idx="6063">
                  <c:v>1.5538139999999999E-3</c:v>
                </c:pt>
                <c:pt idx="6064">
                  <c:v>1.5539799999999999E-3</c:v>
                </c:pt>
                <c:pt idx="6065">
                  <c:v>1.554113E-3</c:v>
                </c:pt>
                <c:pt idx="6066">
                  <c:v>1.5544459999999999E-3</c:v>
                </c:pt>
                <c:pt idx="6067">
                  <c:v>1.555011E-3</c:v>
                </c:pt>
                <c:pt idx="6068">
                  <c:v>1.5562079999999999E-3</c:v>
                </c:pt>
                <c:pt idx="6069">
                  <c:v>1.5578040000000001E-3</c:v>
                </c:pt>
                <c:pt idx="6070">
                  <c:v>1.559434E-3</c:v>
                </c:pt>
                <c:pt idx="6071">
                  <c:v>1.5603979999999999E-3</c:v>
                </c:pt>
                <c:pt idx="6072">
                  <c:v>1.5603979999999999E-3</c:v>
                </c:pt>
                <c:pt idx="6073">
                  <c:v>1.5586020000000001E-3</c:v>
                </c:pt>
                <c:pt idx="6074">
                  <c:v>1.5551440000000001E-3</c:v>
                </c:pt>
                <c:pt idx="6075">
                  <c:v>1.5502890000000001E-3</c:v>
                </c:pt>
                <c:pt idx="6076">
                  <c:v>1.5448689999999999E-3</c:v>
                </c:pt>
                <c:pt idx="6077">
                  <c:v>1.539648E-3</c:v>
                </c:pt>
                <c:pt idx="6078">
                  <c:v>1.535425E-3</c:v>
                </c:pt>
                <c:pt idx="6079">
                  <c:v>1.5324E-3</c:v>
                </c:pt>
                <c:pt idx="6080">
                  <c:v>1.5306370000000001E-3</c:v>
                </c:pt>
                <c:pt idx="6081">
                  <c:v>1.529374E-3</c:v>
                </c:pt>
                <c:pt idx="6082">
                  <c:v>1.5282760000000001E-3</c:v>
                </c:pt>
                <c:pt idx="6083">
                  <c:v>1.52698E-3</c:v>
                </c:pt>
                <c:pt idx="6084">
                  <c:v>1.5258489999999999E-3</c:v>
                </c:pt>
                <c:pt idx="6085">
                  <c:v>1.5248849999999999E-3</c:v>
                </c:pt>
                <c:pt idx="6086">
                  <c:v>1.524685E-3</c:v>
                </c:pt>
                <c:pt idx="6087">
                  <c:v>1.5258159999999999E-3</c:v>
                </c:pt>
                <c:pt idx="6088">
                  <c:v>1.528576E-3</c:v>
                </c:pt>
                <c:pt idx="6089">
                  <c:v>1.532732E-3</c:v>
                </c:pt>
                <c:pt idx="6090">
                  <c:v>1.53772E-3</c:v>
                </c:pt>
                <c:pt idx="6091">
                  <c:v>1.542674E-3</c:v>
                </c:pt>
                <c:pt idx="6092">
                  <c:v>1.5470639999999999E-3</c:v>
                </c:pt>
                <c:pt idx="6093">
                  <c:v>1.550056E-3</c:v>
                </c:pt>
                <c:pt idx="6094">
                  <c:v>1.5514529999999999E-3</c:v>
                </c:pt>
                <c:pt idx="6095">
                  <c:v>1.550888E-3</c:v>
                </c:pt>
                <c:pt idx="6096">
                  <c:v>1.5487929999999999E-3</c:v>
                </c:pt>
                <c:pt idx="6097">
                  <c:v>1.545467E-3</c:v>
                </c:pt>
                <c:pt idx="6098">
                  <c:v>1.5415439999999999E-3</c:v>
                </c:pt>
                <c:pt idx="6099">
                  <c:v>1.5378200000000001E-3</c:v>
                </c:pt>
                <c:pt idx="6100">
                  <c:v>1.5351589999999999E-3</c:v>
                </c:pt>
                <c:pt idx="6101">
                  <c:v>1.5341619999999999E-3</c:v>
                </c:pt>
                <c:pt idx="6102">
                  <c:v>1.5354590000000001E-3</c:v>
                </c:pt>
                <c:pt idx="6103">
                  <c:v>1.5388839999999999E-3</c:v>
                </c:pt>
                <c:pt idx="6104">
                  <c:v>1.544038E-3</c:v>
                </c:pt>
                <c:pt idx="6105">
                  <c:v>1.5498899999999999E-3</c:v>
                </c:pt>
                <c:pt idx="6106">
                  <c:v>1.5554099999999999E-3</c:v>
                </c:pt>
                <c:pt idx="6107">
                  <c:v>1.559434E-3</c:v>
                </c:pt>
                <c:pt idx="6108">
                  <c:v>1.561495E-3</c:v>
                </c:pt>
                <c:pt idx="6109">
                  <c:v>1.5613949999999999E-3</c:v>
                </c:pt>
                <c:pt idx="6110">
                  <c:v>1.5597E-3</c:v>
                </c:pt>
                <c:pt idx="6111">
                  <c:v>1.557272E-3</c:v>
                </c:pt>
                <c:pt idx="6112">
                  <c:v>1.555177E-3</c:v>
                </c:pt>
                <c:pt idx="6113">
                  <c:v>1.553947E-3</c:v>
                </c:pt>
                <c:pt idx="6114">
                  <c:v>1.5539799999999999E-3</c:v>
                </c:pt>
                <c:pt idx="6115">
                  <c:v>1.5548109999999999E-3</c:v>
                </c:pt>
                <c:pt idx="6116">
                  <c:v>1.556008E-3</c:v>
                </c:pt>
                <c:pt idx="6117">
                  <c:v>1.5568400000000001E-3</c:v>
                </c:pt>
                <c:pt idx="6118">
                  <c:v>1.55664E-3</c:v>
                </c:pt>
                <c:pt idx="6119">
                  <c:v>1.5554430000000001E-3</c:v>
                </c:pt>
                <c:pt idx="6120">
                  <c:v>1.553614E-3</c:v>
                </c:pt>
                <c:pt idx="6121">
                  <c:v>1.5516519999999999E-3</c:v>
                </c:pt>
                <c:pt idx="6122">
                  <c:v>1.5502890000000001E-3</c:v>
                </c:pt>
                <c:pt idx="6123">
                  <c:v>1.550056E-3</c:v>
                </c:pt>
                <c:pt idx="6124">
                  <c:v>1.5511539999999999E-3</c:v>
                </c:pt>
                <c:pt idx="6125">
                  <c:v>1.553315E-3</c:v>
                </c:pt>
                <c:pt idx="6126">
                  <c:v>1.5561080000000001E-3</c:v>
                </c:pt>
                <c:pt idx="6127">
                  <c:v>1.558935E-3</c:v>
                </c:pt>
                <c:pt idx="6128">
                  <c:v>1.561462E-3</c:v>
                </c:pt>
                <c:pt idx="6129">
                  <c:v>1.563624E-3</c:v>
                </c:pt>
                <c:pt idx="6130">
                  <c:v>1.565386E-3</c:v>
                </c:pt>
                <c:pt idx="6131">
                  <c:v>1.566916E-3</c:v>
                </c:pt>
                <c:pt idx="6132">
                  <c:v>1.5685779999999999E-3</c:v>
                </c:pt>
                <c:pt idx="6133">
                  <c:v>1.570241E-3</c:v>
                </c:pt>
                <c:pt idx="6134">
                  <c:v>1.5720370000000001E-3</c:v>
                </c:pt>
                <c:pt idx="6135">
                  <c:v>1.5734670000000001E-3</c:v>
                </c:pt>
                <c:pt idx="6136">
                  <c:v>1.5743980000000001E-3</c:v>
                </c:pt>
                <c:pt idx="6137">
                  <c:v>1.5743980000000001E-3</c:v>
                </c:pt>
                <c:pt idx="6138">
                  <c:v>1.5736330000000001E-3</c:v>
                </c:pt>
                <c:pt idx="6139">
                  <c:v>1.5721369999999999E-3</c:v>
                </c:pt>
                <c:pt idx="6140">
                  <c:v>1.57044E-3</c:v>
                </c:pt>
                <c:pt idx="6141">
                  <c:v>1.5689440000000001E-3</c:v>
                </c:pt>
                <c:pt idx="6142">
                  <c:v>1.567847E-3</c:v>
                </c:pt>
                <c:pt idx="6143">
                  <c:v>1.567115E-3</c:v>
                </c:pt>
                <c:pt idx="6144">
                  <c:v>1.56645E-3</c:v>
                </c:pt>
                <c:pt idx="6145">
                  <c:v>1.565353E-3</c:v>
                </c:pt>
                <c:pt idx="6146">
                  <c:v>1.563357E-3</c:v>
                </c:pt>
                <c:pt idx="6147">
                  <c:v>1.5601650000000001E-3</c:v>
                </c:pt>
                <c:pt idx="6148">
                  <c:v>1.5562740000000001E-3</c:v>
                </c:pt>
                <c:pt idx="6149">
                  <c:v>1.5518190000000001E-3</c:v>
                </c:pt>
                <c:pt idx="6150">
                  <c:v>1.5478950000000001E-3</c:v>
                </c:pt>
                <c:pt idx="6151">
                  <c:v>1.545168E-3</c:v>
                </c:pt>
                <c:pt idx="6152">
                  <c:v>1.544337E-3</c:v>
                </c:pt>
                <c:pt idx="6153">
                  <c:v>1.545434E-3</c:v>
                </c:pt>
                <c:pt idx="6154">
                  <c:v>1.5480610000000001E-3</c:v>
                </c:pt>
                <c:pt idx="6155">
                  <c:v>1.5514529999999999E-3</c:v>
                </c:pt>
                <c:pt idx="6156">
                  <c:v>1.5548109999999999E-3</c:v>
                </c:pt>
                <c:pt idx="6157">
                  <c:v>1.557538E-3</c:v>
                </c:pt>
                <c:pt idx="6158">
                  <c:v>1.5592010000000001E-3</c:v>
                </c:pt>
                <c:pt idx="6159">
                  <c:v>1.559733E-3</c:v>
                </c:pt>
                <c:pt idx="6160">
                  <c:v>1.5597E-3</c:v>
                </c:pt>
                <c:pt idx="6161">
                  <c:v>1.559101E-3</c:v>
                </c:pt>
                <c:pt idx="6162">
                  <c:v>1.558336E-3</c:v>
                </c:pt>
                <c:pt idx="6163">
                  <c:v>1.5571719999999999E-3</c:v>
                </c:pt>
                <c:pt idx="6164">
                  <c:v>1.5554099999999999E-3</c:v>
                </c:pt>
                <c:pt idx="6165">
                  <c:v>1.5527500000000001E-3</c:v>
                </c:pt>
                <c:pt idx="6166">
                  <c:v>1.548593E-3</c:v>
                </c:pt>
                <c:pt idx="6167">
                  <c:v>1.54324E-3</c:v>
                </c:pt>
                <c:pt idx="6168">
                  <c:v>1.536955E-3</c:v>
                </c:pt>
                <c:pt idx="6169">
                  <c:v>1.530338E-3</c:v>
                </c:pt>
                <c:pt idx="6170">
                  <c:v>1.52422E-3</c:v>
                </c:pt>
                <c:pt idx="6171">
                  <c:v>1.519531E-3</c:v>
                </c:pt>
                <c:pt idx="6172">
                  <c:v>1.516805E-3</c:v>
                </c:pt>
                <c:pt idx="6173">
                  <c:v>1.516107E-3</c:v>
                </c:pt>
                <c:pt idx="6174">
                  <c:v>1.517404E-3</c:v>
                </c:pt>
                <c:pt idx="6175">
                  <c:v>1.520197E-3</c:v>
                </c:pt>
                <c:pt idx="6176">
                  <c:v>1.5236550000000001E-3</c:v>
                </c:pt>
                <c:pt idx="6177">
                  <c:v>1.527013E-3</c:v>
                </c:pt>
                <c:pt idx="6178">
                  <c:v>1.529374E-3</c:v>
                </c:pt>
                <c:pt idx="6179">
                  <c:v>1.530404E-3</c:v>
                </c:pt>
                <c:pt idx="6180">
                  <c:v>1.5302709999999999E-3</c:v>
                </c:pt>
                <c:pt idx="6181">
                  <c:v>1.529241E-3</c:v>
                </c:pt>
                <c:pt idx="6182">
                  <c:v>1.5280770000000001E-3</c:v>
                </c:pt>
                <c:pt idx="6183">
                  <c:v>1.5277439999999999E-3</c:v>
                </c:pt>
                <c:pt idx="6184">
                  <c:v>1.5290410000000001E-3</c:v>
                </c:pt>
                <c:pt idx="6185">
                  <c:v>1.5323660000000001E-3</c:v>
                </c:pt>
                <c:pt idx="6186">
                  <c:v>1.537554E-3</c:v>
                </c:pt>
                <c:pt idx="6187">
                  <c:v>1.5441369999999999E-3</c:v>
                </c:pt>
                <c:pt idx="6188">
                  <c:v>1.5512869999999999E-3</c:v>
                </c:pt>
                <c:pt idx="6189">
                  <c:v>1.5580699999999999E-3</c:v>
                </c:pt>
                <c:pt idx="6190">
                  <c:v>1.563856E-3</c:v>
                </c:pt>
                <c:pt idx="6191">
                  <c:v>1.568479E-3</c:v>
                </c:pt>
                <c:pt idx="6192">
                  <c:v>1.5719040000000001E-3</c:v>
                </c:pt>
                <c:pt idx="6193">
                  <c:v>1.5745310000000001E-3</c:v>
                </c:pt>
                <c:pt idx="6194">
                  <c:v>1.5763929999999999E-3</c:v>
                </c:pt>
                <c:pt idx="6195">
                  <c:v>1.5776570000000001E-3</c:v>
                </c:pt>
                <c:pt idx="6196">
                  <c:v>1.578156E-3</c:v>
                </c:pt>
                <c:pt idx="6197">
                  <c:v>1.577623E-3</c:v>
                </c:pt>
                <c:pt idx="6198">
                  <c:v>1.575894E-3</c:v>
                </c:pt>
                <c:pt idx="6199">
                  <c:v>1.573234E-3</c:v>
                </c:pt>
                <c:pt idx="6200">
                  <c:v>1.570407E-3</c:v>
                </c:pt>
                <c:pt idx="6201">
                  <c:v>1.568013E-3</c:v>
                </c:pt>
                <c:pt idx="6202">
                  <c:v>1.5664170000000001E-3</c:v>
                </c:pt>
                <c:pt idx="6203">
                  <c:v>1.5664170000000001E-3</c:v>
                </c:pt>
                <c:pt idx="6204">
                  <c:v>1.567414E-3</c:v>
                </c:pt>
                <c:pt idx="6205">
                  <c:v>1.568678E-3</c:v>
                </c:pt>
                <c:pt idx="6206">
                  <c:v>1.569277E-3</c:v>
                </c:pt>
                <c:pt idx="6207">
                  <c:v>1.5681130000000001E-3</c:v>
                </c:pt>
                <c:pt idx="6208">
                  <c:v>1.5651529999999999E-3</c:v>
                </c:pt>
                <c:pt idx="6209">
                  <c:v>1.5602979999999999E-3</c:v>
                </c:pt>
                <c:pt idx="6210">
                  <c:v>1.554712E-3</c:v>
                </c:pt>
                <c:pt idx="6211">
                  <c:v>1.5488590000000001E-3</c:v>
                </c:pt>
                <c:pt idx="6212">
                  <c:v>1.5441369999999999E-3</c:v>
                </c:pt>
                <c:pt idx="6213">
                  <c:v>1.540579E-3</c:v>
                </c:pt>
                <c:pt idx="6214">
                  <c:v>1.5380859999999999E-3</c:v>
                </c:pt>
                <c:pt idx="6215">
                  <c:v>1.536157E-3</c:v>
                </c:pt>
                <c:pt idx="6216">
                  <c:v>1.534328E-3</c:v>
                </c:pt>
                <c:pt idx="6217">
                  <c:v>1.531901E-3</c:v>
                </c:pt>
                <c:pt idx="6218">
                  <c:v>1.5292070000000001E-3</c:v>
                </c:pt>
                <c:pt idx="6219">
                  <c:v>1.526714E-3</c:v>
                </c:pt>
                <c:pt idx="6220">
                  <c:v>1.5248519999999999E-3</c:v>
                </c:pt>
                <c:pt idx="6221">
                  <c:v>1.5244189999999999E-3</c:v>
                </c:pt>
                <c:pt idx="6222">
                  <c:v>1.525417E-3</c:v>
                </c:pt>
                <c:pt idx="6223">
                  <c:v>1.5274119999999999E-3</c:v>
                </c:pt>
                <c:pt idx="6224">
                  <c:v>1.5298060000000001E-3</c:v>
                </c:pt>
                <c:pt idx="6225">
                  <c:v>1.5313690000000001E-3</c:v>
                </c:pt>
                <c:pt idx="6226">
                  <c:v>1.531103E-3</c:v>
                </c:pt>
                <c:pt idx="6227">
                  <c:v>1.5285419999999999E-3</c:v>
                </c:pt>
                <c:pt idx="6228">
                  <c:v>1.5241530000000001E-3</c:v>
                </c:pt>
                <c:pt idx="6229">
                  <c:v>1.5186010000000001E-3</c:v>
                </c:pt>
                <c:pt idx="6230">
                  <c:v>1.5132469999999999E-3</c:v>
                </c:pt>
                <c:pt idx="6231">
                  <c:v>1.5099219999999999E-3</c:v>
                </c:pt>
                <c:pt idx="6232">
                  <c:v>1.5097890000000001E-3</c:v>
                </c:pt>
                <c:pt idx="6233">
                  <c:v>1.513414E-3</c:v>
                </c:pt>
                <c:pt idx="6234">
                  <c:v>1.5208279999999999E-3</c:v>
                </c:pt>
                <c:pt idx="6235">
                  <c:v>1.531302E-3</c:v>
                </c:pt>
                <c:pt idx="6236">
                  <c:v>1.543506E-3</c:v>
                </c:pt>
                <c:pt idx="6237">
                  <c:v>1.5557419999999999E-3</c:v>
                </c:pt>
                <c:pt idx="6238">
                  <c:v>1.56635E-3</c:v>
                </c:pt>
                <c:pt idx="6239">
                  <c:v>1.574165E-3</c:v>
                </c:pt>
                <c:pt idx="6240">
                  <c:v>1.5786210000000001E-3</c:v>
                </c:pt>
                <c:pt idx="6241">
                  <c:v>1.5795189999999999E-3</c:v>
                </c:pt>
                <c:pt idx="6242">
                  <c:v>1.577756E-3</c:v>
                </c:pt>
                <c:pt idx="6243">
                  <c:v>1.5738659999999999E-3</c:v>
                </c:pt>
                <c:pt idx="6244">
                  <c:v>1.569343E-3</c:v>
                </c:pt>
                <c:pt idx="6245">
                  <c:v>1.564754E-3</c:v>
                </c:pt>
                <c:pt idx="6246">
                  <c:v>1.560664E-3</c:v>
                </c:pt>
                <c:pt idx="6247">
                  <c:v>1.557405E-3</c:v>
                </c:pt>
                <c:pt idx="6248">
                  <c:v>1.5545450000000001E-3</c:v>
                </c:pt>
                <c:pt idx="6249">
                  <c:v>1.5519850000000001E-3</c:v>
                </c:pt>
                <c:pt idx="6250">
                  <c:v>1.549524E-3</c:v>
                </c:pt>
                <c:pt idx="6251">
                  <c:v>1.5469640000000001E-3</c:v>
                </c:pt>
                <c:pt idx="6252">
                  <c:v>1.5447690000000001E-3</c:v>
                </c:pt>
                <c:pt idx="6253">
                  <c:v>1.5430400000000001E-3</c:v>
                </c:pt>
                <c:pt idx="6254">
                  <c:v>1.5421090000000001E-3</c:v>
                </c:pt>
                <c:pt idx="6255">
                  <c:v>1.541976E-3</c:v>
                </c:pt>
                <c:pt idx="6256">
                  <c:v>1.542674E-3</c:v>
                </c:pt>
                <c:pt idx="6257">
                  <c:v>1.543439E-3</c:v>
                </c:pt>
                <c:pt idx="6258">
                  <c:v>1.5437719999999999E-3</c:v>
                </c:pt>
                <c:pt idx="6259">
                  <c:v>1.542741E-3</c:v>
                </c:pt>
                <c:pt idx="6260">
                  <c:v>1.54028E-3</c:v>
                </c:pt>
                <c:pt idx="6261">
                  <c:v>1.536356E-3</c:v>
                </c:pt>
                <c:pt idx="6262">
                  <c:v>1.531435E-3</c:v>
                </c:pt>
                <c:pt idx="6263">
                  <c:v>1.5266139999999999E-3</c:v>
                </c:pt>
                <c:pt idx="6264">
                  <c:v>1.5231229999999999E-3</c:v>
                </c:pt>
                <c:pt idx="6265">
                  <c:v>1.5216260000000001E-3</c:v>
                </c:pt>
                <c:pt idx="6266">
                  <c:v>1.5228570000000001E-3</c:v>
                </c:pt>
                <c:pt idx="6267">
                  <c:v>1.527013E-3</c:v>
                </c:pt>
                <c:pt idx="6268">
                  <c:v>1.5337630000000001E-3</c:v>
                </c:pt>
                <c:pt idx="6269">
                  <c:v>1.542308E-3</c:v>
                </c:pt>
                <c:pt idx="6270">
                  <c:v>1.551586E-3</c:v>
                </c:pt>
                <c:pt idx="6271">
                  <c:v>1.5604309999999999E-3</c:v>
                </c:pt>
                <c:pt idx="6272">
                  <c:v>1.568013E-3</c:v>
                </c:pt>
                <c:pt idx="6273">
                  <c:v>1.5732999999999999E-3</c:v>
                </c:pt>
                <c:pt idx="6274">
                  <c:v>1.5755949999999999E-3</c:v>
                </c:pt>
                <c:pt idx="6275">
                  <c:v>1.5744979999999999E-3</c:v>
                </c:pt>
                <c:pt idx="6276">
                  <c:v>1.570274E-3</c:v>
                </c:pt>
                <c:pt idx="6277">
                  <c:v>1.5631250000000001E-3</c:v>
                </c:pt>
                <c:pt idx="6278">
                  <c:v>1.5539799999999999E-3</c:v>
                </c:pt>
                <c:pt idx="6279">
                  <c:v>1.5437719999999999E-3</c:v>
                </c:pt>
                <c:pt idx="6280">
                  <c:v>1.533796E-3</c:v>
                </c:pt>
                <c:pt idx="6281">
                  <c:v>1.525118E-3</c:v>
                </c:pt>
                <c:pt idx="6282">
                  <c:v>1.518368E-3</c:v>
                </c:pt>
                <c:pt idx="6283">
                  <c:v>1.513946E-3</c:v>
                </c:pt>
                <c:pt idx="6284">
                  <c:v>1.5118180000000001E-3</c:v>
                </c:pt>
                <c:pt idx="6285">
                  <c:v>1.511751E-3</c:v>
                </c:pt>
                <c:pt idx="6286">
                  <c:v>1.5133799999999999E-3</c:v>
                </c:pt>
                <c:pt idx="6287">
                  <c:v>1.516473E-3</c:v>
                </c:pt>
                <c:pt idx="6288">
                  <c:v>1.521061E-3</c:v>
                </c:pt>
                <c:pt idx="6289">
                  <c:v>1.5267799999999999E-3</c:v>
                </c:pt>
                <c:pt idx="6290">
                  <c:v>1.5335629999999999E-3</c:v>
                </c:pt>
                <c:pt idx="6291">
                  <c:v>1.5409779999999999E-3</c:v>
                </c:pt>
                <c:pt idx="6292">
                  <c:v>1.5486930000000001E-3</c:v>
                </c:pt>
                <c:pt idx="6293">
                  <c:v>1.5557419999999999E-3</c:v>
                </c:pt>
                <c:pt idx="6294">
                  <c:v>1.561462E-3</c:v>
                </c:pt>
                <c:pt idx="6295">
                  <c:v>1.565253E-3</c:v>
                </c:pt>
                <c:pt idx="6296">
                  <c:v>1.566816E-3</c:v>
                </c:pt>
                <c:pt idx="6297">
                  <c:v>1.566317E-3</c:v>
                </c:pt>
                <c:pt idx="6298">
                  <c:v>1.563989E-3</c:v>
                </c:pt>
                <c:pt idx="6299">
                  <c:v>1.5605969999999999E-3</c:v>
                </c:pt>
                <c:pt idx="6300">
                  <c:v>1.55664E-3</c:v>
                </c:pt>
                <c:pt idx="6301">
                  <c:v>1.5527500000000001E-3</c:v>
                </c:pt>
                <c:pt idx="6302">
                  <c:v>1.549192E-3</c:v>
                </c:pt>
                <c:pt idx="6303">
                  <c:v>1.546099E-3</c:v>
                </c:pt>
                <c:pt idx="6304">
                  <c:v>1.5436390000000001E-3</c:v>
                </c:pt>
                <c:pt idx="6305">
                  <c:v>1.541644E-3</c:v>
                </c:pt>
                <c:pt idx="6306">
                  <c:v>1.5399140000000001E-3</c:v>
                </c:pt>
                <c:pt idx="6307">
                  <c:v>1.538518E-3</c:v>
                </c:pt>
                <c:pt idx="6308">
                  <c:v>1.537154E-3</c:v>
                </c:pt>
                <c:pt idx="6309">
                  <c:v>1.5358240000000001E-3</c:v>
                </c:pt>
                <c:pt idx="6310">
                  <c:v>1.534395E-3</c:v>
                </c:pt>
                <c:pt idx="6311">
                  <c:v>1.532732E-3</c:v>
                </c:pt>
                <c:pt idx="6312">
                  <c:v>1.531103E-3</c:v>
                </c:pt>
                <c:pt idx="6313">
                  <c:v>1.5289749999999999E-3</c:v>
                </c:pt>
                <c:pt idx="6314">
                  <c:v>1.5263480000000001E-3</c:v>
                </c:pt>
                <c:pt idx="6315">
                  <c:v>1.5231559999999999E-3</c:v>
                </c:pt>
                <c:pt idx="6316">
                  <c:v>1.5191989999999999E-3</c:v>
                </c:pt>
                <c:pt idx="6317">
                  <c:v>1.5149429999999999E-3</c:v>
                </c:pt>
                <c:pt idx="6318">
                  <c:v>1.5106869999999999E-3</c:v>
                </c:pt>
                <c:pt idx="6319">
                  <c:v>1.5072289999999999E-3</c:v>
                </c:pt>
                <c:pt idx="6320">
                  <c:v>1.5053670000000001E-3</c:v>
                </c:pt>
                <c:pt idx="6321">
                  <c:v>1.5056329999999999E-3</c:v>
                </c:pt>
                <c:pt idx="6322">
                  <c:v>1.50826E-3</c:v>
                </c:pt>
                <c:pt idx="6323">
                  <c:v>1.5128819999999999E-3</c:v>
                </c:pt>
                <c:pt idx="6324">
                  <c:v>1.5186010000000001E-3</c:v>
                </c:pt>
                <c:pt idx="6325">
                  <c:v>1.524187E-3</c:v>
                </c:pt>
                <c:pt idx="6326">
                  <c:v>1.528576E-3</c:v>
                </c:pt>
                <c:pt idx="6327">
                  <c:v>1.5309360000000001E-3</c:v>
                </c:pt>
                <c:pt idx="6328">
                  <c:v>1.53107E-3</c:v>
                </c:pt>
                <c:pt idx="6329">
                  <c:v>1.529407E-3</c:v>
                </c:pt>
                <c:pt idx="6330">
                  <c:v>1.526747E-3</c:v>
                </c:pt>
                <c:pt idx="6331">
                  <c:v>1.524187E-3</c:v>
                </c:pt>
                <c:pt idx="6332">
                  <c:v>1.522591E-3</c:v>
                </c:pt>
                <c:pt idx="6333">
                  <c:v>1.5228570000000001E-3</c:v>
                </c:pt>
                <c:pt idx="6334">
                  <c:v>1.5248180000000001E-3</c:v>
                </c:pt>
                <c:pt idx="6335">
                  <c:v>1.528675E-3</c:v>
                </c:pt>
                <c:pt idx="6336">
                  <c:v>1.5342279999999999E-3</c:v>
                </c:pt>
                <c:pt idx="6337">
                  <c:v>1.5405130000000001E-3</c:v>
                </c:pt>
                <c:pt idx="6338">
                  <c:v>1.5471630000000001E-3</c:v>
                </c:pt>
                <c:pt idx="6339">
                  <c:v>1.5532479999999999E-3</c:v>
                </c:pt>
                <c:pt idx="6340">
                  <c:v>1.558137E-3</c:v>
                </c:pt>
                <c:pt idx="6341">
                  <c:v>1.5608969999999999E-3</c:v>
                </c:pt>
                <c:pt idx="6342">
                  <c:v>1.561163E-3</c:v>
                </c:pt>
                <c:pt idx="6343">
                  <c:v>1.558336E-3</c:v>
                </c:pt>
                <c:pt idx="6344">
                  <c:v>1.552816E-3</c:v>
                </c:pt>
                <c:pt idx="6345">
                  <c:v>1.544836E-3</c:v>
                </c:pt>
                <c:pt idx="6346">
                  <c:v>1.535226E-3</c:v>
                </c:pt>
                <c:pt idx="6347">
                  <c:v>1.5248849999999999E-3</c:v>
                </c:pt>
                <c:pt idx="6348">
                  <c:v>1.5148099999999999E-3</c:v>
                </c:pt>
                <c:pt idx="6349">
                  <c:v>1.505766E-3</c:v>
                </c:pt>
                <c:pt idx="6350">
                  <c:v>1.498618E-3</c:v>
                </c:pt>
                <c:pt idx="6351">
                  <c:v>1.493863E-3</c:v>
                </c:pt>
                <c:pt idx="6352">
                  <c:v>1.4920350000000001E-3</c:v>
                </c:pt>
                <c:pt idx="6353">
                  <c:v>1.4932980000000001E-3</c:v>
                </c:pt>
                <c:pt idx="6354">
                  <c:v>1.4976200000000001E-3</c:v>
                </c:pt>
                <c:pt idx="6355">
                  <c:v>1.504469E-3</c:v>
                </c:pt>
                <c:pt idx="6356">
                  <c:v>1.512981E-3</c:v>
                </c:pt>
                <c:pt idx="6357">
                  <c:v>1.5217919999999999E-3</c:v>
                </c:pt>
                <c:pt idx="6358">
                  <c:v>1.5297729999999999E-3</c:v>
                </c:pt>
                <c:pt idx="6359">
                  <c:v>1.5358909999999999E-3</c:v>
                </c:pt>
                <c:pt idx="6360">
                  <c:v>1.5395820000000001E-3</c:v>
                </c:pt>
                <c:pt idx="6361">
                  <c:v>1.5407789999999999E-3</c:v>
                </c:pt>
                <c:pt idx="6362">
                  <c:v>1.540081E-3</c:v>
                </c:pt>
                <c:pt idx="6363">
                  <c:v>1.5381520000000001E-3</c:v>
                </c:pt>
                <c:pt idx="6364">
                  <c:v>1.5359239999999999E-3</c:v>
                </c:pt>
                <c:pt idx="6365">
                  <c:v>1.5337300000000001E-3</c:v>
                </c:pt>
                <c:pt idx="6366">
                  <c:v>1.531602E-3</c:v>
                </c:pt>
                <c:pt idx="6367">
                  <c:v>1.529507E-3</c:v>
                </c:pt>
                <c:pt idx="6368">
                  <c:v>1.5272459999999999E-3</c:v>
                </c:pt>
                <c:pt idx="6369">
                  <c:v>1.524486E-3</c:v>
                </c:pt>
                <c:pt idx="6370">
                  <c:v>1.521161E-3</c:v>
                </c:pt>
                <c:pt idx="6371">
                  <c:v>1.5172709999999999E-3</c:v>
                </c:pt>
                <c:pt idx="6372">
                  <c:v>1.5131809999999999E-3</c:v>
                </c:pt>
                <c:pt idx="6373">
                  <c:v>1.509158E-3</c:v>
                </c:pt>
                <c:pt idx="6374">
                  <c:v>1.5054999999999999E-3</c:v>
                </c:pt>
                <c:pt idx="6375">
                  <c:v>1.5026410000000001E-3</c:v>
                </c:pt>
                <c:pt idx="6376">
                  <c:v>1.5012440000000001E-3</c:v>
                </c:pt>
                <c:pt idx="6377">
                  <c:v>1.5015440000000001E-3</c:v>
                </c:pt>
                <c:pt idx="6378">
                  <c:v>1.50417E-3</c:v>
                </c:pt>
                <c:pt idx="6379">
                  <c:v>1.5091239999999999E-3</c:v>
                </c:pt>
                <c:pt idx="6380">
                  <c:v>1.5162070000000001E-3</c:v>
                </c:pt>
                <c:pt idx="6381">
                  <c:v>1.5247520000000001E-3</c:v>
                </c:pt>
                <c:pt idx="6382">
                  <c:v>1.533364E-3</c:v>
                </c:pt>
                <c:pt idx="6383">
                  <c:v>1.540912E-3</c:v>
                </c:pt>
                <c:pt idx="6384">
                  <c:v>1.546532E-3</c:v>
                </c:pt>
                <c:pt idx="6385">
                  <c:v>1.549557E-3</c:v>
                </c:pt>
                <c:pt idx="6386">
                  <c:v>1.5502560000000001E-3</c:v>
                </c:pt>
                <c:pt idx="6387">
                  <c:v>1.5489919999999999E-3</c:v>
                </c:pt>
                <c:pt idx="6388">
                  <c:v>1.54703E-3</c:v>
                </c:pt>
                <c:pt idx="6389">
                  <c:v>1.545002E-3</c:v>
                </c:pt>
                <c:pt idx="6390">
                  <c:v>1.543738E-3</c:v>
                </c:pt>
                <c:pt idx="6391">
                  <c:v>1.543406E-3</c:v>
                </c:pt>
                <c:pt idx="6392">
                  <c:v>1.544403E-3</c:v>
                </c:pt>
                <c:pt idx="6393">
                  <c:v>1.546399E-3</c:v>
                </c:pt>
                <c:pt idx="6394">
                  <c:v>1.549557E-3</c:v>
                </c:pt>
                <c:pt idx="6395">
                  <c:v>1.5535480000000001E-3</c:v>
                </c:pt>
                <c:pt idx="6396">
                  <c:v>1.55817E-3</c:v>
                </c:pt>
                <c:pt idx="6397">
                  <c:v>1.5632580000000001E-3</c:v>
                </c:pt>
                <c:pt idx="6398">
                  <c:v>1.5681790000000001E-3</c:v>
                </c:pt>
                <c:pt idx="6399">
                  <c:v>1.572602E-3</c:v>
                </c:pt>
                <c:pt idx="6400">
                  <c:v>1.576193E-3</c:v>
                </c:pt>
                <c:pt idx="6401">
                  <c:v>1.5786210000000001E-3</c:v>
                </c:pt>
                <c:pt idx="6402">
                  <c:v>1.5800180000000001E-3</c:v>
                </c:pt>
                <c:pt idx="6403">
                  <c:v>1.580517E-3</c:v>
                </c:pt>
                <c:pt idx="6404">
                  <c:v>1.5806500000000001E-3</c:v>
                </c:pt>
                <c:pt idx="6405">
                  <c:v>1.5802170000000001E-3</c:v>
                </c:pt>
                <c:pt idx="6406">
                  <c:v>1.579153E-3</c:v>
                </c:pt>
                <c:pt idx="6407">
                  <c:v>1.577258E-3</c:v>
                </c:pt>
                <c:pt idx="6408">
                  <c:v>1.574298E-3</c:v>
                </c:pt>
                <c:pt idx="6409">
                  <c:v>1.5699749999999999E-3</c:v>
                </c:pt>
                <c:pt idx="6410">
                  <c:v>1.564654E-3</c:v>
                </c:pt>
                <c:pt idx="6411">
                  <c:v>1.5586020000000001E-3</c:v>
                </c:pt>
                <c:pt idx="6412">
                  <c:v>1.5527500000000001E-3</c:v>
                </c:pt>
                <c:pt idx="6413">
                  <c:v>1.5480610000000001E-3</c:v>
                </c:pt>
                <c:pt idx="6414">
                  <c:v>1.5449019999999999E-3</c:v>
                </c:pt>
                <c:pt idx="6415">
                  <c:v>1.543871E-3</c:v>
                </c:pt>
                <c:pt idx="6416">
                  <c:v>1.545201E-3</c:v>
                </c:pt>
                <c:pt idx="6417">
                  <c:v>1.548427E-3</c:v>
                </c:pt>
                <c:pt idx="6418">
                  <c:v>1.5530489999999999E-3</c:v>
                </c:pt>
                <c:pt idx="6419">
                  <c:v>1.5582700000000001E-3</c:v>
                </c:pt>
                <c:pt idx="6420">
                  <c:v>1.5631250000000001E-3</c:v>
                </c:pt>
                <c:pt idx="6421">
                  <c:v>1.566483E-3</c:v>
                </c:pt>
                <c:pt idx="6422">
                  <c:v>1.5674809999999999E-3</c:v>
                </c:pt>
                <c:pt idx="6423">
                  <c:v>1.5658849999999999E-3</c:v>
                </c:pt>
                <c:pt idx="6424">
                  <c:v>1.561928E-3</c:v>
                </c:pt>
                <c:pt idx="6425">
                  <c:v>1.556441E-3</c:v>
                </c:pt>
                <c:pt idx="6426">
                  <c:v>1.550954E-3</c:v>
                </c:pt>
                <c:pt idx="6427">
                  <c:v>1.5470970000000001E-3</c:v>
                </c:pt>
                <c:pt idx="6428">
                  <c:v>1.5461990000000001E-3</c:v>
                </c:pt>
                <c:pt idx="6429">
                  <c:v>1.5491249999999999E-3</c:v>
                </c:pt>
                <c:pt idx="6430">
                  <c:v>1.555011E-3</c:v>
                </c:pt>
                <c:pt idx="6431">
                  <c:v>1.562892E-3</c:v>
                </c:pt>
                <c:pt idx="6432">
                  <c:v>1.570906E-3</c:v>
                </c:pt>
                <c:pt idx="6433">
                  <c:v>1.5769250000000001E-3</c:v>
                </c:pt>
                <c:pt idx="6434">
                  <c:v>1.579918E-3</c:v>
                </c:pt>
                <c:pt idx="6435">
                  <c:v>1.5790870000000001E-3</c:v>
                </c:pt>
                <c:pt idx="6436">
                  <c:v>1.575096E-3</c:v>
                </c:pt>
                <c:pt idx="6437">
                  <c:v>1.5687780000000001E-3</c:v>
                </c:pt>
                <c:pt idx="6438">
                  <c:v>1.5616619999999999E-3</c:v>
                </c:pt>
                <c:pt idx="6439">
                  <c:v>1.554878E-3</c:v>
                </c:pt>
                <c:pt idx="6440">
                  <c:v>1.5494580000000001E-3</c:v>
                </c:pt>
                <c:pt idx="6441">
                  <c:v>1.545933E-3</c:v>
                </c:pt>
                <c:pt idx="6442">
                  <c:v>1.54447E-3</c:v>
                </c:pt>
                <c:pt idx="6443">
                  <c:v>1.544836E-3</c:v>
                </c:pt>
                <c:pt idx="6444">
                  <c:v>1.546831E-3</c:v>
                </c:pt>
                <c:pt idx="6445">
                  <c:v>1.549957E-3</c:v>
                </c:pt>
                <c:pt idx="6446">
                  <c:v>1.553149E-3</c:v>
                </c:pt>
                <c:pt idx="6447">
                  <c:v>1.5554099999999999E-3</c:v>
                </c:pt>
                <c:pt idx="6448">
                  <c:v>1.555776E-3</c:v>
                </c:pt>
                <c:pt idx="6449">
                  <c:v>1.5535480000000001E-3</c:v>
                </c:pt>
                <c:pt idx="6450">
                  <c:v>1.5488590000000001E-3</c:v>
                </c:pt>
                <c:pt idx="6451">
                  <c:v>1.5423419999999999E-3</c:v>
                </c:pt>
                <c:pt idx="6452">
                  <c:v>1.5356910000000001E-3</c:v>
                </c:pt>
                <c:pt idx="6453">
                  <c:v>1.530504E-3</c:v>
                </c:pt>
                <c:pt idx="6454">
                  <c:v>1.528443E-3</c:v>
                </c:pt>
                <c:pt idx="6455">
                  <c:v>1.530205E-3</c:v>
                </c:pt>
                <c:pt idx="6456">
                  <c:v>1.5354590000000001E-3</c:v>
                </c:pt>
                <c:pt idx="6457">
                  <c:v>1.5429739999999999E-3</c:v>
                </c:pt>
                <c:pt idx="6458">
                  <c:v>1.550821E-3</c:v>
                </c:pt>
                <c:pt idx="6459">
                  <c:v>1.557405E-3</c:v>
                </c:pt>
                <c:pt idx="6460">
                  <c:v>1.5612289999999999E-3</c:v>
                </c:pt>
                <c:pt idx="6461">
                  <c:v>1.5621599999999999E-3</c:v>
                </c:pt>
                <c:pt idx="6462">
                  <c:v>1.5603979999999999E-3</c:v>
                </c:pt>
                <c:pt idx="6463">
                  <c:v>1.5568400000000001E-3</c:v>
                </c:pt>
                <c:pt idx="6464">
                  <c:v>1.552716E-3</c:v>
                </c:pt>
                <c:pt idx="6465">
                  <c:v>1.5488920000000001E-3</c:v>
                </c:pt>
                <c:pt idx="6466">
                  <c:v>1.546399E-3</c:v>
                </c:pt>
                <c:pt idx="6467">
                  <c:v>1.545334E-3</c:v>
                </c:pt>
                <c:pt idx="6468">
                  <c:v>1.5464980000000001E-3</c:v>
                </c:pt>
                <c:pt idx="6469">
                  <c:v>1.5498230000000001E-3</c:v>
                </c:pt>
                <c:pt idx="6470">
                  <c:v>1.55551E-3</c:v>
                </c:pt>
                <c:pt idx="6471">
                  <c:v>1.563158E-3</c:v>
                </c:pt>
                <c:pt idx="6472">
                  <c:v>1.572403E-3</c:v>
                </c:pt>
                <c:pt idx="6473">
                  <c:v>1.582279E-3</c:v>
                </c:pt>
                <c:pt idx="6474">
                  <c:v>1.591358E-3</c:v>
                </c:pt>
                <c:pt idx="6475">
                  <c:v>1.598508E-3</c:v>
                </c:pt>
                <c:pt idx="6476">
                  <c:v>1.6029309999999999E-3</c:v>
                </c:pt>
                <c:pt idx="6477">
                  <c:v>1.6042280000000001E-3</c:v>
                </c:pt>
                <c:pt idx="6478">
                  <c:v>1.6026980000000001E-3</c:v>
                </c:pt>
                <c:pt idx="6479">
                  <c:v>1.598807E-3</c:v>
                </c:pt>
                <c:pt idx="6480">
                  <c:v>1.5934199999999999E-3</c:v>
                </c:pt>
                <c:pt idx="6481">
                  <c:v>1.587101E-3</c:v>
                </c:pt>
                <c:pt idx="6482">
                  <c:v>1.5801179999999999E-3</c:v>
                </c:pt>
                <c:pt idx="6483">
                  <c:v>1.5726690000000001E-3</c:v>
                </c:pt>
                <c:pt idx="6484">
                  <c:v>1.5650200000000001E-3</c:v>
                </c:pt>
                <c:pt idx="6485">
                  <c:v>1.557339E-3</c:v>
                </c:pt>
                <c:pt idx="6486">
                  <c:v>1.5502560000000001E-3</c:v>
                </c:pt>
                <c:pt idx="6487">
                  <c:v>1.5446360000000001E-3</c:v>
                </c:pt>
                <c:pt idx="6488">
                  <c:v>1.5414109999999999E-3</c:v>
                </c:pt>
                <c:pt idx="6489">
                  <c:v>1.5408450000000001E-3</c:v>
                </c:pt>
                <c:pt idx="6490">
                  <c:v>1.5431399999999999E-3</c:v>
                </c:pt>
                <c:pt idx="6491">
                  <c:v>1.5479280000000001E-3</c:v>
                </c:pt>
                <c:pt idx="6492">
                  <c:v>1.554213E-3</c:v>
                </c:pt>
                <c:pt idx="6493">
                  <c:v>1.561329E-3</c:v>
                </c:pt>
                <c:pt idx="6494">
                  <c:v>1.568046E-3</c:v>
                </c:pt>
                <c:pt idx="6495">
                  <c:v>1.574132E-3</c:v>
                </c:pt>
                <c:pt idx="6496">
                  <c:v>1.5792530000000001E-3</c:v>
                </c:pt>
                <c:pt idx="6497">
                  <c:v>1.5831440000000001E-3</c:v>
                </c:pt>
                <c:pt idx="6498">
                  <c:v>1.5857709999999999E-3</c:v>
                </c:pt>
                <c:pt idx="6499">
                  <c:v>1.586868E-3</c:v>
                </c:pt>
                <c:pt idx="6500">
                  <c:v>1.5865359999999999E-3</c:v>
                </c:pt>
                <c:pt idx="6501">
                  <c:v>1.58464E-3</c:v>
                </c:pt>
                <c:pt idx="6502">
                  <c:v>1.581315E-3</c:v>
                </c:pt>
                <c:pt idx="6503">
                  <c:v>1.577125E-3</c:v>
                </c:pt>
                <c:pt idx="6504">
                  <c:v>1.5728020000000001E-3</c:v>
                </c:pt>
                <c:pt idx="6505">
                  <c:v>1.568645E-3</c:v>
                </c:pt>
                <c:pt idx="6506">
                  <c:v>1.5650200000000001E-3</c:v>
                </c:pt>
                <c:pt idx="6507">
                  <c:v>1.5619939999999999E-3</c:v>
                </c:pt>
                <c:pt idx="6508">
                  <c:v>1.5593339999999999E-3</c:v>
                </c:pt>
                <c:pt idx="6509">
                  <c:v>1.556574E-3</c:v>
                </c:pt>
                <c:pt idx="6510">
                  <c:v>1.553315E-3</c:v>
                </c:pt>
                <c:pt idx="6511">
                  <c:v>1.5495909999999999E-3</c:v>
                </c:pt>
                <c:pt idx="6512">
                  <c:v>1.5455670000000001E-3</c:v>
                </c:pt>
                <c:pt idx="6513">
                  <c:v>1.541644E-3</c:v>
                </c:pt>
                <c:pt idx="6514">
                  <c:v>1.5381850000000001E-3</c:v>
                </c:pt>
                <c:pt idx="6515">
                  <c:v>1.5358240000000001E-3</c:v>
                </c:pt>
                <c:pt idx="6516">
                  <c:v>1.534561E-3</c:v>
                </c:pt>
                <c:pt idx="6517">
                  <c:v>1.534627E-3</c:v>
                </c:pt>
                <c:pt idx="6518">
                  <c:v>1.5359239999999999E-3</c:v>
                </c:pt>
                <c:pt idx="6519">
                  <c:v>1.538219E-3</c:v>
                </c:pt>
                <c:pt idx="6520">
                  <c:v>1.54181E-3</c:v>
                </c:pt>
                <c:pt idx="6521">
                  <c:v>1.546132E-3</c:v>
                </c:pt>
                <c:pt idx="6522">
                  <c:v>1.5511870000000001E-3</c:v>
                </c:pt>
                <c:pt idx="6523">
                  <c:v>1.556408E-3</c:v>
                </c:pt>
                <c:pt idx="6524">
                  <c:v>1.5613949999999999E-3</c:v>
                </c:pt>
                <c:pt idx="6525">
                  <c:v>1.5654519999999999E-3</c:v>
                </c:pt>
                <c:pt idx="6526">
                  <c:v>1.5681460000000001E-3</c:v>
                </c:pt>
                <c:pt idx="6527">
                  <c:v>1.56941E-3</c:v>
                </c:pt>
                <c:pt idx="6528">
                  <c:v>1.5692099999999999E-3</c:v>
                </c:pt>
                <c:pt idx="6529">
                  <c:v>1.567681E-3</c:v>
                </c:pt>
                <c:pt idx="6530">
                  <c:v>1.5651860000000001E-3</c:v>
                </c:pt>
                <c:pt idx="6531">
                  <c:v>1.5616950000000001E-3</c:v>
                </c:pt>
                <c:pt idx="6532">
                  <c:v>1.5576380000000001E-3</c:v>
                </c:pt>
                <c:pt idx="6533">
                  <c:v>1.5527830000000001E-3</c:v>
                </c:pt>
                <c:pt idx="6534">
                  <c:v>1.547596E-3</c:v>
                </c:pt>
                <c:pt idx="6535">
                  <c:v>1.5421090000000001E-3</c:v>
                </c:pt>
                <c:pt idx="6536">
                  <c:v>1.5370550000000001E-3</c:v>
                </c:pt>
                <c:pt idx="6537">
                  <c:v>1.532732E-3</c:v>
                </c:pt>
                <c:pt idx="6538">
                  <c:v>1.52954E-3</c:v>
                </c:pt>
                <c:pt idx="6539">
                  <c:v>1.5274119999999999E-3</c:v>
                </c:pt>
                <c:pt idx="6540">
                  <c:v>1.5264479999999999E-3</c:v>
                </c:pt>
                <c:pt idx="6541">
                  <c:v>1.525949E-3</c:v>
                </c:pt>
                <c:pt idx="6542">
                  <c:v>1.5258489999999999E-3</c:v>
                </c:pt>
                <c:pt idx="6543">
                  <c:v>1.5257160000000001E-3</c:v>
                </c:pt>
                <c:pt idx="6544">
                  <c:v>1.5261820000000001E-3</c:v>
                </c:pt>
                <c:pt idx="6545">
                  <c:v>1.5275779999999999E-3</c:v>
                </c:pt>
                <c:pt idx="6546">
                  <c:v>1.530172E-3</c:v>
                </c:pt>
                <c:pt idx="6547">
                  <c:v>1.5340620000000001E-3</c:v>
                </c:pt>
                <c:pt idx="6548">
                  <c:v>1.5388839999999999E-3</c:v>
                </c:pt>
                <c:pt idx="6549">
                  <c:v>1.5437719999999999E-3</c:v>
                </c:pt>
                <c:pt idx="6550">
                  <c:v>1.547463E-3</c:v>
                </c:pt>
                <c:pt idx="6551">
                  <c:v>1.549391E-3</c:v>
                </c:pt>
                <c:pt idx="6552">
                  <c:v>1.5491249999999999E-3</c:v>
                </c:pt>
                <c:pt idx="6553">
                  <c:v>1.5470639999999999E-3</c:v>
                </c:pt>
                <c:pt idx="6554">
                  <c:v>1.5440040000000001E-3</c:v>
                </c:pt>
                <c:pt idx="6555">
                  <c:v>1.541012E-3</c:v>
                </c:pt>
                <c:pt idx="6556">
                  <c:v>1.5390169999999999E-3</c:v>
                </c:pt>
                <c:pt idx="6557">
                  <c:v>1.538219E-3</c:v>
                </c:pt>
                <c:pt idx="6558">
                  <c:v>1.5384509999999999E-3</c:v>
                </c:pt>
                <c:pt idx="6559">
                  <c:v>1.5388839999999999E-3</c:v>
                </c:pt>
                <c:pt idx="6560">
                  <c:v>1.5390169999999999E-3</c:v>
                </c:pt>
                <c:pt idx="6561">
                  <c:v>1.537919E-3</c:v>
                </c:pt>
                <c:pt idx="6562">
                  <c:v>1.535558E-3</c:v>
                </c:pt>
                <c:pt idx="6563">
                  <c:v>1.531801E-3</c:v>
                </c:pt>
                <c:pt idx="6564">
                  <c:v>1.5271460000000001E-3</c:v>
                </c:pt>
                <c:pt idx="6565">
                  <c:v>1.521826E-3</c:v>
                </c:pt>
                <c:pt idx="6566">
                  <c:v>1.516339E-3</c:v>
                </c:pt>
                <c:pt idx="6567">
                  <c:v>1.510986E-3</c:v>
                </c:pt>
                <c:pt idx="6568">
                  <c:v>1.506365E-3</c:v>
                </c:pt>
                <c:pt idx="6569">
                  <c:v>1.5028400000000001E-3</c:v>
                </c:pt>
                <c:pt idx="6570">
                  <c:v>1.5010119999999999E-3</c:v>
                </c:pt>
                <c:pt idx="6571">
                  <c:v>1.501278E-3</c:v>
                </c:pt>
                <c:pt idx="6572">
                  <c:v>1.5037379999999999E-3</c:v>
                </c:pt>
                <c:pt idx="6573">
                  <c:v>1.5078940000000001E-3</c:v>
                </c:pt>
                <c:pt idx="6574">
                  <c:v>1.512715E-3</c:v>
                </c:pt>
                <c:pt idx="6575">
                  <c:v>1.5172370000000001E-3</c:v>
                </c:pt>
                <c:pt idx="6576">
                  <c:v>1.5205959999999999E-3</c:v>
                </c:pt>
                <c:pt idx="6577">
                  <c:v>1.5222580000000001E-3</c:v>
                </c:pt>
                <c:pt idx="6578">
                  <c:v>1.5225239999999999E-3</c:v>
                </c:pt>
                <c:pt idx="6579">
                  <c:v>1.5222910000000001E-3</c:v>
                </c:pt>
                <c:pt idx="6580">
                  <c:v>1.5231229999999999E-3</c:v>
                </c:pt>
                <c:pt idx="6581">
                  <c:v>1.5255830000000001E-3</c:v>
                </c:pt>
                <c:pt idx="6582">
                  <c:v>1.530238E-3</c:v>
                </c:pt>
                <c:pt idx="6583">
                  <c:v>1.5365229999999999E-3</c:v>
                </c:pt>
                <c:pt idx="6584">
                  <c:v>1.5431069999999999E-3</c:v>
                </c:pt>
                <c:pt idx="6585">
                  <c:v>1.5483269999999999E-3</c:v>
                </c:pt>
                <c:pt idx="6586">
                  <c:v>1.5506879999999999E-3</c:v>
                </c:pt>
                <c:pt idx="6587">
                  <c:v>1.549424E-3</c:v>
                </c:pt>
                <c:pt idx="6588">
                  <c:v>1.5446030000000001E-3</c:v>
                </c:pt>
                <c:pt idx="6589">
                  <c:v>1.5372210000000001E-3</c:v>
                </c:pt>
                <c:pt idx="6590">
                  <c:v>1.528609E-3</c:v>
                </c:pt>
                <c:pt idx="6591">
                  <c:v>1.5205290000000001E-3</c:v>
                </c:pt>
                <c:pt idx="6592">
                  <c:v>1.514311E-3</c:v>
                </c:pt>
                <c:pt idx="6593">
                  <c:v>1.510621E-3</c:v>
                </c:pt>
                <c:pt idx="6594">
                  <c:v>1.5097559999999999E-3</c:v>
                </c:pt>
                <c:pt idx="6595">
                  <c:v>1.5111860000000001E-3</c:v>
                </c:pt>
                <c:pt idx="6596">
                  <c:v>1.514444E-3</c:v>
                </c:pt>
                <c:pt idx="6597">
                  <c:v>1.5189330000000001E-3</c:v>
                </c:pt>
                <c:pt idx="6598">
                  <c:v>1.523688E-3</c:v>
                </c:pt>
                <c:pt idx="6599">
                  <c:v>1.528675E-3</c:v>
                </c:pt>
                <c:pt idx="6600">
                  <c:v>1.533497E-3</c:v>
                </c:pt>
                <c:pt idx="6601">
                  <c:v>1.537753E-3</c:v>
                </c:pt>
                <c:pt idx="6602">
                  <c:v>1.5412780000000001E-3</c:v>
                </c:pt>
                <c:pt idx="6603">
                  <c:v>1.543605E-3</c:v>
                </c:pt>
                <c:pt idx="6604">
                  <c:v>1.5446030000000001E-3</c:v>
                </c:pt>
                <c:pt idx="6605">
                  <c:v>1.5436720000000001E-3</c:v>
                </c:pt>
                <c:pt idx="6606">
                  <c:v>1.5406129999999999E-3</c:v>
                </c:pt>
                <c:pt idx="6607">
                  <c:v>1.5356910000000001E-3</c:v>
                </c:pt>
                <c:pt idx="6608">
                  <c:v>1.5290080000000001E-3</c:v>
                </c:pt>
                <c:pt idx="6609">
                  <c:v>1.5212610000000001E-3</c:v>
                </c:pt>
                <c:pt idx="6610">
                  <c:v>1.5132139999999999E-3</c:v>
                </c:pt>
                <c:pt idx="6611">
                  <c:v>1.5056329999999999E-3</c:v>
                </c:pt>
                <c:pt idx="6612">
                  <c:v>1.4995150000000001E-3</c:v>
                </c:pt>
                <c:pt idx="6613">
                  <c:v>1.4950930000000001E-3</c:v>
                </c:pt>
                <c:pt idx="6614">
                  <c:v>1.4924669999999999E-3</c:v>
                </c:pt>
                <c:pt idx="6615">
                  <c:v>1.4916020000000001E-3</c:v>
                </c:pt>
                <c:pt idx="6616">
                  <c:v>1.4917349999999999E-3</c:v>
                </c:pt>
                <c:pt idx="6617">
                  <c:v>1.4923009999999999E-3</c:v>
                </c:pt>
                <c:pt idx="6618">
                  <c:v>1.4926989999999999E-3</c:v>
                </c:pt>
                <c:pt idx="6619">
                  <c:v>1.4926E-3</c:v>
                </c:pt>
                <c:pt idx="6620">
                  <c:v>1.491769E-3</c:v>
                </c:pt>
                <c:pt idx="6621">
                  <c:v>1.490239E-3</c:v>
                </c:pt>
                <c:pt idx="6622">
                  <c:v>1.488145E-3</c:v>
                </c:pt>
                <c:pt idx="6623">
                  <c:v>1.4856509999999999E-3</c:v>
                </c:pt>
                <c:pt idx="6624">
                  <c:v>1.483058E-3</c:v>
                </c:pt>
                <c:pt idx="6625">
                  <c:v>1.480365E-3</c:v>
                </c:pt>
                <c:pt idx="6626">
                  <c:v>1.477805E-3</c:v>
                </c:pt>
                <c:pt idx="6627">
                  <c:v>1.475477E-3</c:v>
                </c:pt>
                <c:pt idx="6628">
                  <c:v>1.473549E-3</c:v>
                </c:pt>
                <c:pt idx="6629">
                  <c:v>1.472552E-3</c:v>
                </c:pt>
                <c:pt idx="6630">
                  <c:v>1.4723189999999999E-3</c:v>
                </c:pt>
                <c:pt idx="6631">
                  <c:v>1.4730500000000001E-3</c:v>
                </c:pt>
                <c:pt idx="6632">
                  <c:v>1.4750449999999999E-3</c:v>
                </c:pt>
                <c:pt idx="6633">
                  <c:v>1.4777049999999999E-3</c:v>
                </c:pt>
                <c:pt idx="6634">
                  <c:v>1.480863E-3</c:v>
                </c:pt>
                <c:pt idx="6635">
                  <c:v>1.483989E-3</c:v>
                </c:pt>
                <c:pt idx="6636">
                  <c:v>1.486781E-3</c:v>
                </c:pt>
                <c:pt idx="6637">
                  <c:v>1.4892079999999999E-3</c:v>
                </c:pt>
                <c:pt idx="6638">
                  <c:v>1.490971E-3</c:v>
                </c:pt>
                <c:pt idx="6639">
                  <c:v>1.4922340000000001E-3</c:v>
                </c:pt>
                <c:pt idx="6640">
                  <c:v>1.4931980000000001E-3</c:v>
                </c:pt>
                <c:pt idx="6641">
                  <c:v>1.493996E-3</c:v>
                </c:pt>
                <c:pt idx="6642">
                  <c:v>1.4942620000000001E-3</c:v>
                </c:pt>
                <c:pt idx="6643">
                  <c:v>1.4942620000000001E-3</c:v>
                </c:pt>
                <c:pt idx="6644">
                  <c:v>1.4933310000000001E-3</c:v>
                </c:pt>
                <c:pt idx="6645">
                  <c:v>1.4916020000000001E-3</c:v>
                </c:pt>
                <c:pt idx="6646">
                  <c:v>1.488776E-3</c:v>
                </c:pt>
                <c:pt idx="6647">
                  <c:v>1.4853519999999999E-3</c:v>
                </c:pt>
                <c:pt idx="6648">
                  <c:v>1.4818609999999999E-3</c:v>
                </c:pt>
                <c:pt idx="6649">
                  <c:v>1.4786689999999999E-3</c:v>
                </c:pt>
                <c:pt idx="6650">
                  <c:v>1.476308E-3</c:v>
                </c:pt>
                <c:pt idx="6651">
                  <c:v>1.4753780000000001E-3</c:v>
                </c:pt>
                <c:pt idx="6652">
                  <c:v>1.4759759999999999E-3</c:v>
                </c:pt>
                <c:pt idx="6653">
                  <c:v>1.478104E-3</c:v>
                </c:pt>
                <c:pt idx="6654">
                  <c:v>1.4817280000000001E-3</c:v>
                </c:pt>
                <c:pt idx="6655">
                  <c:v>1.486682E-3</c:v>
                </c:pt>
                <c:pt idx="6656">
                  <c:v>1.492733E-3</c:v>
                </c:pt>
                <c:pt idx="6657">
                  <c:v>1.4994489999999999E-3</c:v>
                </c:pt>
                <c:pt idx="6658">
                  <c:v>1.5063979999999999E-3</c:v>
                </c:pt>
                <c:pt idx="6659">
                  <c:v>1.5127820000000001E-3</c:v>
                </c:pt>
                <c:pt idx="6660">
                  <c:v>1.518202E-3</c:v>
                </c:pt>
                <c:pt idx="6661">
                  <c:v>1.521693E-3</c:v>
                </c:pt>
                <c:pt idx="6662">
                  <c:v>1.52279E-3</c:v>
                </c:pt>
                <c:pt idx="6663">
                  <c:v>1.521194E-3</c:v>
                </c:pt>
                <c:pt idx="6664">
                  <c:v>1.5172709999999999E-3</c:v>
                </c:pt>
                <c:pt idx="6665">
                  <c:v>1.511585E-3</c:v>
                </c:pt>
                <c:pt idx="6666">
                  <c:v>1.5047019999999999E-3</c:v>
                </c:pt>
                <c:pt idx="6667">
                  <c:v>1.4974540000000001E-3</c:v>
                </c:pt>
                <c:pt idx="6668">
                  <c:v>1.4906710000000001E-3</c:v>
                </c:pt>
                <c:pt idx="6669">
                  <c:v>1.4845870000000001E-3</c:v>
                </c:pt>
                <c:pt idx="6670">
                  <c:v>1.4793009999999999E-3</c:v>
                </c:pt>
                <c:pt idx="6671">
                  <c:v>1.474646E-3</c:v>
                </c:pt>
                <c:pt idx="6672">
                  <c:v>1.470989E-3</c:v>
                </c:pt>
                <c:pt idx="6673">
                  <c:v>1.4682300000000001E-3</c:v>
                </c:pt>
                <c:pt idx="6674">
                  <c:v>1.466501E-3</c:v>
                </c:pt>
                <c:pt idx="6675">
                  <c:v>1.4661019999999999E-3</c:v>
                </c:pt>
                <c:pt idx="6676">
                  <c:v>1.467033E-3</c:v>
                </c:pt>
                <c:pt idx="6677">
                  <c:v>1.4693270000000001E-3</c:v>
                </c:pt>
                <c:pt idx="6678">
                  <c:v>1.472452E-3</c:v>
                </c:pt>
                <c:pt idx="6679">
                  <c:v>1.476209E-3</c:v>
                </c:pt>
                <c:pt idx="6680">
                  <c:v>1.480065E-3</c:v>
                </c:pt>
                <c:pt idx="6681">
                  <c:v>1.4838220000000001E-3</c:v>
                </c:pt>
                <c:pt idx="6682">
                  <c:v>1.4870809999999999E-3</c:v>
                </c:pt>
                <c:pt idx="6683">
                  <c:v>1.4899729999999999E-3</c:v>
                </c:pt>
                <c:pt idx="6684">
                  <c:v>1.492001E-3</c:v>
                </c:pt>
                <c:pt idx="6685">
                  <c:v>1.493065E-3</c:v>
                </c:pt>
                <c:pt idx="6686">
                  <c:v>1.4925660000000001E-3</c:v>
                </c:pt>
                <c:pt idx="6687">
                  <c:v>1.4903060000000001E-3</c:v>
                </c:pt>
                <c:pt idx="6688">
                  <c:v>1.48605E-3</c:v>
                </c:pt>
                <c:pt idx="6689">
                  <c:v>1.479899E-3</c:v>
                </c:pt>
                <c:pt idx="6690">
                  <c:v>1.4723850000000001E-3</c:v>
                </c:pt>
                <c:pt idx="6691">
                  <c:v>1.464506E-3</c:v>
                </c:pt>
                <c:pt idx="6692">
                  <c:v>1.4570919999999999E-3</c:v>
                </c:pt>
                <c:pt idx="6693">
                  <c:v>1.450975E-3</c:v>
                </c:pt>
                <c:pt idx="6694">
                  <c:v>1.44652E-3</c:v>
                </c:pt>
                <c:pt idx="6695">
                  <c:v>1.4436939999999999E-3</c:v>
                </c:pt>
                <c:pt idx="6696">
                  <c:v>1.4422980000000001E-3</c:v>
                </c:pt>
                <c:pt idx="6697">
                  <c:v>1.441866E-3</c:v>
                </c:pt>
                <c:pt idx="6698">
                  <c:v>1.4417E-3</c:v>
                </c:pt>
                <c:pt idx="6699">
                  <c:v>1.4417E-3</c:v>
                </c:pt>
                <c:pt idx="6700">
                  <c:v>1.4420660000000001E-3</c:v>
                </c:pt>
                <c:pt idx="6701">
                  <c:v>1.44293E-3</c:v>
                </c:pt>
                <c:pt idx="6702">
                  <c:v>1.4444919999999999E-3</c:v>
                </c:pt>
                <c:pt idx="6703">
                  <c:v>1.4470520000000001E-3</c:v>
                </c:pt>
                <c:pt idx="6704">
                  <c:v>1.450776E-3</c:v>
                </c:pt>
                <c:pt idx="6705">
                  <c:v>1.4552639999999999E-3</c:v>
                </c:pt>
                <c:pt idx="6706">
                  <c:v>1.460516E-3</c:v>
                </c:pt>
                <c:pt idx="6707">
                  <c:v>1.465736E-3</c:v>
                </c:pt>
                <c:pt idx="6708">
                  <c:v>1.470889E-3</c:v>
                </c:pt>
                <c:pt idx="6709">
                  <c:v>1.475278E-3</c:v>
                </c:pt>
                <c:pt idx="6710">
                  <c:v>1.4782700000000001E-3</c:v>
                </c:pt>
                <c:pt idx="6711">
                  <c:v>1.4796E-3</c:v>
                </c:pt>
                <c:pt idx="6712">
                  <c:v>1.4791680000000001E-3</c:v>
                </c:pt>
                <c:pt idx="6713">
                  <c:v>1.4768069999999999E-3</c:v>
                </c:pt>
                <c:pt idx="6714">
                  <c:v>1.4726850000000001E-3</c:v>
                </c:pt>
                <c:pt idx="6715">
                  <c:v>1.4675980000000001E-3</c:v>
                </c:pt>
                <c:pt idx="6716">
                  <c:v>1.4621790000000001E-3</c:v>
                </c:pt>
                <c:pt idx="6717">
                  <c:v>1.457358E-3</c:v>
                </c:pt>
                <c:pt idx="6718">
                  <c:v>1.453768E-3</c:v>
                </c:pt>
                <c:pt idx="6719">
                  <c:v>1.452039E-3</c:v>
                </c:pt>
                <c:pt idx="6720">
                  <c:v>1.452205E-3</c:v>
                </c:pt>
                <c:pt idx="6721">
                  <c:v>1.453934E-3</c:v>
                </c:pt>
                <c:pt idx="6722">
                  <c:v>1.456461E-3</c:v>
                </c:pt>
                <c:pt idx="6723">
                  <c:v>1.4588540000000001E-3</c:v>
                </c:pt>
                <c:pt idx="6724">
                  <c:v>1.4605499999999999E-3</c:v>
                </c:pt>
                <c:pt idx="6725">
                  <c:v>1.4606490000000001E-3</c:v>
                </c:pt>
                <c:pt idx="6726">
                  <c:v>1.4588540000000001E-3</c:v>
                </c:pt>
                <c:pt idx="6727">
                  <c:v>1.45543E-3</c:v>
                </c:pt>
                <c:pt idx="6728">
                  <c:v>1.450776E-3</c:v>
                </c:pt>
                <c:pt idx="6729">
                  <c:v>1.4455889999999999E-3</c:v>
                </c:pt>
                <c:pt idx="6730">
                  <c:v>1.4408019999999999E-3</c:v>
                </c:pt>
                <c:pt idx="6731">
                  <c:v>1.4369129999999999E-3</c:v>
                </c:pt>
                <c:pt idx="6732">
                  <c:v>1.4344189999999999E-3</c:v>
                </c:pt>
                <c:pt idx="6733">
                  <c:v>1.4330899999999999E-3</c:v>
                </c:pt>
                <c:pt idx="6734">
                  <c:v>1.4321920000000001E-3</c:v>
                </c:pt>
                <c:pt idx="6735">
                  <c:v>1.4312610000000001E-3</c:v>
                </c:pt>
                <c:pt idx="6736">
                  <c:v>1.4291670000000001E-3</c:v>
                </c:pt>
                <c:pt idx="6737">
                  <c:v>1.425344E-3</c:v>
                </c:pt>
                <c:pt idx="6738">
                  <c:v>1.4196930000000001E-3</c:v>
                </c:pt>
                <c:pt idx="6739">
                  <c:v>1.412845E-3</c:v>
                </c:pt>
                <c:pt idx="6740">
                  <c:v>1.405831E-3</c:v>
                </c:pt>
                <c:pt idx="6741">
                  <c:v>1.3999800000000001E-3</c:v>
                </c:pt>
                <c:pt idx="6742">
                  <c:v>1.396357E-3</c:v>
                </c:pt>
                <c:pt idx="6743">
                  <c:v>1.3962239999999999E-3</c:v>
                </c:pt>
                <c:pt idx="6744">
                  <c:v>1.3997479999999999E-3</c:v>
                </c:pt>
                <c:pt idx="6745">
                  <c:v>1.406762E-3</c:v>
                </c:pt>
                <c:pt idx="6746">
                  <c:v>1.4160360000000001E-3</c:v>
                </c:pt>
                <c:pt idx="6747">
                  <c:v>1.42684E-3</c:v>
                </c:pt>
                <c:pt idx="6748">
                  <c:v>1.437511E-3</c:v>
                </c:pt>
                <c:pt idx="6749">
                  <c:v>1.447119E-3</c:v>
                </c:pt>
                <c:pt idx="6750">
                  <c:v>1.454798E-3</c:v>
                </c:pt>
                <c:pt idx="6751">
                  <c:v>1.460184E-3</c:v>
                </c:pt>
                <c:pt idx="6752">
                  <c:v>1.4632759999999999E-3</c:v>
                </c:pt>
                <c:pt idx="6753">
                  <c:v>1.464573E-3</c:v>
                </c:pt>
                <c:pt idx="6754">
                  <c:v>1.4645389999999999E-3</c:v>
                </c:pt>
                <c:pt idx="6755">
                  <c:v>1.463974E-3</c:v>
                </c:pt>
                <c:pt idx="6756">
                  <c:v>1.463808E-3</c:v>
                </c:pt>
                <c:pt idx="6757">
                  <c:v>1.4643729999999999E-3</c:v>
                </c:pt>
                <c:pt idx="6758">
                  <c:v>1.4663009999999999E-3</c:v>
                </c:pt>
                <c:pt idx="6759">
                  <c:v>1.4694930000000001E-3</c:v>
                </c:pt>
                <c:pt idx="6760">
                  <c:v>1.473715E-3</c:v>
                </c:pt>
                <c:pt idx="6761">
                  <c:v>1.4784030000000001E-3</c:v>
                </c:pt>
                <c:pt idx="6762">
                  <c:v>1.482758E-3</c:v>
                </c:pt>
                <c:pt idx="6763">
                  <c:v>1.485884E-3</c:v>
                </c:pt>
                <c:pt idx="6764">
                  <c:v>1.4872799999999999E-3</c:v>
                </c:pt>
                <c:pt idx="6765">
                  <c:v>1.4863490000000001E-3</c:v>
                </c:pt>
                <c:pt idx="6766">
                  <c:v>1.4828249999999999E-3</c:v>
                </c:pt>
                <c:pt idx="6767">
                  <c:v>1.4771400000000001E-3</c:v>
                </c:pt>
                <c:pt idx="6768">
                  <c:v>1.4697919999999999E-3</c:v>
                </c:pt>
                <c:pt idx="6769">
                  <c:v>1.46178E-3</c:v>
                </c:pt>
                <c:pt idx="6770">
                  <c:v>1.453967E-3</c:v>
                </c:pt>
                <c:pt idx="6771">
                  <c:v>1.4476840000000001E-3</c:v>
                </c:pt>
                <c:pt idx="6772">
                  <c:v>1.443595E-3</c:v>
                </c:pt>
                <c:pt idx="6773">
                  <c:v>1.442331E-3</c:v>
                </c:pt>
                <c:pt idx="6774">
                  <c:v>1.443562E-3</c:v>
                </c:pt>
                <c:pt idx="6775">
                  <c:v>1.4467530000000001E-3</c:v>
                </c:pt>
                <c:pt idx="6776">
                  <c:v>1.4510079999999999E-3</c:v>
                </c:pt>
                <c:pt idx="6777">
                  <c:v>1.454898E-3</c:v>
                </c:pt>
                <c:pt idx="6778">
                  <c:v>1.4572249999999999E-3</c:v>
                </c:pt>
                <c:pt idx="6779">
                  <c:v>1.457524E-3</c:v>
                </c:pt>
                <c:pt idx="6780">
                  <c:v>1.45543E-3</c:v>
                </c:pt>
                <c:pt idx="6781">
                  <c:v>1.4516399999999999E-3</c:v>
                </c:pt>
                <c:pt idx="6782">
                  <c:v>1.4467530000000001E-3</c:v>
                </c:pt>
                <c:pt idx="6783">
                  <c:v>1.442132E-3</c:v>
                </c:pt>
                <c:pt idx="6784">
                  <c:v>1.438508E-3</c:v>
                </c:pt>
                <c:pt idx="6785">
                  <c:v>1.436248E-3</c:v>
                </c:pt>
                <c:pt idx="6786">
                  <c:v>1.435417E-3</c:v>
                </c:pt>
                <c:pt idx="6787">
                  <c:v>1.4357490000000001E-3</c:v>
                </c:pt>
                <c:pt idx="6788">
                  <c:v>1.4370120000000001E-3</c:v>
                </c:pt>
                <c:pt idx="6789">
                  <c:v>1.4386410000000001E-3</c:v>
                </c:pt>
                <c:pt idx="6790">
                  <c:v>1.4403370000000001E-3</c:v>
                </c:pt>
                <c:pt idx="6791">
                  <c:v>1.442032E-3</c:v>
                </c:pt>
                <c:pt idx="6792">
                  <c:v>1.443628E-3</c:v>
                </c:pt>
                <c:pt idx="6793">
                  <c:v>1.444725E-3</c:v>
                </c:pt>
                <c:pt idx="6794">
                  <c:v>1.4447920000000001E-3</c:v>
                </c:pt>
                <c:pt idx="6795">
                  <c:v>1.4431960000000001E-3</c:v>
                </c:pt>
                <c:pt idx="6796">
                  <c:v>1.4397380000000001E-3</c:v>
                </c:pt>
                <c:pt idx="6797">
                  <c:v>1.4344189999999999E-3</c:v>
                </c:pt>
                <c:pt idx="6798">
                  <c:v>1.427771E-3</c:v>
                </c:pt>
                <c:pt idx="6799">
                  <c:v>1.4211219999999999E-3</c:v>
                </c:pt>
                <c:pt idx="6800">
                  <c:v>1.4158700000000001E-3</c:v>
                </c:pt>
                <c:pt idx="6801">
                  <c:v>1.4132109999999999E-3</c:v>
                </c:pt>
                <c:pt idx="6802">
                  <c:v>1.413842E-3</c:v>
                </c:pt>
                <c:pt idx="6803">
                  <c:v>1.417665E-3</c:v>
                </c:pt>
                <c:pt idx="6804">
                  <c:v>1.4240139999999999E-3</c:v>
                </c:pt>
                <c:pt idx="6805">
                  <c:v>1.4315269999999999E-3</c:v>
                </c:pt>
                <c:pt idx="6806">
                  <c:v>1.4387740000000001E-3</c:v>
                </c:pt>
                <c:pt idx="6807">
                  <c:v>1.4446249999999999E-3</c:v>
                </c:pt>
                <c:pt idx="6808">
                  <c:v>1.4484490000000001E-3</c:v>
                </c:pt>
                <c:pt idx="6809">
                  <c:v>1.450111E-3</c:v>
                </c:pt>
                <c:pt idx="6810">
                  <c:v>1.449812E-3</c:v>
                </c:pt>
                <c:pt idx="6811">
                  <c:v>1.4483149999999999E-3</c:v>
                </c:pt>
                <c:pt idx="6812">
                  <c:v>1.4462539999999999E-3</c:v>
                </c:pt>
                <c:pt idx="6813">
                  <c:v>1.443894E-3</c:v>
                </c:pt>
                <c:pt idx="6814">
                  <c:v>1.4417659999999999E-3</c:v>
                </c:pt>
                <c:pt idx="6815">
                  <c:v>1.440237E-3</c:v>
                </c:pt>
                <c:pt idx="6816">
                  <c:v>1.4394060000000001E-3</c:v>
                </c:pt>
                <c:pt idx="6817">
                  <c:v>1.4395059999999999E-3</c:v>
                </c:pt>
                <c:pt idx="6818">
                  <c:v>1.44057E-3</c:v>
                </c:pt>
                <c:pt idx="6819">
                  <c:v>1.4425309999999999E-3</c:v>
                </c:pt>
                <c:pt idx="6820">
                  <c:v>1.4452239999999999E-3</c:v>
                </c:pt>
                <c:pt idx="6821">
                  <c:v>1.4478830000000001E-3</c:v>
                </c:pt>
                <c:pt idx="6822">
                  <c:v>1.450011E-3</c:v>
                </c:pt>
                <c:pt idx="6823">
                  <c:v>1.4507089999999999E-3</c:v>
                </c:pt>
                <c:pt idx="6824">
                  <c:v>1.449812E-3</c:v>
                </c:pt>
                <c:pt idx="6825">
                  <c:v>1.4469859999999999E-3</c:v>
                </c:pt>
                <c:pt idx="6826">
                  <c:v>1.442331E-3</c:v>
                </c:pt>
                <c:pt idx="6827">
                  <c:v>1.436314E-3</c:v>
                </c:pt>
                <c:pt idx="6828">
                  <c:v>1.429566E-3</c:v>
                </c:pt>
                <c:pt idx="6829">
                  <c:v>1.422818E-3</c:v>
                </c:pt>
                <c:pt idx="6830">
                  <c:v>1.416701E-3</c:v>
                </c:pt>
                <c:pt idx="6831">
                  <c:v>1.4116479999999999E-3</c:v>
                </c:pt>
                <c:pt idx="6832">
                  <c:v>1.4085230000000001E-3</c:v>
                </c:pt>
                <c:pt idx="6833">
                  <c:v>1.4073270000000001E-3</c:v>
                </c:pt>
                <c:pt idx="6834">
                  <c:v>1.40839E-3</c:v>
                </c:pt>
                <c:pt idx="6835">
                  <c:v>1.411781E-3</c:v>
                </c:pt>
                <c:pt idx="6836">
                  <c:v>1.4172659999999999E-3</c:v>
                </c:pt>
                <c:pt idx="6837">
                  <c:v>1.424446E-3</c:v>
                </c:pt>
                <c:pt idx="6838">
                  <c:v>1.432525E-3</c:v>
                </c:pt>
                <c:pt idx="6839">
                  <c:v>1.4407020000000001E-3</c:v>
                </c:pt>
                <c:pt idx="6840">
                  <c:v>1.448183E-3</c:v>
                </c:pt>
                <c:pt idx="6841">
                  <c:v>1.4541000000000001E-3</c:v>
                </c:pt>
                <c:pt idx="6842">
                  <c:v>1.4579230000000001E-3</c:v>
                </c:pt>
                <c:pt idx="6843">
                  <c:v>1.4596190000000001E-3</c:v>
                </c:pt>
                <c:pt idx="6844">
                  <c:v>1.4588870000000001E-3</c:v>
                </c:pt>
                <c:pt idx="6845">
                  <c:v>1.4561610000000001E-3</c:v>
                </c:pt>
                <c:pt idx="6846">
                  <c:v>1.451707E-3</c:v>
                </c:pt>
                <c:pt idx="6847">
                  <c:v>1.446288E-3</c:v>
                </c:pt>
                <c:pt idx="6848">
                  <c:v>1.440237E-3</c:v>
                </c:pt>
                <c:pt idx="6849">
                  <c:v>1.434154E-3</c:v>
                </c:pt>
                <c:pt idx="6850">
                  <c:v>1.4283690000000001E-3</c:v>
                </c:pt>
                <c:pt idx="6851">
                  <c:v>1.4230829999999999E-3</c:v>
                </c:pt>
                <c:pt idx="6852">
                  <c:v>1.418529E-3</c:v>
                </c:pt>
                <c:pt idx="6853">
                  <c:v>1.4147059999999999E-3</c:v>
                </c:pt>
                <c:pt idx="6854">
                  <c:v>1.4112490000000001E-3</c:v>
                </c:pt>
                <c:pt idx="6855">
                  <c:v>1.4084239999999999E-3</c:v>
                </c:pt>
                <c:pt idx="6856">
                  <c:v>1.406163E-3</c:v>
                </c:pt>
                <c:pt idx="6857">
                  <c:v>1.404368E-3</c:v>
                </c:pt>
                <c:pt idx="6858">
                  <c:v>1.403271E-3</c:v>
                </c:pt>
                <c:pt idx="6859">
                  <c:v>1.4028389999999999E-3</c:v>
                </c:pt>
                <c:pt idx="6860">
                  <c:v>1.403072E-3</c:v>
                </c:pt>
                <c:pt idx="6861">
                  <c:v>1.404069E-3</c:v>
                </c:pt>
                <c:pt idx="6862">
                  <c:v>1.4056310000000001E-3</c:v>
                </c:pt>
                <c:pt idx="6863">
                  <c:v>1.408058E-3</c:v>
                </c:pt>
                <c:pt idx="6864">
                  <c:v>1.4112490000000001E-3</c:v>
                </c:pt>
                <c:pt idx="6865">
                  <c:v>1.4155369999999999E-3</c:v>
                </c:pt>
                <c:pt idx="6866">
                  <c:v>1.4208560000000001E-3</c:v>
                </c:pt>
                <c:pt idx="6867">
                  <c:v>1.427272E-3</c:v>
                </c:pt>
                <c:pt idx="6868">
                  <c:v>1.434652E-3</c:v>
                </c:pt>
                <c:pt idx="6869">
                  <c:v>1.442165E-3</c:v>
                </c:pt>
                <c:pt idx="6870">
                  <c:v>1.4488470000000001E-3</c:v>
                </c:pt>
                <c:pt idx="6871">
                  <c:v>1.453867E-3</c:v>
                </c:pt>
                <c:pt idx="6872">
                  <c:v>1.4562279999999999E-3</c:v>
                </c:pt>
                <c:pt idx="6873">
                  <c:v>1.455629E-3</c:v>
                </c:pt>
                <c:pt idx="6874">
                  <c:v>1.452072E-3</c:v>
                </c:pt>
                <c:pt idx="6875">
                  <c:v>1.446454E-3</c:v>
                </c:pt>
                <c:pt idx="6876">
                  <c:v>1.439971E-3</c:v>
                </c:pt>
                <c:pt idx="6877">
                  <c:v>1.43402E-3</c:v>
                </c:pt>
                <c:pt idx="6878">
                  <c:v>1.4291009999999999E-3</c:v>
                </c:pt>
                <c:pt idx="6879">
                  <c:v>1.426142E-3</c:v>
                </c:pt>
                <c:pt idx="6880">
                  <c:v>1.424746E-3</c:v>
                </c:pt>
                <c:pt idx="6881">
                  <c:v>1.424579E-3</c:v>
                </c:pt>
                <c:pt idx="6882">
                  <c:v>1.424746E-3</c:v>
                </c:pt>
                <c:pt idx="6883">
                  <c:v>1.4245460000000001E-3</c:v>
                </c:pt>
                <c:pt idx="6884">
                  <c:v>1.4238479999999999E-3</c:v>
                </c:pt>
                <c:pt idx="6885">
                  <c:v>1.422651E-3</c:v>
                </c:pt>
                <c:pt idx="6886">
                  <c:v>1.4208560000000001E-3</c:v>
                </c:pt>
                <c:pt idx="6887">
                  <c:v>1.4189280000000001E-3</c:v>
                </c:pt>
                <c:pt idx="6888">
                  <c:v>1.4170330000000001E-3</c:v>
                </c:pt>
                <c:pt idx="6889">
                  <c:v>1.4145399999999999E-3</c:v>
                </c:pt>
                <c:pt idx="6890">
                  <c:v>1.411282E-3</c:v>
                </c:pt>
                <c:pt idx="6891">
                  <c:v>1.4066619999999999E-3</c:v>
                </c:pt>
                <c:pt idx="6892">
                  <c:v>1.4009109999999999E-3</c:v>
                </c:pt>
                <c:pt idx="6893">
                  <c:v>1.3942959999999999E-3</c:v>
                </c:pt>
                <c:pt idx="6894">
                  <c:v>1.387515E-3</c:v>
                </c:pt>
                <c:pt idx="6895">
                  <c:v>1.381731E-3</c:v>
                </c:pt>
                <c:pt idx="6896">
                  <c:v>1.377809E-3</c:v>
                </c:pt>
                <c:pt idx="6897">
                  <c:v>1.3762469999999999E-3</c:v>
                </c:pt>
                <c:pt idx="6898">
                  <c:v>1.3770449999999999E-3</c:v>
                </c:pt>
                <c:pt idx="6899">
                  <c:v>1.379704E-3</c:v>
                </c:pt>
                <c:pt idx="6900">
                  <c:v>1.3838259999999999E-3</c:v>
                </c:pt>
                <c:pt idx="6901">
                  <c:v>1.3886790000000001E-3</c:v>
                </c:pt>
                <c:pt idx="6902">
                  <c:v>1.393731E-3</c:v>
                </c:pt>
                <c:pt idx="6903">
                  <c:v>1.3990160000000001E-3</c:v>
                </c:pt>
                <c:pt idx="6904">
                  <c:v>1.404335E-3</c:v>
                </c:pt>
                <c:pt idx="6905">
                  <c:v>1.4093879999999999E-3</c:v>
                </c:pt>
                <c:pt idx="6906">
                  <c:v>1.4134099999999999E-3</c:v>
                </c:pt>
                <c:pt idx="6907">
                  <c:v>1.4157040000000001E-3</c:v>
                </c:pt>
                <c:pt idx="6908">
                  <c:v>1.415471E-3</c:v>
                </c:pt>
                <c:pt idx="6909">
                  <c:v>1.4124459999999999E-3</c:v>
                </c:pt>
                <c:pt idx="6910">
                  <c:v>1.406895E-3</c:v>
                </c:pt>
                <c:pt idx="6911">
                  <c:v>1.4001129999999999E-3</c:v>
                </c:pt>
                <c:pt idx="6912">
                  <c:v>1.3938640000000001E-3</c:v>
                </c:pt>
                <c:pt idx="6913">
                  <c:v>1.3897759999999999E-3</c:v>
                </c:pt>
                <c:pt idx="6914">
                  <c:v>1.3891769999999999E-3</c:v>
                </c:pt>
                <c:pt idx="6915">
                  <c:v>1.3920359999999999E-3</c:v>
                </c:pt>
                <c:pt idx="6916">
                  <c:v>1.398086E-3</c:v>
                </c:pt>
                <c:pt idx="6917">
                  <c:v>1.405299E-3</c:v>
                </c:pt>
                <c:pt idx="6918">
                  <c:v>1.411748E-3</c:v>
                </c:pt>
                <c:pt idx="6919">
                  <c:v>1.4163019999999999E-3</c:v>
                </c:pt>
                <c:pt idx="6920">
                  <c:v>1.4179310000000001E-3</c:v>
                </c:pt>
                <c:pt idx="6921">
                  <c:v>1.4170669999999999E-3</c:v>
                </c:pt>
                <c:pt idx="6922">
                  <c:v>1.414308E-3</c:v>
                </c:pt>
                <c:pt idx="6923">
                  <c:v>1.410917E-3</c:v>
                </c:pt>
                <c:pt idx="6924">
                  <c:v>1.408124E-3</c:v>
                </c:pt>
                <c:pt idx="6925">
                  <c:v>1.4064959999999999E-3</c:v>
                </c:pt>
                <c:pt idx="6926">
                  <c:v>1.4060640000000001E-3</c:v>
                </c:pt>
                <c:pt idx="6927">
                  <c:v>1.4067280000000001E-3</c:v>
                </c:pt>
                <c:pt idx="6928">
                  <c:v>1.408058E-3</c:v>
                </c:pt>
                <c:pt idx="6929">
                  <c:v>1.40982E-3</c:v>
                </c:pt>
                <c:pt idx="6930">
                  <c:v>1.411615E-3</c:v>
                </c:pt>
                <c:pt idx="6931">
                  <c:v>1.41351E-3</c:v>
                </c:pt>
                <c:pt idx="6932">
                  <c:v>1.4153049999999999E-3</c:v>
                </c:pt>
                <c:pt idx="6933">
                  <c:v>1.4168340000000001E-3</c:v>
                </c:pt>
                <c:pt idx="6934">
                  <c:v>1.417532E-3</c:v>
                </c:pt>
                <c:pt idx="6935">
                  <c:v>1.417399E-3</c:v>
                </c:pt>
                <c:pt idx="6936">
                  <c:v>1.4163019999999999E-3</c:v>
                </c:pt>
                <c:pt idx="6937">
                  <c:v>1.4144400000000001E-3</c:v>
                </c:pt>
                <c:pt idx="6938">
                  <c:v>1.41208E-3</c:v>
                </c:pt>
                <c:pt idx="6939">
                  <c:v>1.410318E-3</c:v>
                </c:pt>
                <c:pt idx="6940">
                  <c:v>1.409354E-3</c:v>
                </c:pt>
                <c:pt idx="6941">
                  <c:v>1.409521E-3</c:v>
                </c:pt>
                <c:pt idx="6942">
                  <c:v>1.4104510000000001E-3</c:v>
                </c:pt>
                <c:pt idx="6943">
                  <c:v>1.411781E-3</c:v>
                </c:pt>
                <c:pt idx="6944">
                  <c:v>1.412579E-3</c:v>
                </c:pt>
                <c:pt idx="6945">
                  <c:v>1.4121470000000001E-3</c:v>
                </c:pt>
                <c:pt idx="6946">
                  <c:v>1.409953E-3</c:v>
                </c:pt>
                <c:pt idx="6947">
                  <c:v>1.405964E-3</c:v>
                </c:pt>
                <c:pt idx="6948">
                  <c:v>1.400678E-3</c:v>
                </c:pt>
                <c:pt idx="6949">
                  <c:v>1.3951269999999999E-3</c:v>
                </c:pt>
                <c:pt idx="6950">
                  <c:v>1.3902739999999999E-3</c:v>
                </c:pt>
                <c:pt idx="6951">
                  <c:v>1.3874149999999999E-3</c:v>
                </c:pt>
                <c:pt idx="6952">
                  <c:v>1.387449E-3</c:v>
                </c:pt>
                <c:pt idx="6953">
                  <c:v>1.3909390000000001E-3</c:v>
                </c:pt>
                <c:pt idx="6954">
                  <c:v>1.397454E-3</c:v>
                </c:pt>
                <c:pt idx="6955">
                  <c:v>1.4065620000000001E-3</c:v>
                </c:pt>
                <c:pt idx="6956">
                  <c:v>1.4169670000000001E-3</c:v>
                </c:pt>
                <c:pt idx="6957">
                  <c:v>1.427039E-3</c:v>
                </c:pt>
                <c:pt idx="6958">
                  <c:v>1.435317E-3</c:v>
                </c:pt>
                <c:pt idx="6959">
                  <c:v>1.44057E-3</c:v>
                </c:pt>
                <c:pt idx="6960">
                  <c:v>1.4423649999999999E-3</c:v>
                </c:pt>
                <c:pt idx="6961">
                  <c:v>1.4405360000000001E-3</c:v>
                </c:pt>
                <c:pt idx="6962">
                  <c:v>1.435616E-3</c:v>
                </c:pt>
                <c:pt idx="6963">
                  <c:v>1.428569E-3</c:v>
                </c:pt>
                <c:pt idx="6964">
                  <c:v>1.420557E-3</c:v>
                </c:pt>
                <c:pt idx="6965">
                  <c:v>1.412778E-3</c:v>
                </c:pt>
                <c:pt idx="6966">
                  <c:v>1.40613E-3</c:v>
                </c:pt>
                <c:pt idx="6967">
                  <c:v>1.4016090000000001E-3</c:v>
                </c:pt>
                <c:pt idx="6968">
                  <c:v>1.400047E-3</c:v>
                </c:pt>
                <c:pt idx="6969">
                  <c:v>1.4018749999999999E-3</c:v>
                </c:pt>
                <c:pt idx="6970">
                  <c:v>1.406961E-3</c:v>
                </c:pt>
                <c:pt idx="6971">
                  <c:v>1.4149060000000001E-3</c:v>
                </c:pt>
                <c:pt idx="6972">
                  <c:v>1.424413E-3</c:v>
                </c:pt>
                <c:pt idx="6973">
                  <c:v>1.4336220000000001E-3</c:v>
                </c:pt>
                <c:pt idx="6974">
                  <c:v>1.4404699999999999E-3</c:v>
                </c:pt>
                <c:pt idx="6975">
                  <c:v>1.4432620000000001E-3</c:v>
                </c:pt>
                <c:pt idx="6976">
                  <c:v>1.441168E-3</c:v>
                </c:pt>
                <c:pt idx="6977">
                  <c:v>1.4339209999999999E-3</c:v>
                </c:pt>
                <c:pt idx="6978">
                  <c:v>1.423117E-3</c:v>
                </c:pt>
                <c:pt idx="6979">
                  <c:v>1.4107169999999999E-3</c:v>
                </c:pt>
                <c:pt idx="6980">
                  <c:v>1.399249E-3</c:v>
                </c:pt>
                <c:pt idx="6981">
                  <c:v>1.3906070000000001E-3</c:v>
                </c:pt>
                <c:pt idx="6982">
                  <c:v>1.38562E-3</c:v>
                </c:pt>
                <c:pt idx="6983">
                  <c:v>1.384756E-3</c:v>
                </c:pt>
                <c:pt idx="6984">
                  <c:v>1.386651E-3</c:v>
                </c:pt>
                <c:pt idx="6985">
                  <c:v>1.390208E-3</c:v>
                </c:pt>
                <c:pt idx="6986">
                  <c:v>1.3940300000000001E-3</c:v>
                </c:pt>
                <c:pt idx="6987">
                  <c:v>1.397255E-3</c:v>
                </c:pt>
                <c:pt idx="6988">
                  <c:v>1.3998470000000001E-3</c:v>
                </c:pt>
                <c:pt idx="6989">
                  <c:v>1.401942E-3</c:v>
                </c:pt>
                <c:pt idx="6990">
                  <c:v>1.40387E-3</c:v>
                </c:pt>
                <c:pt idx="6991">
                  <c:v>1.40613E-3</c:v>
                </c:pt>
                <c:pt idx="6992">
                  <c:v>1.4086560000000001E-3</c:v>
                </c:pt>
                <c:pt idx="6993">
                  <c:v>1.4110500000000001E-3</c:v>
                </c:pt>
                <c:pt idx="6994">
                  <c:v>1.412845E-3</c:v>
                </c:pt>
                <c:pt idx="6995">
                  <c:v>1.4139090000000001E-3</c:v>
                </c:pt>
                <c:pt idx="6996">
                  <c:v>1.413875E-3</c:v>
                </c:pt>
                <c:pt idx="6997">
                  <c:v>1.4129450000000001E-3</c:v>
                </c:pt>
                <c:pt idx="6998">
                  <c:v>1.4115149999999999E-3</c:v>
                </c:pt>
                <c:pt idx="6999">
                  <c:v>1.410119E-3</c:v>
                </c:pt>
                <c:pt idx="7000">
                  <c:v>1.409022E-3</c:v>
                </c:pt>
                <c:pt idx="7001">
                  <c:v>1.4087559999999999E-3</c:v>
                </c:pt>
                <c:pt idx="7002">
                  <c:v>1.4091220000000001E-3</c:v>
                </c:pt>
                <c:pt idx="7003">
                  <c:v>1.4105840000000001E-3</c:v>
                </c:pt>
                <c:pt idx="7004">
                  <c:v>1.412778E-3</c:v>
                </c:pt>
                <c:pt idx="7005">
                  <c:v>1.4154040000000001E-3</c:v>
                </c:pt>
                <c:pt idx="7006">
                  <c:v>1.4179640000000001E-3</c:v>
                </c:pt>
                <c:pt idx="7007">
                  <c:v>1.419792E-3</c:v>
                </c:pt>
                <c:pt idx="7008">
                  <c:v>1.420291E-3</c:v>
                </c:pt>
                <c:pt idx="7009">
                  <c:v>1.4187620000000001E-3</c:v>
                </c:pt>
                <c:pt idx="7010">
                  <c:v>1.414972E-3</c:v>
                </c:pt>
                <c:pt idx="7011">
                  <c:v>1.4092550000000001E-3</c:v>
                </c:pt>
                <c:pt idx="7012">
                  <c:v>1.402307E-3</c:v>
                </c:pt>
                <c:pt idx="7013">
                  <c:v>1.395061E-3</c:v>
                </c:pt>
                <c:pt idx="7014">
                  <c:v>1.3881469999999999E-3</c:v>
                </c:pt>
                <c:pt idx="7015">
                  <c:v>1.3822299999999999E-3</c:v>
                </c:pt>
                <c:pt idx="7016">
                  <c:v>1.377178E-3</c:v>
                </c:pt>
                <c:pt idx="7017">
                  <c:v>1.372823E-3</c:v>
                </c:pt>
                <c:pt idx="7018">
                  <c:v>1.3688680000000001E-3</c:v>
                </c:pt>
                <c:pt idx="7019">
                  <c:v>1.3650789999999999E-3</c:v>
                </c:pt>
                <c:pt idx="7020">
                  <c:v>1.3617550000000001E-3</c:v>
                </c:pt>
                <c:pt idx="7021">
                  <c:v>1.359727E-3</c:v>
                </c:pt>
                <c:pt idx="7022">
                  <c:v>1.3596280000000001E-3</c:v>
                </c:pt>
                <c:pt idx="7023">
                  <c:v>1.3622199999999999E-3</c:v>
                </c:pt>
                <c:pt idx="7024">
                  <c:v>1.3675720000000001E-3</c:v>
                </c:pt>
                <c:pt idx="7025">
                  <c:v>1.3750500000000001E-3</c:v>
                </c:pt>
                <c:pt idx="7026">
                  <c:v>1.383493E-3</c:v>
                </c:pt>
                <c:pt idx="7027">
                  <c:v>1.391703E-3</c:v>
                </c:pt>
                <c:pt idx="7028">
                  <c:v>1.398285E-3</c:v>
                </c:pt>
                <c:pt idx="7029">
                  <c:v>1.4028389999999999E-3</c:v>
                </c:pt>
                <c:pt idx="7030">
                  <c:v>1.405066E-3</c:v>
                </c:pt>
                <c:pt idx="7031">
                  <c:v>1.405365E-3</c:v>
                </c:pt>
                <c:pt idx="7032">
                  <c:v>1.404268E-3</c:v>
                </c:pt>
                <c:pt idx="7033">
                  <c:v>1.4023740000000001E-3</c:v>
                </c:pt>
                <c:pt idx="7034">
                  <c:v>1.3996480000000001E-3</c:v>
                </c:pt>
                <c:pt idx="7035">
                  <c:v>1.3960909999999999E-3</c:v>
                </c:pt>
                <c:pt idx="7036">
                  <c:v>1.39167E-3</c:v>
                </c:pt>
                <c:pt idx="7037">
                  <c:v>1.386651E-3</c:v>
                </c:pt>
                <c:pt idx="7038">
                  <c:v>1.3810669999999999E-3</c:v>
                </c:pt>
                <c:pt idx="7039">
                  <c:v>1.375848E-3</c:v>
                </c:pt>
                <c:pt idx="7040">
                  <c:v>1.371494E-3</c:v>
                </c:pt>
                <c:pt idx="7041">
                  <c:v>1.3685349999999999E-3</c:v>
                </c:pt>
                <c:pt idx="7042">
                  <c:v>1.3670399999999999E-3</c:v>
                </c:pt>
                <c:pt idx="7043">
                  <c:v>1.36684E-3</c:v>
                </c:pt>
                <c:pt idx="7044">
                  <c:v>1.3672720000000001E-3</c:v>
                </c:pt>
                <c:pt idx="7045">
                  <c:v>1.367671E-3</c:v>
                </c:pt>
                <c:pt idx="7046">
                  <c:v>1.367505E-3</c:v>
                </c:pt>
                <c:pt idx="7047">
                  <c:v>1.3667410000000001E-3</c:v>
                </c:pt>
                <c:pt idx="7048">
                  <c:v>1.3652779999999999E-3</c:v>
                </c:pt>
                <c:pt idx="7049">
                  <c:v>1.3633499999999999E-3</c:v>
                </c:pt>
                <c:pt idx="7050">
                  <c:v>1.361024E-3</c:v>
                </c:pt>
                <c:pt idx="7051">
                  <c:v>1.3588630000000001E-3</c:v>
                </c:pt>
                <c:pt idx="7052">
                  <c:v>1.3570019999999999E-3</c:v>
                </c:pt>
                <c:pt idx="7053">
                  <c:v>1.3559049999999999E-3</c:v>
                </c:pt>
                <c:pt idx="7054">
                  <c:v>1.3559710000000001E-3</c:v>
                </c:pt>
                <c:pt idx="7055">
                  <c:v>1.3578990000000001E-3</c:v>
                </c:pt>
                <c:pt idx="7056">
                  <c:v>1.362154E-3</c:v>
                </c:pt>
                <c:pt idx="7057">
                  <c:v>1.3689010000000001E-3</c:v>
                </c:pt>
                <c:pt idx="7058">
                  <c:v>1.377643E-3</c:v>
                </c:pt>
                <c:pt idx="7059">
                  <c:v>1.387515E-3</c:v>
                </c:pt>
                <c:pt idx="7060">
                  <c:v>1.397354E-3</c:v>
                </c:pt>
                <c:pt idx="7061">
                  <c:v>1.405831E-3</c:v>
                </c:pt>
                <c:pt idx="7062">
                  <c:v>1.411781E-3</c:v>
                </c:pt>
                <c:pt idx="7063">
                  <c:v>1.4147400000000001E-3</c:v>
                </c:pt>
                <c:pt idx="7064">
                  <c:v>1.4145399999999999E-3</c:v>
                </c:pt>
                <c:pt idx="7065">
                  <c:v>1.4114819999999999E-3</c:v>
                </c:pt>
                <c:pt idx="7066">
                  <c:v>1.4061970000000001E-3</c:v>
                </c:pt>
                <c:pt idx="7067">
                  <c:v>1.399515E-3</c:v>
                </c:pt>
                <c:pt idx="7068">
                  <c:v>1.392136E-3</c:v>
                </c:pt>
                <c:pt idx="7069">
                  <c:v>1.384424E-3</c:v>
                </c:pt>
                <c:pt idx="7070">
                  <c:v>1.377178E-3</c:v>
                </c:pt>
                <c:pt idx="7071">
                  <c:v>1.3707960000000001E-3</c:v>
                </c:pt>
                <c:pt idx="7072">
                  <c:v>1.365876E-3</c:v>
                </c:pt>
                <c:pt idx="7073">
                  <c:v>1.362586E-3</c:v>
                </c:pt>
                <c:pt idx="7074">
                  <c:v>1.3612229999999999E-3</c:v>
                </c:pt>
                <c:pt idx="7075">
                  <c:v>1.361522E-3</c:v>
                </c:pt>
                <c:pt idx="7076">
                  <c:v>1.3632169999999999E-3</c:v>
                </c:pt>
                <c:pt idx="7077">
                  <c:v>1.3656440000000001E-3</c:v>
                </c:pt>
                <c:pt idx="7078">
                  <c:v>1.3682360000000001E-3</c:v>
                </c:pt>
                <c:pt idx="7079">
                  <c:v>1.3706300000000001E-3</c:v>
                </c:pt>
                <c:pt idx="7080">
                  <c:v>1.3727570000000001E-3</c:v>
                </c:pt>
                <c:pt idx="7081">
                  <c:v>1.374419E-3</c:v>
                </c:pt>
                <c:pt idx="7082">
                  <c:v>1.375682E-3</c:v>
                </c:pt>
                <c:pt idx="7083">
                  <c:v>1.3763130000000001E-3</c:v>
                </c:pt>
                <c:pt idx="7084">
                  <c:v>1.3762799999999999E-3</c:v>
                </c:pt>
                <c:pt idx="7085">
                  <c:v>1.3746850000000001E-3</c:v>
                </c:pt>
                <c:pt idx="7086">
                  <c:v>1.371394E-3</c:v>
                </c:pt>
                <c:pt idx="7087">
                  <c:v>1.366475E-3</c:v>
                </c:pt>
                <c:pt idx="7088">
                  <c:v>1.360226E-3</c:v>
                </c:pt>
                <c:pt idx="7089">
                  <c:v>1.3537110000000001E-3</c:v>
                </c:pt>
                <c:pt idx="7090">
                  <c:v>1.3479950000000001E-3</c:v>
                </c:pt>
                <c:pt idx="7091">
                  <c:v>1.3443050000000001E-3</c:v>
                </c:pt>
                <c:pt idx="7092">
                  <c:v>1.343541E-3</c:v>
                </c:pt>
                <c:pt idx="7093">
                  <c:v>1.3457339999999999E-3</c:v>
                </c:pt>
                <c:pt idx="7094">
                  <c:v>1.3502550000000001E-3</c:v>
                </c:pt>
                <c:pt idx="7095">
                  <c:v>1.356171E-3</c:v>
                </c:pt>
                <c:pt idx="7096">
                  <c:v>1.3621200000000001E-3</c:v>
                </c:pt>
                <c:pt idx="7097">
                  <c:v>1.3667410000000001E-3</c:v>
                </c:pt>
                <c:pt idx="7098">
                  <c:v>1.369699E-3</c:v>
                </c:pt>
                <c:pt idx="7099">
                  <c:v>1.37053E-3</c:v>
                </c:pt>
                <c:pt idx="7100">
                  <c:v>1.3698320000000001E-3</c:v>
                </c:pt>
                <c:pt idx="7101">
                  <c:v>1.3683689999999999E-3</c:v>
                </c:pt>
                <c:pt idx="7102">
                  <c:v>1.3667410000000001E-3</c:v>
                </c:pt>
                <c:pt idx="7103">
                  <c:v>1.3656440000000001E-3</c:v>
                </c:pt>
                <c:pt idx="7104">
                  <c:v>1.3653109999999999E-3</c:v>
                </c:pt>
                <c:pt idx="7105">
                  <c:v>1.365544E-3</c:v>
                </c:pt>
                <c:pt idx="7106">
                  <c:v>1.3659099999999999E-3</c:v>
                </c:pt>
                <c:pt idx="7107">
                  <c:v>1.366176E-3</c:v>
                </c:pt>
                <c:pt idx="7108">
                  <c:v>1.3660759999999999E-3</c:v>
                </c:pt>
                <c:pt idx="7109">
                  <c:v>1.365478E-3</c:v>
                </c:pt>
                <c:pt idx="7110">
                  <c:v>1.3644799999999999E-3</c:v>
                </c:pt>
                <c:pt idx="7111">
                  <c:v>1.363417E-3</c:v>
                </c:pt>
                <c:pt idx="7112">
                  <c:v>1.362619E-3</c:v>
                </c:pt>
                <c:pt idx="7113">
                  <c:v>1.3622199999999999E-3</c:v>
                </c:pt>
                <c:pt idx="7114">
                  <c:v>1.3620870000000001E-3</c:v>
                </c:pt>
                <c:pt idx="7115">
                  <c:v>1.3622529999999999E-3</c:v>
                </c:pt>
                <c:pt idx="7116">
                  <c:v>1.3623859999999999E-3</c:v>
                </c:pt>
                <c:pt idx="7117">
                  <c:v>1.362519E-3</c:v>
                </c:pt>
                <c:pt idx="7118">
                  <c:v>1.3620870000000001E-3</c:v>
                </c:pt>
                <c:pt idx="7119">
                  <c:v>1.361688E-3</c:v>
                </c:pt>
                <c:pt idx="7120">
                  <c:v>1.3614219999999999E-3</c:v>
                </c:pt>
                <c:pt idx="7121">
                  <c:v>1.361389E-3</c:v>
                </c:pt>
                <c:pt idx="7122">
                  <c:v>1.361688E-3</c:v>
                </c:pt>
                <c:pt idx="7123">
                  <c:v>1.3621200000000001E-3</c:v>
                </c:pt>
                <c:pt idx="7124">
                  <c:v>1.362586E-3</c:v>
                </c:pt>
                <c:pt idx="7125">
                  <c:v>1.362486E-3</c:v>
                </c:pt>
                <c:pt idx="7126">
                  <c:v>1.361988E-3</c:v>
                </c:pt>
                <c:pt idx="7127">
                  <c:v>1.3609570000000001E-3</c:v>
                </c:pt>
                <c:pt idx="7128">
                  <c:v>1.3598600000000001E-3</c:v>
                </c:pt>
                <c:pt idx="7129">
                  <c:v>1.359362E-3</c:v>
                </c:pt>
                <c:pt idx="7130">
                  <c:v>1.3598270000000001E-3</c:v>
                </c:pt>
                <c:pt idx="7131">
                  <c:v>1.361821E-3</c:v>
                </c:pt>
                <c:pt idx="7132">
                  <c:v>1.365378E-3</c:v>
                </c:pt>
                <c:pt idx="7133">
                  <c:v>1.3698320000000001E-3</c:v>
                </c:pt>
                <c:pt idx="7134">
                  <c:v>1.374386E-3</c:v>
                </c:pt>
                <c:pt idx="7135">
                  <c:v>1.3783739999999999E-3</c:v>
                </c:pt>
                <c:pt idx="7136">
                  <c:v>1.3808340000000001E-3</c:v>
                </c:pt>
                <c:pt idx="7137">
                  <c:v>1.381499E-3</c:v>
                </c:pt>
                <c:pt idx="7138">
                  <c:v>1.380734E-3</c:v>
                </c:pt>
                <c:pt idx="7139">
                  <c:v>1.379438E-3</c:v>
                </c:pt>
                <c:pt idx="7140">
                  <c:v>1.378507E-3</c:v>
                </c:pt>
                <c:pt idx="7141">
                  <c:v>1.3792050000000001E-3</c:v>
                </c:pt>
                <c:pt idx="7142">
                  <c:v>1.381499E-3</c:v>
                </c:pt>
                <c:pt idx="7143">
                  <c:v>1.3854869999999999E-3</c:v>
                </c:pt>
                <c:pt idx="7144">
                  <c:v>1.390241E-3</c:v>
                </c:pt>
                <c:pt idx="7145">
                  <c:v>1.394263E-3</c:v>
                </c:pt>
                <c:pt idx="7146">
                  <c:v>1.3964240000000001E-3</c:v>
                </c:pt>
                <c:pt idx="7147">
                  <c:v>1.3954600000000001E-3</c:v>
                </c:pt>
                <c:pt idx="7148">
                  <c:v>1.391205E-3</c:v>
                </c:pt>
                <c:pt idx="7149">
                  <c:v>1.3842240000000001E-3</c:v>
                </c:pt>
                <c:pt idx="7150">
                  <c:v>1.3752829999999999E-3</c:v>
                </c:pt>
                <c:pt idx="7151">
                  <c:v>1.3660429999999999E-3</c:v>
                </c:pt>
                <c:pt idx="7152">
                  <c:v>1.3579320000000001E-3</c:v>
                </c:pt>
                <c:pt idx="7153">
                  <c:v>1.351784E-3</c:v>
                </c:pt>
                <c:pt idx="7154">
                  <c:v>1.3476289999999999E-3</c:v>
                </c:pt>
                <c:pt idx="7155">
                  <c:v>1.3453359999999999E-3</c:v>
                </c:pt>
                <c:pt idx="7156">
                  <c:v>1.344039E-3</c:v>
                </c:pt>
                <c:pt idx="7157">
                  <c:v>1.3434409999999999E-3</c:v>
                </c:pt>
                <c:pt idx="7158">
                  <c:v>1.342544E-3</c:v>
                </c:pt>
                <c:pt idx="7159">
                  <c:v>1.341746E-3</c:v>
                </c:pt>
                <c:pt idx="7160">
                  <c:v>1.3411479999999999E-3</c:v>
                </c:pt>
                <c:pt idx="7161">
                  <c:v>1.3413800000000001E-3</c:v>
                </c:pt>
                <c:pt idx="7162">
                  <c:v>1.342544E-3</c:v>
                </c:pt>
                <c:pt idx="7163">
                  <c:v>1.34497E-3</c:v>
                </c:pt>
                <c:pt idx="7164">
                  <c:v>1.3486920000000001E-3</c:v>
                </c:pt>
                <c:pt idx="7165">
                  <c:v>1.353379E-3</c:v>
                </c:pt>
                <c:pt idx="7166">
                  <c:v>1.358132E-3</c:v>
                </c:pt>
                <c:pt idx="7167">
                  <c:v>1.3628519999999999E-3</c:v>
                </c:pt>
                <c:pt idx="7168">
                  <c:v>1.3666080000000001E-3</c:v>
                </c:pt>
                <c:pt idx="7169">
                  <c:v>1.369101E-3</c:v>
                </c:pt>
                <c:pt idx="7170">
                  <c:v>1.370064E-3</c:v>
                </c:pt>
                <c:pt idx="7171">
                  <c:v>1.3692999999999999E-3</c:v>
                </c:pt>
                <c:pt idx="7172">
                  <c:v>1.3675720000000001E-3</c:v>
                </c:pt>
                <c:pt idx="7173">
                  <c:v>1.3651449999999999E-3</c:v>
                </c:pt>
                <c:pt idx="7174">
                  <c:v>1.362785E-3</c:v>
                </c:pt>
                <c:pt idx="7175">
                  <c:v>1.361157E-3</c:v>
                </c:pt>
                <c:pt idx="7176">
                  <c:v>1.3609239999999999E-3</c:v>
                </c:pt>
                <c:pt idx="7177">
                  <c:v>1.3619540000000001E-3</c:v>
                </c:pt>
                <c:pt idx="7178">
                  <c:v>1.3635170000000001E-3</c:v>
                </c:pt>
                <c:pt idx="7179">
                  <c:v>1.3646800000000001E-3</c:v>
                </c:pt>
                <c:pt idx="7180">
                  <c:v>1.364447E-3</c:v>
                </c:pt>
                <c:pt idx="7181">
                  <c:v>1.3618879999999999E-3</c:v>
                </c:pt>
                <c:pt idx="7182">
                  <c:v>1.3567360000000001E-3</c:v>
                </c:pt>
                <c:pt idx="7183">
                  <c:v>1.3497889999999999E-3</c:v>
                </c:pt>
                <c:pt idx="7184">
                  <c:v>1.3421119999999999E-3</c:v>
                </c:pt>
                <c:pt idx="7185">
                  <c:v>1.335398E-3</c:v>
                </c:pt>
                <c:pt idx="7186">
                  <c:v>1.3307449999999999E-3</c:v>
                </c:pt>
                <c:pt idx="7187">
                  <c:v>1.329017E-3</c:v>
                </c:pt>
                <c:pt idx="7188">
                  <c:v>1.3298470000000001E-3</c:v>
                </c:pt>
                <c:pt idx="7189">
                  <c:v>1.3327390000000001E-3</c:v>
                </c:pt>
                <c:pt idx="7190">
                  <c:v>1.336262E-3</c:v>
                </c:pt>
                <c:pt idx="7191">
                  <c:v>1.33932E-3</c:v>
                </c:pt>
                <c:pt idx="7192">
                  <c:v>1.3412470000000001E-3</c:v>
                </c:pt>
                <c:pt idx="7193">
                  <c:v>1.3416459999999999E-3</c:v>
                </c:pt>
                <c:pt idx="7194">
                  <c:v>1.340616E-3</c:v>
                </c:pt>
                <c:pt idx="7195">
                  <c:v>1.3389540000000001E-3</c:v>
                </c:pt>
                <c:pt idx="7196">
                  <c:v>1.337193E-3</c:v>
                </c:pt>
                <c:pt idx="7197">
                  <c:v>1.335763E-3</c:v>
                </c:pt>
                <c:pt idx="7198">
                  <c:v>1.3350650000000001E-3</c:v>
                </c:pt>
                <c:pt idx="7199">
                  <c:v>1.335531E-3</c:v>
                </c:pt>
                <c:pt idx="7200">
                  <c:v>1.337193E-3</c:v>
                </c:pt>
                <c:pt idx="7201">
                  <c:v>1.339951E-3</c:v>
                </c:pt>
                <c:pt idx="7202">
                  <c:v>1.3439400000000001E-3</c:v>
                </c:pt>
                <c:pt idx="7203">
                  <c:v>1.3486590000000001E-3</c:v>
                </c:pt>
                <c:pt idx="7204">
                  <c:v>1.3539769999999999E-3</c:v>
                </c:pt>
                <c:pt idx="7205">
                  <c:v>1.3590290000000001E-3</c:v>
                </c:pt>
                <c:pt idx="7206">
                  <c:v>1.36345E-3</c:v>
                </c:pt>
                <c:pt idx="7207">
                  <c:v>1.3667410000000001E-3</c:v>
                </c:pt>
                <c:pt idx="7208">
                  <c:v>1.368934E-3</c:v>
                </c:pt>
                <c:pt idx="7209">
                  <c:v>1.370364E-3</c:v>
                </c:pt>
                <c:pt idx="7210">
                  <c:v>1.3709950000000001E-3</c:v>
                </c:pt>
                <c:pt idx="7211">
                  <c:v>1.371361E-3</c:v>
                </c:pt>
                <c:pt idx="7212">
                  <c:v>1.3717930000000001E-3</c:v>
                </c:pt>
                <c:pt idx="7213">
                  <c:v>1.372325E-3</c:v>
                </c:pt>
                <c:pt idx="7214">
                  <c:v>1.3727240000000001E-3</c:v>
                </c:pt>
                <c:pt idx="7215">
                  <c:v>1.372989E-3</c:v>
                </c:pt>
                <c:pt idx="7216">
                  <c:v>1.373322E-3</c:v>
                </c:pt>
                <c:pt idx="7217">
                  <c:v>1.373654E-3</c:v>
                </c:pt>
                <c:pt idx="7218">
                  <c:v>1.374286E-3</c:v>
                </c:pt>
                <c:pt idx="7219">
                  <c:v>1.3752829999999999E-3</c:v>
                </c:pt>
                <c:pt idx="7220">
                  <c:v>1.376845E-3</c:v>
                </c:pt>
                <c:pt idx="7221">
                  <c:v>1.3783739999999999E-3</c:v>
                </c:pt>
                <c:pt idx="7222">
                  <c:v>1.379737E-3</c:v>
                </c:pt>
                <c:pt idx="7223">
                  <c:v>1.380734E-3</c:v>
                </c:pt>
                <c:pt idx="7224">
                  <c:v>1.381366E-3</c:v>
                </c:pt>
                <c:pt idx="7225">
                  <c:v>1.381698E-3</c:v>
                </c:pt>
                <c:pt idx="7226">
                  <c:v>1.381831E-3</c:v>
                </c:pt>
                <c:pt idx="7227">
                  <c:v>1.382496E-3</c:v>
                </c:pt>
                <c:pt idx="7228">
                  <c:v>1.38346E-3</c:v>
                </c:pt>
                <c:pt idx="7229">
                  <c:v>1.3844899999999999E-3</c:v>
                </c:pt>
                <c:pt idx="7230">
                  <c:v>1.3852549999999999E-3</c:v>
                </c:pt>
                <c:pt idx="7231">
                  <c:v>1.3849559999999999E-3</c:v>
                </c:pt>
                <c:pt idx="7232">
                  <c:v>1.3830940000000001E-3</c:v>
                </c:pt>
                <c:pt idx="7233">
                  <c:v>1.379637E-3</c:v>
                </c:pt>
                <c:pt idx="7234">
                  <c:v>1.374585E-3</c:v>
                </c:pt>
                <c:pt idx="7235">
                  <c:v>1.3685349999999999E-3</c:v>
                </c:pt>
                <c:pt idx="7236">
                  <c:v>1.362453E-3</c:v>
                </c:pt>
                <c:pt idx="7237">
                  <c:v>1.3570679999999999E-3</c:v>
                </c:pt>
                <c:pt idx="7238">
                  <c:v>1.3526809999999999E-3</c:v>
                </c:pt>
                <c:pt idx="7239">
                  <c:v>1.349889E-3</c:v>
                </c:pt>
                <c:pt idx="7240">
                  <c:v>1.3483270000000001E-3</c:v>
                </c:pt>
                <c:pt idx="7241">
                  <c:v>1.3476619999999999E-3</c:v>
                </c:pt>
                <c:pt idx="7242">
                  <c:v>1.347263E-3</c:v>
                </c:pt>
                <c:pt idx="7243">
                  <c:v>1.346798E-3</c:v>
                </c:pt>
                <c:pt idx="7244">
                  <c:v>1.3455019999999999E-3</c:v>
                </c:pt>
                <c:pt idx="7245">
                  <c:v>1.3434740000000001E-3</c:v>
                </c:pt>
                <c:pt idx="7246">
                  <c:v>1.3404160000000001E-3</c:v>
                </c:pt>
                <c:pt idx="7247">
                  <c:v>1.336561E-3</c:v>
                </c:pt>
                <c:pt idx="7248">
                  <c:v>1.3326729999999999E-3</c:v>
                </c:pt>
                <c:pt idx="7249">
                  <c:v>1.329216E-3</c:v>
                </c:pt>
                <c:pt idx="7250">
                  <c:v>1.3268889999999999E-3</c:v>
                </c:pt>
                <c:pt idx="7251">
                  <c:v>1.3260920000000001E-3</c:v>
                </c:pt>
                <c:pt idx="7252">
                  <c:v>1.3274210000000001E-3</c:v>
                </c:pt>
                <c:pt idx="7253">
                  <c:v>1.3305789999999999E-3</c:v>
                </c:pt>
                <c:pt idx="7254">
                  <c:v>1.3349659999999999E-3</c:v>
                </c:pt>
                <c:pt idx="7255">
                  <c:v>1.3400840000000001E-3</c:v>
                </c:pt>
                <c:pt idx="7256">
                  <c:v>1.3449029999999999E-3</c:v>
                </c:pt>
                <c:pt idx="7257">
                  <c:v>1.3487919999999999E-3</c:v>
                </c:pt>
                <c:pt idx="7258">
                  <c:v>1.3510519999999999E-3</c:v>
                </c:pt>
                <c:pt idx="7259">
                  <c:v>1.351484E-3</c:v>
                </c:pt>
                <c:pt idx="7260">
                  <c:v>1.350122E-3</c:v>
                </c:pt>
                <c:pt idx="7261">
                  <c:v>1.347263E-3</c:v>
                </c:pt>
                <c:pt idx="7262">
                  <c:v>1.3434079999999999E-3</c:v>
                </c:pt>
                <c:pt idx="7263">
                  <c:v>1.3393859999999999E-3</c:v>
                </c:pt>
                <c:pt idx="7264">
                  <c:v>1.3356970000000001E-3</c:v>
                </c:pt>
                <c:pt idx="7265">
                  <c:v>1.333271E-3</c:v>
                </c:pt>
                <c:pt idx="7266">
                  <c:v>1.3326060000000001E-3</c:v>
                </c:pt>
                <c:pt idx="7267">
                  <c:v>1.3340680000000001E-3</c:v>
                </c:pt>
                <c:pt idx="7268">
                  <c:v>1.3379900000000001E-3</c:v>
                </c:pt>
                <c:pt idx="7269">
                  <c:v>1.343707E-3</c:v>
                </c:pt>
                <c:pt idx="7270">
                  <c:v>1.3505870000000001E-3</c:v>
                </c:pt>
                <c:pt idx="7271">
                  <c:v>1.3576E-3</c:v>
                </c:pt>
                <c:pt idx="7272">
                  <c:v>1.3638490000000001E-3</c:v>
                </c:pt>
                <c:pt idx="7273">
                  <c:v>1.368668E-3</c:v>
                </c:pt>
                <c:pt idx="7274">
                  <c:v>1.3711280000000001E-3</c:v>
                </c:pt>
                <c:pt idx="7275">
                  <c:v>1.3710619999999999E-3</c:v>
                </c:pt>
                <c:pt idx="7276">
                  <c:v>1.3688680000000001E-3</c:v>
                </c:pt>
                <c:pt idx="7277">
                  <c:v>1.3647799999999999E-3</c:v>
                </c:pt>
                <c:pt idx="7278">
                  <c:v>1.359262E-3</c:v>
                </c:pt>
                <c:pt idx="7279">
                  <c:v>1.3533460000000001E-3</c:v>
                </c:pt>
                <c:pt idx="7280">
                  <c:v>1.3477949999999999E-3</c:v>
                </c:pt>
                <c:pt idx="7281">
                  <c:v>1.3432419999999999E-3</c:v>
                </c:pt>
                <c:pt idx="7282">
                  <c:v>1.3403499999999999E-3</c:v>
                </c:pt>
                <c:pt idx="7283">
                  <c:v>1.3391869999999999E-3</c:v>
                </c:pt>
                <c:pt idx="7284">
                  <c:v>1.339652E-3</c:v>
                </c:pt>
                <c:pt idx="7285">
                  <c:v>1.3409819999999999E-3</c:v>
                </c:pt>
                <c:pt idx="7286">
                  <c:v>1.3423109999999999E-3</c:v>
                </c:pt>
                <c:pt idx="7287">
                  <c:v>1.3428100000000001E-3</c:v>
                </c:pt>
                <c:pt idx="7288">
                  <c:v>1.341746E-3</c:v>
                </c:pt>
                <c:pt idx="7289">
                  <c:v>1.3390209999999999E-3</c:v>
                </c:pt>
                <c:pt idx="7290">
                  <c:v>1.3351649999999999E-3</c:v>
                </c:pt>
                <c:pt idx="7291">
                  <c:v>1.331077E-3</c:v>
                </c:pt>
                <c:pt idx="7292">
                  <c:v>1.3280200000000001E-3</c:v>
                </c:pt>
                <c:pt idx="7293">
                  <c:v>1.3267229999999999E-3</c:v>
                </c:pt>
                <c:pt idx="7294">
                  <c:v>1.3275540000000001E-3</c:v>
                </c:pt>
                <c:pt idx="7295">
                  <c:v>1.3304460000000001E-3</c:v>
                </c:pt>
                <c:pt idx="7296">
                  <c:v>1.3348990000000001E-3</c:v>
                </c:pt>
                <c:pt idx="7297">
                  <c:v>1.339685E-3</c:v>
                </c:pt>
                <c:pt idx="7298">
                  <c:v>1.34374E-3</c:v>
                </c:pt>
                <c:pt idx="7299">
                  <c:v>1.3465650000000001E-3</c:v>
                </c:pt>
                <c:pt idx="7300">
                  <c:v>1.347862E-3</c:v>
                </c:pt>
                <c:pt idx="7301">
                  <c:v>1.3472969999999999E-3</c:v>
                </c:pt>
                <c:pt idx="7302">
                  <c:v>1.3453689999999999E-3</c:v>
                </c:pt>
                <c:pt idx="7303">
                  <c:v>1.3424439999999999E-3</c:v>
                </c:pt>
                <c:pt idx="7304">
                  <c:v>1.338821E-3</c:v>
                </c:pt>
                <c:pt idx="7305">
                  <c:v>1.3347999999999999E-3</c:v>
                </c:pt>
                <c:pt idx="7306">
                  <c:v>1.3307449999999999E-3</c:v>
                </c:pt>
                <c:pt idx="7307">
                  <c:v>1.3267229999999999E-3</c:v>
                </c:pt>
                <c:pt idx="7308">
                  <c:v>1.3231670000000001E-3</c:v>
                </c:pt>
                <c:pt idx="7309">
                  <c:v>1.320575E-3</c:v>
                </c:pt>
                <c:pt idx="7310">
                  <c:v>1.31898E-3</c:v>
                </c:pt>
                <c:pt idx="7311">
                  <c:v>1.319378E-3</c:v>
                </c:pt>
                <c:pt idx="7312">
                  <c:v>1.3216720000000001E-3</c:v>
                </c:pt>
                <c:pt idx="7313">
                  <c:v>1.3262250000000001E-3</c:v>
                </c:pt>
                <c:pt idx="7314">
                  <c:v>1.3326060000000001E-3</c:v>
                </c:pt>
                <c:pt idx="7315">
                  <c:v>1.340284E-3</c:v>
                </c:pt>
                <c:pt idx="7316">
                  <c:v>1.3482940000000001E-3</c:v>
                </c:pt>
                <c:pt idx="7317">
                  <c:v>1.3554400000000001E-3</c:v>
                </c:pt>
                <c:pt idx="7318">
                  <c:v>1.360558E-3</c:v>
                </c:pt>
                <c:pt idx="7319">
                  <c:v>1.3628519999999999E-3</c:v>
                </c:pt>
                <c:pt idx="7320">
                  <c:v>1.361655E-3</c:v>
                </c:pt>
                <c:pt idx="7321">
                  <c:v>1.357102E-3</c:v>
                </c:pt>
                <c:pt idx="7322">
                  <c:v>1.349856E-3</c:v>
                </c:pt>
                <c:pt idx="7323">
                  <c:v>1.3412140000000001E-3</c:v>
                </c:pt>
                <c:pt idx="7324">
                  <c:v>1.3324400000000001E-3</c:v>
                </c:pt>
                <c:pt idx="7325">
                  <c:v>1.3250619999999999E-3</c:v>
                </c:pt>
                <c:pt idx="7326">
                  <c:v>1.3200429999999999E-3</c:v>
                </c:pt>
                <c:pt idx="7327">
                  <c:v>1.3178160000000001E-3</c:v>
                </c:pt>
                <c:pt idx="7328">
                  <c:v>1.3189129999999999E-3</c:v>
                </c:pt>
                <c:pt idx="7329">
                  <c:v>1.3228020000000001E-3</c:v>
                </c:pt>
                <c:pt idx="7330">
                  <c:v>1.329116E-3</c:v>
                </c:pt>
                <c:pt idx="7331">
                  <c:v>1.3369930000000001E-3</c:v>
                </c:pt>
                <c:pt idx="7332">
                  <c:v>1.3457339999999999E-3</c:v>
                </c:pt>
                <c:pt idx="7333">
                  <c:v>1.3545090000000001E-3</c:v>
                </c:pt>
                <c:pt idx="7334">
                  <c:v>1.3619540000000001E-3</c:v>
                </c:pt>
                <c:pt idx="7335">
                  <c:v>1.3673719999999999E-3</c:v>
                </c:pt>
                <c:pt idx="7336">
                  <c:v>1.3697990000000001E-3</c:v>
                </c:pt>
                <c:pt idx="7337">
                  <c:v>1.3692330000000001E-3</c:v>
                </c:pt>
                <c:pt idx="7338">
                  <c:v>1.3657770000000001E-3</c:v>
                </c:pt>
                <c:pt idx="7339">
                  <c:v>1.360691E-3</c:v>
                </c:pt>
                <c:pt idx="7340">
                  <c:v>1.35534E-3</c:v>
                </c:pt>
                <c:pt idx="7341">
                  <c:v>1.351318E-3</c:v>
                </c:pt>
                <c:pt idx="7342">
                  <c:v>1.3496560000000001E-3</c:v>
                </c:pt>
                <c:pt idx="7343">
                  <c:v>1.351019E-3</c:v>
                </c:pt>
                <c:pt idx="7344">
                  <c:v>1.3546750000000001E-3</c:v>
                </c:pt>
                <c:pt idx="7345">
                  <c:v>1.359594E-3</c:v>
                </c:pt>
                <c:pt idx="7346">
                  <c:v>1.3639489999999999E-3</c:v>
                </c:pt>
                <c:pt idx="7347">
                  <c:v>1.366541E-3</c:v>
                </c:pt>
                <c:pt idx="7348">
                  <c:v>1.3668739999999999E-3</c:v>
                </c:pt>
                <c:pt idx="7349">
                  <c:v>1.3648460000000001E-3</c:v>
                </c:pt>
                <c:pt idx="7350">
                  <c:v>1.3610569999999999E-3</c:v>
                </c:pt>
                <c:pt idx="7351">
                  <c:v>1.3567029999999999E-3</c:v>
                </c:pt>
                <c:pt idx="7352">
                  <c:v>1.3528469999999999E-3</c:v>
                </c:pt>
                <c:pt idx="7353">
                  <c:v>1.350122E-3</c:v>
                </c:pt>
                <c:pt idx="7354">
                  <c:v>1.3485929999999999E-3</c:v>
                </c:pt>
                <c:pt idx="7355">
                  <c:v>1.3483270000000001E-3</c:v>
                </c:pt>
                <c:pt idx="7356">
                  <c:v>1.348859E-3</c:v>
                </c:pt>
                <c:pt idx="7357">
                  <c:v>1.350055E-3</c:v>
                </c:pt>
                <c:pt idx="7358">
                  <c:v>1.3515179999999999E-3</c:v>
                </c:pt>
                <c:pt idx="7359">
                  <c:v>1.353246E-3</c:v>
                </c:pt>
                <c:pt idx="7360">
                  <c:v>1.3549739999999999E-3</c:v>
                </c:pt>
                <c:pt idx="7361">
                  <c:v>1.3566030000000001E-3</c:v>
                </c:pt>
                <c:pt idx="7362">
                  <c:v>1.3570019999999999E-3</c:v>
                </c:pt>
                <c:pt idx="7363">
                  <c:v>1.3558050000000001E-3</c:v>
                </c:pt>
                <c:pt idx="7364">
                  <c:v>1.352614E-3</c:v>
                </c:pt>
                <c:pt idx="7365">
                  <c:v>1.3476289999999999E-3</c:v>
                </c:pt>
                <c:pt idx="7366">
                  <c:v>1.3411149999999999E-3</c:v>
                </c:pt>
                <c:pt idx="7367">
                  <c:v>1.3345E-3</c:v>
                </c:pt>
                <c:pt idx="7368">
                  <c:v>1.328784E-3</c:v>
                </c:pt>
                <c:pt idx="7369">
                  <c:v>1.3249620000000001E-3</c:v>
                </c:pt>
                <c:pt idx="7370">
                  <c:v>1.323234E-3</c:v>
                </c:pt>
                <c:pt idx="7371">
                  <c:v>1.3233330000000001E-3</c:v>
                </c:pt>
                <c:pt idx="7372">
                  <c:v>1.324729E-3</c:v>
                </c:pt>
                <c:pt idx="7373">
                  <c:v>1.3262580000000001E-3</c:v>
                </c:pt>
                <c:pt idx="7374">
                  <c:v>1.326989E-3</c:v>
                </c:pt>
                <c:pt idx="7375">
                  <c:v>1.326657E-3</c:v>
                </c:pt>
                <c:pt idx="7376">
                  <c:v>1.3253939999999999E-3</c:v>
                </c:pt>
                <c:pt idx="7377">
                  <c:v>1.3240979999999999E-3</c:v>
                </c:pt>
                <c:pt idx="7378">
                  <c:v>1.323367E-3</c:v>
                </c:pt>
                <c:pt idx="7379">
                  <c:v>1.3240979999999999E-3</c:v>
                </c:pt>
                <c:pt idx="7380">
                  <c:v>1.3267229999999999E-3</c:v>
                </c:pt>
                <c:pt idx="7381">
                  <c:v>1.3311099999999999E-3</c:v>
                </c:pt>
                <c:pt idx="7382">
                  <c:v>1.336395E-3</c:v>
                </c:pt>
                <c:pt idx="7383">
                  <c:v>1.341746E-3</c:v>
                </c:pt>
                <c:pt idx="7384">
                  <c:v>1.345967E-3</c:v>
                </c:pt>
                <c:pt idx="7385">
                  <c:v>1.3483270000000001E-3</c:v>
                </c:pt>
                <c:pt idx="7386">
                  <c:v>1.348227E-3</c:v>
                </c:pt>
                <c:pt idx="7387">
                  <c:v>1.345834E-3</c:v>
                </c:pt>
                <c:pt idx="7388">
                  <c:v>1.341879E-3</c:v>
                </c:pt>
                <c:pt idx="7389">
                  <c:v>1.3374249999999999E-3</c:v>
                </c:pt>
                <c:pt idx="7390">
                  <c:v>1.333337E-3</c:v>
                </c:pt>
                <c:pt idx="7391">
                  <c:v>1.3304790000000001E-3</c:v>
                </c:pt>
                <c:pt idx="7392">
                  <c:v>1.3293490000000001E-3</c:v>
                </c:pt>
                <c:pt idx="7393">
                  <c:v>1.3296810000000001E-3</c:v>
                </c:pt>
                <c:pt idx="7394">
                  <c:v>1.330978E-3</c:v>
                </c:pt>
                <c:pt idx="7395">
                  <c:v>1.3324070000000001E-3</c:v>
                </c:pt>
                <c:pt idx="7396">
                  <c:v>1.333271E-3</c:v>
                </c:pt>
                <c:pt idx="7397">
                  <c:v>1.333503E-3</c:v>
                </c:pt>
                <c:pt idx="7398">
                  <c:v>1.3330379999999999E-3</c:v>
                </c:pt>
                <c:pt idx="7399">
                  <c:v>1.3328389999999999E-3</c:v>
                </c:pt>
                <c:pt idx="7400">
                  <c:v>1.3332039999999999E-3</c:v>
                </c:pt>
                <c:pt idx="7401">
                  <c:v>1.3348660000000001E-3</c:v>
                </c:pt>
                <c:pt idx="7402">
                  <c:v>1.337658E-3</c:v>
                </c:pt>
                <c:pt idx="7403">
                  <c:v>1.3413139999999999E-3</c:v>
                </c:pt>
                <c:pt idx="7404">
                  <c:v>1.345469E-3</c:v>
                </c:pt>
                <c:pt idx="7405">
                  <c:v>1.349058E-3</c:v>
                </c:pt>
                <c:pt idx="7406">
                  <c:v>1.3516509999999999E-3</c:v>
                </c:pt>
                <c:pt idx="7407">
                  <c:v>1.353113E-3</c:v>
                </c:pt>
                <c:pt idx="7408">
                  <c:v>1.354044E-3</c:v>
                </c:pt>
                <c:pt idx="7409">
                  <c:v>1.3546420000000001E-3</c:v>
                </c:pt>
                <c:pt idx="7410">
                  <c:v>1.3554730000000001E-3</c:v>
                </c:pt>
                <c:pt idx="7411">
                  <c:v>1.3567690000000001E-3</c:v>
                </c:pt>
                <c:pt idx="7412">
                  <c:v>1.358398E-3</c:v>
                </c:pt>
                <c:pt idx="7413">
                  <c:v>1.360193E-3</c:v>
                </c:pt>
                <c:pt idx="7414">
                  <c:v>1.361555E-3</c:v>
                </c:pt>
                <c:pt idx="7415">
                  <c:v>1.362486E-3</c:v>
                </c:pt>
                <c:pt idx="7416">
                  <c:v>1.3630510000000001E-3</c:v>
                </c:pt>
                <c:pt idx="7417">
                  <c:v>1.363251E-3</c:v>
                </c:pt>
                <c:pt idx="7418">
                  <c:v>1.363251E-3</c:v>
                </c:pt>
                <c:pt idx="7419">
                  <c:v>1.363616E-3</c:v>
                </c:pt>
                <c:pt idx="7420">
                  <c:v>1.3639819999999999E-3</c:v>
                </c:pt>
                <c:pt idx="7421">
                  <c:v>1.36458E-3</c:v>
                </c:pt>
                <c:pt idx="7422">
                  <c:v>1.364879E-3</c:v>
                </c:pt>
                <c:pt idx="7423">
                  <c:v>1.3650120000000001E-3</c:v>
                </c:pt>
                <c:pt idx="7424">
                  <c:v>1.3647799999999999E-3</c:v>
                </c:pt>
                <c:pt idx="7425">
                  <c:v>1.364248E-3</c:v>
                </c:pt>
                <c:pt idx="7426">
                  <c:v>1.363616E-3</c:v>
                </c:pt>
                <c:pt idx="7427">
                  <c:v>1.362453E-3</c:v>
                </c:pt>
                <c:pt idx="7428">
                  <c:v>1.3611230000000001E-3</c:v>
                </c:pt>
                <c:pt idx="7429">
                  <c:v>1.3587969999999999E-3</c:v>
                </c:pt>
                <c:pt idx="7430">
                  <c:v>1.355506E-3</c:v>
                </c:pt>
                <c:pt idx="7431">
                  <c:v>1.3514180000000001E-3</c:v>
                </c:pt>
                <c:pt idx="7432">
                  <c:v>1.346632E-3</c:v>
                </c:pt>
                <c:pt idx="7433">
                  <c:v>1.342078E-3</c:v>
                </c:pt>
                <c:pt idx="7434">
                  <c:v>1.338323E-3</c:v>
                </c:pt>
                <c:pt idx="7435">
                  <c:v>1.3360959999999999E-3</c:v>
                </c:pt>
                <c:pt idx="7436">
                  <c:v>1.3359960000000001E-3</c:v>
                </c:pt>
                <c:pt idx="7437">
                  <c:v>1.3377910000000001E-3</c:v>
                </c:pt>
                <c:pt idx="7438">
                  <c:v>1.340948E-3</c:v>
                </c:pt>
                <c:pt idx="7439">
                  <c:v>1.3451030000000001E-3</c:v>
                </c:pt>
                <c:pt idx="7440">
                  <c:v>1.3492910000000001E-3</c:v>
                </c:pt>
                <c:pt idx="7441">
                  <c:v>1.353047E-3</c:v>
                </c:pt>
                <c:pt idx="7442">
                  <c:v>1.3557059999999999E-3</c:v>
                </c:pt>
                <c:pt idx="7443">
                  <c:v>1.3574010000000001E-3</c:v>
                </c:pt>
                <c:pt idx="7444">
                  <c:v>1.3579320000000001E-3</c:v>
                </c:pt>
                <c:pt idx="7445">
                  <c:v>1.3574010000000001E-3</c:v>
                </c:pt>
                <c:pt idx="7446">
                  <c:v>1.355672E-3</c:v>
                </c:pt>
                <c:pt idx="7447">
                  <c:v>1.3528469999999999E-3</c:v>
                </c:pt>
                <c:pt idx="7448">
                  <c:v>1.349091E-3</c:v>
                </c:pt>
                <c:pt idx="7449">
                  <c:v>1.344505E-3</c:v>
                </c:pt>
                <c:pt idx="7450">
                  <c:v>1.3393859999999999E-3</c:v>
                </c:pt>
                <c:pt idx="7451">
                  <c:v>1.3340349999999999E-3</c:v>
                </c:pt>
                <c:pt idx="7452">
                  <c:v>1.329249E-3</c:v>
                </c:pt>
                <c:pt idx="7453">
                  <c:v>1.3252940000000001E-3</c:v>
                </c:pt>
                <c:pt idx="7454">
                  <c:v>1.322702E-3</c:v>
                </c:pt>
                <c:pt idx="7455">
                  <c:v>1.3220700000000001E-3</c:v>
                </c:pt>
                <c:pt idx="7456">
                  <c:v>1.3236319999999999E-3</c:v>
                </c:pt>
                <c:pt idx="7457">
                  <c:v>1.3272550000000001E-3</c:v>
                </c:pt>
                <c:pt idx="7458">
                  <c:v>1.3326729999999999E-3</c:v>
                </c:pt>
                <c:pt idx="7459">
                  <c:v>1.3391869999999999E-3</c:v>
                </c:pt>
                <c:pt idx="7460">
                  <c:v>1.3458669999999999E-3</c:v>
                </c:pt>
                <c:pt idx="7461">
                  <c:v>1.351983E-3</c:v>
                </c:pt>
                <c:pt idx="7462">
                  <c:v>1.3559710000000001E-3</c:v>
                </c:pt>
                <c:pt idx="7463">
                  <c:v>1.357467E-3</c:v>
                </c:pt>
                <c:pt idx="7464">
                  <c:v>1.3560379999999999E-3</c:v>
                </c:pt>
                <c:pt idx="7465">
                  <c:v>1.352149E-3</c:v>
                </c:pt>
                <c:pt idx="7466">
                  <c:v>1.3462000000000001E-3</c:v>
                </c:pt>
                <c:pt idx="7467">
                  <c:v>1.3398520000000001E-3</c:v>
                </c:pt>
                <c:pt idx="746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BB-40A9-8F20-CB5A4C73F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0017520"/>
        <c:axId val="1640040560"/>
      </c:scatterChart>
      <c:valAx>
        <c:axId val="1640017520"/>
        <c:scaling>
          <c:orientation val="maxMin"/>
          <c:max val="4000"/>
          <c:min val="800"/>
        </c:scaling>
        <c:delete val="0"/>
        <c:axPos val="t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Wavenumber (cm-1)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low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040560"/>
        <c:crosses val="autoZero"/>
        <c:crossBetween val="midCat"/>
      </c:valAx>
      <c:valAx>
        <c:axId val="1640040560"/>
        <c:scaling>
          <c:orientation val="maxMin"/>
          <c:max val="2.0000000000000004E-2"/>
        </c:scaling>
        <c:delete val="0"/>
        <c:axPos val="r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Absorbance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00175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E6FC-10F7-405A-A558-C1C374BB9E2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4A61D-37DD-4230-B2FC-22BE04CAE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2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nano.com/all/characterization/ftir/ftir-functional-group-search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“Thermal Decomposition analysis of AEPS soft goods”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A4E64-DDAA-43AC-8FE7-D462445BD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FTIR Functional Group Database Table with Search – </a:t>
            </a:r>
            <a:r>
              <a:rPr lang="en-US" dirty="0" err="1">
                <a:hlinkClick r:id="rId3"/>
              </a:rPr>
              <a:t>InstaNANO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54EB-D9FA-4FF6-89AB-9B275A76A9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C9C2-7FD4-AD65-68FE-6C4BE73FB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06C1D-DD76-5DEF-0EF2-C7E325983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259B3-0388-9717-A956-E47A0824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C9F46-74AC-3D03-3F35-5CEC653A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3CDCA-362E-E95D-2E82-82C9E8F6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1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4945-7722-013F-5F3D-ECB6EB08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8337-F1C7-3AB1-F5F4-9133B5950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113DF-B086-C2CE-4DA5-D255585A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6FEA-7B3A-13A0-8E13-833A5BE4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3D35C-D1A5-DEB4-F11B-3E40881D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2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E2F3-7BAA-FBA7-B9BE-D2892C53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31245-3678-85D6-FF49-A835FA37B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A5D7-BF90-F654-FD6A-9543C32C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BF64C-519F-DB51-2006-555D3719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34E4D-4EBD-919A-3586-EE7C71AF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6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D88E-1400-C31F-FD80-5DF98E68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F42C0-D546-FF73-F3A6-07165C191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DBE73-9A1E-AF2C-3E62-72456A514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435C0-778A-FBDA-E879-C38FC3D2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4FA19-E749-605C-53BD-836573FA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BA307-9471-93BA-111C-8A4FF93B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9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DE46-E4D7-093B-60D6-2D8CC143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5989D-7608-DA10-47E2-EFD54825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5F0A1-C325-F6B8-D881-14F7F4F42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595CB-8381-27A2-2ACE-357B4A8DA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E0E4D-C2F2-5A61-08D8-FCC1F02D6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83DEC-97ED-3553-CE82-9A9E4E27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F0635-C5F7-1274-5EA5-47334DCC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35D9C-A617-9155-FD59-EDC529F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6396-3DDA-9874-B4DF-1E259E6B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2DBE2-03C1-C81D-11F0-CDCCE75A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1BC1C-CD0F-5D5C-B311-EEBD5FC7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F106D-5F09-CA0D-989A-C3BB65D6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F5A2C-6B63-D3EB-5B06-980B6FC1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16121D-6707-B055-671D-D77B4094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CFFCC-C813-56EE-FA0B-5D140B04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9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6E43-EA45-AAEA-35DD-0ADC0543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D0FB2-4956-2FAF-1325-C276FE8FC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50BC7-84F8-5A15-3CA3-F093ED80F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F2FB4-78EE-71EB-B05C-25826390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59A48-EBE9-3D0C-E5A5-D8306CBB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6D050-C367-F1E0-2630-9288D68A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0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4161-3EFA-CE06-E750-C57B52C7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EC302-4455-1163-3B14-E58AA6791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90BC6-949F-9E0F-45D8-EFABD45BC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AA6D5-6473-DAB5-9075-7B153FC6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A59DA-FFEC-33DC-61E1-3EB60A7F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AA334-7E08-D1E2-2BD3-2F4BFE41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3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94A12-A7B0-3C79-7DE8-B8396CC9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9DC83-3E9D-8C26-E4EE-3BBEA87B2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989EF-12A2-FB92-89FF-6DC19544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9B46-AB40-6199-092B-5B98ACBC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27F0-401B-9C19-3E3E-68329E7F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C395FB-91D3-FB7D-171F-FE00A2B29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99645-FA29-DD6B-7139-FC0AC8A83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47884-4295-6508-6C83-3E061710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217A6-0D19-D0D2-31F0-AD2C1D27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39D18-E2D5-4A9D-2881-86856753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49C9E-F8C0-53B5-CAC4-4B17F40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5E6FB-0509-4EC9-B03D-3BE4C1F6A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EDF2F-2FA9-B3E7-2082-53BA0607B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09480-BBEA-48F8-9A2C-8DB424114DC1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466C1-5F98-18EF-3191-422A32B5B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1955E-F18A-DED4-598D-F7AE3E17B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60493-CC13-4AA0-BD09-C06F35C4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9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atellite&#10;&#10;AI-generated content may be incorrect.">
            <a:extLst>
              <a:ext uri="{FF2B5EF4-FFF2-40B4-BE49-F238E27FC236}">
                <a16:creationId xmlns:a16="http://schemas.microsoft.com/office/drawing/2014/main" id="{3E31CF85-96E0-C40D-866B-90E108C3CF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040" b="1337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3CDFFE-043A-47F3-AFEA-25A125D42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998" y="4399745"/>
            <a:ext cx="6232693" cy="927988"/>
          </a:xfrm>
        </p:spPr>
        <p:txBody>
          <a:bodyPr anchor="t"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Analysis: Insulation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FCA85-97B9-08BC-FBC0-7AC18219B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998" y="5256712"/>
            <a:ext cx="5251307" cy="927989"/>
          </a:xfrm>
        </p:spPr>
        <p:txBody>
          <a:bodyPr anchor="b">
            <a:normAutofit fontScale="77500" lnSpcReduction="2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Kim, Advanced Polymeric Materials Branch Intern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Witold Fuchs,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Advanced Polymeric Materials Branch, M&amp;P Technical Lead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20303F-645E-71A0-AE3A-2C9E4B26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82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C2CE-6320-7A02-CE90-94EB9870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Bottom-line up front (BLUF)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36693-2935-3C5F-88DB-6DF718B2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Identify the material composition of insulation material </a:t>
            </a:r>
          </a:p>
          <a:p>
            <a:r>
              <a:rPr lang="en-US" b="1" dirty="0"/>
              <a:t>Instruments: </a:t>
            </a:r>
            <a:r>
              <a:rPr lang="en-US" dirty="0"/>
              <a:t>FTIR, LIBS</a:t>
            </a:r>
          </a:p>
          <a:p>
            <a:r>
              <a:rPr lang="en-US" b="1" dirty="0"/>
              <a:t>Conclusion: </a:t>
            </a:r>
            <a:r>
              <a:rPr lang="en-US" dirty="0"/>
              <a:t>The material is most likely silicon oxide fiberglass.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1B015F6-A1FA-B1AB-BB77-F70D8B08E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83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FD91FA7-A7F2-9CEB-FC2E-285833ED9F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8468509"/>
              </p:ext>
            </p:extLst>
          </p:nvPr>
        </p:nvGraphicFramePr>
        <p:xfrm>
          <a:off x="927100" y="728391"/>
          <a:ext cx="10337800" cy="573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201EA5-9B8C-C205-6142-9A159DDF7BA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864599" y="4810241"/>
            <a:ext cx="499534" cy="118415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FCE4D-4A75-B69B-BAE1-E1525833D8DC}"/>
              </a:ext>
            </a:extLst>
          </p:cNvPr>
          <p:cNvCxnSpPr>
            <a:cxnSpLocks/>
          </p:cNvCxnSpPr>
          <p:nvPr/>
        </p:nvCxnSpPr>
        <p:spPr>
          <a:xfrm>
            <a:off x="8144933" y="1369999"/>
            <a:ext cx="0" cy="5096933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4CDC6F-83FF-782F-687F-63B8B42443F5}"/>
              </a:ext>
            </a:extLst>
          </p:cNvPr>
          <p:cNvSpPr txBox="1"/>
          <p:nvPr/>
        </p:nvSpPr>
        <p:spPr>
          <a:xfrm>
            <a:off x="104510" y="143616"/>
            <a:ext cx="10537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Fourier Transform Infrared spectroscopy (FTIR)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ACD20-FA13-0A98-18D5-8520DD6EEE64}"/>
              </a:ext>
            </a:extLst>
          </p:cNvPr>
          <p:cNvSpPr txBox="1"/>
          <p:nvPr/>
        </p:nvSpPr>
        <p:spPr>
          <a:xfrm>
            <a:off x="4360332" y="4348576"/>
            <a:ext cx="4504267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Comparing to known spectra of fiberglass: The associated peak at around ~1050 cm-1 </a:t>
            </a:r>
            <a:r>
              <a:rPr lang="en-US" b="1" dirty="0"/>
              <a:t>indicates Si-O-Si bond </a:t>
            </a:r>
          </a:p>
        </p:txBody>
      </p:sp>
      <p:pic>
        <p:nvPicPr>
          <p:cNvPr id="1026" name="Picture 2" descr="FTIR Spectra of the samples A, B, C and glass fiber.">
            <a:extLst>
              <a:ext uri="{FF2B5EF4-FFF2-40B4-BE49-F238E27FC236}">
                <a16:creationId xmlns:a16="http://schemas.microsoft.com/office/drawing/2014/main" id="{4693831E-0F3A-DA9B-A708-B8F9FE0D8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25" y="3576486"/>
            <a:ext cx="3833775" cy="24987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0F80E5-FA8B-FA25-19FD-6449D7F0FFD6}"/>
              </a:ext>
            </a:extLst>
          </p:cNvPr>
          <p:cNvSpPr txBox="1"/>
          <p:nvPr/>
        </p:nvSpPr>
        <p:spPr>
          <a:xfrm>
            <a:off x="325722" y="6084986"/>
            <a:ext cx="38906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err="1"/>
              <a:t>Bonon</a:t>
            </a:r>
            <a:r>
              <a:rPr lang="en-US" sz="1000" i="1" dirty="0"/>
              <a:t>, Anderson &amp; Weck, Marcus &amp; Bonfante, </a:t>
            </a:r>
            <a:r>
              <a:rPr lang="en-US" sz="1000" i="1" dirty="0" err="1"/>
              <a:t>Estevam</a:t>
            </a:r>
            <a:r>
              <a:rPr lang="en-US" sz="1000" i="1" dirty="0"/>
              <a:t> &amp; Coelho, Paulo. (2016). Physicochemical characterization of three fiber-reinforced epoxide-based composites for dental applications.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52F2CCF-9A2B-27AA-F613-57C02C862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63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DF7B27-0EE7-8E6C-1F4B-DA1129947761}"/>
              </a:ext>
            </a:extLst>
          </p:cNvPr>
          <p:cNvSpPr txBox="1"/>
          <p:nvPr/>
        </p:nvSpPr>
        <p:spPr>
          <a:xfrm>
            <a:off x="104510" y="143616"/>
            <a:ext cx="10528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Laser Induced Breakdown Spectroscopy (LIBS) Analysis</a:t>
            </a:r>
          </a:p>
        </p:txBody>
      </p:sp>
      <p:pic>
        <p:nvPicPr>
          <p:cNvPr id="7" name="Picture 6" descr="Diagram, schematic&#10;&#10;AI-generated content may be incorrect.">
            <a:extLst>
              <a:ext uri="{FF2B5EF4-FFF2-40B4-BE49-F238E27FC236}">
                <a16:creationId xmlns:a16="http://schemas.microsoft.com/office/drawing/2014/main" id="{2756ADA6-FD91-5DA6-25E2-C529E2DD1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7"/>
          <a:stretch>
            <a:fillRect/>
          </a:stretch>
        </p:blipFill>
        <p:spPr>
          <a:xfrm>
            <a:off x="104510" y="873784"/>
            <a:ext cx="7163179" cy="5840600"/>
          </a:xfrm>
          <a:prstGeom prst="rect">
            <a:avLst/>
          </a:prstGeom>
        </p:spPr>
      </p:pic>
      <p:pic>
        <p:nvPicPr>
          <p:cNvPr id="10" name="Picture 9" descr="Letter&#10;&#10;AI-generated content may be incorrect.">
            <a:extLst>
              <a:ext uri="{FF2B5EF4-FFF2-40B4-BE49-F238E27FC236}">
                <a16:creationId xmlns:a16="http://schemas.microsoft.com/office/drawing/2014/main" id="{18035941-70CA-BAB8-ADDD-E5115DBC8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6"/>
          <a:stretch>
            <a:fillRect/>
          </a:stretch>
        </p:blipFill>
        <p:spPr>
          <a:xfrm>
            <a:off x="7323630" y="1582967"/>
            <a:ext cx="4763860" cy="4422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260A59-5576-9461-F4FB-297EF053B784}"/>
              </a:ext>
            </a:extLst>
          </p:cNvPr>
          <p:cNvSpPr txBox="1"/>
          <p:nvPr/>
        </p:nvSpPr>
        <p:spPr>
          <a:xfrm>
            <a:off x="4842027" y="4326687"/>
            <a:ext cx="5791199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Results show: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Possibly aluminosilicate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Fiberglass with possibly aluminum oxide in the batch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Confirms that this material is inorganic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temperature fibrous material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352BCE1-06DF-8C3F-F45F-5690153CB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29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5553-1598-F8FD-92EC-7166D672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3613-7AD1-FD6C-8040-FE68E7AB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AAB8-B8CD-D0CB-918B-0430F06A6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FTIR result show that the material is inorganic with silicate network of Si-O-Si.</a:t>
            </a:r>
          </a:p>
          <a:p>
            <a:r>
              <a:rPr lang="en-US" dirty="0"/>
              <a:t>LIBS results confirm the material is inorganic and possibly being aluminosilicate, due to the aluminum content along with Silicon and Oxygen</a:t>
            </a:r>
          </a:p>
          <a:p>
            <a:pPr lvl="1"/>
            <a:r>
              <a:rPr lang="en-US" dirty="0"/>
              <a:t>These materials are high temperature and fibrous.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4E839E-BFC3-2174-E6C8-EFE42D346BA6}"/>
              </a:ext>
            </a:extLst>
          </p:cNvPr>
          <p:cNvSpPr/>
          <p:nvPr/>
        </p:nvSpPr>
        <p:spPr>
          <a:xfrm>
            <a:off x="1405466" y="5020734"/>
            <a:ext cx="9381067" cy="762001"/>
          </a:xfrm>
          <a:prstGeom prst="roundRect">
            <a:avLst/>
          </a:prstGeom>
          <a:solidFill>
            <a:srgbClr val="006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The material is most likely silicon oxide fiberglass.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1A434B7-119E-B225-3CE0-3D528986B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12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Widescreen</PresentationFormat>
  <Paragraphs>29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Material Analysis: Insulation</vt:lpstr>
      <vt:lpstr>Bottom-line up front (BLUF)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Jean (GRC-LMN0)[Intern]</dc:creator>
  <cp:lastModifiedBy>Kim, Jean (GRC-LMN0)[Intern]</cp:lastModifiedBy>
  <cp:revision>1</cp:revision>
  <dcterms:created xsi:type="dcterms:W3CDTF">2026-08-19T20:43:58Z</dcterms:created>
  <dcterms:modified xsi:type="dcterms:W3CDTF">2026-08-19T20:46:06Z</dcterms:modified>
</cp:coreProperties>
</file>