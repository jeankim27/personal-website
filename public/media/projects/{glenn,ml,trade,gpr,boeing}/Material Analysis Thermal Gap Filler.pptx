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1" r:id="rId2"/>
    <p:sldId id="259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kim189\Downloads\Tflex%20SF1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nasa-my.sharepoint.com/personal/aseganis_ndc_nasa_gov/Documents/Microsoft%20Teams%20Chat%20Files/Tflex%20SF10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Transmittance vs Wavenumber (cm-1)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1"/>
          <c:tx>
            <c:strRef>
              <c:f>'flexible thermoplastic 6-11-26'!$C$1</c:f>
              <c:strCache>
                <c:ptCount val="1"/>
                <c:pt idx="0">
                  <c:v>Transmittivity</c:v>
                </c:pt>
              </c:strCache>
            </c:strRef>
          </c:tx>
          <c:spPr>
            <a:ln w="19050" cap="rnd">
              <a:solidFill>
                <a:srgbClr val="0067B6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layout>
                <c:manualLayout>
                  <c:x val="-3.7412623895462835E-2"/>
                  <c:y val="4.6631767887041743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8F3-4BA2-8787-4E5A5266B8BA}"/>
                </c:ext>
              </c:extLst>
            </c:dLbl>
            <c:dLbl>
              <c:idx val="321"/>
              <c:layout>
                <c:manualLayout>
                  <c:x val="-5.9136082931538214E-2"/>
                  <c:y val="1.7180125011015377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F3-4BA2-8787-4E5A5266B8BA}"/>
                </c:ext>
              </c:extLst>
            </c:dLbl>
            <c:dLbl>
              <c:idx val="484"/>
              <c:layout>
                <c:manualLayout>
                  <c:x val="-7.3618388955588171E-2"/>
                  <c:y val="1.4725821438013091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8F3-4BA2-8787-4E5A5266B8BA}"/>
                </c:ext>
              </c:extLst>
            </c:dLbl>
            <c:dLbl>
              <c:idx val="2203"/>
              <c:layout>
                <c:manualLayout>
                  <c:x val="-2.2930317871412708E-2"/>
                  <c:y val="7.117480361706371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F3-4BA2-8787-4E5A5266B8BA}"/>
                </c:ext>
              </c:extLst>
            </c:dLbl>
            <c:dLbl>
              <c:idx val="2768"/>
              <c:layout>
                <c:manualLayout>
                  <c:x val="-4.9481212248837947E-2"/>
                  <c:y val="6.3811892898057124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8F3-4BA2-8787-4E5A5266B8BA}"/>
                </c:ext>
              </c:extLst>
            </c:dLbl>
            <c:dLbl>
              <c:idx val="508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D8F3-4BA2-8787-4E5A5266B8BA}"/>
                </c:ext>
              </c:extLst>
            </c:dLbl>
            <c:dLbl>
              <c:idx val="5088"/>
              <c:layout>
                <c:manualLayout>
                  <c:x val="4.8274353413500434E-3"/>
                  <c:y val="3.6814553595032953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8F3-4BA2-8787-4E5A5266B8BA}"/>
                </c:ext>
              </c:extLst>
            </c:dLbl>
            <c:dLbl>
              <c:idx val="5230"/>
              <c:layout>
                <c:manualLayout>
                  <c:x val="-3.8619482730800347E-2"/>
                  <c:y val="8.344632148207469E-2"/>
                </c:manualLayout>
              </c:layout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8F3-4BA2-8787-4E5A5266B8BA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'flexible thermoplastic 6-11-26'!$A$2:$A$7470</c:f>
              <c:numCache>
                <c:formatCode>0.00</c:formatCode>
                <c:ptCount val="7469"/>
                <c:pt idx="0">
                  <c:v>399.69159999999999</c:v>
                </c:pt>
                <c:pt idx="1">
                  <c:v>400.1737</c:v>
                </c:pt>
                <c:pt idx="2">
                  <c:v>400.65589999999997</c:v>
                </c:pt>
                <c:pt idx="3">
                  <c:v>401.13799999999998</c:v>
                </c:pt>
                <c:pt idx="4">
                  <c:v>401.62009999999998</c:v>
                </c:pt>
                <c:pt idx="5">
                  <c:v>402.10230000000001</c:v>
                </c:pt>
                <c:pt idx="6">
                  <c:v>402.58440000000002</c:v>
                </c:pt>
                <c:pt idx="7">
                  <c:v>403.06659999999999</c:v>
                </c:pt>
                <c:pt idx="8">
                  <c:v>403.5487</c:v>
                </c:pt>
                <c:pt idx="9">
                  <c:v>404.0308</c:v>
                </c:pt>
                <c:pt idx="10">
                  <c:v>404.51299999999998</c:v>
                </c:pt>
                <c:pt idx="11">
                  <c:v>404.99509999999998</c:v>
                </c:pt>
                <c:pt idx="12">
                  <c:v>405.47719999999998</c:v>
                </c:pt>
                <c:pt idx="13">
                  <c:v>405.95940000000002</c:v>
                </c:pt>
                <c:pt idx="14">
                  <c:v>406.44150000000002</c:v>
                </c:pt>
                <c:pt idx="15">
                  <c:v>406.92360000000002</c:v>
                </c:pt>
                <c:pt idx="16">
                  <c:v>407.4058</c:v>
                </c:pt>
                <c:pt idx="17">
                  <c:v>407.8879</c:v>
                </c:pt>
                <c:pt idx="18">
                  <c:v>408.37009999999998</c:v>
                </c:pt>
                <c:pt idx="19">
                  <c:v>408.85219999999998</c:v>
                </c:pt>
                <c:pt idx="20">
                  <c:v>409.33429999999998</c:v>
                </c:pt>
                <c:pt idx="21">
                  <c:v>409.81650000000002</c:v>
                </c:pt>
                <c:pt idx="22">
                  <c:v>410.29860000000002</c:v>
                </c:pt>
                <c:pt idx="23">
                  <c:v>410.78070000000002</c:v>
                </c:pt>
                <c:pt idx="24">
                  <c:v>411.2629</c:v>
                </c:pt>
                <c:pt idx="25">
                  <c:v>411.745</c:v>
                </c:pt>
                <c:pt idx="26">
                  <c:v>412.22710000000001</c:v>
                </c:pt>
                <c:pt idx="27">
                  <c:v>412.70929999999998</c:v>
                </c:pt>
                <c:pt idx="28">
                  <c:v>413.19139999999999</c:v>
                </c:pt>
                <c:pt idx="29">
                  <c:v>413.67360000000002</c:v>
                </c:pt>
                <c:pt idx="30">
                  <c:v>414.15570000000002</c:v>
                </c:pt>
                <c:pt idx="31">
                  <c:v>414.63780000000003</c:v>
                </c:pt>
                <c:pt idx="32">
                  <c:v>415.12</c:v>
                </c:pt>
                <c:pt idx="33">
                  <c:v>415.60210000000001</c:v>
                </c:pt>
                <c:pt idx="34">
                  <c:v>416.08429999999998</c:v>
                </c:pt>
                <c:pt idx="35">
                  <c:v>416.56639999999999</c:v>
                </c:pt>
                <c:pt idx="36">
                  <c:v>417.04849999999999</c:v>
                </c:pt>
                <c:pt idx="37">
                  <c:v>417.53070000000002</c:v>
                </c:pt>
                <c:pt idx="38">
                  <c:v>418.01280000000003</c:v>
                </c:pt>
                <c:pt idx="39">
                  <c:v>418.49489999999997</c:v>
                </c:pt>
                <c:pt idx="40">
                  <c:v>418.97710000000001</c:v>
                </c:pt>
                <c:pt idx="41">
                  <c:v>419.45920000000001</c:v>
                </c:pt>
                <c:pt idx="42">
                  <c:v>419.94130000000001</c:v>
                </c:pt>
                <c:pt idx="43">
                  <c:v>420.42349999999999</c:v>
                </c:pt>
                <c:pt idx="44">
                  <c:v>420.90559999999999</c:v>
                </c:pt>
                <c:pt idx="45">
                  <c:v>421.38780000000003</c:v>
                </c:pt>
                <c:pt idx="46">
                  <c:v>421.86989999999997</c:v>
                </c:pt>
                <c:pt idx="47">
                  <c:v>422.35199999999998</c:v>
                </c:pt>
                <c:pt idx="48">
                  <c:v>422.83420000000001</c:v>
                </c:pt>
                <c:pt idx="49">
                  <c:v>423.31630000000001</c:v>
                </c:pt>
                <c:pt idx="50">
                  <c:v>423.79840000000002</c:v>
                </c:pt>
                <c:pt idx="51">
                  <c:v>424.28059999999999</c:v>
                </c:pt>
                <c:pt idx="52">
                  <c:v>424.7627</c:v>
                </c:pt>
                <c:pt idx="53">
                  <c:v>425.2448</c:v>
                </c:pt>
                <c:pt idx="54">
                  <c:v>425.72699999999998</c:v>
                </c:pt>
                <c:pt idx="55">
                  <c:v>426.20909999999998</c:v>
                </c:pt>
                <c:pt idx="56">
                  <c:v>426.69130000000001</c:v>
                </c:pt>
                <c:pt idx="57">
                  <c:v>427.17340000000002</c:v>
                </c:pt>
                <c:pt idx="58">
                  <c:v>427.65550000000002</c:v>
                </c:pt>
                <c:pt idx="59">
                  <c:v>428.1377</c:v>
                </c:pt>
                <c:pt idx="60">
                  <c:v>428.6198</c:v>
                </c:pt>
                <c:pt idx="61">
                  <c:v>429.10199999999998</c:v>
                </c:pt>
                <c:pt idx="62">
                  <c:v>429.58409999999998</c:v>
                </c:pt>
                <c:pt idx="63">
                  <c:v>430.06619999999998</c:v>
                </c:pt>
                <c:pt idx="64">
                  <c:v>430.54840000000002</c:v>
                </c:pt>
                <c:pt idx="65">
                  <c:v>431.03050000000002</c:v>
                </c:pt>
                <c:pt idx="66">
                  <c:v>431.51260000000002</c:v>
                </c:pt>
                <c:pt idx="67">
                  <c:v>431.9948</c:v>
                </c:pt>
                <c:pt idx="68">
                  <c:v>432.4769</c:v>
                </c:pt>
                <c:pt idx="69">
                  <c:v>432.959</c:v>
                </c:pt>
                <c:pt idx="70">
                  <c:v>433.44119999999998</c:v>
                </c:pt>
                <c:pt idx="71">
                  <c:v>433.92329999999998</c:v>
                </c:pt>
                <c:pt idx="72">
                  <c:v>434.40550000000002</c:v>
                </c:pt>
                <c:pt idx="73">
                  <c:v>434.88760000000002</c:v>
                </c:pt>
                <c:pt idx="74">
                  <c:v>435.36970000000002</c:v>
                </c:pt>
                <c:pt idx="75">
                  <c:v>435.8519</c:v>
                </c:pt>
                <c:pt idx="76">
                  <c:v>436.334</c:v>
                </c:pt>
                <c:pt idx="77">
                  <c:v>436.81610000000001</c:v>
                </c:pt>
                <c:pt idx="78">
                  <c:v>437.29829999999998</c:v>
                </c:pt>
                <c:pt idx="79">
                  <c:v>437.78039999999999</c:v>
                </c:pt>
                <c:pt idx="80">
                  <c:v>438.26249999999999</c:v>
                </c:pt>
                <c:pt idx="81">
                  <c:v>438.74470000000002</c:v>
                </c:pt>
                <c:pt idx="82">
                  <c:v>439.22680000000003</c:v>
                </c:pt>
                <c:pt idx="83">
                  <c:v>439.709</c:v>
                </c:pt>
                <c:pt idx="84">
                  <c:v>440.19110000000001</c:v>
                </c:pt>
                <c:pt idx="85">
                  <c:v>440.67320000000001</c:v>
                </c:pt>
                <c:pt idx="86">
                  <c:v>441.15539999999999</c:v>
                </c:pt>
                <c:pt idx="87">
                  <c:v>441.63749999999999</c:v>
                </c:pt>
                <c:pt idx="88">
                  <c:v>442.11959999999999</c:v>
                </c:pt>
                <c:pt idx="89">
                  <c:v>442.60180000000003</c:v>
                </c:pt>
                <c:pt idx="90">
                  <c:v>443.08390000000003</c:v>
                </c:pt>
                <c:pt idx="91">
                  <c:v>443.56599999999997</c:v>
                </c:pt>
                <c:pt idx="92">
                  <c:v>444.04820000000001</c:v>
                </c:pt>
                <c:pt idx="93">
                  <c:v>444.53030000000001</c:v>
                </c:pt>
                <c:pt idx="94">
                  <c:v>445.01249999999999</c:v>
                </c:pt>
                <c:pt idx="95">
                  <c:v>445.49459999999999</c:v>
                </c:pt>
                <c:pt idx="96">
                  <c:v>445.97669999999999</c:v>
                </c:pt>
                <c:pt idx="97">
                  <c:v>446.45890000000003</c:v>
                </c:pt>
                <c:pt idx="98">
                  <c:v>446.94099999999997</c:v>
                </c:pt>
                <c:pt idx="99">
                  <c:v>447.42320000000001</c:v>
                </c:pt>
                <c:pt idx="100">
                  <c:v>447.90530000000001</c:v>
                </c:pt>
                <c:pt idx="101">
                  <c:v>448.38740000000001</c:v>
                </c:pt>
                <c:pt idx="102">
                  <c:v>448.86959999999999</c:v>
                </c:pt>
                <c:pt idx="103">
                  <c:v>449.35169999999999</c:v>
                </c:pt>
                <c:pt idx="104">
                  <c:v>449.8338</c:v>
                </c:pt>
                <c:pt idx="105">
                  <c:v>450.31599999999997</c:v>
                </c:pt>
                <c:pt idx="106">
                  <c:v>450.79809999999998</c:v>
                </c:pt>
                <c:pt idx="107">
                  <c:v>451.28019999999998</c:v>
                </c:pt>
                <c:pt idx="108">
                  <c:v>451.76240000000001</c:v>
                </c:pt>
                <c:pt idx="109">
                  <c:v>452.24450000000002</c:v>
                </c:pt>
                <c:pt idx="110">
                  <c:v>452.72669999999999</c:v>
                </c:pt>
                <c:pt idx="111">
                  <c:v>453.2088</c:v>
                </c:pt>
                <c:pt idx="112">
                  <c:v>453.6909</c:v>
                </c:pt>
                <c:pt idx="113">
                  <c:v>454.17309999999998</c:v>
                </c:pt>
                <c:pt idx="114">
                  <c:v>454.65519999999998</c:v>
                </c:pt>
                <c:pt idx="115">
                  <c:v>455.13729999999998</c:v>
                </c:pt>
                <c:pt idx="116">
                  <c:v>455.61950000000002</c:v>
                </c:pt>
                <c:pt idx="117">
                  <c:v>456.10160000000002</c:v>
                </c:pt>
                <c:pt idx="118">
                  <c:v>456.58370000000002</c:v>
                </c:pt>
                <c:pt idx="119">
                  <c:v>457.0659</c:v>
                </c:pt>
                <c:pt idx="120">
                  <c:v>457.548</c:v>
                </c:pt>
                <c:pt idx="121">
                  <c:v>458.03019999999998</c:v>
                </c:pt>
                <c:pt idx="122">
                  <c:v>458.51229999999998</c:v>
                </c:pt>
                <c:pt idx="123">
                  <c:v>458.99439999999998</c:v>
                </c:pt>
                <c:pt idx="124">
                  <c:v>459.47660000000002</c:v>
                </c:pt>
                <c:pt idx="125">
                  <c:v>459.95870000000002</c:v>
                </c:pt>
                <c:pt idx="126">
                  <c:v>460.4409</c:v>
                </c:pt>
                <c:pt idx="127">
                  <c:v>460.923</c:v>
                </c:pt>
                <c:pt idx="128">
                  <c:v>461.4051</c:v>
                </c:pt>
                <c:pt idx="129">
                  <c:v>461.88729999999998</c:v>
                </c:pt>
                <c:pt idx="130">
                  <c:v>462.36939999999998</c:v>
                </c:pt>
                <c:pt idx="131">
                  <c:v>462.85149999999999</c:v>
                </c:pt>
                <c:pt idx="132">
                  <c:v>463.33370000000002</c:v>
                </c:pt>
                <c:pt idx="133">
                  <c:v>463.81580000000002</c:v>
                </c:pt>
                <c:pt idx="134">
                  <c:v>464.29790000000003</c:v>
                </c:pt>
                <c:pt idx="135">
                  <c:v>464.7801</c:v>
                </c:pt>
                <c:pt idx="136">
                  <c:v>465.26220000000001</c:v>
                </c:pt>
                <c:pt idx="137">
                  <c:v>465.74439999999998</c:v>
                </c:pt>
                <c:pt idx="138">
                  <c:v>466.22649999999999</c:v>
                </c:pt>
                <c:pt idx="139">
                  <c:v>466.70859999999999</c:v>
                </c:pt>
                <c:pt idx="140">
                  <c:v>467.19080000000002</c:v>
                </c:pt>
                <c:pt idx="141">
                  <c:v>467.67290000000003</c:v>
                </c:pt>
                <c:pt idx="142">
                  <c:v>468.15499999999997</c:v>
                </c:pt>
                <c:pt idx="143">
                  <c:v>468.63720000000001</c:v>
                </c:pt>
                <c:pt idx="144">
                  <c:v>469.11930000000001</c:v>
                </c:pt>
                <c:pt idx="145">
                  <c:v>469.60140000000001</c:v>
                </c:pt>
                <c:pt idx="146">
                  <c:v>470.08359999999999</c:v>
                </c:pt>
                <c:pt idx="147">
                  <c:v>470.56569999999999</c:v>
                </c:pt>
                <c:pt idx="148">
                  <c:v>471.04790000000003</c:v>
                </c:pt>
                <c:pt idx="149">
                  <c:v>471.53</c:v>
                </c:pt>
                <c:pt idx="150">
                  <c:v>472.01209999999998</c:v>
                </c:pt>
                <c:pt idx="151">
                  <c:v>472.49430000000001</c:v>
                </c:pt>
                <c:pt idx="152">
                  <c:v>472.97640000000001</c:v>
                </c:pt>
                <c:pt idx="153">
                  <c:v>473.45859999999999</c:v>
                </c:pt>
                <c:pt idx="154">
                  <c:v>473.94069999999999</c:v>
                </c:pt>
                <c:pt idx="155">
                  <c:v>474.4228</c:v>
                </c:pt>
                <c:pt idx="156">
                  <c:v>474.90499999999997</c:v>
                </c:pt>
                <c:pt idx="157">
                  <c:v>475.38709999999998</c:v>
                </c:pt>
                <c:pt idx="158">
                  <c:v>475.86919999999998</c:v>
                </c:pt>
                <c:pt idx="159">
                  <c:v>476.35140000000001</c:v>
                </c:pt>
                <c:pt idx="160">
                  <c:v>476.83350000000002</c:v>
                </c:pt>
                <c:pt idx="161">
                  <c:v>477.31560000000002</c:v>
                </c:pt>
                <c:pt idx="162">
                  <c:v>477.7978</c:v>
                </c:pt>
                <c:pt idx="163">
                  <c:v>478.2799</c:v>
                </c:pt>
                <c:pt idx="164">
                  <c:v>478.76209999999998</c:v>
                </c:pt>
                <c:pt idx="165">
                  <c:v>479.24419999999998</c:v>
                </c:pt>
                <c:pt idx="166">
                  <c:v>479.72629999999998</c:v>
                </c:pt>
                <c:pt idx="167">
                  <c:v>480.20850000000002</c:v>
                </c:pt>
                <c:pt idx="168">
                  <c:v>480.69060000000002</c:v>
                </c:pt>
                <c:pt idx="169">
                  <c:v>481.17270000000002</c:v>
                </c:pt>
                <c:pt idx="170">
                  <c:v>481.6549</c:v>
                </c:pt>
                <c:pt idx="171">
                  <c:v>482.137</c:v>
                </c:pt>
                <c:pt idx="172">
                  <c:v>482.6191</c:v>
                </c:pt>
                <c:pt idx="173">
                  <c:v>483.10129999999998</c:v>
                </c:pt>
                <c:pt idx="174">
                  <c:v>483.58339999999998</c:v>
                </c:pt>
                <c:pt idx="175">
                  <c:v>484.06560000000002</c:v>
                </c:pt>
                <c:pt idx="176">
                  <c:v>484.54770000000002</c:v>
                </c:pt>
                <c:pt idx="177">
                  <c:v>485.02980000000002</c:v>
                </c:pt>
                <c:pt idx="178">
                  <c:v>485.512</c:v>
                </c:pt>
                <c:pt idx="179">
                  <c:v>485.9941</c:v>
                </c:pt>
                <c:pt idx="180">
                  <c:v>486.47629999999998</c:v>
                </c:pt>
                <c:pt idx="181">
                  <c:v>486.95839999999998</c:v>
                </c:pt>
                <c:pt idx="182">
                  <c:v>487.44049999999999</c:v>
                </c:pt>
                <c:pt idx="183">
                  <c:v>487.92270000000002</c:v>
                </c:pt>
                <c:pt idx="184">
                  <c:v>488.40480000000002</c:v>
                </c:pt>
                <c:pt idx="185">
                  <c:v>488.88690000000003</c:v>
                </c:pt>
                <c:pt idx="186">
                  <c:v>489.3691</c:v>
                </c:pt>
                <c:pt idx="187">
                  <c:v>489.85120000000001</c:v>
                </c:pt>
                <c:pt idx="188">
                  <c:v>490.33330000000001</c:v>
                </c:pt>
                <c:pt idx="189">
                  <c:v>490.81549999999999</c:v>
                </c:pt>
                <c:pt idx="190">
                  <c:v>491.29759999999999</c:v>
                </c:pt>
                <c:pt idx="191">
                  <c:v>491.77980000000002</c:v>
                </c:pt>
                <c:pt idx="192">
                  <c:v>492.26190000000003</c:v>
                </c:pt>
                <c:pt idx="193">
                  <c:v>492.74400000000003</c:v>
                </c:pt>
                <c:pt idx="194">
                  <c:v>493.22620000000001</c:v>
                </c:pt>
                <c:pt idx="195">
                  <c:v>493.70830000000001</c:v>
                </c:pt>
                <c:pt idx="196">
                  <c:v>494.19040000000001</c:v>
                </c:pt>
                <c:pt idx="197">
                  <c:v>494.67259999999999</c:v>
                </c:pt>
                <c:pt idx="198">
                  <c:v>495.15469999999999</c:v>
                </c:pt>
                <c:pt idx="199">
                  <c:v>495.63679999999999</c:v>
                </c:pt>
                <c:pt idx="200">
                  <c:v>496.11900000000003</c:v>
                </c:pt>
                <c:pt idx="201">
                  <c:v>496.60109999999997</c:v>
                </c:pt>
                <c:pt idx="202">
                  <c:v>497.08330000000001</c:v>
                </c:pt>
                <c:pt idx="203">
                  <c:v>497.56540000000001</c:v>
                </c:pt>
                <c:pt idx="204">
                  <c:v>498.04750000000001</c:v>
                </c:pt>
                <c:pt idx="205">
                  <c:v>498.52969999999999</c:v>
                </c:pt>
                <c:pt idx="206">
                  <c:v>499.01179999999999</c:v>
                </c:pt>
                <c:pt idx="207">
                  <c:v>499.49400000000003</c:v>
                </c:pt>
                <c:pt idx="208">
                  <c:v>499.97609999999997</c:v>
                </c:pt>
                <c:pt idx="209">
                  <c:v>500.45819999999998</c:v>
                </c:pt>
                <c:pt idx="210">
                  <c:v>500.94040000000001</c:v>
                </c:pt>
                <c:pt idx="211">
                  <c:v>501.42250000000001</c:v>
                </c:pt>
                <c:pt idx="212">
                  <c:v>501.90460000000002</c:v>
                </c:pt>
                <c:pt idx="213">
                  <c:v>502.38679999999999</c:v>
                </c:pt>
                <c:pt idx="214">
                  <c:v>502.8689</c:v>
                </c:pt>
                <c:pt idx="215">
                  <c:v>503.351</c:v>
                </c:pt>
                <c:pt idx="216">
                  <c:v>503.83319999999998</c:v>
                </c:pt>
                <c:pt idx="217">
                  <c:v>504.31529999999998</c:v>
                </c:pt>
                <c:pt idx="218">
                  <c:v>504.79750000000001</c:v>
                </c:pt>
                <c:pt idx="219">
                  <c:v>505.27960000000002</c:v>
                </c:pt>
                <c:pt idx="220">
                  <c:v>505.76170000000002</c:v>
                </c:pt>
                <c:pt idx="221">
                  <c:v>506.2439</c:v>
                </c:pt>
                <c:pt idx="222">
                  <c:v>506.726</c:v>
                </c:pt>
                <c:pt idx="223">
                  <c:v>507.2081</c:v>
                </c:pt>
                <c:pt idx="224">
                  <c:v>507.69029999999998</c:v>
                </c:pt>
                <c:pt idx="225">
                  <c:v>508.17239999999998</c:v>
                </c:pt>
                <c:pt idx="226">
                  <c:v>508.65449999999998</c:v>
                </c:pt>
                <c:pt idx="227">
                  <c:v>509.13670000000002</c:v>
                </c:pt>
                <c:pt idx="228">
                  <c:v>509.61880000000002</c:v>
                </c:pt>
                <c:pt idx="229">
                  <c:v>510.101</c:v>
                </c:pt>
                <c:pt idx="230">
                  <c:v>510.5831</c:v>
                </c:pt>
                <c:pt idx="231">
                  <c:v>511.0652</c:v>
                </c:pt>
                <c:pt idx="232">
                  <c:v>511.54739999999998</c:v>
                </c:pt>
                <c:pt idx="233">
                  <c:v>512.02949999999998</c:v>
                </c:pt>
                <c:pt idx="234">
                  <c:v>512.51170000000002</c:v>
                </c:pt>
                <c:pt idx="235">
                  <c:v>512.99379999999996</c:v>
                </c:pt>
                <c:pt idx="236">
                  <c:v>513.476</c:v>
                </c:pt>
                <c:pt idx="237">
                  <c:v>513.95809999999994</c:v>
                </c:pt>
                <c:pt idx="238">
                  <c:v>514.4402</c:v>
                </c:pt>
                <c:pt idx="239">
                  <c:v>514.92240000000004</c:v>
                </c:pt>
                <c:pt idx="240">
                  <c:v>515.40449999999998</c:v>
                </c:pt>
                <c:pt idx="241">
                  <c:v>515.88660000000004</c:v>
                </c:pt>
                <c:pt idx="242">
                  <c:v>516.36879999999996</c:v>
                </c:pt>
                <c:pt idx="243">
                  <c:v>516.85090000000002</c:v>
                </c:pt>
                <c:pt idx="244">
                  <c:v>517.33299999999997</c:v>
                </c:pt>
                <c:pt idx="245">
                  <c:v>517.8152</c:v>
                </c:pt>
                <c:pt idx="246">
                  <c:v>518.29729999999995</c:v>
                </c:pt>
                <c:pt idx="247">
                  <c:v>518.77940000000001</c:v>
                </c:pt>
                <c:pt idx="248">
                  <c:v>519.26160000000004</c:v>
                </c:pt>
                <c:pt idx="249">
                  <c:v>519.74369999999999</c:v>
                </c:pt>
                <c:pt idx="250">
                  <c:v>520.22580000000005</c:v>
                </c:pt>
                <c:pt idx="251">
                  <c:v>520.70799999999997</c:v>
                </c:pt>
                <c:pt idx="252">
                  <c:v>521.19010000000003</c:v>
                </c:pt>
                <c:pt idx="253">
                  <c:v>521.67219999999998</c:v>
                </c:pt>
                <c:pt idx="254">
                  <c:v>522.15440000000001</c:v>
                </c:pt>
                <c:pt idx="255">
                  <c:v>522.63649999999996</c:v>
                </c:pt>
                <c:pt idx="256">
                  <c:v>523.11869999999999</c:v>
                </c:pt>
                <c:pt idx="257">
                  <c:v>523.60080000000005</c:v>
                </c:pt>
                <c:pt idx="258">
                  <c:v>524.0829</c:v>
                </c:pt>
                <c:pt idx="259">
                  <c:v>524.56510000000003</c:v>
                </c:pt>
                <c:pt idx="260">
                  <c:v>525.04719999999998</c:v>
                </c:pt>
                <c:pt idx="261">
                  <c:v>525.52940000000001</c:v>
                </c:pt>
                <c:pt idx="262">
                  <c:v>526.01149999999996</c:v>
                </c:pt>
                <c:pt idx="263">
                  <c:v>526.49369999999999</c:v>
                </c:pt>
                <c:pt idx="264">
                  <c:v>526.97580000000005</c:v>
                </c:pt>
                <c:pt idx="265">
                  <c:v>527.4579</c:v>
                </c:pt>
                <c:pt idx="266">
                  <c:v>527.94010000000003</c:v>
                </c:pt>
                <c:pt idx="267">
                  <c:v>528.42219999999998</c:v>
                </c:pt>
                <c:pt idx="268">
                  <c:v>528.90430000000003</c:v>
                </c:pt>
                <c:pt idx="269">
                  <c:v>529.38649999999996</c:v>
                </c:pt>
                <c:pt idx="270">
                  <c:v>529.86860000000001</c:v>
                </c:pt>
                <c:pt idx="271">
                  <c:v>530.35069999999996</c:v>
                </c:pt>
                <c:pt idx="272">
                  <c:v>530.8329</c:v>
                </c:pt>
                <c:pt idx="273">
                  <c:v>531.31500000000005</c:v>
                </c:pt>
                <c:pt idx="274">
                  <c:v>531.7971</c:v>
                </c:pt>
                <c:pt idx="275">
                  <c:v>532.27930000000003</c:v>
                </c:pt>
                <c:pt idx="276">
                  <c:v>532.76139999999998</c:v>
                </c:pt>
                <c:pt idx="277">
                  <c:v>533.24350000000004</c:v>
                </c:pt>
                <c:pt idx="278">
                  <c:v>533.72569999999996</c:v>
                </c:pt>
                <c:pt idx="279">
                  <c:v>534.20780000000002</c:v>
                </c:pt>
                <c:pt idx="280">
                  <c:v>534.68989999999997</c:v>
                </c:pt>
                <c:pt idx="281">
                  <c:v>535.1721</c:v>
                </c:pt>
                <c:pt idx="282">
                  <c:v>535.65419999999995</c:v>
                </c:pt>
                <c:pt idx="283">
                  <c:v>536.13639999999998</c:v>
                </c:pt>
                <c:pt idx="284">
                  <c:v>536.61850000000004</c:v>
                </c:pt>
                <c:pt idx="285">
                  <c:v>537.10059999999999</c:v>
                </c:pt>
                <c:pt idx="286">
                  <c:v>537.58280000000002</c:v>
                </c:pt>
                <c:pt idx="287">
                  <c:v>538.06489999999997</c:v>
                </c:pt>
                <c:pt idx="288">
                  <c:v>538.5471</c:v>
                </c:pt>
                <c:pt idx="289">
                  <c:v>539.02919999999995</c:v>
                </c:pt>
                <c:pt idx="290">
                  <c:v>539.51139999999998</c:v>
                </c:pt>
                <c:pt idx="291">
                  <c:v>539.99350000000004</c:v>
                </c:pt>
                <c:pt idx="292">
                  <c:v>540.47559999999999</c:v>
                </c:pt>
                <c:pt idx="293">
                  <c:v>540.95780000000002</c:v>
                </c:pt>
                <c:pt idx="294">
                  <c:v>541.43989999999997</c:v>
                </c:pt>
                <c:pt idx="295">
                  <c:v>541.92200000000003</c:v>
                </c:pt>
                <c:pt idx="296">
                  <c:v>542.40419999999995</c:v>
                </c:pt>
                <c:pt idx="297">
                  <c:v>542.88630000000001</c:v>
                </c:pt>
                <c:pt idx="298">
                  <c:v>543.36839999999995</c:v>
                </c:pt>
                <c:pt idx="299">
                  <c:v>543.85059999999999</c:v>
                </c:pt>
                <c:pt idx="300">
                  <c:v>544.33270000000005</c:v>
                </c:pt>
                <c:pt idx="301">
                  <c:v>544.81479999999999</c:v>
                </c:pt>
                <c:pt idx="302">
                  <c:v>545.29700000000003</c:v>
                </c:pt>
                <c:pt idx="303">
                  <c:v>545.77909999999997</c:v>
                </c:pt>
                <c:pt idx="304">
                  <c:v>546.26120000000003</c:v>
                </c:pt>
                <c:pt idx="305">
                  <c:v>546.74339999999995</c:v>
                </c:pt>
                <c:pt idx="306">
                  <c:v>547.22550000000001</c:v>
                </c:pt>
                <c:pt idx="307">
                  <c:v>547.70759999999996</c:v>
                </c:pt>
                <c:pt idx="308">
                  <c:v>548.18979999999999</c:v>
                </c:pt>
                <c:pt idx="309">
                  <c:v>548.67190000000005</c:v>
                </c:pt>
                <c:pt idx="310">
                  <c:v>549.15409999999997</c:v>
                </c:pt>
                <c:pt idx="311">
                  <c:v>549.63620000000003</c:v>
                </c:pt>
                <c:pt idx="312">
                  <c:v>550.11829999999998</c:v>
                </c:pt>
                <c:pt idx="313">
                  <c:v>550.60050000000001</c:v>
                </c:pt>
                <c:pt idx="314">
                  <c:v>551.08259999999996</c:v>
                </c:pt>
                <c:pt idx="315">
                  <c:v>551.56479999999999</c:v>
                </c:pt>
                <c:pt idx="316">
                  <c:v>552.04690000000005</c:v>
                </c:pt>
                <c:pt idx="317">
                  <c:v>552.52909999999997</c:v>
                </c:pt>
                <c:pt idx="318">
                  <c:v>553.01120000000003</c:v>
                </c:pt>
                <c:pt idx="319">
                  <c:v>553.49329999999998</c:v>
                </c:pt>
                <c:pt idx="320">
                  <c:v>553.97550000000001</c:v>
                </c:pt>
                <c:pt idx="321">
                  <c:v>554.45759999999996</c:v>
                </c:pt>
                <c:pt idx="322">
                  <c:v>554.93970000000002</c:v>
                </c:pt>
                <c:pt idx="323">
                  <c:v>555.42190000000005</c:v>
                </c:pt>
                <c:pt idx="324">
                  <c:v>555.904</c:v>
                </c:pt>
                <c:pt idx="325">
                  <c:v>556.38610000000006</c:v>
                </c:pt>
                <c:pt idx="326">
                  <c:v>556.86829999999998</c:v>
                </c:pt>
                <c:pt idx="327">
                  <c:v>557.35040000000004</c:v>
                </c:pt>
                <c:pt idx="328">
                  <c:v>557.83249999999998</c:v>
                </c:pt>
                <c:pt idx="329">
                  <c:v>558.31470000000002</c:v>
                </c:pt>
                <c:pt idx="330">
                  <c:v>558.79679999999996</c:v>
                </c:pt>
                <c:pt idx="331">
                  <c:v>559.27890000000002</c:v>
                </c:pt>
                <c:pt idx="332">
                  <c:v>559.76110000000006</c:v>
                </c:pt>
                <c:pt idx="333">
                  <c:v>560.2432</c:v>
                </c:pt>
                <c:pt idx="334">
                  <c:v>560.72529999999995</c:v>
                </c:pt>
                <c:pt idx="335">
                  <c:v>561.20749999999998</c:v>
                </c:pt>
                <c:pt idx="336">
                  <c:v>561.68960000000004</c:v>
                </c:pt>
                <c:pt idx="337">
                  <c:v>562.17179999999996</c:v>
                </c:pt>
                <c:pt idx="338">
                  <c:v>562.65390000000002</c:v>
                </c:pt>
                <c:pt idx="339">
                  <c:v>563.13599999999997</c:v>
                </c:pt>
                <c:pt idx="340">
                  <c:v>563.6182</c:v>
                </c:pt>
                <c:pt idx="341">
                  <c:v>564.10029999999995</c:v>
                </c:pt>
                <c:pt idx="342">
                  <c:v>564.58249999999998</c:v>
                </c:pt>
                <c:pt idx="343">
                  <c:v>565.06460000000004</c:v>
                </c:pt>
                <c:pt idx="344">
                  <c:v>565.54679999999996</c:v>
                </c:pt>
                <c:pt idx="345">
                  <c:v>566.02890000000002</c:v>
                </c:pt>
                <c:pt idx="346">
                  <c:v>566.51099999999997</c:v>
                </c:pt>
                <c:pt idx="347">
                  <c:v>566.9932</c:v>
                </c:pt>
                <c:pt idx="348">
                  <c:v>567.47529999999995</c:v>
                </c:pt>
                <c:pt idx="349">
                  <c:v>567.95740000000001</c:v>
                </c:pt>
                <c:pt idx="350">
                  <c:v>568.43960000000004</c:v>
                </c:pt>
                <c:pt idx="351">
                  <c:v>568.92169999999999</c:v>
                </c:pt>
                <c:pt idx="352">
                  <c:v>569.40380000000005</c:v>
                </c:pt>
                <c:pt idx="353">
                  <c:v>569.88599999999997</c:v>
                </c:pt>
                <c:pt idx="354">
                  <c:v>570.36810000000003</c:v>
                </c:pt>
                <c:pt idx="355">
                  <c:v>570.85019999999997</c:v>
                </c:pt>
                <c:pt idx="356">
                  <c:v>571.33240000000001</c:v>
                </c:pt>
                <c:pt idx="357">
                  <c:v>571.81449999999995</c:v>
                </c:pt>
                <c:pt idx="358">
                  <c:v>572.29660000000001</c:v>
                </c:pt>
                <c:pt idx="359">
                  <c:v>572.77869999999996</c:v>
                </c:pt>
                <c:pt idx="360">
                  <c:v>573.26089999999999</c:v>
                </c:pt>
                <c:pt idx="361">
                  <c:v>573.74300000000005</c:v>
                </c:pt>
                <c:pt idx="362">
                  <c:v>574.22519999999997</c:v>
                </c:pt>
                <c:pt idx="363">
                  <c:v>574.70730000000003</c:v>
                </c:pt>
                <c:pt idx="364">
                  <c:v>575.18949999999995</c:v>
                </c:pt>
                <c:pt idx="365">
                  <c:v>575.67160000000001</c:v>
                </c:pt>
                <c:pt idx="366">
                  <c:v>576.15369999999996</c:v>
                </c:pt>
                <c:pt idx="367">
                  <c:v>576.63589999999999</c:v>
                </c:pt>
                <c:pt idx="368">
                  <c:v>577.11800000000005</c:v>
                </c:pt>
                <c:pt idx="369">
                  <c:v>577.60019999999997</c:v>
                </c:pt>
                <c:pt idx="370">
                  <c:v>578.08230000000003</c:v>
                </c:pt>
                <c:pt idx="371">
                  <c:v>578.56439999999998</c:v>
                </c:pt>
                <c:pt idx="372">
                  <c:v>579.04660000000001</c:v>
                </c:pt>
                <c:pt idx="373">
                  <c:v>579.52869999999996</c:v>
                </c:pt>
                <c:pt idx="374">
                  <c:v>580.01080000000002</c:v>
                </c:pt>
                <c:pt idx="375">
                  <c:v>580.49300000000005</c:v>
                </c:pt>
                <c:pt idx="376">
                  <c:v>580.9751</c:v>
                </c:pt>
                <c:pt idx="377">
                  <c:v>581.45719999999994</c:v>
                </c:pt>
                <c:pt idx="378">
                  <c:v>581.93939999999998</c:v>
                </c:pt>
                <c:pt idx="379">
                  <c:v>582.42150000000004</c:v>
                </c:pt>
                <c:pt idx="380">
                  <c:v>582.90359999999998</c:v>
                </c:pt>
                <c:pt idx="381">
                  <c:v>583.38580000000002</c:v>
                </c:pt>
                <c:pt idx="382">
                  <c:v>583.86789999999996</c:v>
                </c:pt>
                <c:pt idx="383">
                  <c:v>584.35</c:v>
                </c:pt>
                <c:pt idx="384">
                  <c:v>584.83219999999994</c:v>
                </c:pt>
                <c:pt idx="385">
                  <c:v>585.3143</c:v>
                </c:pt>
                <c:pt idx="386">
                  <c:v>585.79639999999995</c:v>
                </c:pt>
                <c:pt idx="387">
                  <c:v>586.27859999999998</c:v>
                </c:pt>
                <c:pt idx="388">
                  <c:v>586.76070000000004</c:v>
                </c:pt>
                <c:pt idx="389">
                  <c:v>587.24289999999996</c:v>
                </c:pt>
                <c:pt idx="390">
                  <c:v>587.72500000000002</c:v>
                </c:pt>
                <c:pt idx="391">
                  <c:v>588.20719999999994</c:v>
                </c:pt>
                <c:pt idx="392">
                  <c:v>588.6893</c:v>
                </c:pt>
                <c:pt idx="393">
                  <c:v>589.17139999999995</c:v>
                </c:pt>
                <c:pt idx="394">
                  <c:v>589.65359999999998</c:v>
                </c:pt>
                <c:pt idx="395">
                  <c:v>590.13570000000004</c:v>
                </c:pt>
                <c:pt idx="396">
                  <c:v>590.61789999999996</c:v>
                </c:pt>
                <c:pt idx="397">
                  <c:v>591.1</c:v>
                </c:pt>
                <c:pt idx="398">
                  <c:v>591.58209999999997</c:v>
                </c:pt>
                <c:pt idx="399">
                  <c:v>592.0643</c:v>
                </c:pt>
                <c:pt idx="400">
                  <c:v>592.54639999999995</c:v>
                </c:pt>
                <c:pt idx="401">
                  <c:v>593.02850000000001</c:v>
                </c:pt>
                <c:pt idx="402">
                  <c:v>593.51070000000004</c:v>
                </c:pt>
                <c:pt idx="403">
                  <c:v>593.99279999999999</c:v>
                </c:pt>
                <c:pt idx="404">
                  <c:v>594.47490000000005</c:v>
                </c:pt>
                <c:pt idx="405">
                  <c:v>594.95709999999997</c:v>
                </c:pt>
                <c:pt idx="406">
                  <c:v>595.43920000000003</c:v>
                </c:pt>
                <c:pt idx="407">
                  <c:v>595.92129999999997</c:v>
                </c:pt>
                <c:pt idx="408">
                  <c:v>596.40350000000001</c:v>
                </c:pt>
                <c:pt idx="409">
                  <c:v>596.88559999999995</c:v>
                </c:pt>
                <c:pt idx="410">
                  <c:v>597.36770000000001</c:v>
                </c:pt>
                <c:pt idx="411">
                  <c:v>597.84990000000005</c:v>
                </c:pt>
                <c:pt idx="412">
                  <c:v>598.33199999999999</c:v>
                </c:pt>
                <c:pt idx="413">
                  <c:v>598.81410000000005</c:v>
                </c:pt>
                <c:pt idx="414">
                  <c:v>599.29629999999997</c:v>
                </c:pt>
                <c:pt idx="415">
                  <c:v>599.77840000000003</c:v>
                </c:pt>
                <c:pt idx="416">
                  <c:v>600.26059999999995</c:v>
                </c:pt>
                <c:pt idx="417">
                  <c:v>600.74270000000001</c:v>
                </c:pt>
                <c:pt idx="418">
                  <c:v>601.22490000000005</c:v>
                </c:pt>
                <c:pt idx="419">
                  <c:v>601.70699999999999</c:v>
                </c:pt>
                <c:pt idx="420">
                  <c:v>602.18910000000005</c:v>
                </c:pt>
                <c:pt idx="421">
                  <c:v>602.67129999999997</c:v>
                </c:pt>
                <c:pt idx="422">
                  <c:v>603.15340000000003</c:v>
                </c:pt>
                <c:pt idx="423">
                  <c:v>603.63559999999995</c:v>
                </c:pt>
                <c:pt idx="424">
                  <c:v>604.11770000000001</c:v>
                </c:pt>
                <c:pt idx="425">
                  <c:v>604.59979999999996</c:v>
                </c:pt>
                <c:pt idx="426">
                  <c:v>605.08199999999999</c:v>
                </c:pt>
                <c:pt idx="427">
                  <c:v>605.56410000000005</c:v>
                </c:pt>
                <c:pt idx="428">
                  <c:v>606.0462</c:v>
                </c:pt>
                <c:pt idx="429">
                  <c:v>606.52840000000003</c:v>
                </c:pt>
                <c:pt idx="430">
                  <c:v>607.01049999999998</c:v>
                </c:pt>
                <c:pt idx="431">
                  <c:v>607.49260000000004</c:v>
                </c:pt>
                <c:pt idx="432">
                  <c:v>607.97479999999996</c:v>
                </c:pt>
                <c:pt idx="433">
                  <c:v>608.45690000000002</c:v>
                </c:pt>
                <c:pt idx="434">
                  <c:v>608.93899999999996</c:v>
                </c:pt>
                <c:pt idx="435">
                  <c:v>609.4212</c:v>
                </c:pt>
                <c:pt idx="436">
                  <c:v>609.90329999999994</c:v>
                </c:pt>
                <c:pt idx="437">
                  <c:v>610.3854</c:v>
                </c:pt>
                <c:pt idx="438">
                  <c:v>610.86760000000004</c:v>
                </c:pt>
                <c:pt idx="439">
                  <c:v>611.34969999999998</c:v>
                </c:pt>
                <c:pt idx="440">
                  <c:v>611.83180000000004</c:v>
                </c:pt>
                <c:pt idx="441">
                  <c:v>612.31399999999996</c:v>
                </c:pt>
                <c:pt idx="442">
                  <c:v>612.79610000000002</c:v>
                </c:pt>
                <c:pt idx="443">
                  <c:v>613.27829999999994</c:v>
                </c:pt>
                <c:pt idx="444">
                  <c:v>613.7604</c:v>
                </c:pt>
                <c:pt idx="445">
                  <c:v>614.24260000000004</c:v>
                </c:pt>
                <c:pt idx="446">
                  <c:v>614.72469999999998</c:v>
                </c:pt>
                <c:pt idx="447">
                  <c:v>615.20680000000004</c:v>
                </c:pt>
                <c:pt idx="448">
                  <c:v>615.68899999999996</c:v>
                </c:pt>
                <c:pt idx="449">
                  <c:v>616.17110000000002</c:v>
                </c:pt>
                <c:pt idx="450">
                  <c:v>616.65329999999994</c:v>
                </c:pt>
                <c:pt idx="451">
                  <c:v>617.1354</c:v>
                </c:pt>
                <c:pt idx="452">
                  <c:v>617.61749999999995</c:v>
                </c:pt>
                <c:pt idx="453">
                  <c:v>618.09969999999998</c:v>
                </c:pt>
                <c:pt idx="454">
                  <c:v>618.58180000000004</c:v>
                </c:pt>
                <c:pt idx="455">
                  <c:v>619.06389999999999</c:v>
                </c:pt>
                <c:pt idx="456">
                  <c:v>619.54610000000002</c:v>
                </c:pt>
                <c:pt idx="457">
                  <c:v>620.02819999999997</c:v>
                </c:pt>
                <c:pt idx="458">
                  <c:v>620.51030000000003</c:v>
                </c:pt>
                <c:pt idx="459">
                  <c:v>620.99249999999995</c:v>
                </c:pt>
                <c:pt idx="460">
                  <c:v>621.47460000000001</c:v>
                </c:pt>
                <c:pt idx="461">
                  <c:v>621.95669999999996</c:v>
                </c:pt>
                <c:pt idx="462">
                  <c:v>622.43880000000001</c:v>
                </c:pt>
                <c:pt idx="463">
                  <c:v>622.92100000000005</c:v>
                </c:pt>
                <c:pt idx="464">
                  <c:v>623.40309999999999</c:v>
                </c:pt>
                <c:pt idx="465">
                  <c:v>623.88530000000003</c:v>
                </c:pt>
                <c:pt idx="466">
                  <c:v>624.36739999999998</c:v>
                </c:pt>
                <c:pt idx="467">
                  <c:v>624.84950000000003</c:v>
                </c:pt>
                <c:pt idx="468">
                  <c:v>625.33169999999996</c:v>
                </c:pt>
                <c:pt idx="469">
                  <c:v>625.81380000000001</c:v>
                </c:pt>
                <c:pt idx="470">
                  <c:v>626.29600000000005</c:v>
                </c:pt>
                <c:pt idx="471">
                  <c:v>626.77809999999999</c:v>
                </c:pt>
                <c:pt idx="472">
                  <c:v>627.26030000000003</c:v>
                </c:pt>
                <c:pt idx="473">
                  <c:v>627.74239999999998</c:v>
                </c:pt>
                <c:pt idx="474">
                  <c:v>628.22450000000003</c:v>
                </c:pt>
                <c:pt idx="475">
                  <c:v>628.70669999999996</c:v>
                </c:pt>
                <c:pt idx="476">
                  <c:v>629.18880000000001</c:v>
                </c:pt>
                <c:pt idx="477">
                  <c:v>629.67089999999996</c:v>
                </c:pt>
                <c:pt idx="478">
                  <c:v>630.15309999999999</c:v>
                </c:pt>
                <c:pt idx="479">
                  <c:v>630.63520000000005</c:v>
                </c:pt>
                <c:pt idx="480">
                  <c:v>631.1173</c:v>
                </c:pt>
                <c:pt idx="481">
                  <c:v>631.59950000000003</c:v>
                </c:pt>
                <c:pt idx="482">
                  <c:v>632.08159999999998</c:v>
                </c:pt>
                <c:pt idx="483">
                  <c:v>632.56370000000004</c:v>
                </c:pt>
                <c:pt idx="484">
                  <c:v>633.04589999999996</c:v>
                </c:pt>
                <c:pt idx="485">
                  <c:v>633.52800000000002</c:v>
                </c:pt>
                <c:pt idx="486">
                  <c:v>634.01009999999997</c:v>
                </c:pt>
                <c:pt idx="487">
                  <c:v>634.4923</c:v>
                </c:pt>
                <c:pt idx="488">
                  <c:v>634.97439999999995</c:v>
                </c:pt>
                <c:pt idx="489">
                  <c:v>635.45650000000001</c:v>
                </c:pt>
                <c:pt idx="490">
                  <c:v>635.93870000000004</c:v>
                </c:pt>
                <c:pt idx="491">
                  <c:v>636.42079999999999</c:v>
                </c:pt>
                <c:pt idx="492">
                  <c:v>636.90300000000002</c:v>
                </c:pt>
                <c:pt idx="493">
                  <c:v>637.38509999999997</c:v>
                </c:pt>
                <c:pt idx="494">
                  <c:v>637.86720000000003</c:v>
                </c:pt>
                <c:pt idx="495">
                  <c:v>638.34939999999995</c:v>
                </c:pt>
                <c:pt idx="496">
                  <c:v>638.83150000000001</c:v>
                </c:pt>
                <c:pt idx="497">
                  <c:v>639.31370000000004</c:v>
                </c:pt>
                <c:pt idx="498">
                  <c:v>639.79579999999999</c:v>
                </c:pt>
                <c:pt idx="499">
                  <c:v>640.27800000000002</c:v>
                </c:pt>
                <c:pt idx="500">
                  <c:v>640.76009999999997</c:v>
                </c:pt>
                <c:pt idx="501">
                  <c:v>641.24220000000003</c:v>
                </c:pt>
                <c:pt idx="502">
                  <c:v>641.72439999999995</c:v>
                </c:pt>
                <c:pt idx="503">
                  <c:v>642.20650000000001</c:v>
                </c:pt>
                <c:pt idx="504">
                  <c:v>642.68859999999995</c:v>
                </c:pt>
                <c:pt idx="505">
                  <c:v>643.17079999999999</c:v>
                </c:pt>
                <c:pt idx="506">
                  <c:v>643.65290000000005</c:v>
                </c:pt>
                <c:pt idx="507">
                  <c:v>644.13499999999999</c:v>
                </c:pt>
                <c:pt idx="508">
                  <c:v>644.61720000000003</c:v>
                </c:pt>
                <c:pt idx="509">
                  <c:v>645.09929999999997</c:v>
                </c:pt>
                <c:pt idx="510">
                  <c:v>645.58140000000003</c:v>
                </c:pt>
                <c:pt idx="511">
                  <c:v>646.06359999999995</c:v>
                </c:pt>
                <c:pt idx="512">
                  <c:v>646.54570000000001</c:v>
                </c:pt>
                <c:pt idx="513">
                  <c:v>647.02779999999996</c:v>
                </c:pt>
                <c:pt idx="514">
                  <c:v>647.51</c:v>
                </c:pt>
                <c:pt idx="515">
                  <c:v>647.99210000000005</c:v>
                </c:pt>
                <c:pt idx="516">
                  <c:v>648.4742</c:v>
                </c:pt>
                <c:pt idx="517">
                  <c:v>648.95640000000003</c:v>
                </c:pt>
                <c:pt idx="518">
                  <c:v>649.43849999999998</c:v>
                </c:pt>
                <c:pt idx="519">
                  <c:v>649.92070000000001</c:v>
                </c:pt>
                <c:pt idx="520">
                  <c:v>650.40279999999996</c:v>
                </c:pt>
                <c:pt idx="521">
                  <c:v>650.88490000000002</c:v>
                </c:pt>
                <c:pt idx="522">
                  <c:v>651.36710000000005</c:v>
                </c:pt>
                <c:pt idx="523">
                  <c:v>651.8492</c:v>
                </c:pt>
                <c:pt idx="524">
                  <c:v>652.33140000000003</c:v>
                </c:pt>
                <c:pt idx="525">
                  <c:v>652.81349999999998</c:v>
                </c:pt>
                <c:pt idx="526">
                  <c:v>653.29570000000001</c:v>
                </c:pt>
                <c:pt idx="527">
                  <c:v>653.77779999999996</c:v>
                </c:pt>
                <c:pt idx="528">
                  <c:v>654.25990000000002</c:v>
                </c:pt>
                <c:pt idx="529">
                  <c:v>654.74210000000005</c:v>
                </c:pt>
                <c:pt idx="530">
                  <c:v>655.2242</c:v>
                </c:pt>
                <c:pt idx="531">
                  <c:v>655.70630000000006</c:v>
                </c:pt>
                <c:pt idx="532">
                  <c:v>656.18849999999998</c:v>
                </c:pt>
                <c:pt idx="533">
                  <c:v>656.67060000000004</c:v>
                </c:pt>
                <c:pt idx="534">
                  <c:v>657.15269999999998</c:v>
                </c:pt>
                <c:pt idx="535">
                  <c:v>657.63490000000002</c:v>
                </c:pt>
                <c:pt idx="536">
                  <c:v>658.11699999999996</c:v>
                </c:pt>
                <c:pt idx="537">
                  <c:v>658.59910000000002</c:v>
                </c:pt>
                <c:pt idx="538">
                  <c:v>659.08130000000006</c:v>
                </c:pt>
                <c:pt idx="539">
                  <c:v>659.5634</c:v>
                </c:pt>
                <c:pt idx="540">
                  <c:v>660.04549999999995</c:v>
                </c:pt>
                <c:pt idx="541">
                  <c:v>660.52769999999998</c:v>
                </c:pt>
                <c:pt idx="542">
                  <c:v>661.00980000000004</c:v>
                </c:pt>
                <c:pt idx="543">
                  <c:v>661.49189999999999</c:v>
                </c:pt>
                <c:pt idx="544">
                  <c:v>661.97410000000002</c:v>
                </c:pt>
                <c:pt idx="545">
                  <c:v>662.45619999999997</c:v>
                </c:pt>
                <c:pt idx="546">
                  <c:v>662.9384</c:v>
                </c:pt>
                <c:pt idx="547">
                  <c:v>663.42049999999995</c:v>
                </c:pt>
                <c:pt idx="548">
                  <c:v>663.90260000000001</c:v>
                </c:pt>
                <c:pt idx="549">
                  <c:v>664.38480000000004</c:v>
                </c:pt>
                <c:pt idx="550">
                  <c:v>664.86689999999999</c:v>
                </c:pt>
                <c:pt idx="551">
                  <c:v>665.34910000000002</c:v>
                </c:pt>
                <c:pt idx="552">
                  <c:v>665.83119999999997</c:v>
                </c:pt>
                <c:pt idx="553">
                  <c:v>666.3134</c:v>
                </c:pt>
                <c:pt idx="554">
                  <c:v>666.79549999999995</c:v>
                </c:pt>
                <c:pt idx="555">
                  <c:v>667.27760000000001</c:v>
                </c:pt>
                <c:pt idx="556">
                  <c:v>667.75980000000004</c:v>
                </c:pt>
                <c:pt idx="557">
                  <c:v>668.24189999999999</c:v>
                </c:pt>
                <c:pt idx="558">
                  <c:v>668.72400000000005</c:v>
                </c:pt>
                <c:pt idx="559">
                  <c:v>669.20619999999997</c:v>
                </c:pt>
                <c:pt idx="560">
                  <c:v>669.68830000000003</c:v>
                </c:pt>
                <c:pt idx="561">
                  <c:v>670.17039999999997</c:v>
                </c:pt>
                <c:pt idx="562">
                  <c:v>670.65260000000001</c:v>
                </c:pt>
                <c:pt idx="563">
                  <c:v>671.13469999999995</c:v>
                </c:pt>
                <c:pt idx="564">
                  <c:v>671.61680000000001</c:v>
                </c:pt>
                <c:pt idx="565">
                  <c:v>672.09900000000005</c:v>
                </c:pt>
                <c:pt idx="566">
                  <c:v>672.58109999999999</c:v>
                </c:pt>
                <c:pt idx="567">
                  <c:v>673.06320000000005</c:v>
                </c:pt>
                <c:pt idx="568">
                  <c:v>673.54539999999997</c:v>
                </c:pt>
                <c:pt idx="569">
                  <c:v>674.02750000000003</c:v>
                </c:pt>
                <c:pt idx="570">
                  <c:v>674.50959999999998</c:v>
                </c:pt>
                <c:pt idx="571">
                  <c:v>674.99180000000001</c:v>
                </c:pt>
                <c:pt idx="572">
                  <c:v>675.47389999999996</c:v>
                </c:pt>
                <c:pt idx="573">
                  <c:v>675.95609999999999</c:v>
                </c:pt>
                <c:pt idx="574">
                  <c:v>676.43820000000005</c:v>
                </c:pt>
                <c:pt idx="575">
                  <c:v>676.9203</c:v>
                </c:pt>
                <c:pt idx="576">
                  <c:v>677.40250000000003</c:v>
                </c:pt>
                <c:pt idx="577">
                  <c:v>677.88459999999998</c:v>
                </c:pt>
                <c:pt idx="578">
                  <c:v>678.36680000000001</c:v>
                </c:pt>
                <c:pt idx="579">
                  <c:v>678.84889999999996</c:v>
                </c:pt>
                <c:pt idx="580">
                  <c:v>679.33109999999999</c:v>
                </c:pt>
                <c:pt idx="581">
                  <c:v>679.81320000000005</c:v>
                </c:pt>
                <c:pt idx="582">
                  <c:v>680.2953</c:v>
                </c:pt>
                <c:pt idx="583">
                  <c:v>680.77750000000003</c:v>
                </c:pt>
                <c:pt idx="584">
                  <c:v>681.25959999999998</c:v>
                </c:pt>
                <c:pt idx="585">
                  <c:v>681.74170000000004</c:v>
                </c:pt>
                <c:pt idx="586">
                  <c:v>682.22389999999996</c:v>
                </c:pt>
                <c:pt idx="587">
                  <c:v>682.70600000000002</c:v>
                </c:pt>
                <c:pt idx="588">
                  <c:v>683.18809999999996</c:v>
                </c:pt>
                <c:pt idx="589">
                  <c:v>683.6703</c:v>
                </c:pt>
                <c:pt idx="590">
                  <c:v>684.15239999999994</c:v>
                </c:pt>
                <c:pt idx="591">
                  <c:v>684.6345</c:v>
                </c:pt>
                <c:pt idx="592">
                  <c:v>685.11670000000004</c:v>
                </c:pt>
                <c:pt idx="593">
                  <c:v>685.59879999999998</c:v>
                </c:pt>
                <c:pt idx="594">
                  <c:v>686.08090000000004</c:v>
                </c:pt>
                <c:pt idx="595">
                  <c:v>686.56309999999996</c:v>
                </c:pt>
                <c:pt idx="596">
                  <c:v>687.04520000000002</c:v>
                </c:pt>
                <c:pt idx="597">
                  <c:v>687.52729999999997</c:v>
                </c:pt>
                <c:pt idx="598">
                  <c:v>688.0095</c:v>
                </c:pt>
                <c:pt idx="599">
                  <c:v>688.49159999999995</c:v>
                </c:pt>
                <c:pt idx="600">
                  <c:v>688.97379999999998</c:v>
                </c:pt>
                <c:pt idx="601">
                  <c:v>689.45590000000004</c:v>
                </c:pt>
                <c:pt idx="602">
                  <c:v>689.93799999999999</c:v>
                </c:pt>
                <c:pt idx="603">
                  <c:v>690.42020000000002</c:v>
                </c:pt>
                <c:pt idx="604">
                  <c:v>690.90229999999997</c:v>
                </c:pt>
                <c:pt idx="605">
                  <c:v>691.3845</c:v>
                </c:pt>
                <c:pt idx="606">
                  <c:v>691.86659999999995</c:v>
                </c:pt>
                <c:pt idx="607">
                  <c:v>692.34879999999998</c:v>
                </c:pt>
                <c:pt idx="608">
                  <c:v>692.83090000000004</c:v>
                </c:pt>
                <c:pt idx="609">
                  <c:v>693.31299999999999</c:v>
                </c:pt>
                <c:pt idx="610">
                  <c:v>693.79520000000002</c:v>
                </c:pt>
                <c:pt idx="611">
                  <c:v>694.27729999999997</c:v>
                </c:pt>
                <c:pt idx="612">
                  <c:v>694.75940000000003</c:v>
                </c:pt>
                <c:pt idx="613">
                  <c:v>695.24159999999995</c:v>
                </c:pt>
                <c:pt idx="614">
                  <c:v>695.72370000000001</c:v>
                </c:pt>
                <c:pt idx="615">
                  <c:v>696.20579999999995</c:v>
                </c:pt>
                <c:pt idx="616">
                  <c:v>696.68799999999999</c:v>
                </c:pt>
                <c:pt idx="617">
                  <c:v>697.17010000000005</c:v>
                </c:pt>
                <c:pt idx="618">
                  <c:v>697.65219999999999</c:v>
                </c:pt>
                <c:pt idx="619">
                  <c:v>698.13440000000003</c:v>
                </c:pt>
                <c:pt idx="620">
                  <c:v>698.61649999999997</c:v>
                </c:pt>
                <c:pt idx="621">
                  <c:v>699.09860000000003</c:v>
                </c:pt>
                <c:pt idx="622">
                  <c:v>699.58079999999995</c:v>
                </c:pt>
                <c:pt idx="623">
                  <c:v>700.06290000000001</c:v>
                </c:pt>
                <c:pt idx="624">
                  <c:v>700.54499999999996</c:v>
                </c:pt>
                <c:pt idx="625">
                  <c:v>701.02719999999999</c:v>
                </c:pt>
                <c:pt idx="626">
                  <c:v>701.50930000000005</c:v>
                </c:pt>
                <c:pt idx="627">
                  <c:v>701.99149999999997</c:v>
                </c:pt>
                <c:pt idx="628">
                  <c:v>702.47360000000003</c:v>
                </c:pt>
                <c:pt idx="629">
                  <c:v>702.95569999999998</c:v>
                </c:pt>
                <c:pt idx="630">
                  <c:v>703.43790000000001</c:v>
                </c:pt>
                <c:pt idx="631">
                  <c:v>703.92</c:v>
                </c:pt>
                <c:pt idx="632">
                  <c:v>704.40219999999999</c:v>
                </c:pt>
                <c:pt idx="633">
                  <c:v>704.88430000000005</c:v>
                </c:pt>
                <c:pt idx="634">
                  <c:v>705.36649999999997</c:v>
                </c:pt>
                <c:pt idx="635">
                  <c:v>705.84860000000003</c:v>
                </c:pt>
                <c:pt idx="636">
                  <c:v>706.33069999999998</c:v>
                </c:pt>
                <c:pt idx="637">
                  <c:v>706.81290000000001</c:v>
                </c:pt>
                <c:pt idx="638">
                  <c:v>707.29499999999996</c:v>
                </c:pt>
                <c:pt idx="639">
                  <c:v>707.77710000000002</c:v>
                </c:pt>
                <c:pt idx="640">
                  <c:v>708.25930000000005</c:v>
                </c:pt>
                <c:pt idx="641">
                  <c:v>708.7414</c:v>
                </c:pt>
                <c:pt idx="642">
                  <c:v>709.22349999999994</c:v>
                </c:pt>
                <c:pt idx="643">
                  <c:v>709.70569999999998</c:v>
                </c:pt>
                <c:pt idx="644">
                  <c:v>710.18780000000004</c:v>
                </c:pt>
                <c:pt idx="645">
                  <c:v>710.66989999999998</c:v>
                </c:pt>
                <c:pt idx="646">
                  <c:v>711.15210000000002</c:v>
                </c:pt>
                <c:pt idx="647">
                  <c:v>711.63419999999996</c:v>
                </c:pt>
                <c:pt idx="648">
                  <c:v>712.11630000000002</c:v>
                </c:pt>
                <c:pt idx="649">
                  <c:v>712.59849999999994</c:v>
                </c:pt>
                <c:pt idx="650">
                  <c:v>713.0806</c:v>
                </c:pt>
                <c:pt idx="651">
                  <c:v>713.56269999999995</c:v>
                </c:pt>
                <c:pt idx="652">
                  <c:v>714.04489999999998</c:v>
                </c:pt>
                <c:pt idx="653">
                  <c:v>714.52700000000004</c:v>
                </c:pt>
                <c:pt idx="654">
                  <c:v>715.00919999999996</c:v>
                </c:pt>
                <c:pt idx="655">
                  <c:v>715.49130000000002</c:v>
                </c:pt>
                <c:pt idx="656">
                  <c:v>715.97339999999997</c:v>
                </c:pt>
                <c:pt idx="657">
                  <c:v>716.4556</c:v>
                </c:pt>
                <c:pt idx="658">
                  <c:v>716.93769999999995</c:v>
                </c:pt>
                <c:pt idx="659">
                  <c:v>717.41989999999998</c:v>
                </c:pt>
                <c:pt idx="660">
                  <c:v>717.90200000000004</c:v>
                </c:pt>
                <c:pt idx="661">
                  <c:v>718.38419999999996</c:v>
                </c:pt>
                <c:pt idx="662">
                  <c:v>718.86630000000002</c:v>
                </c:pt>
                <c:pt idx="663">
                  <c:v>719.34839999999997</c:v>
                </c:pt>
                <c:pt idx="664">
                  <c:v>719.8306</c:v>
                </c:pt>
                <c:pt idx="665">
                  <c:v>720.31269999999995</c:v>
                </c:pt>
                <c:pt idx="666">
                  <c:v>720.79480000000001</c:v>
                </c:pt>
                <c:pt idx="667">
                  <c:v>721.27700000000004</c:v>
                </c:pt>
                <c:pt idx="668">
                  <c:v>721.75909999999999</c:v>
                </c:pt>
                <c:pt idx="669">
                  <c:v>722.24120000000005</c:v>
                </c:pt>
                <c:pt idx="670">
                  <c:v>722.72339999999997</c:v>
                </c:pt>
                <c:pt idx="671">
                  <c:v>723.20550000000003</c:v>
                </c:pt>
                <c:pt idx="672">
                  <c:v>723.68759999999997</c:v>
                </c:pt>
                <c:pt idx="673">
                  <c:v>724.16980000000001</c:v>
                </c:pt>
                <c:pt idx="674">
                  <c:v>724.65189999999996</c:v>
                </c:pt>
                <c:pt idx="675">
                  <c:v>725.13400000000001</c:v>
                </c:pt>
                <c:pt idx="676">
                  <c:v>725.61620000000005</c:v>
                </c:pt>
                <c:pt idx="677">
                  <c:v>726.09829999999999</c:v>
                </c:pt>
                <c:pt idx="678">
                  <c:v>726.58040000000005</c:v>
                </c:pt>
                <c:pt idx="679">
                  <c:v>727.06259999999997</c:v>
                </c:pt>
                <c:pt idx="680">
                  <c:v>727.54470000000003</c:v>
                </c:pt>
                <c:pt idx="681">
                  <c:v>728.02689999999996</c:v>
                </c:pt>
                <c:pt idx="682">
                  <c:v>728.50900000000001</c:v>
                </c:pt>
                <c:pt idx="683">
                  <c:v>728.99109999999996</c:v>
                </c:pt>
                <c:pt idx="684">
                  <c:v>729.47329999999999</c:v>
                </c:pt>
                <c:pt idx="685">
                  <c:v>729.95540000000005</c:v>
                </c:pt>
                <c:pt idx="686">
                  <c:v>730.43759999999997</c:v>
                </c:pt>
                <c:pt idx="687">
                  <c:v>730.91970000000003</c:v>
                </c:pt>
                <c:pt idx="688">
                  <c:v>731.40189999999996</c:v>
                </c:pt>
                <c:pt idx="689">
                  <c:v>731.88400000000001</c:v>
                </c:pt>
                <c:pt idx="690">
                  <c:v>732.36609999999996</c:v>
                </c:pt>
                <c:pt idx="691">
                  <c:v>732.84829999999999</c:v>
                </c:pt>
                <c:pt idx="692">
                  <c:v>733.33040000000005</c:v>
                </c:pt>
                <c:pt idx="693">
                  <c:v>733.8125</c:v>
                </c:pt>
                <c:pt idx="694">
                  <c:v>734.29470000000003</c:v>
                </c:pt>
                <c:pt idx="695">
                  <c:v>734.77679999999998</c:v>
                </c:pt>
                <c:pt idx="696">
                  <c:v>735.25890000000004</c:v>
                </c:pt>
                <c:pt idx="697">
                  <c:v>735.74109999999996</c:v>
                </c:pt>
                <c:pt idx="698">
                  <c:v>736.22320000000002</c:v>
                </c:pt>
                <c:pt idx="699">
                  <c:v>736.70529999999997</c:v>
                </c:pt>
                <c:pt idx="700">
                  <c:v>737.1875</c:v>
                </c:pt>
                <c:pt idx="701">
                  <c:v>737.66959999999995</c:v>
                </c:pt>
                <c:pt idx="702">
                  <c:v>738.15170000000001</c:v>
                </c:pt>
                <c:pt idx="703">
                  <c:v>738.63390000000004</c:v>
                </c:pt>
                <c:pt idx="704">
                  <c:v>739.11599999999999</c:v>
                </c:pt>
                <c:pt idx="705">
                  <c:v>739.59810000000004</c:v>
                </c:pt>
                <c:pt idx="706">
                  <c:v>740.08029999999997</c:v>
                </c:pt>
                <c:pt idx="707">
                  <c:v>740.56240000000003</c:v>
                </c:pt>
                <c:pt idx="708">
                  <c:v>741.04459999999995</c:v>
                </c:pt>
                <c:pt idx="709">
                  <c:v>741.52670000000001</c:v>
                </c:pt>
                <c:pt idx="710">
                  <c:v>742.00890000000004</c:v>
                </c:pt>
                <c:pt idx="711">
                  <c:v>742.49099999999999</c:v>
                </c:pt>
                <c:pt idx="712">
                  <c:v>742.97310000000004</c:v>
                </c:pt>
                <c:pt idx="713">
                  <c:v>743.45529999999997</c:v>
                </c:pt>
                <c:pt idx="714">
                  <c:v>743.93740000000003</c:v>
                </c:pt>
                <c:pt idx="715">
                  <c:v>744.41959999999995</c:v>
                </c:pt>
                <c:pt idx="716">
                  <c:v>744.90170000000001</c:v>
                </c:pt>
                <c:pt idx="717">
                  <c:v>745.38379999999995</c:v>
                </c:pt>
                <c:pt idx="718">
                  <c:v>745.86599999999999</c:v>
                </c:pt>
                <c:pt idx="719">
                  <c:v>746.34810000000004</c:v>
                </c:pt>
                <c:pt idx="720">
                  <c:v>746.83019999999999</c:v>
                </c:pt>
                <c:pt idx="721">
                  <c:v>747.31240000000003</c:v>
                </c:pt>
                <c:pt idx="722">
                  <c:v>747.79449999999997</c:v>
                </c:pt>
                <c:pt idx="723">
                  <c:v>748.27660000000003</c:v>
                </c:pt>
                <c:pt idx="724">
                  <c:v>748.75879999999995</c:v>
                </c:pt>
                <c:pt idx="725">
                  <c:v>749.24090000000001</c:v>
                </c:pt>
                <c:pt idx="726">
                  <c:v>749.72299999999996</c:v>
                </c:pt>
                <c:pt idx="727">
                  <c:v>750.20519999999999</c:v>
                </c:pt>
                <c:pt idx="728">
                  <c:v>750.68730000000005</c:v>
                </c:pt>
                <c:pt idx="729">
                  <c:v>751.1694</c:v>
                </c:pt>
                <c:pt idx="730">
                  <c:v>751.65160000000003</c:v>
                </c:pt>
                <c:pt idx="731">
                  <c:v>752.13369999999998</c:v>
                </c:pt>
                <c:pt idx="732">
                  <c:v>752.61580000000004</c:v>
                </c:pt>
                <c:pt idx="733">
                  <c:v>753.09799999999996</c:v>
                </c:pt>
                <c:pt idx="734">
                  <c:v>753.58010000000002</c:v>
                </c:pt>
                <c:pt idx="735">
                  <c:v>754.06230000000005</c:v>
                </c:pt>
                <c:pt idx="736">
                  <c:v>754.5444</c:v>
                </c:pt>
                <c:pt idx="737">
                  <c:v>755.02660000000003</c:v>
                </c:pt>
                <c:pt idx="738">
                  <c:v>755.50869999999998</c:v>
                </c:pt>
                <c:pt idx="739">
                  <c:v>755.99080000000004</c:v>
                </c:pt>
                <c:pt idx="740">
                  <c:v>756.47299999999996</c:v>
                </c:pt>
                <c:pt idx="741">
                  <c:v>756.95510000000002</c:v>
                </c:pt>
                <c:pt idx="742">
                  <c:v>757.43730000000005</c:v>
                </c:pt>
                <c:pt idx="743">
                  <c:v>757.9194</c:v>
                </c:pt>
                <c:pt idx="744">
                  <c:v>758.40150000000006</c:v>
                </c:pt>
                <c:pt idx="745">
                  <c:v>758.88369999999998</c:v>
                </c:pt>
                <c:pt idx="746">
                  <c:v>759.36580000000004</c:v>
                </c:pt>
                <c:pt idx="747">
                  <c:v>759.84789999999998</c:v>
                </c:pt>
                <c:pt idx="748">
                  <c:v>760.33010000000002</c:v>
                </c:pt>
                <c:pt idx="749">
                  <c:v>760.81219999999996</c:v>
                </c:pt>
                <c:pt idx="750">
                  <c:v>761.29430000000002</c:v>
                </c:pt>
                <c:pt idx="751">
                  <c:v>761.77650000000006</c:v>
                </c:pt>
                <c:pt idx="752">
                  <c:v>762.2586</c:v>
                </c:pt>
                <c:pt idx="753">
                  <c:v>762.74069999999995</c:v>
                </c:pt>
                <c:pt idx="754">
                  <c:v>763.22289999999998</c:v>
                </c:pt>
                <c:pt idx="755">
                  <c:v>763.70500000000004</c:v>
                </c:pt>
                <c:pt idx="756">
                  <c:v>764.18709999999999</c:v>
                </c:pt>
                <c:pt idx="757">
                  <c:v>764.66930000000002</c:v>
                </c:pt>
                <c:pt idx="758">
                  <c:v>765.15139999999997</c:v>
                </c:pt>
                <c:pt idx="759">
                  <c:v>765.63350000000003</c:v>
                </c:pt>
                <c:pt idx="760">
                  <c:v>766.11569999999995</c:v>
                </c:pt>
                <c:pt idx="761">
                  <c:v>766.59780000000001</c:v>
                </c:pt>
                <c:pt idx="762">
                  <c:v>767.08</c:v>
                </c:pt>
                <c:pt idx="763">
                  <c:v>767.56209999999999</c:v>
                </c:pt>
                <c:pt idx="764">
                  <c:v>768.04430000000002</c:v>
                </c:pt>
                <c:pt idx="765">
                  <c:v>768.52639999999997</c:v>
                </c:pt>
                <c:pt idx="766">
                  <c:v>769.00850000000003</c:v>
                </c:pt>
                <c:pt idx="767">
                  <c:v>769.49069999999995</c:v>
                </c:pt>
                <c:pt idx="768">
                  <c:v>769.97280000000001</c:v>
                </c:pt>
                <c:pt idx="769">
                  <c:v>770.45500000000004</c:v>
                </c:pt>
                <c:pt idx="770">
                  <c:v>770.93709999999999</c:v>
                </c:pt>
                <c:pt idx="771">
                  <c:v>771.41920000000005</c:v>
                </c:pt>
                <c:pt idx="772">
                  <c:v>771.90139999999997</c:v>
                </c:pt>
                <c:pt idx="773">
                  <c:v>772.38350000000003</c:v>
                </c:pt>
                <c:pt idx="774">
                  <c:v>772.86559999999997</c:v>
                </c:pt>
                <c:pt idx="775">
                  <c:v>773.34780000000001</c:v>
                </c:pt>
                <c:pt idx="776">
                  <c:v>773.82989999999995</c:v>
                </c:pt>
                <c:pt idx="777">
                  <c:v>774.31200000000001</c:v>
                </c:pt>
                <c:pt idx="778">
                  <c:v>774.79420000000005</c:v>
                </c:pt>
                <c:pt idx="779">
                  <c:v>775.27629999999999</c:v>
                </c:pt>
                <c:pt idx="780">
                  <c:v>775.75840000000005</c:v>
                </c:pt>
                <c:pt idx="781">
                  <c:v>776.24059999999997</c:v>
                </c:pt>
                <c:pt idx="782">
                  <c:v>776.72270000000003</c:v>
                </c:pt>
                <c:pt idx="783">
                  <c:v>777.20479999999998</c:v>
                </c:pt>
                <c:pt idx="784">
                  <c:v>777.68700000000001</c:v>
                </c:pt>
                <c:pt idx="785">
                  <c:v>778.16909999999996</c:v>
                </c:pt>
                <c:pt idx="786">
                  <c:v>778.65120000000002</c:v>
                </c:pt>
                <c:pt idx="787">
                  <c:v>779.13340000000005</c:v>
                </c:pt>
                <c:pt idx="788">
                  <c:v>779.6155</c:v>
                </c:pt>
                <c:pt idx="789">
                  <c:v>780.09770000000003</c:v>
                </c:pt>
                <c:pt idx="790">
                  <c:v>780.57979999999998</c:v>
                </c:pt>
                <c:pt idx="791">
                  <c:v>781.06200000000001</c:v>
                </c:pt>
                <c:pt idx="792">
                  <c:v>781.54409999999996</c:v>
                </c:pt>
                <c:pt idx="793">
                  <c:v>782.02620000000002</c:v>
                </c:pt>
                <c:pt idx="794">
                  <c:v>782.50840000000005</c:v>
                </c:pt>
                <c:pt idx="795">
                  <c:v>782.9905</c:v>
                </c:pt>
                <c:pt idx="796">
                  <c:v>783.47270000000003</c:v>
                </c:pt>
                <c:pt idx="797">
                  <c:v>783.95479999999998</c:v>
                </c:pt>
                <c:pt idx="798">
                  <c:v>784.43690000000004</c:v>
                </c:pt>
                <c:pt idx="799">
                  <c:v>784.91909999999996</c:v>
                </c:pt>
                <c:pt idx="800">
                  <c:v>785.40120000000002</c:v>
                </c:pt>
                <c:pt idx="801">
                  <c:v>785.88329999999996</c:v>
                </c:pt>
                <c:pt idx="802">
                  <c:v>786.3655</c:v>
                </c:pt>
                <c:pt idx="803">
                  <c:v>786.84760000000006</c:v>
                </c:pt>
                <c:pt idx="804">
                  <c:v>787.3297</c:v>
                </c:pt>
                <c:pt idx="805">
                  <c:v>787.81190000000004</c:v>
                </c:pt>
                <c:pt idx="806">
                  <c:v>788.29399999999998</c:v>
                </c:pt>
                <c:pt idx="807">
                  <c:v>788.77610000000004</c:v>
                </c:pt>
                <c:pt idx="808">
                  <c:v>789.25829999999996</c:v>
                </c:pt>
                <c:pt idx="809">
                  <c:v>789.74040000000002</c:v>
                </c:pt>
                <c:pt idx="810">
                  <c:v>790.22249999999997</c:v>
                </c:pt>
                <c:pt idx="811">
                  <c:v>790.7047</c:v>
                </c:pt>
                <c:pt idx="812">
                  <c:v>791.18679999999995</c:v>
                </c:pt>
                <c:pt idx="813">
                  <c:v>791.66890000000001</c:v>
                </c:pt>
                <c:pt idx="814">
                  <c:v>792.15110000000004</c:v>
                </c:pt>
                <c:pt idx="815">
                  <c:v>792.63319999999999</c:v>
                </c:pt>
                <c:pt idx="816">
                  <c:v>793.11540000000002</c:v>
                </c:pt>
                <c:pt idx="817">
                  <c:v>793.59749999999997</c:v>
                </c:pt>
                <c:pt idx="818">
                  <c:v>794.0797</c:v>
                </c:pt>
                <c:pt idx="819">
                  <c:v>794.56179999999995</c:v>
                </c:pt>
                <c:pt idx="820">
                  <c:v>795.04390000000001</c:v>
                </c:pt>
                <c:pt idx="821">
                  <c:v>795.52610000000004</c:v>
                </c:pt>
                <c:pt idx="822">
                  <c:v>796.00819999999999</c:v>
                </c:pt>
                <c:pt idx="823">
                  <c:v>796.49040000000002</c:v>
                </c:pt>
                <c:pt idx="824">
                  <c:v>796.97249999999997</c:v>
                </c:pt>
                <c:pt idx="825">
                  <c:v>797.45460000000003</c:v>
                </c:pt>
                <c:pt idx="826">
                  <c:v>797.93679999999995</c:v>
                </c:pt>
                <c:pt idx="827">
                  <c:v>798.41890000000001</c:v>
                </c:pt>
                <c:pt idx="828">
                  <c:v>798.90099999999995</c:v>
                </c:pt>
                <c:pt idx="829">
                  <c:v>799.38319999999999</c:v>
                </c:pt>
                <c:pt idx="830">
                  <c:v>799.86530000000005</c:v>
                </c:pt>
                <c:pt idx="831">
                  <c:v>800.34739999999999</c:v>
                </c:pt>
                <c:pt idx="832">
                  <c:v>800.82960000000003</c:v>
                </c:pt>
                <c:pt idx="833">
                  <c:v>801.31169999999997</c:v>
                </c:pt>
                <c:pt idx="834">
                  <c:v>801.79380000000003</c:v>
                </c:pt>
                <c:pt idx="835">
                  <c:v>802.27599999999995</c:v>
                </c:pt>
                <c:pt idx="836">
                  <c:v>802.75810000000001</c:v>
                </c:pt>
                <c:pt idx="837">
                  <c:v>803.24019999999996</c:v>
                </c:pt>
                <c:pt idx="838">
                  <c:v>803.72239999999999</c:v>
                </c:pt>
                <c:pt idx="839">
                  <c:v>804.20450000000005</c:v>
                </c:pt>
                <c:pt idx="840">
                  <c:v>804.6866</c:v>
                </c:pt>
                <c:pt idx="841">
                  <c:v>805.16880000000003</c:v>
                </c:pt>
                <c:pt idx="842">
                  <c:v>805.65089999999998</c:v>
                </c:pt>
                <c:pt idx="843">
                  <c:v>806.13310000000001</c:v>
                </c:pt>
                <c:pt idx="844">
                  <c:v>806.61519999999996</c:v>
                </c:pt>
                <c:pt idx="845">
                  <c:v>807.09739999999999</c:v>
                </c:pt>
                <c:pt idx="846">
                  <c:v>807.57950000000005</c:v>
                </c:pt>
                <c:pt idx="847">
                  <c:v>808.0616</c:v>
                </c:pt>
                <c:pt idx="848">
                  <c:v>808.54380000000003</c:v>
                </c:pt>
                <c:pt idx="849">
                  <c:v>809.02589999999998</c:v>
                </c:pt>
                <c:pt idx="850">
                  <c:v>809.50810000000001</c:v>
                </c:pt>
                <c:pt idx="851">
                  <c:v>809.99019999999996</c:v>
                </c:pt>
                <c:pt idx="852">
                  <c:v>810.47230000000002</c:v>
                </c:pt>
                <c:pt idx="853">
                  <c:v>810.95450000000005</c:v>
                </c:pt>
                <c:pt idx="854">
                  <c:v>811.4366</c:v>
                </c:pt>
                <c:pt idx="855">
                  <c:v>811.91869999999994</c:v>
                </c:pt>
                <c:pt idx="856">
                  <c:v>812.40089999999998</c:v>
                </c:pt>
                <c:pt idx="857">
                  <c:v>812.88300000000004</c:v>
                </c:pt>
                <c:pt idx="858">
                  <c:v>813.36509999999998</c:v>
                </c:pt>
                <c:pt idx="859">
                  <c:v>813.84730000000002</c:v>
                </c:pt>
                <c:pt idx="860">
                  <c:v>814.32939999999996</c:v>
                </c:pt>
                <c:pt idx="861">
                  <c:v>814.81150000000002</c:v>
                </c:pt>
                <c:pt idx="862">
                  <c:v>815.29369999999994</c:v>
                </c:pt>
                <c:pt idx="863">
                  <c:v>815.7758</c:v>
                </c:pt>
                <c:pt idx="864">
                  <c:v>816.25789999999995</c:v>
                </c:pt>
                <c:pt idx="865">
                  <c:v>816.74009999999998</c:v>
                </c:pt>
                <c:pt idx="866">
                  <c:v>817.22220000000004</c:v>
                </c:pt>
                <c:pt idx="867">
                  <c:v>817.70429999999999</c:v>
                </c:pt>
                <c:pt idx="868">
                  <c:v>818.18650000000002</c:v>
                </c:pt>
                <c:pt idx="869">
                  <c:v>818.66859999999997</c:v>
                </c:pt>
                <c:pt idx="870">
                  <c:v>819.1508</c:v>
                </c:pt>
                <c:pt idx="871">
                  <c:v>819.63289999999995</c:v>
                </c:pt>
                <c:pt idx="872">
                  <c:v>820.11509999999998</c:v>
                </c:pt>
                <c:pt idx="873">
                  <c:v>820.59720000000004</c:v>
                </c:pt>
                <c:pt idx="874">
                  <c:v>821.07929999999999</c:v>
                </c:pt>
                <c:pt idx="875">
                  <c:v>821.56150000000002</c:v>
                </c:pt>
                <c:pt idx="876">
                  <c:v>822.04359999999997</c:v>
                </c:pt>
                <c:pt idx="877">
                  <c:v>822.5258</c:v>
                </c:pt>
                <c:pt idx="878">
                  <c:v>823.00789999999995</c:v>
                </c:pt>
                <c:pt idx="879">
                  <c:v>823.49</c:v>
                </c:pt>
                <c:pt idx="880">
                  <c:v>823.97220000000004</c:v>
                </c:pt>
                <c:pt idx="881">
                  <c:v>824.45429999999999</c:v>
                </c:pt>
                <c:pt idx="882">
                  <c:v>824.93640000000005</c:v>
                </c:pt>
                <c:pt idx="883">
                  <c:v>825.41859999999997</c:v>
                </c:pt>
                <c:pt idx="884">
                  <c:v>825.90070000000003</c:v>
                </c:pt>
                <c:pt idx="885">
                  <c:v>826.38279999999997</c:v>
                </c:pt>
                <c:pt idx="886">
                  <c:v>826.86500000000001</c:v>
                </c:pt>
                <c:pt idx="887">
                  <c:v>827.34709999999995</c:v>
                </c:pt>
                <c:pt idx="888">
                  <c:v>827.82920000000001</c:v>
                </c:pt>
                <c:pt idx="889">
                  <c:v>828.31140000000005</c:v>
                </c:pt>
                <c:pt idx="890">
                  <c:v>828.79349999999999</c:v>
                </c:pt>
                <c:pt idx="891">
                  <c:v>829.27560000000005</c:v>
                </c:pt>
                <c:pt idx="892">
                  <c:v>829.75779999999997</c:v>
                </c:pt>
                <c:pt idx="893">
                  <c:v>830.23990000000003</c:v>
                </c:pt>
                <c:pt idx="894">
                  <c:v>830.72199999999998</c:v>
                </c:pt>
                <c:pt idx="895">
                  <c:v>831.20420000000001</c:v>
                </c:pt>
                <c:pt idx="896">
                  <c:v>831.68629999999996</c:v>
                </c:pt>
                <c:pt idx="897">
                  <c:v>832.16849999999999</c:v>
                </c:pt>
                <c:pt idx="898">
                  <c:v>832.65060000000005</c:v>
                </c:pt>
                <c:pt idx="899">
                  <c:v>833.13279999999997</c:v>
                </c:pt>
                <c:pt idx="900">
                  <c:v>833.61490000000003</c:v>
                </c:pt>
                <c:pt idx="901">
                  <c:v>834.09699999999998</c:v>
                </c:pt>
                <c:pt idx="902">
                  <c:v>834.57920000000001</c:v>
                </c:pt>
                <c:pt idx="903">
                  <c:v>835.06129999999996</c:v>
                </c:pt>
                <c:pt idx="904">
                  <c:v>835.54349999999999</c:v>
                </c:pt>
                <c:pt idx="905">
                  <c:v>836.02560000000005</c:v>
                </c:pt>
                <c:pt idx="906">
                  <c:v>836.5077</c:v>
                </c:pt>
                <c:pt idx="907">
                  <c:v>836.98990000000003</c:v>
                </c:pt>
                <c:pt idx="908">
                  <c:v>837.47199999999998</c:v>
                </c:pt>
                <c:pt idx="909">
                  <c:v>837.95410000000004</c:v>
                </c:pt>
                <c:pt idx="910">
                  <c:v>838.43629999999996</c:v>
                </c:pt>
                <c:pt idx="911">
                  <c:v>838.91840000000002</c:v>
                </c:pt>
                <c:pt idx="912">
                  <c:v>839.40049999999997</c:v>
                </c:pt>
                <c:pt idx="913">
                  <c:v>839.8827</c:v>
                </c:pt>
                <c:pt idx="914">
                  <c:v>840.36479999999995</c:v>
                </c:pt>
                <c:pt idx="915">
                  <c:v>840.84690000000001</c:v>
                </c:pt>
                <c:pt idx="916">
                  <c:v>841.32910000000004</c:v>
                </c:pt>
                <c:pt idx="917">
                  <c:v>841.81119999999999</c:v>
                </c:pt>
                <c:pt idx="918">
                  <c:v>842.29330000000004</c:v>
                </c:pt>
                <c:pt idx="919">
                  <c:v>842.77549999999997</c:v>
                </c:pt>
                <c:pt idx="920">
                  <c:v>843.25760000000002</c:v>
                </c:pt>
                <c:pt idx="921">
                  <c:v>843.73969999999997</c:v>
                </c:pt>
                <c:pt idx="922">
                  <c:v>844.22190000000001</c:v>
                </c:pt>
                <c:pt idx="923">
                  <c:v>844.70399999999995</c:v>
                </c:pt>
                <c:pt idx="924">
                  <c:v>845.18619999999999</c:v>
                </c:pt>
                <c:pt idx="925">
                  <c:v>845.66830000000004</c:v>
                </c:pt>
                <c:pt idx="926">
                  <c:v>846.15049999999997</c:v>
                </c:pt>
                <c:pt idx="927">
                  <c:v>846.63260000000002</c:v>
                </c:pt>
                <c:pt idx="928">
                  <c:v>847.11469999999997</c:v>
                </c:pt>
                <c:pt idx="929">
                  <c:v>847.59690000000001</c:v>
                </c:pt>
                <c:pt idx="930">
                  <c:v>848.07899999999995</c:v>
                </c:pt>
                <c:pt idx="931">
                  <c:v>848.56119999999999</c:v>
                </c:pt>
                <c:pt idx="932">
                  <c:v>849.04330000000004</c:v>
                </c:pt>
                <c:pt idx="933">
                  <c:v>849.52539999999999</c:v>
                </c:pt>
                <c:pt idx="934">
                  <c:v>850.00760000000002</c:v>
                </c:pt>
                <c:pt idx="935">
                  <c:v>850.48969999999997</c:v>
                </c:pt>
                <c:pt idx="936">
                  <c:v>850.97180000000003</c:v>
                </c:pt>
                <c:pt idx="937">
                  <c:v>851.45399999999995</c:v>
                </c:pt>
                <c:pt idx="938">
                  <c:v>851.93610000000001</c:v>
                </c:pt>
                <c:pt idx="939">
                  <c:v>852.41819999999996</c:v>
                </c:pt>
                <c:pt idx="940">
                  <c:v>852.90039999999999</c:v>
                </c:pt>
                <c:pt idx="941">
                  <c:v>853.38250000000005</c:v>
                </c:pt>
                <c:pt idx="942">
                  <c:v>853.8646</c:v>
                </c:pt>
                <c:pt idx="943">
                  <c:v>854.34680000000003</c:v>
                </c:pt>
                <c:pt idx="944">
                  <c:v>854.82889999999998</c:v>
                </c:pt>
                <c:pt idx="945">
                  <c:v>855.31100000000004</c:v>
                </c:pt>
                <c:pt idx="946">
                  <c:v>855.79319999999996</c:v>
                </c:pt>
                <c:pt idx="947">
                  <c:v>856.27530000000002</c:v>
                </c:pt>
                <c:pt idx="948">
                  <c:v>856.75739999999996</c:v>
                </c:pt>
                <c:pt idx="949">
                  <c:v>857.2396</c:v>
                </c:pt>
                <c:pt idx="950">
                  <c:v>857.72170000000006</c:v>
                </c:pt>
                <c:pt idx="951">
                  <c:v>858.20389999999998</c:v>
                </c:pt>
                <c:pt idx="952">
                  <c:v>858.68600000000004</c:v>
                </c:pt>
                <c:pt idx="953">
                  <c:v>859.16819999999996</c:v>
                </c:pt>
                <c:pt idx="954">
                  <c:v>859.65030000000002</c:v>
                </c:pt>
                <c:pt idx="955">
                  <c:v>860.13239999999996</c:v>
                </c:pt>
                <c:pt idx="956">
                  <c:v>860.6146</c:v>
                </c:pt>
                <c:pt idx="957">
                  <c:v>861.09670000000006</c:v>
                </c:pt>
                <c:pt idx="958">
                  <c:v>861.57889999999998</c:v>
                </c:pt>
                <c:pt idx="959">
                  <c:v>862.06100000000004</c:v>
                </c:pt>
                <c:pt idx="960">
                  <c:v>862.54309999999998</c:v>
                </c:pt>
                <c:pt idx="961">
                  <c:v>863.02530000000002</c:v>
                </c:pt>
                <c:pt idx="962">
                  <c:v>863.50739999999996</c:v>
                </c:pt>
                <c:pt idx="963">
                  <c:v>863.98950000000002</c:v>
                </c:pt>
                <c:pt idx="964">
                  <c:v>864.47170000000006</c:v>
                </c:pt>
                <c:pt idx="965">
                  <c:v>864.9538</c:v>
                </c:pt>
                <c:pt idx="966">
                  <c:v>865.43589999999995</c:v>
                </c:pt>
                <c:pt idx="967">
                  <c:v>865.91809999999998</c:v>
                </c:pt>
                <c:pt idx="968">
                  <c:v>866.40020000000004</c:v>
                </c:pt>
                <c:pt idx="969">
                  <c:v>866.88229999999999</c:v>
                </c:pt>
                <c:pt idx="970">
                  <c:v>867.36450000000002</c:v>
                </c:pt>
                <c:pt idx="971">
                  <c:v>867.84659999999997</c:v>
                </c:pt>
                <c:pt idx="972">
                  <c:v>868.32870000000003</c:v>
                </c:pt>
                <c:pt idx="973">
                  <c:v>868.81089999999995</c:v>
                </c:pt>
                <c:pt idx="974">
                  <c:v>869.29300000000001</c:v>
                </c:pt>
                <c:pt idx="975">
                  <c:v>869.77509999999995</c:v>
                </c:pt>
                <c:pt idx="976">
                  <c:v>870.25729999999999</c:v>
                </c:pt>
                <c:pt idx="977">
                  <c:v>870.73940000000005</c:v>
                </c:pt>
                <c:pt idx="978">
                  <c:v>871.22159999999997</c:v>
                </c:pt>
                <c:pt idx="979">
                  <c:v>871.70370000000003</c:v>
                </c:pt>
                <c:pt idx="980">
                  <c:v>872.18589999999995</c:v>
                </c:pt>
                <c:pt idx="981">
                  <c:v>872.66800000000001</c:v>
                </c:pt>
                <c:pt idx="982">
                  <c:v>873.15009999999995</c:v>
                </c:pt>
                <c:pt idx="983">
                  <c:v>873.63229999999999</c:v>
                </c:pt>
                <c:pt idx="984">
                  <c:v>874.11440000000005</c:v>
                </c:pt>
                <c:pt idx="985">
                  <c:v>874.59659999999997</c:v>
                </c:pt>
                <c:pt idx="986">
                  <c:v>875.07870000000003</c:v>
                </c:pt>
                <c:pt idx="987">
                  <c:v>875.56079999999997</c:v>
                </c:pt>
                <c:pt idx="988">
                  <c:v>876.04300000000001</c:v>
                </c:pt>
                <c:pt idx="989">
                  <c:v>876.52509999999995</c:v>
                </c:pt>
                <c:pt idx="990">
                  <c:v>877.00720000000001</c:v>
                </c:pt>
                <c:pt idx="991">
                  <c:v>877.48940000000005</c:v>
                </c:pt>
                <c:pt idx="992">
                  <c:v>877.97149999999999</c:v>
                </c:pt>
                <c:pt idx="993">
                  <c:v>878.45360000000005</c:v>
                </c:pt>
                <c:pt idx="994">
                  <c:v>878.93579999999997</c:v>
                </c:pt>
                <c:pt idx="995">
                  <c:v>879.41790000000003</c:v>
                </c:pt>
                <c:pt idx="996">
                  <c:v>879.9</c:v>
                </c:pt>
                <c:pt idx="997">
                  <c:v>880.38220000000001</c:v>
                </c:pt>
                <c:pt idx="998">
                  <c:v>880.86429999999996</c:v>
                </c:pt>
                <c:pt idx="999">
                  <c:v>881.34640000000002</c:v>
                </c:pt>
                <c:pt idx="1000">
                  <c:v>881.82860000000005</c:v>
                </c:pt>
                <c:pt idx="1001">
                  <c:v>882.3107</c:v>
                </c:pt>
                <c:pt idx="1002">
                  <c:v>882.79280000000006</c:v>
                </c:pt>
                <c:pt idx="1003">
                  <c:v>883.27499999999998</c:v>
                </c:pt>
                <c:pt idx="1004">
                  <c:v>883.75710000000004</c:v>
                </c:pt>
                <c:pt idx="1005">
                  <c:v>884.23929999999996</c:v>
                </c:pt>
                <c:pt idx="1006">
                  <c:v>884.72140000000002</c:v>
                </c:pt>
                <c:pt idx="1007">
                  <c:v>885.20360000000005</c:v>
                </c:pt>
                <c:pt idx="1008">
                  <c:v>885.6857</c:v>
                </c:pt>
                <c:pt idx="1009">
                  <c:v>886.16780000000006</c:v>
                </c:pt>
                <c:pt idx="1010">
                  <c:v>886.65</c:v>
                </c:pt>
                <c:pt idx="1011">
                  <c:v>887.13210000000004</c:v>
                </c:pt>
                <c:pt idx="1012">
                  <c:v>887.61429999999996</c:v>
                </c:pt>
                <c:pt idx="1013">
                  <c:v>888.09640000000002</c:v>
                </c:pt>
                <c:pt idx="1014">
                  <c:v>888.57849999999996</c:v>
                </c:pt>
                <c:pt idx="1015">
                  <c:v>889.0607</c:v>
                </c:pt>
                <c:pt idx="1016">
                  <c:v>889.54280000000006</c:v>
                </c:pt>
                <c:pt idx="1017">
                  <c:v>890.0249</c:v>
                </c:pt>
                <c:pt idx="1018">
                  <c:v>890.50710000000004</c:v>
                </c:pt>
                <c:pt idx="1019">
                  <c:v>890.98919999999998</c:v>
                </c:pt>
                <c:pt idx="1020">
                  <c:v>891.47130000000004</c:v>
                </c:pt>
                <c:pt idx="1021">
                  <c:v>891.95349999999996</c:v>
                </c:pt>
                <c:pt idx="1022">
                  <c:v>892.43560000000002</c:v>
                </c:pt>
                <c:pt idx="1023">
                  <c:v>892.91769999999997</c:v>
                </c:pt>
                <c:pt idx="1024">
                  <c:v>893.3999</c:v>
                </c:pt>
                <c:pt idx="1025">
                  <c:v>893.88199999999995</c:v>
                </c:pt>
                <c:pt idx="1026">
                  <c:v>894.36410000000001</c:v>
                </c:pt>
                <c:pt idx="1027">
                  <c:v>894.84630000000004</c:v>
                </c:pt>
                <c:pt idx="1028">
                  <c:v>895.32839999999999</c:v>
                </c:pt>
                <c:pt idx="1029">
                  <c:v>895.81050000000005</c:v>
                </c:pt>
                <c:pt idx="1030">
                  <c:v>896.29269999999997</c:v>
                </c:pt>
                <c:pt idx="1031">
                  <c:v>896.77480000000003</c:v>
                </c:pt>
                <c:pt idx="1032">
                  <c:v>897.25699999999995</c:v>
                </c:pt>
                <c:pt idx="1033">
                  <c:v>897.73910000000001</c:v>
                </c:pt>
                <c:pt idx="1034">
                  <c:v>898.22130000000004</c:v>
                </c:pt>
                <c:pt idx="1035">
                  <c:v>898.70339999999999</c:v>
                </c:pt>
                <c:pt idx="1036">
                  <c:v>899.18550000000005</c:v>
                </c:pt>
                <c:pt idx="1037">
                  <c:v>899.66769999999997</c:v>
                </c:pt>
                <c:pt idx="1038">
                  <c:v>900.14980000000003</c:v>
                </c:pt>
                <c:pt idx="1039">
                  <c:v>900.63199999999995</c:v>
                </c:pt>
                <c:pt idx="1040">
                  <c:v>901.11410000000001</c:v>
                </c:pt>
                <c:pt idx="1041">
                  <c:v>901.59619999999995</c:v>
                </c:pt>
                <c:pt idx="1042">
                  <c:v>902.07839999999999</c:v>
                </c:pt>
                <c:pt idx="1043">
                  <c:v>902.56050000000005</c:v>
                </c:pt>
                <c:pt idx="1044">
                  <c:v>903.04259999999999</c:v>
                </c:pt>
                <c:pt idx="1045">
                  <c:v>903.52480000000003</c:v>
                </c:pt>
                <c:pt idx="1046">
                  <c:v>904.00689999999997</c:v>
                </c:pt>
                <c:pt idx="1047">
                  <c:v>904.48900000000003</c:v>
                </c:pt>
                <c:pt idx="1048">
                  <c:v>904.97119999999995</c:v>
                </c:pt>
                <c:pt idx="1049">
                  <c:v>905.45330000000001</c:v>
                </c:pt>
                <c:pt idx="1050">
                  <c:v>905.93539999999996</c:v>
                </c:pt>
                <c:pt idx="1051">
                  <c:v>906.41759999999999</c:v>
                </c:pt>
                <c:pt idx="1052">
                  <c:v>906.89970000000005</c:v>
                </c:pt>
                <c:pt idx="1053">
                  <c:v>907.3818</c:v>
                </c:pt>
                <c:pt idx="1054">
                  <c:v>907.86400000000003</c:v>
                </c:pt>
                <c:pt idx="1055">
                  <c:v>908.34609999999998</c:v>
                </c:pt>
                <c:pt idx="1056">
                  <c:v>908.82820000000004</c:v>
                </c:pt>
                <c:pt idx="1057">
                  <c:v>909.31039999999996</c:v>
                </c:pt>
                <c:pt idx="1058">
                  <c:v>909.79250000000002</c:v>
                </c:pt>
                <c:pt idx="1059">
                  <c:v>910.27470000000005</c:v>
                </c:pt>
                <c:pt idx="1060">
                  <c:v>910.7568</c:v>
                </c:pt>
                <c:pt idx="1061">
                  <c:v>911.23900000000003</c:v>
                </c:pt>
                <c:pt idx="1062">
                  <c:v>911.72109999999998</c:v>
                </c:pt>
                <c:pt idx="1063">
                  <c:v>912.20320000000004</c:v>
                </c:pt>
                <c:pt idx="1064">
                  <c:v>912.68539999999996</c:v>
                </c:pt>
                <c:pt idx="1065">
                  <c:v>913.16750000000002</c:v>
                </c:pt>
                <c:pt idx="1066">
                  <c:v>913.64959999999996</c:v>
                </c:pt>
                <c:pt idx="1067">
                  <c:v>914.1318</c:v>
                </c:pt>
                <c:pt idx="1068">
                  <c:v>914.61389999999994</c:v>
                </c:pt>
                <c:pt idx="1069">
                  <c:v>915.096</c:v>
                </c:pt>
                <c:pt idx="1070">
                  <c:v>915.57820000000004</c:v>
                </c:pt>
                <c:pt idx="1071">
                  <c:v>916.06029999999998</c:v>
                </c:pt>
                <c:pt idx="1072">
                  <c:v>916.54240000000004</c:v>
                </c:pt>
                <c:pt idx="1073">
                  <c:v>917.02459999999996</c:v>
                </c:pt>
                <c:pt idx="1074">
                  <c:v>917.50670000000002</c:v>
                </c:pt>
                <c:pt idx="1075">
                  <c:v>917.98879999999997</c:v>
                </c:pt>
                <c:pt idx="1076">
                  <c:v>918.471</c:v>
                </c:pt>
                <c:pt idx="1077">
                  <c:v>918.95309999999995</c:v>
                </c:pt>
                <c:pt idx="1078">
                  <c:v>919.43520000000001</c:v>
                </c:pt>
                <c:pt idx="1079">
                  <c:v>919.91740000000004</c:v>
                </c:pt>
                <c:pt idx="1080">
                  <c:v>920.39949999999999</c:v>
                </c:pt>
                <c:pt idx="1081">
                  <c:v>920.88170000000002</c:v>
                </c:pt>
                <c:pt idx="1082">
                  <c:v>921.36379999999997</c:v>
                </c:pt>
                <c:pt idx="1083">
                  <c:v>921.84590000000003</c:v>
                </c:pt>
                <c:pt idx="1084">
                  <c:v>922.32809999999995</c:v>
                </c:pt>
                <c:pt idx="1085">
                  <c:v>922.81020000000001</c:v>
                </c:pt>
                <c:pt idx="1086">
                  <c:v>923.29240000000004</c:v>
                </c:pt>
                <c:pt idx="1087">
                  <c:v>923.77449999999999</c:v>
                </c:pt>
                <c:pt idx="1088">
                  <c:v>924.25670000000002</c:v>
                </c:pt>
                <c:pt idx="1089">
                  <c:v>924.73879999999997</c:v>
                </c:pt>
                <c:pt idx="1090">
                  <c:v>925.22090000000003</c:v>
                </c:pt>
                <c:pt idx="1091">
                  <c:v>925.70309999999995</c:v>
                </c:pt>
                <c:pt idx="1092">
                  <c:v>926.18520000000001</c:v>
                </c:pt>
                <c:pt idx="1093">
                  <c:v>926.66729999999995</c:v>
                </c:pt>
                <c:pt idx="1094">
                  <c:v>927.14949999999999</c:v>
                </c:pt>
                <c:pt idx="1095">
                  <c:v>927.63160000000005</c:v>
                </c:pt>
                <c:pt idx="1096">
                  <c:v>928.11369999999999</c:v>
                </c:pt>
                <c:pt idx="1097">
                  <c:v>928.59590000000003</c:v>
                </c:pt>
                <c:pt idx="1098">
                  <c:v>929.07799999999997</c:v>
                </c:pt>
                <c:pt idx="1099">
                  <c:v>929.56010000000003</c:v>
                </c:pt>
                <c:pt idx="1100">
                  <c:v>930.04229999999995</c:v>
                </c:pt>
                <c:pt idx="1101">
                  <c:v>930.52440000000001</c:v>
                </c:pt>
                <c:pt idx="1102">
                  <c:v>931.00649999999996</c:v>
                </c:pt>
                <c:pt idx="1103">
                  <c:v>931.48869999999999</c:v>
                </c:pt>
                <c:pt idx="1104">
                  <c:v>931.97080000000005</c:v>
                </c:pt>
                <c:pt idx="1105">
                  <c:v>932.4529</c:v>
                </c:pt>
                <c:pt idx="1106">
                  <c:v>932.93510000000003</c:v>
                </c:pt>
                <c:pt idx="1107">
                  <c:v>933.41719999999998</c:v>
                </c:pt>
                <c:pt idx="1108">
                  <c:v>933.89940000000001</c:v>
                </c:pt>
                <c:pt idx="1109">
                  <c:v>934.38149999999996</c:v>
                </c:pt>
                <c:pt idx="1110">
                  <c:v>934.86360000000002</c:v>
                </c:pt>
                <c:pt idx="1111">
                  <c:v>935.34580000000005</c:v>
                </c:pt>
                <c:pt idx="1112">
                  <c:v>935.8279</c:v>
                </c:pt>
                <c:pt idx="1113">
                  <c:v>936.31010000000003</c:v>
                </c:pt>
                <c:pt idx="1114">
                  <c:v>936.79219999999998</c:v>
                </c:pt>
                <c:pt idx="1115">
                  <c:v>937.27440000000001</c:v>
                </c:pt>
                <c:pt idx="1116">
                  <c:v>937.75649999999996</c:v>
                </c:pt>
                <c:pt idx="1117">
                  <c:v>938.23860000000002</c:v>
                </c:pt>
                <c:pt idx="1118">
                  <c:v>938.72080000000005</c:v>
                </c:pt>
                <c:pt idx="1119">
                  <c:v>939.2029</c:v>
                </c:pt>
                <c:pt idx="1120">
                  <c:v>939.68499999999995</c:v>
                </c:pt>
                <c:pt idx="1121">
                  <c:v>940.16719999999998</c:v>
                </c:pt>
                <c:pt idx="1122">
                  <c:v>940.64930000000004</c:v>
                </c:pt>
                <c:pt idx="1123">
                  <c:v>941.13139999999999</c:v>
                </c:pt>
                <c:pt idx="1124">
                  <c:v>941.61360000000002</c:v>
                </c:pt>
                <c:pt idx="1125">
                  <c:v>942.09569999999997</c:v>
                </c:pt>
                <c:pt idx="1126">
                  <c:v>942.57780000000002</c:v>
                </c:pt>
                <c:pt idx="1127">
                  <c:v>943.06</c:v>
                </c:pt>
                <c:pt idx="1128">
                  <c:v>943.5421</c:v>
                </c:pt>
                <c:pt idx="1129">
                  <c:v>944.02419999999995</c:v>
                </c:pt>
                <c:pt idx="1130">
                  <c:v>944.50639999999999</c:v>
                </c:pt>
                <c:pt idx="1131">
                  <c:v>944.98850000000004</c:v>
                </c:pt>
                <c:pt idx="1132">
                  <c:v>945.47059999999999</c:v>
                </c:pt>
                <c:pt idx="1133">
                  <c:v>945.95280000000002</c:v>
                </c:pt>
                <c:pt idx="1134">
                  <c:v>946.43489999999997</c:v>
                </c:pt>
                <c:pt idx="1135">
                  <c:v>946.9171</c:v>
                </c:pt>
                <c:pt idx="1136">
                  <c:v>947.39919999999995</c:v>
                </c:pt>
                <c:pt idx="1137">
                  <c:v>947.88130000000001</c:v>
                </c:pt>
                <c:pt idx="1138">
                  <c:v>948.36350000000004</c:v>
                </c:pt>
                <c:pt idx="1139">
                  <c:v>948.84559999999999</c:v>
                </c:pt>
                <c:pt idx="1140">
                  <c:v>949.32780000000002</c:v>
                </c:pt>
                <c:pt idx="1141">
                  <c:v>949.80989999999997</c:v>
                </c:pt>
                <c:pt idx="1142">
                  <c:v>950.2921</c:v>
                </c:pt>
                <c:pt idx="1143">
                  <c:v>950.77419999999995</c:v>
                </c:pt>
                <c:pt idx="1144">
                  <c:v>951.25630000000001</c:v>
                </c:pt>
                <c:pt idx="1145">
                  <c:v>951.73850000000004</c:v>
                </c:pt>
                <c:pt idx="1146">
                  <c:v>952.22059999999999</c:v>
                </c:pt>
                <c:pt idx="1147">
                  <c:v>952.70270000000005</c:v>
                </c:pt>
                <c:pt idx="1148">
                  <c:v>953.18489999999997</c:v>
                </c:pt>
                <c:pt idx="1149">
                  <c:v>953.66700000000003</c:v>
                </c:pt>
                <c:pt idx="1150">
                  <c:v>954.14909999999998</c:v>
                </c:pt>
                <c:pt idx="1151">
                  <c:v>954.63130000000001</c:v>
                </c:pt>
                <c:pt idx="1152">
                  <c:v>955.11339999999996</c:v>
                </c:pt>
                <c:pt idx="1153">
                  <c:v>955.59550000000002</c:v>
                </c:pt>
                <c:pt idx="1154">
                  <c:v>956.07770000000005</c:v>
                </c:pt>
                <c:pt idx="1155">
                  <c:v>956.5598</c:v>
                </c:pt>
                <c:pt idx="1156">
                  <c:v>957.04190000000006</c:v>
                </c:pt>
                <c:pt idx="1157">
                  <c:v>957.52409999999998</c:v>
                </c:pt>
                <c:pt idx="1158">
                  <c:v>958.00620000000004</c:v>
                </c:pt>
                <c:pt idx="1159">
                  <c:v>958.48829999999998</c:v>
                </c:pt>
                <c:pt idx="1160">
                  <c:v>958.97050000000002</c:v>
                </c:pt>
                <c:pt idx="1161">
                  <c:v>959.45259999999996</c:v>
                </c:pt>
                <c:pt idx="1162">
                  <c:v>959.9348</c:v>
                </c:pt>
                <c:pt idx="1163">
                  <c:v>960.41690000000006</c:v>
                </c:pt>
                <c:pt idx="1164">
                  <c:v>960.899</c:v>
                </c:pt>
                <c:pt idx="1165">
                  <c:v>961.38120000000004</c:v>
                </c:pt>
                <c:pt idx="1166">
                  <c:v>961.86329999999998</c:v>
                </c:pt>
                <c:pt idx="1167">
                  <c:v>962.34550000000002</c:v>
                </c:pt>
                <c:pt idx="1168">
                  <c:v>962.82759999999996</c:v>
                </c:pt>
                <c:pt idx="1169">
                  <c:v>963.3098</c:v>
                </c:pt>
                <c:pt idx="1170">
                  <c:v>963.79190000000006</c:v>
                </c:pt>
                <c:pt idx="1171">
                  <c:v>964.274</c:v>
                </c:pt>
                <c:pt idx="1172">
                  <c:v>964.75620000000004</c:v>
                </c:pt>
                <c:pt idx="1173">
                  <c:v>965.23829999999998</c:v>
                </c:pt>
                <c:pt idx="1174">
                  <c:v>965.72040000000004</c:v>
                </c:pt>
                <c:pt idx="1175">
                  <c:v>966.20259999999996</c:v>
                </c:pt>
                <c:pt idx="1176">
                  <c:v>966.68470000000002</c:v>
                </c:pt>
                <c:pt idx="1177">
                  <c:v>967.16679999999997</c:v>
                </c:pt>
                <c:pt idx="1178">
                  <c:v>967.649</c:v>
                </c:pt>
                <c:pt idx="1179">
                  <c:v>968.13109999999995</c:v>
                </c:pt>
                <c:pt idx="1180">
                  <c:v>968.61320000000001</c:v>
                </c:pt>
                <c:pt idx="1181">
                  <c:v>969.09540000000004</c:v>
                </c:pt>
                <c:pt idx="1182">
                  <c:v>969.57749999999999</c:v>
                </c:pt>
                <c:pt idx="1183">
                  <c:v>970.05960000000005</c:v>
                </c:pt>
                <c:pt idx="1184">
                  <c:v>970.54179999999997</c:v>
                </c:pt>
                <c:pt idx="1185">
                  <c:v>971.02390000000003</c:v>
                </c:pt>
                <c:pt idx="1186">
                  <c:v>971.50599999999997</c:v>
                </c:pt>
                <c:pt idx="1187">
                  <c:v>971.98820000000001</c:v>
                </c:pt>
                <c:pt idx="1188">
                  <c:v>972.47029999999995</c:v>
                </c:pt>
                <c:pt idx="1189">
                  <c:v>972.95249999999999</c:v>
                </c:pt>
                <c:pt idx="1190">
                  <c:v>973.43460000000005</c:v>
                </c:pt>
                <c:pt idx="1191">
                  <c:v>973.91669999999999</c:v>
                </c:pt>
                <c:pt idx="1192">
                  <c:v>974.39890000000003</c:v>
                </c:pt>
                <c:pt idx="1193">
                  <c:v>974.88099999999997</c:v>
                </c:pt>
                <c:pt idx="1194">
                  <c:v>975.36320000000001</c:v>
                </c:pt>
                <c:pt idx="1195">
                  <c:v>975.84529999999995</c:v>
                </c:pt>
                <c:pt idx="1196">
                  <c:v>976.32749999999999</c:v>
                </c:pt>
                <c:pt idx="1197">
                  <c:v>976.80960000000005</c:v>
                </c:pt>
                <c:pt idx="1198">
                  <c:v>977.29169999999999</c:v>
                </c:pt>
                <c:pt idx="1199">
                  <c:v>977.77390000000003</c:v>
                </c:pt>
                <c:pt idx="1200">
                  <c:v>978.25599999999997</c:v>
                </c:pt>
                <c:pt idx="1201">
                  <c:v>978.73810000000003</c:v>
                </c:pt>
                <c:pt idx="1202">
                  <c:v>979.22029999999995</c:v>
                </c:pt>
                <c:pt idx="1203">
                  <c:v>979.70240000000001</c:v>
                </c:pt>
                <c:pt idx="1204">
                  <c:v>980.18449999999996</c:v>
                </c:pt>
                <c:pt idx="1205">
                  <c:v>980.66669999999999</c:v>
                </c:pt>
                <c:pt idx="1206">
                  <c:v>981.14880000000005</c:v>
                </c:pt>
                <c:pt idx="1207">
                  <c:v>981.6309</c:v>
                </c:pt>
                <c:pt idx="1208">
                  <c:v>982.11310000000003</c:v>
                </c:pt>
                <c:pt idx="1209">
                  <c:v>982.59519999999998</c:v>
                </c:pt>
                <c:pt idx="1210">
                  <c:v>983.07730000000004</c:v>
                </c:pt>
                <c:pt idx="1211">
                  <c:v>983.55949999999996</c:v>
                </c:pt>
                <c:pt idx="1212">
                  <c:v>984.04160000000002</c:v>
                </c:pt>
                <c:pt idx="1213">
                  <c:v>984.52369999999996</c:v>
                </c:pt>
                <c:pt idx="1214">
                  <c:v>985.0059</c:v>
                </c:pt>
                <c:pt idx="1215">
                  <c:v>985.48800000000006</c:v>
                </c:pt>
                <c:pt idx="1216">
                  <c:v>985.97019999999998</c:v>
                </c:pt>
                <c:pt idx="1217">
                  <c:v>986.45230000000004</c:v>
                </c:pt>
                <c:pt idx="1218">
                  <c:v>986.93439999999998</c:v>
                </c:pt>
                <c:pt idx="1219">
                  <c:v>987.41660000000002</c:v>
                </c:pt>
                <c:pt idx="1220">
                  <c:v>987.89869999999996</c:v>
                </c:pt>
                <c:pt idx="1221">
                  <c:v>988.3809</c:v>
                </c:pt>
                <c:pt idx="1222">
                  <c:v>988.86300000000006</c:v>
                </c:pt>
                <c:pt idx="1223">
                  <c:v>989.34519999999998</c:v>
                </c:pt>
                <c:pt idx="1224">
                  <c:v>989.82730000000004</c:v>
                </c:pt>
                <c:pt idx="1225">
                  <c:v>990.30939999999998</c:v>
                </c:pt>
                <c:pt idx="1226">
                  <c:v>990.79160000000002</c:v>
                </c:pt>
                <c:pt idx="1227">
                  <c:v>991.27369999999996</c:v>
                </c:pt>
                <c:pt idx="1228">
                  <c:v>991.75580000000002</c:v>
                </c:pt>
                <c:pt idx="1229">
                  <c:v>992.23800000000006</c:v>
                </c:pt>
                <c:pt idx="1230">
                  <c:v>992.7201</c:v>
                </c:pt>
                <c:pt idx="1231">
                  <c:v>993.20219999999995</c:v>
                </c:pt>
                <c:pt idx="1232">
                  <c:v>993.68439999999998</c:v>
                </c:pt>
                <c:pt idx="1233">
                  <c:v>994.16650000000004</c:v>
                </c:pt>
                <c:pt idx="1234">
                  <c:v>994.64859999999999</c:v>
                </c:pt>
                <c:pt idx="1235">
                  <c:v>995.13080000000002</c:v>
                </c:pt>
                <c:pt idx="1236">
                  <c:v>995.61289999999997</c:v>
                </c:pt>
                <c:pt idx="1237">
                  <c:v>996.09500000000003</c:v>
                </c:pt>
                <c:pt idx="1238">
                  <c:v>996.57719999999995</c:v>
                </c:pt>
                <c:pt idx="1239">
                  <c:v>997.05930000000001</c:v>
                </c:pt>
                <c:pt idx="1240">
                  <c:v>997.54139999999995</c:v>
                </c:pt>
                <c:pt idx="1241">
                  <c:v>998.02359999999999</c:v>
                </c:pt>
                <c:pt idx="1242">
                  <c:v>998.50570000000005</c:v>
                </c:pt>
                <c:pt idx="1243">
                  <c:v>998.98789999999997</c:v>
                </c:pt>
                <c:pt idx="1244">
                  <c:v>999.47</c:v>
                </c:pt>
                <c:pt idx="1245">
                  <c:v>999.95209999999997</c:v>
                </c:pt>
                <c:pt idx="1246">
                  <c:v>1000.434</c:v>
                </c:pt>
                <c:pt idx="1247">
                  <c:v>1000.9160000000001</c:v>
                </c:pt>
                <c:pt idx="1248">
                  <c:v>1001.399</c:v>
                </c:pt>
                <c:pt idx="1249">
                  <c:v>1001.881</c:v>
                </c:pt>
                <c:pt idx="1250">
                  <c:v>1002.3630000000001</c:v>
                </c:pt>
                <c:pt idx="1251">
                  <c:v>1002.845</c:v>
                </c:pt>
                <c:pt idx="1252">
                  <c:v>1003.327</c:v>
                </c:pt>
                <c:pt idx="1253">
                  <c:v>1003.809</c:v>
                </c:pt>
                <c:pt idx="1254">
                  <c:v>1004.2910000000001</c:v>
                </c:pt>
                <c:pt idx="1255">
                  <c:v>1004.773</c:v>
                </c:pt>
                <c:pt idx="1256">
                  <c:v>1005.256</c:v>
                </c:pt>
                <c:pt idx="1257">
                  <c:v>1005.7380000000001</c:v>
                </c:pt>
                <c:pt idx="1258">
                  <c:v>1006.22</c:v>
                </c:pt>
                <c:pt idx="1259">
                  <c:v>1006.702</c:v>
                </c:pt>
                <c:pt idx="1260">
                  <c:v>1007.184</c:v>
                </c:pt>
                <c:pt idx="1261">
                  <c:v>1007.6660000000001</c:v>
                </c:pt>
                <c:pt idx="1262">
                  <c:v>1008.148</c:v>
                </c:pt>
                <c:pt idx="1263">
                  <c:v>1008.631</c:v>
                </c:pt>
                <c:pt idx="1264">
                  <c:v>1009.1130000000001</c:v>
                </c:pt>
                <c:pt idx="1265">
                  <c:v>1009.595</c:v>
                </c:pt>
                <c:pt idx="1266">
                  <c:v>1010.077</c:v>
                </c:pt>
                <c:pt idx="1267">
                  <c:v>1010.559</c:v>
                </c:pt>
                <c:pt idx="1268">
                  <c:v>1011.0410000000001</c:v>
                </c:pt>
                <c:pt idx="1269">
                  <c:v>1011.523</c:v>
                </c:pt>
                <c:pt idx="1270">
                  <c:v>1012.006</c:v>
                </c:pt>
                <c:pt idx="1271">
                  <c:v>1012.4880000000001</c:v>
                </c:pt>
                <c:pt idx="1272">
                  <c:v>1012.97</c:v>
                </c:pt>
                <c:pt idx="1273">
                  <c:v>1013.452</c:v>
                </c:pt>
                <c:pt idx="1274">
                  <c:v>1013.934</c:v>
                </c:pt>
                <c:pt idx="1275">
                  <c:v>1014.4160000000001</c:v>
                </c:pt>
                <c:pt idx="1276">
                  <c:v>1014.898</c:v>
                </c:pt>
                <c:pt idx="1277">
                  <c:v>1015.381</c:v>
                </c:pt>
                <c:pt idx="1278">
                  <c:v>1015.8630000000001</c:v>
                </c:pt>
                <c:pt idx="1279">
                  <c:v>1016.345</c:v>
                </c:pt>
                <c:pt idx="1280">
                  <c:v>1016.827</c:v>
                </c:pt>
                <c:pt idx="1281">
                  <c:v>1017.309</c:v>
                </c:pt>
                <c:pt idx="1282">
                  <c:v>1017.7910000000001</c:v>
                </c:pt>
                <c:pt idx="1283">
                  <c:v>1018.273</c:v>
                </c:pt>
                <c:pt idx="1284">
                  <c:v>1018.755</c:v>
                </c:pt>
                <c:pt idx="1285">
                  <c:v>1019.2380000000001</c:v>
                </c:pt>
                <c:pt idx="1286">
                  <c:v>1019.72</c:v>
                </c:pt>
                <c:pt idx="1287">
                  <c:v>1020.202</c:v>
                </c:pt>
                <c:pt idx="1288">
                  <c:v>1020.684</c:v>
                </c:pt>
                <c:pt idx="1289">
                  <c:v>1021.1660000000001</c:v>
                </c:pt>
                <c:pt idx="1290">
                  <c:v>1021.648</c:v>
                </c:pt>
                <c:pt idx="1291">
                  <c:v>1022.13</c:v>
                </c:pt>
                <c:pt idx="1292">
                  <c:v>1022.6130000000001</c:v>
                </c:pt>
                <c:pt idx="1293">
                  <c:v>1023.095</c:v>
                </c:pt>
                <c:pt idx="1294">
                  <c:v>1023.577</c:v>
                </c:pt>
                <c:pt idx="1295">
                  <c:v>1024.059</c:v>
                </c:pt>
                <c:pt idx="1296">
                  <c:v>1024.5409999999999</c:v>
                </c:pt>
                <c:pt idx="1297">
                  <c:v>1025.0229999999999</c:v>
                </c:pt>
                <c:pt idx="1298">
                  <c:v>1025.5050000000001</c:v>
                </c:pt>
                <c:pt idx="1299">
                  <c:v>1025.9880000000001</c:v>
                </c:pt>
                <c:pt idx="1300">
                  <c:v>1026.47</c:v>
                </c:pt>
                <c:pt idx="1301">
                  <c:v>1026.952</c:v>
                </c:pt>
                <c:pt idx="1302">
                  <c:v>1027.434</c:v>
                </c:pt>
                <c:pt idx="1303">
                  <c:v>1027.9159999999999</c:v>
                </c:pt>
                <c:pt idx="1304">
                  <c:v>1028.3979999999999</c:v>
                </c:pt>
                <c:pt idx="1305">
                  <c:v>1028.8800000000001</c:v>
                </c:pt>
                <c:pt idx="1306">
                  <c:v>1029.3630000000001</c:v>
                </c:pt>
                <c:pt idx="1307">
                  <c:v>1029.845</c:v>
                </c:pt>
                <c:pt idx="1308">
                  <c:v>1030.327</c:v>
                </c:pt>
                <c:pt idx="1309">
                  <c:v>1030.809</c:v>
                </c:pt>
                <c:pt idx="1310">
                  <c:v>1031.2909999999999</c:v>
                </c:pt>
                <c:pt idx="1311">
                  <c:v>1031.7729999999999</c:v>
                </c:pt>
                <c:pt idx="1312">
                  <c:v>1032.2550000000001</c:v>
                </c:pt>
                <c:pt idx="1313">
                  <c:v>1032.7380000000001</c:v>
                </c:pt>
                <c:pt idx="1314">
                  <c:v>1033.22</c:v>
                </c:pt>
                <c:pt idx="1315">
                  <c:v>1033.702</c:v>
                </c:pt>
                <c:pt idx="1316">
                  <c:v>1034.184</c:v>
                </c:pt>
                <c:pt idx="1317">
                  <c:v>1034.6659999999999</c:v>
                </c:pt>
                <c:pt idx="1318">
                  <c:v>1035.1479999999999</c:v>
                </c:pt>
                <c:pt idx="1319">
                  <c:v>1035.6300000000001</c:v>
                </c:pt>
                <c:pt idx="1320">
                  <c:v>1036.1120000000001</c:v>
                </c:pt>
                <c:pt idx="1321">
                  <c:v>1036.5940000000001</c:v>
                </c:pt>
                <c:pt idx="1322">
                  <c:v>1037.077</c:v>
                </c:pt>
                <c:pt idx="1323">
                  <c:v>1037.559</c:v>
                </c:pt>
                <c:pt idx="1324">
                  <c:v>1038.0409999999999</c:v>
                </c:pt>
                <c:pt idx="1325">
                  <c:v>1038.5229999999999</c:v>
                </c:pt>
                <c:pt idx="1326">
                  <c:v>1039.0050000000001</c:v>
                </c:pt>
                <c:pt idx="1327">
                  <c:v>1039.4870000000001</c:v>
                </c:pt>
                <c:pt idx="1328">
                  <c:v>1039.9690000000001</c:v>
                </c:pt>
                <c:pt idx="1329">
                  <c:v>1040.452</c:v>
                </c:pt>
                <c:pt idx="1330">
                  <c:v>1040.934</c:v>
                </c:pt>
                <c:pt idx="1331">
                  <c:v>1041.4159999999999</c:v>
                </c:pt>
                <c:pt idx="1332">
                  <c:v>1041.8979999999999</c:v>
                </c:pt>
                <c:pt idx="1333">
                  <c:v>1042.3800000000001</c:v>
                </c:pt>
                <c:pt idx="1334">
                  <c:v>1042.8620000000001</c:v>
                </c:pt>
                <c:pt idx="1335">
                  <c:v>1043.3440000000001</c:v>
                </c:pt>
                <c:pt idx="1336">
                  <c:v>1043.827</c:v>
                </c:pt>
                <c:pt idx="1337">
                  <c:v>1044.309</c:v>
                </c:pt>
                <c:pt idx="1338">
                  <c:v>1044.7909999999999</c:v>
                </c:pt>
                <c:pt idx="1339">
                  <c:v>1045.2729999999999</c:v>
                </c:pt>
                <c:pt idx="1340">
                  <c:v>1045.7550000000001</c:v>
                </c:pt>
                <c:pt idx="1341">
                  <c:v>1046.2370000000001</c:v>
                </c:pt>
                <c:pt idx="1342">
                  <c:v>1046.7190000000001</c:v>
                </c:pt>
                <c:pt idx="1343">
                  <c:v>1047.202</c:v>
                </c:pt>
                <c:pt idx="1344">
                  <c:v>1047.684</c:v>
                </c:pt>
                <c:pt idx="1345">
                  <c:v>1048.1659999999999</c:v>
                </c:pt>
                <c:pt idx="1346">
                  <c:v>1048.6479999999999</c:v>
                </c:pt>
                <c:pt idx="1347">
                  <c:v>1049.1300000000001</c:v>
                </c:pt>
                <c:pt idx="1348">
                  <c:v>1049.6120000000001</c:v>
                </c:pt>
                <c:pt idx="1349">
                  <c:v>1050.0940000000001</c:v>
                </c:pt>
                <c:pt idx="1350">
                  <c:v>1050.577</c:v>
                </c:pt>
                <c:pt idx="1351">
                  <c:v>1051.059</c:v>
                </c:pt>
                <c:pt idx="1352">
                  <c:v>1051.5409999999999</c:v>
                </c:pt>
                <c:pt idx="1353">
                  <c:v>1052.0229999999999</c:v>
                </c:pt>
                <c:pt idx="1354">
                  <c:v>1052.5050000000001</c:v>
                </c:pt>
                <c:pt idx="1355">
                  <c:v>1052.9870000000001</c:v>
                </c:pt>
                <c:pt idx="1356">
                  <c:v>1053.4690000000001</c:v>
                </c:pt>
                <c:pt idx="1357">
                  <c:v>1053.951</c:v>
                </c:pt>
                <c:pt idx="1358">
                  <c:v>1054.434</c:v>
                </c:pt>
                <c:pt idx="1359">
                  <c:v>1054.9159999999999</c:v>
                </c:pt>
                <c:pt idx="1360">
                  <c:v>1055.3979999999999</c:v>
                </c:pt>
                <c:pt idx="1361">
                  <c:v>1055.8800000000001</c:v>
                </c:pt>
                <c:pt idx="1362">
                  <c:v>1056.3620000000001</c:v>
                </c:pt>
                <c:pt idx="1363">
                  <c:v>1056.8440000000001</c:v>
                </c:pt>
                <c:pt idx="1364">
                  <c:v>1057.326</c:v>
                </c:pt>
                <c:pt idx="1365">
                  <c:v>1057.809</c:v>
                </c:pt>
                <c:pt idx="1366">
                  <c:v>1058.2909999999999</c:v>
                </c:pt>
                <c:pt idx="1367">
                  <c:v>1058.7729999999999</c:v>
                </c:pt>
                <c:pt idx="1368">
                  <c:v>1059.2550000000001</c:v>
                </c:pt>
                <c:pt idx="1369">
                  <c:v>1059.7370000000001</c:v>
                </c:pt>
                <c:pt idx="1370">
                  <c:v>1060.2190000000001</c:v>
                </c:pt>
                <c:pt idx="1371">
                  <c:v>1060.701</c:v>
                </c:pt>
                <c:pt idx="1372">
                  <c:v>1061.184</c:v>
                </c:pt>
                <c:pt idx="1373">
                  <c:v>1061.6659999999999</c:v>
                </c:pt>
                <c:pt idx="1374">
                  <c:v>1062.1479999999999</c:v>
                </c:pt>
                <c:pt idx="1375">
                  <c:v>1062.6300000000001</c:v>
                </c:pt>
                <c:pt idx="1376">
                  <c:v>1063.1120000000001</c:v>
                </c:pt>
                <c:pt idx="1377">
                  <c:v>1063.5940000000001</c:v>
                </c:pt>
                <c:pt idx="1378">
                  <c:v>1064.076</c:v>
                </c:pt>
                <c:pt idx="1379">
                  <c:v>1064.559</c:v>
                </c:pt>
                <c:pt idx="1380">
                  <c:v>1065.0409999999999</c:v>
                </c:pt>
                <c:pt idx="1381">
                  <c:v>1065.5229999999999</c:v>
                </c:pt>
                <c:pt idx="1382">
                  <c:v>1066.0050000000001</c:v>
                </c:pt>
                <c:pt idx="1383">
                  <c:v>1066.4870000000001</c:v>
                </c:pt>
                <c:pt idx="1384">
                  <c:v>1066.9690000000001</c:v>
                </c:pt>
                <c:pt idx="1385">
                  <c:v>1067.451</c:v>
                </c:pt>
                <c:pt idx="1386">
                  <c:v>1067.933</c:v>
                </c:pt>
                <c:pt idx="1387">
                  <c:v>1068.4159999999999</c:v>
                </c:pt>
                <c:pt idx="1388">
                  <c:v>1068.8979999999999</c:v>
                </c:pt>
                <c:pt idx="1389">
                  <c:v>1069.3800000000001</c:v>
                </c:pt>
                <c:pt idx="1390">
                  <c:v>1069.8620000000001</c:v>
                </c:pt>
                <c:pt idx="1391">
                  <c:v>1070.3440000000001</c:v>
                </c:pt>
                <c:pt idx="1392">
                  <c:v>1070.826</c:v>
                </c:pt>
                <c:pt idx="1393">
                  <c:v>1071.308</c:v>
                </c:pt>
                <c:pt idx="1394">
                  <c:v>1071.7909999999999</c:v>
                </c:pt>
                <c:pt idx="1395">
                  <c:v>1072.2729999999999</c:v>
                </c:pt>
                <c:pt idx="1396">
                  <c:v>1072.7550000000001</c:v>
                </c:pt>
                <c:pt idx="1397">
                  <c:v>1073.2370000000001</c:v>
                </c:pt>
                <c:pt idx="1398">
                  <c:v>1073.7190000000001</c:v>
                </c:pt>
                <c:pt idx="1399">
                  <c:v>1074.201</c:v>
                </c:pt>
                <c:pt idx="1400">
                  <c:v>1074.683</c:v>
                </c:pt>
                <c:pt idx="1401">
                  <c:v>1075.1659999999999</c:v>
                </c:pt>
                <c:pt idx="1402">
                  <c:v>1075.6479999999999</c:v>
                </c:pt>
                <c:pt idx="1403">
                  <c:v>1076.1300000000001</c:v>
                </c:pt>
                <c:pt idx="1404">
                  <c:v>1076.6120000000001</c:v>
                </c:pt>
                <c:pt idx="1405">
                  <c:v>1077.0940000000001</c:v>
                </c:pt>
                <c:pt idx="1406">
                  <c:v>1077.576</c:v>
                </c:pt>
                <c:pt idx="1407">
                  <c:v>1078.058</c:v>
                </c:pt>
                <c:pt idx="1408">
                  <c:v>1078.5409999999999</c:v>
                </c:pt>
                <c:pt idx="1409">
                  <c:v>1079.0229999999999</c:v>
                </c:pt>
                <c:pt idx="1410">
                  <c:v>1079.5050000000001</c:v>
                </c:pt>
                <c:pt idx="1411">
                  <c:v>1079.9870000000001</c:v>
                </c:pt>
                <c:pt idx="1412">
                  <c:v>1080.4690000000001</c:v>
                </c:pt>
                <c:pt idx="1413">
                  <c:v>1080.951</c:v>
                </c:pt>
                <c:pt idx="1414">
                  <c:v>1081.433</c:v>
                </c:pt>
                <c:pt idx="1415">
                  <c:v>1081.9159999999999</c:v>
                </c:pt>
                <c:pt idx="1416">
                  <c:v>1082.3979999999999</c:v>
                </c:pt>
                <c:pt idx="1417">
                  <c:v>1082.8800000000001</c:v>
                </c:pt>
                <c:pt idx="1418">
                  <c:v>1083.3620000000001</c:v>
                </c:pt>
                <c:pt idx="1419">
                  <c:v>1083.8440000000001</c:v>
                </c:pt>
                <c:pt idx="1420">
                  <c:v>1084.326</c:v>
                </c:pt>
                <c:pt idx="1421">
                  <c:v>1084.808</c:v>
                </c:pt>
                <c:pt idx="1422">
                  <c:v>1085.29</c:v>
                </c:pt>
                <c:pt idx="1423">
                  <c:v>1085.7719999999999</c:v>
                </c:pt>
                <c:pt idx="1424">
                  <c:v>1086.2550000000001</c:v>
                </c:pt>
                <c:pt idx="1425">
                  <c:v>1086.7370000000001</c:v>
                </c:pt>
                <c:pt idx="1426">
                  <c:v>1087.2190000000001</c:v>
                </c:pt>
                <c:pt idx="1427">
                  <c:v>1087.701</c:v>
                </c:pt>
                <c:pt idx="1428">
                  <c:v>1088.183</c:v>
                </c:pt>
                <c:pt idx="1429">
                  <c:v>1088.665</c:v>
                </c:pt>
                <c:pt idx="1430">
                  <c:v>1089.1469999999999</c:v>
                </c:pt>
                <c:pt idx="1431">
                  <c:v>1089.6300000000001</c:v>
                </c:pt>
                <c:pt idx="1432">
                  <c:v>1090.1120000000001</c:v>
                </c:pt>
                <c:pt idx="1433">
                  <c:v>1090.5940000000001</c:v>
                </c:pt>
                <c:pt idx="1434">
                  <c:v>1091.076</c:v>
                </c:pt>
                <c:pt idx="1435">
                  <c:v>1091.558</c:v>
                </c:pt>
                <c:pt idx="1436">
                  <c:v>1092.04</c:v>
                </c:pt>
                <c:pt idx="1437">
                  <c:v>1092.5219999999999</c:v>
                </c:pt>
                <c:pt idx="1438">
                  <c:v>1093.0050000000001</c:v>
                </c:pt>
                <c:pt idx="1439">
                  <c:v>1093.4870000000001</c:v>
                </c:pt>
                <c:pt idx="1440">
                  <c:v>1093.9690000000001</c:v>
                </c:pt>
                <c:pt idx="1441">
                  <c:v>1094.451</c:v>
                </c:pt>
                <c:pt idx="1442">
                  <c:v>1094.933</c:v>
                </c:pt>
                <c:pt idx="1443">
                  <c:v>1095.415</c:v>
                </c:pt>
                <c:pt idx="1444">
                  <c:v>1095.8969999999999</c:v>
                </c:pt>
                <c:pt idx="1445">
                  <c:v>1096.3800000000001</c:v>
                </c:pt>
                <c:pt idx="1446">
                  <c:v>1096.8620000000001</c:v>
                </c:pt>
                <c:pt idx="1447">
                  <c:v>1097.3440000000001</c:v>
                </c:pt>
                <c:pt idx="1448">
                  <c:v>1097.826</c:v>
                </c:pt>
                <c:pt idx="1449">
                  <c:v>1098.308</c:v>
                </c:pt>
                <c:pt idx="1450">
                  <c:v>1098.79</c:v>
                </c:pt>
                <c:pt idx="1451">
                  <c:v>1099.2719999999999</c:v>
                </c:pt>
                <c:pt idx="1452">
                  <c:v>1099.7550000000001</c:v>
                </c:pt>
                <c:pt idx="1453">
                  <c:v>1100.2370000000001</c:v>
                </c:pt>
                <c:pt idx="1454">
                  <c:v>1100.7190000000001</c:v>
                </c:pt>
                <c:pt idx="1455">
                  <c:v>1101.201</c:v>
                </c:pt>
                <c:pt idx="1456">
                  <c:v>1101.683</c:v>
                </c:pt>
                <c:pt idx="1457">
                  <c:v>1102.165</c:v>
                </c:pt>
                <c:pt idx="1458">
                  <c:v>1102.6469999999999</c:v>
                </c:pt>
                <c:pt idx="1459">
                  <c:v>1103.1289999999999</c:v>
                </c:pt>
                <c:pt idx="1460">
                  <c:v>1103.6120000000001</c:v>
                </c:pt>
                <c:pt idx="1461">
                  <c:v>1104.0940000000001</c:v>
                </c:pt>
                <c:pt idx="1462">
                  <c:v>1104.576</c:v>
                </c:pt>
                <c:pt idx="1463">
                  <c:v>1105.058</c:v>
                </c:pt>
                <c:pt idx="1464">
                  <c:v>1105.54</c:v>
                </c:pt>
                <c:pt idx="1465">
                  <c:v>1106.0219999999999</c:v>
                </c:pt>
                <c:pt idx="1466">
                  <c:v>1106.5039999999999</c:v>
                </c:pt>
                <c:pt idx="1467">
                  <c:v>1106.9870000000001</c:v>
                </c:pt>
                <c:pt idx="1468">
                  <c:v>1107.4690000000001</c:v>
                </c:pt>
                <c:pt idx="1469">
                  <c:v>1107.951</c:v>
                </c:pt>
                <c:pt idx="1470">
                  <c:v>1108.433</c:v>
                </c:pt>
                <c:pt idx="1471">
                  <c:v>1108.915</c:v>
                </c:pt>
                <c:pt idx="1472">
                  <c:v>1109.3969999999999</c:v>
                </c:pt>
                <c:pt idx="1473">
                  <c:v>1109.8789999999999</c:v>
                </c:pt>
                <c:pt idx="1474">
                  <c:v>1110.3620000000001</c:v>
                </c:pt>
                <c:pt idx="1475">
                  <c:v>1110.8440000000001</c:v>
                </c:pt>
                <c:pt idx="1476">
                  <c:v>1111.326</c:v>
                </c:pt>
                <c:pt idx="1477">
                  <c:v>1111.808</c:v>
                </c:pt>
                <c:pt idx="1478">
                  <c:v>1112.29</c:v>
                </c:pt>
                <c:pt idx="1479">
                  <c:v>1112.7719999999999</c:v>
                </c:pt>
                <c:pt idx="1480">
                  <c:v>1113.2539999999999</c:v>
                </c:pt>
                <c:pt idx="1481">
                  <c:v>1113.7360000000001</c:v>
                </c:pt>
                <c:pt idx="1482">
                  <c:v>1114.2190000000001</c:v>
                </c:pt>
                <c:pt idx="1483">
                  <c:v>1114.701</c:v>
                </c:pt>
                <c:pt idx="1484">
                  <c:v>1115.183</c:v>
                </c:pt>
                <c:pt idx="1485">
                  <c:v>1115.665</c:v>
                </c:pt>
                <c:pt idx="1486">
                  <c:v>1116.1469999999999</c:v>
                </c:pt>
                <c:pt idx="1487">
                  <c:v>1116.6289999999999</c:v>
                </c:pt>
                <c:pt idx="1488">
                  <c:v>1117.1110000000001</c:v>
                </c:pt>
                <c:pt idx="1489">
                  <c:v>1117.5940000000001</c:v>
                </c:pt>
                <c:pt idx="1490">
                  <c:v>1118.076</c:v>
                </c:pt>
                <c:pt idx="1491">
                  <c:v>1118.558</c:v>
                </c:pt>
                <c:pt idx="1492">
                  <c:v>1119.04</c:v>
                </c:pt>
                <c:pt idx="1493">
                  <c:v>1119.5219999999999</c:v>
                </c:pt>
                <c:pt idx="1494">
                  <c:v>1120.0039999999999</c:v>
                </c:pt>
                <c:pt idx="1495">
                  <c:v>1120.4860000000001</c:v>
                </c:pt>
                <c:pt idx="1496">
                  <c:v>1120.9690000000001</c:v>
                </c:pt>
                <c:pt idx="1497">
                  <c:v>1121.451</c:v>
                </c:pt>
                <c:pt idx="1498">
                  <c:v>1121.933</c:v>
                </c:pt>
                <c:pt idx="1499">
                  <c:v>1122.415</c:v>
                </c:pt>
                <c:pt idx="1500">
                  <c:v>1122.8969999999999</c:v>
                </c:pt>
                <c:pt idx="1501">
                  <c:v>1123.3789999999999</c:v>
                </c:pt>
                <c:pt idx="1502">
                  <c:v>1123.8610000000001</c:v>
                </c:pt>
                <c:pt idx="1503">
                  <c:v>1124.3440000000001</c:v>
                </c:pt>
                <c:pt idx="1504">
                  <c:v>1124.826</c:v>
                </c:pt>
                <c:pt idx="1505">
                  <c:v>1125.308</c:v>
                </c:pt>
                <c:pt idx="1506">
                  <c:v>1125.79</c:v>
                </c:pt>
                <c:pt idx="1507">
                  <c:v>1126.2719999999999</c:v>
                </c:pt>
                <c:pt idx="1508">
                  <c:v>1126.7539999999999</c:v>
                </c:pt>
                <c:pt idx="1509">
                  <c:v>1127.2360000000001</c:v>
                </c:pt>
                <c:pt idx="1510">
                  <c:v>1127.7190000000001</c:v>
                </c:pt>
                <c:pt idx="1511">
                  <c:v>1128.201</c:v>
                </c:pt>
                <c:pt idx="1512">
                  <c:v>1128.683</c:v>
                </c:pt>
                <c:pt idx="1513">
                  <c:v>1129.165</c:v>
                </c:pt>
                <c:pt idx="1514">
                  <c:v>1129.6469999999999</c:v>
                </c:pt>
                <c:pt idx="1515">
                  <c:v>1130.1289999999999</c:v>
                </c:pt>
                <c:pt idx="1516">
                  <c:v>1130.6110000000001</c:v>
                </c:pt>
                <c:pt idx="1517">
                  <c:v>1131.0930000000001</c:v>
                </c:pt>
                <c:pt idx="1518">
                  <c:v>1131.576</c:v>
                </c:pt>
                <c:pt idx="1519">
                  <c:v>1132.058</c:v>
                </c:pt>
                <c:pt idx="1520">
                  <c:v>1132.54</c:v>
                </c:pt>
                <c:pt idx="1521">
                  <c:v>1133.0219999999999</c:v>
                </c:pt>
                <c:pt idx="1522">
                  <c:v>1133.5039999999999</c:v>
                </c:pt>
                <c:pt idx="1523">
                  <c:v>1133.9860000000001</c:v>
                </c:pt>
                <c:pt idx="1524">
                  <c:v>1134.4680000000001</c:v>
                </c:pt>
                <c:pt idx="1525">
                  <c:v>1134.95</c:v>
                </c:pt>
                <c:pt idx="1526">
                  <c:v>1135.433</c:v>
                </c:pt>
                <c:pt idx="1527">
                  <c:v>1135.915</c:v>
                </c:pt>
                <c:pt idx="1528">
                  <c:v>1136.3969999999999</c:v>
                </c:pt>
                <c:pt idx="1529">
                  <c:v>1136.8789999999999</c:v>
                </c:pt>
                <c:pt idx="1530">
                  <c:v>1137.3610000000001</c:v>
                </c:pt>
                <c:pt idx="1531">
                  <c:v>1137.8430000000001</c:v>
                </c:pt>
                <c:pt idx="1532">
                  <c:v>1138.325</c:v>
                </c:pt>
                <c:pt idx="1533">
                  <c:v>1138.808</c:v>
                </c:pt>
                <c:pt idx="1534">
                  <c:v>1139.29</c:v>
                </c:pt>
                <c:pt idx="1535">
                  <c:v>1139.7719999999999</c:v>
                </c:pt>
                <c:pt idx="1536">
                  <c:v>1140.2539999999999</c:v>
                </c:pt>
                <c:pt idx="1537">
                  <c:v>1140.7360000000001</c:v>
                </c:pt>
                <c:pt idx="1538">
                  <c:v>1141.2180000000001</c:v>
                </c:pt>
                <c:pt idx="1539">
                  <c:v>1141.7</c:v>
                </c:pt>
                <c:pt idx="1540">
                  <c:v>1142.183</c:v>
                </c:pt>
                <c:pt idx="1541">
                  <c:v>1142.665</c:v>
                </c:pt>
                <c:pt idx="1542">
                  <c:v>1143.1469999999999</c:v>
                </c:pt>
                <c:pt idx="1543">
                  <c:v>1143.6289999999999</c:v>
                </c:pt>
                <c:pt idx="1544">
                  <c:v>1144.1110000000001</c:v>
                </c:pt>
                <c:pt idx="1545">
                  <c:v>1144.5930000000001</c:v>
                </c:pt>
                <c:pt idx="1546">
                  <c:v>1145.075</c:v>
                </c:pt>
                <c:pt idx="1547">
                  <c:v>1145.557</c:v>
                </c:pt>
                <c:pt idx="1548">
                  <c:v>1146.04</c:v>
                </c:pt>
                <c:pt idx="1549">
                  <c:v>1146.5219999999999</c:v>
                </c:pt>
                <c:pt idx="1550">
                  <c:v>1147.0039999999999</c:v>
                </c:pt>
                <c:pt idx="1551">
                  <c:v>1147.4860000000001</c:v>
                </c:pt>
                <c:pt idx="1552">
                  <c:v>1147.9680000000001</c:v>
                </c:pt>
                <c:pt idx="1553">
                  <c:v>1148.45</c:v>
                </c:pt>
                <c:pt idx="1554">
                  <c:v>1148.932</c:v>
                </c:pt>
                <c:pt idx="1555">
                  <c:v>1149.415</c:v>
                </c:pt>
                <c:pt idx="1556">
                  <c:v>1149.8969999999999</c:v>
                </c:pt>
                <c:pt idx="1557">
                  <c:v>1150.3789999999999</c:v>
                </c:pt>
                <c:pt idx="1558">
                  <c:v>1150.8610000000001</c:v>
                </c:pt>
                <c:pt idx="1559">
                  <c:v>1151.3430000000001</c:v>
                </c:pt>
                <c:pt idx="1560">
                  <c:v>1151.825</c:v>
                </c:pt>
                <c:pt idx="1561">
                  <c:v>1152.307</c:v>
                </c:pt>
                <c:pt idx="1562">
                  <c:v>1152.79</c:v>
                </c:pt>
                <c:pt idx="1563">
                  <c:v>1153.2719999999999</c:v>
                </c:pt>
                <c:pt idx="1564">
                  <c:v>1153.7539999999999</c:v>
                </c:pt>
                <c:pt idx="1565">
                  <c:v>1154.2360000000001</c:v>
                </c:pt>
                <c:pt idx="1566">
                  <c:v>1154.7180000000001</c:v>
                </c:pt>
                <c:pt idx="1567">
                  <c:v>1155.2</c:v>
                </c:pt>
                <c:pt idx="1568">
                  <c:v>1155.682</c:v>
                </c:pt>
                <c:pt idx="1569">
                  <c:v>1156.165</c:v>
                </c:pt>
                <c:pt idx="1570">
                  <c:v>1156.6469999999999</c:v>
                </c:pt>
                <c:pt idx="1571">
                  <c:v>1157.1289999999999</c:v>
                </c:pt>
                <c:pt idx="1572">
                  <c:v>1157.6110000000001</c:v>
                </c:pt>
                <c:pt idx="1573">
                  <c:v>1158.0930000000001</c:v>
                </c:pt>
                <c:pt idx="1574">
                  <c:v>1158.575</c:v>
                </c:pt>
                <c:pt idx="1575">
                  <c:v>1159.057</c:v>
                </c:pt>
                <c:pt idx="1576">
                  <c:v>1159.54</c:v>
                </c:pt>
                <c:pt idx="1577">
                  <c:v>1160.0219999999999</c:v>
                </c:pt>
                <c:pt idx="1578">
                  <c:v>1160.5039999999999</c:v>
                </c:pt>
                <c:pt idx="1579">
                  <c:v>1160.9860000000001</c:v>
                </c:pt>
                <c:pt idx="1580">
                  <c:v>1161.4680000000001</c:v>
                </c:pt>
                <c:pt idx="1581">
                  <c:v>1161.95</c:v>
                </c:pt>
                <c:pt idx="1582">
                  <c:v>1162.432</c:v>
                </c:pt>
                <c:pt idx="1583">
                  <c:v>1162.914</c:v>
                </c:pt>
                <c:pt idx="1584">
                  <c:v>1163.3969999999999</c:v>
                </c:pt>
                <c:pt idx="1585">
                  <c:v>1163.8789999999999</c:v>
                </c:pt>
                <c:pt idx="1586">
                  <c:v>1164.3610000000001</c:v>
                </c:pt>
                <c:pt idx="1587">
                  <c:v>1164.8430000000001</c:v>
                </c:pt>
                <c:pt idx="1588">
                  <c:v>1165.325</c:v>
                </c:pt>
                <c:pt idx="1589">
                  <c:v>1165.807</c:v>
                </c:pt>
                <c:pt idx="1590">
                  <c:v>1166.289</c:v>
                </c:pt>
                <c:pt idx="1591">
                  <c:v>1166.771</c:v>
                </c:pt>
                <c:pt idx="1592">
                  <c:v>1167.2539999999999</c:v>
                </c:pt>
                <c:pt idx="1593">
                  <c:v>1167.7360000000001</c:v>
                </c:pt>
                <c:pt idx="1594">
                  <c:v>1168.2180000000001</c:v>
                </c:pt>
                <c:pt idx="1595">
                  <c:v>1168.7</c:v>
                </c:pt>
                <c:pt idx="1596">
                  <c:v>1169.182</c:v>
                </c:pt>
                <c:pt idx="1597">
                  <c:v>1169.664</c:v>
                </c:pt>
                <c:pt idx="1598">
                  <c:v>1170.146</c:v>
                </c:pt>
                <c:pt idx="1599">
                  <c:v>1170.6289999999999</c:v>
                </c:pt>
                <c:pt idx="1600">
                  <c:v>1171.1110000000001</c:v>
                </c:pt>
                <c:pt idx="1601">
                  <c:v>1171.5930000000001</c:v>
                </c:pt>
                <c:pt idx="1602">
                  <c:v>1172.075</c:v>
                </c:pt>
                <c:pt idx="1603">
                  <c:v>1172.557</c:v>
                </c:pt>
                <c:pt idx="1604">
                  <c:v>1173.039</c:v>
                </c:pt>
                <c:pt idx="1605">
                  <c:v>1173.521</c:v>
                </c:pt>
                <c:pt idx="1606">
                  <c:v>1174.0039999999999</c:v>
                </c:pt>
                <c:pt idx="1607">
                  <c:v>1174.4860000000001</c:v>
                </c:pt>
                <c:pt idx="1608">
                  <c:v>1174.9680000000001</c:v>
                </c:pt>
                <c:pt idx="1609">
                  <c:v>1175.45</c:v>
                </c:pt>
                <c:pt idx="1610">
                  <c:v>1175.932</c:v>
                </c:pt>
                <c:pt idx="1611">
                  <c:v>1176.414</c:v>
                </c:pt>
                <c:pt idx="1612">
                  <c:v>1176.896</c:v>
                </c:pt>
                <c:pt idx="1613">
                  <c:v>1177.3789999999999</c:v>
                </c:pt>
                <c:pt idx="1614">
                  <c:v>1177.8610000000001</c:v>
                </c:pt>
                <c:pt idx="1615">
                  <c:v>1178.3430000000001</c:v>
                </c:pt>
                <c:pt idx="1616">
                  <c:v>1178.825</c:v>
                </c:pt>
                <c:pt idx="1617">
                  <c:v>1179.307</c:v>
                </c:pt>
                <c:pt idx="1618">
                  <c:v>1179.789</c:v>
                </c:pt>
                <c:pt idx="1619">
                  <c:v>1180.271</c:v>
                </c:pt>
                <c:pt idx="1620">
                  <c:v>1180.7539999999999</c:v>
                </c:pt>
                <c:pt idx="1621">
                  <c:v>1181.2360000000001</c:v>
                </c:pt>
                <c:pt idx="1622">
                  <c:v>1181.7180000000001</c:v>
                </c:pt>
                <c:pt idx="1623">
                  <c:v>1182.2</c:v>
                </c:pt>
                <c:pt idx="1624">
                  <c:v>1182.682</c:v>
                </c:pt>
                <c:pt idx="1625">
                  <c:v>1183.164</c:v>
                </c:pt>
                <c:pt idx="1626">
                  <c:v>1183.646</c:v>
                </c:pt>
                <c:pt idx="1627">
                  <c:v>1184.1279999999999</c:v>
                </c:pt>
                <c:pt idx="1628">
                  <c:v>1184.6110000000001</c:v>
                </c:pt>
                <c:pt idx="1629">
                  <c:v>1185.0930000000001</c:v>
                </c:pt>
                <c:pt idx="1630">
                  <c:v>1185.575</c:v>
                </c:pt>
                <c:pt idx="1631">
                  <c:v>1186.057</c:v>
                </c:pt>
                <c:pt idx="1632">
                  <c:v>1186.539</c:v>
                </c:pt>
                <c:pt idx="1633">
                  <c:v>1187.021</c:v>
                </c:pt>
                <c:pt idx="1634">
                  <c:v>1187.5029999999999</c:v>
                </c:pt>
                <c:pt idx="1635">
                  <c:v>1187.9860000000001</c:v>
                </c:pt>
                <c:pt idx="1636">
                  <c:v>1188.4680000000001</c:v>
                </c:pt>
                <c:pt idx="1637">
                  <c:v>1188.95</c:v>
                </c:pt>
                <c:pt idx="1638">
                  <c:v>1189.432</c:v>
                </c:pt>
                <c:pt idx="1639">
                  <c:v>1189.914</c:v>
                </c:pt>
                <c:pt idx="1640">
                  <c:v>1190.396</c:v>
                </c:pt>
                <c:pt idx="1641">
                  <c:v>1190.8779999999999</c:v>
                </c:pt>
                <c:pt idx="1642">
                  <c:v>1191.3610000000001</c:v>
                </c:pt>
                <c:pt idx="1643">
                  <c:v>1191.8430000000001</c:v>
                </c:pt>
                <c:pt idx="1644">
                  <c:v>1192.325</c:v>
                </c:pt>
                <c:pt idx="1645">
                  <c:v>1192.807</c:v>
                </c:pt>
                <c:pt idx="1646">
                  <c:v>1193.289</c:v>
                </c:pt>
                <c:pt idx="1647">
                  <c:v>1193.771</c:v>
                </c:pt>
                <c:pt idx="1648">
                  <c:v>1194.2529999999999</c:v>
                </c:pt>
                <c:pt idx="1649">
                  <c:v>1194.7349999999999</c:v>
                </c:pt>
                <c:pt idx="1650">
                  <c:v>1195.2180000000001</c:v>
                </c:pt>
                <c:pt idx="1651">
                  <c:v>1195.7</c:v>
                </c:pt>
                <c:pt idx="1652">
                  <c:v>1196.182</c:v>
                </c:pt>
                <c:pt idx="1653">
                  <c:v>1196.664</c:v>
                </c:pt>
                <c:pt idx="1654">
                  <c:v>1197.146</c:v>
                </c:pt>
                <c:pt idx="1655">
                  <c:v>1197.6279999999999</c:v>
                </c:pt>
                <c:pt idx="1656">
                  <c:v>1198.1099999999999</c:v>
                </c:pt>
                <c:pt idx="1657">
                  <c:v>1198.5930000000001</c:v>
                </c:pt>
                <c:pt idx="1658">
                  <c:v>1199.075</c:v>
                </c:pt>
                <c:pt idx="1659">
                  <c:v>1199.557</c:v>
                </c:pt>
                <c:pt idx="1660">
                  <c:v>1200.039</c:v>
                </c:pt>
                <c:pt idx="1661">
                  <c:v>1200.521</c:v>
                </c:pt>
                <c:pt idx="1662">
                  <c:v>1201.0029999999999</c:v>
                </c:pt>
                <c:pt idx="1663">
                  <c:v>1201.4849999999999</c:v>
                </c:pt>
                <c:pt idx="1664">
                  <c:v>1201.9680000000001</c:v>
                </c:pt>
                <c:pt idx="1665">
                  <c:v>1202.45</c:v>
                </c:pt>
                <c:pt idx="1666">
                  <c:v>1202.932</c:v>
                </c:pt>
                <c:pt idx="1667">
                  <c:v>1203.414</c:v>
                </c:pt>
                <c:pt idx="1668">
                  <c:v>1203.896</c:v>
                </c:pt>
                <c:pt idx="1669">
                  <c:v>1204.3779999999999</c:v>
                </c:pt>
                <c:pt idx="1670">
                  <c:v>1204.8599999999999</c:v>
                </c:pt>
                <c:pt idx="1671">
                  <c:v>1205.3430000000001</c:v>
                </c:pt>
                <c:pt idx="1672">
                  <c:v>1205.825</c:v>
                </c:pt>
                <c:pt idx="1673">
                  <c:v>1206.307</c:v>
                </c:pt>
                <c:pt idx="1674">
                  <c:v>1206.789</c:v>
                </c:pt>
                <c:pt idx="1675">
                  <c:v>1207.271</c:v>
                </c:pt>
                <c:pt idx="1676">
                  <c:v>1207.7529999999999</c:v>
                </c:pt>
                <c:pt idx="1677">
                  <c:v>1208.2349999999999</c:v>
                </c:pt>
                <c:pt idx="1678">
                  <c:v>1208.7180000000001</c:v>
                </c:pt>
                <c:pt idx="1679">
                  <c:v>1209.2</c:v>
                </c:pt>
                <c:pt idx="1680">
                  <c:v>1209.682</c:v>
                </c:pt>
                <c:pt idx="1681">
                  <c:v>1210.164</c:v>
                </c:pt>
                <c:pt idx="1682">
                  <c:v>1210.646</c:v>
                </c:pt>
                <c:pt idx="1683">
                  <c:v>1211.1279999999999</c:v>
                </c:pt>
                <c:pt idx="1684">
                  <c:v>1211.6099999999999</c:v>
                </c:pt>
                <c:pt idx="1685">
                  <c:v>1212.0920000000001</c:v>
                </c:pt>
                <c:pt idx="1686">
                  <c:v>1212.575</c:v>
                </c:pt>
                <c:pt idx="1687">
                  <c:v>1213.057</c:v>
                </c:pt>
                <c:pt idx="1688">
                  <c:v>1213.539</c:v>
                </c:pt>
                <c:pt idx="1689">
                  <c:v>1214.021</c:v>
                </c:pt>
                <c:pt idx="1690">
                  <c:v>1214.5029999999999</c:v>
                </c:pt>
                <c:pt idx="1691">
                  <c:v>1214.9849999999999</c:v>
                </c:pt>
                <c:pt idx="1692">
                  <c:v>1215.4670000000001</c:v>
                </c:pt>
                <c:pt idx="1693">
                  <c:v>1215.9490000000001</c:v>
                </c:pt>
                <c:pt idx="1694">
                  <c:v>1216.432</c:v>
                </c:pt>
                <c:pt idx="1695">
                  <c:v>1216.914</c:v>
                </c:pt>
                <c:pt idx="1696">
                  <c:v>1217.396</c:v>
                </c:pt>
                <c:pt idx="1697">
                  <c:v>1217.8779999999999</c:v>
                </c:pt>
                <c:pt idx="1698">
                  <c:v>1218.3599999999999</c:v>
                </c:pt>
                <c:pt idx="1699">
                  <c:v>1218.8420000000001</c:v>
                </c:pt>
                <c:pt idx="1700">
                  <c:v>1219.3240000000001</c:v>
                </c:pt>
                <c:pt idx="1701">
                  <c:v>1219.807</c:v>
                </c:pt>
                <c:pt idx="1702">
                  <c:v>1220.289</c:v>
                </c:pt>
                <c:pt idx="1703">
                  <c:v>1220.771</c:v>
                </c:pt>
                <c:pt idx="1704">
                  <c:v>1221.2529999999999</c:v>
                </c:pt>
                <c:pt idx="1705">
                  <c:v>1221.7349999999999</c:v>
                </c:pt>
                <c:pt idx="1706">
                  <c:v>1222.2170000000001</c:v>
                </c:pt>
                <c:pt idx="1707">
                  <c:v>1222.6990000000001</c:v>
                </c:pt>
                <c:pt idx="1708">
                  <c:v>1223.182</c:v>
                </c:pt>
                <c:pt idx="1709">
                  <c:v>1223.664</c:v>
                </c:pt>
                <c:pt idx="1710">
                  <c:v>1224.146</c:v>
                </c:pt>
                <c:pt idx="1711">
                  <c:v>1224.6279999999999</c:v>
                </c:pt>
                <c:pt idx="1712">
                  <c:v>1225.1099999999999</c:v>
                </c:pt>
                <c:pt idx="1713">
                  <c:v>1225.5920000000001</c:v>
                </c:pt>
                <c:pt idx="1714">
                  <c:v>1226.0740000000001</c:v>
                </c:pt>
                <c:pt idx="1715">
                  <c:v>1226.557</c:v>
                </c:pt>
                <c:pt idx="1716">
                  <c:v>1227.039</c:v>
                </c:pt>
                <c:pt idx="1717">
                  <c:v>1227.521</c:v>
                </c:pt>
                <c:pt idx="1718">
                  <c:v>1228.0029999999999</c:v>
                </c:pt>
                <c:pt idx="1719">
                  <c:v>1228.4849999999999</c:v>
                </c:pt>
                <c:pt idx="1720">
                  <c:v>1228.9670000000001</c:v>
                </c:pt>
                <c:pt idx="1721">
                  <c:v>1229.4490000000001</c:v>
                </c:pt>
                <c:pt idx="1722">
                  <c:v>1229.932</c:v>
                </c:pt>
                <c:pt idx="1723">
                  <c:v>1230.414</c:v>
                </c:pt>
                <c:pt idx="1724">
                  <c:v>1230.896</c:v>
                </c:pt>
                <c:pt idx="1725">
                  <c:v>1231.3779999999999</c:v>
                </c:pt>
                <c:pt idx="1726">
                  <c:v>1231.8599999999999</c:v>
                </c:pt>
                <c:pt idx="1727">
                  <c:v>1232.3420000000001</c:v>
                </c:pt>
                <c:pt idx="1728">
                  <c:v>1232.8240000000001</c:v>
                </c:pt>
                <c:pt idx="1729">
                  <c:v>1233.306</c:v>
                </c:pt>
                <c:pt idx="1730">
                  <c:v>1233.789</c:v>
                </c:pt>
                <c:pt idx="1731">
                  <c:v>1234.271</c:v>
                </c:pt>
                <c:pt idx="1732">
                  <c:v>1234.7529999999999</c:v>
                </c:pt>
                <c:pt idx="1733">
                  <c:v>1235.2349999999999</c:v>
                </c:pt>
                <c:pt idx="1734">
                  <c:v>1235.7170000000001</c:v>
                </c:pt>
                <c:pt idx="1735">
                  <c:v>1236.1990000000001</c:v>
                </c:pt>
                <c:pt idx="1736">
                  <c:v>1236.681</c:v>
                </c:pt>
                <c:pt idx="1737">
                  <c:v>1237.164</c:v>
                </c:pt>
                <c:pt idx="1738">
                  <c:v>1237.646</c:v>
                </c:pt>
                <c:pt idx="1739">
                  <c:v>1238.1279999999999</c:v>
                </c:pt>
                <c:pt idx="1740">
                  <c:v>1238.6099999999999</c:v>
                </c:pt>
                <c:pt idx="1741">
                  <c:v>1239.0920000000001</c:v>
                </c:pt>
                <c:pt idx="1742">
                  <c:v>1239.5740000000001</c:v>
                </c:pt>
                <c:pt idx="1743">
                  <c:v>1240.056</c:v>
                </c:pt>
                <c:pt idx="1744">
                  <c:v>1240.539</c:v>
                </c:pt>
                <c:pt idx="1745">
                  <c:v>1241.021</c:v>
                </c:pt>
                <c:pt idx="1746">
                  <c:v>1241.5029999999999</c:v>
                </c:pt>
                <c:pt idx="1747">
                  <c:v>1241.9849999999999</c:v>
                </c:pt>
                <c:pt idx="1748">
                  <c:v>1242.4670000000001</c:v>
                </c:pt>
                <c:pt idx="1749">
                  <c:v>1242.9490000000001</c:v>
                </c:pt>
                <c:pt idx="1750">
                  <c:v>1243.431</c:v>
                </c:pt>
                <c:pt idx="1751">
                  <c:v>1243.913</c:v>
                </c:pt>
                <c:pt idx="1752">
                  <c:v>1244.396</c:v>
                </c:pt>
                <c:pt idx="1753">
                  <c:v>1244.8779999999999</c:v>
                </c:pt>
                <c:pt idx="1754">
                  <c:v>1245.3599999999999</c:v>
                </c:pt>
                <c:pt idx="1755">
                  <c:v>1245.8420000000001</c:v>
                </c:pt>
                <c:pt idx="1756">
                  <c:v>1246.3240000000001</c:v>
                </c:pt>
                <c:pt idx="1757">
                  <c:v>1246.806</c:v>
                </c:pt>
                <c:pt idx="1758">
                  <c:v>1247.288</c:v>
                </c:pt>
                <c:pt idx="1759">
                  <c:v>1247.771</c:v>
                </c:pt>
                <c:pt idx="1760">
                  <c:v>1248.2529999999999</c:v>
                </c:pt>
                <c:pt idx="1761">
                  <c:v>1248.7349999999999</c:v>
                </c:pt>
                <c:pt idx="1762">
                  <c:v>1249.2170000000001</c:v>
                </c:pt>
                <c:pt idx="1763">
                  <c:v>1249.6990000000001</c:v>
                </c:pt>
                <c:pt idx="1764">
                  <c:v>1250.181</c:v>
                </c:pt>
                <c:pt idx="1765">
                  <c:v>1250.663</c:v>
                </c:pt>
                <c:pt idx="1766">
                  <c:v>1251.146</c:v>
                </c:pt>
                <c:pt idx="1767">
                  <c:v>1251.6279999999999</c:v>
                </c:pt>
                <c:pt idx="1768">
                  <c:v>1252.1099999999999</c:v>
                </c:pt>
                <c:pt idx="1769">
                  <c:v>1252.5920000000001</c:v>
                </c:pt>
                <c:pt idx="1770">
                  <c:v>1253.0740000000001</c:v>
                </c:pt>
                <c:pt idx="1771">
                  <c:v>1253.556</c:v>
                </c:pt>
                <c:pt idx="1772">
                  <c:v>1254.038</c:v>
                </c:pt>
                <c:pt idx="1773">
                  <c:v>1254.521</c:v>
                </c:pt>
                <c:pt idx="1774">
                  <c:v>1255.0029999999999</c:v>
                </c:pt>
                <c:pt idx="1775">
                  <c:v>1255.4849999999999</c:v>
                </c:pt>
                <c:pt idx="1776">
                  <c:v>1255.9670000000001</c:v>
                </c:pt>
                <c:pt idx="1777">
                  <c:v>1256.4490000000001</c:v>
                </c:pt>
                <c:pt idx="1778">
                  <c:v>1256.931</c:v>
                </c:pt>
                <c:pt idx="1779">
                  <c:v>1257.413</c:v>
                </c:pt>
                <c:pt idx="1780">
                  <c:v>1257.896</c:v>
                </c:pt>
                <c:pt idx="1781">
                  <c:v>1258.3779999999999</c:v>
                </c:pt>
                <c:pt idx="1782">
                  <c:v>1258.8599999999999</c:v>
                </c:pt>
                <c:pt idx="1783">
                  <c:v>1259.3420000000001</c:v>
                </c:pt>
                <c:pt idx="1784">
                  <c:v>1259.8240000000001</c:v>
                </c:pt>
                <c:pt idx="1785">
                  <c:v>1260.306</c:v>
                </c:pt>
                <c:pt idx="1786">
                  <c:v>1260.788</c:v>
                </c:pt>
                <c:pt idx="1787">
                  <c:v>1261.27</c:v>
                </c:pt>
                <c:pt idx="1788">
                  <c:v>1261.7529999999999</c:v>
                </c:pt>
                <c:pt idx="1789">
                  <c:v>1262.2349999999999</c:v>
                </c:pt>
                <c:pt idx="1790">
                  <c:v>1262.7170000000001</c:v>
                </c:pt>
                <c:pt idx="1791">
                  <c:v>1263.1990000000001</c:v>
                </c:pt>
                <c:pt idx="1792">
                  <c:v>1263.681</c:v>
                </c:pt>
                <c:pt idx="1793">
                  <c:v>1264.163</c:v>
                </c:pt>
                <c:pt idx="1794">
                  <c:v>1264.645</c:v>
                </c:pt>
                <c:pt idx="1795">
                  <c:v>1265.127</c:v>
                </c:pt>
                <c:pt idx="1796">
                  <c:v>1265.6099999999999</c:v>
                </c:pt>
                <c:pt idx="1797">
                  <c:v>1266.0920000000001</c:v>
                </c:pt>
                <c:pt idx="1798">
                  <c:v>1266.5740000000001</c:v>
                </c:pt>
                <c:pt idx="1799">
                  <c:v>1267.056</c:v>
                </c:pt>
                <c:pt idx="1800">
                  <c:v>1267.538</c:v>
                </c:pt>
                <c:pt idx="1801">
                  <c:v>1268.02</c:v>
                </c:pt>
                <c:pt idx="1802">
                  <c:v>1268.502</c:v>
                </c:pt>
                <c:pt idx="1803">
                  <c:v>1268.9849999999999</c:v>
                </c:pt>
                <c:pt idx="1804">
                  <c:v>1269.4670000000001</c:v>
                </c:pt>
                <c:pt idx="1805">
                  <c:v>1269.9490000000001</c:v>
                </c:pt>
                <c:pt idx="1806">
                  <c:v>1270.431</c:v>
                </c:pt>
                <c:pt idx="1807">
                  <c:v>1270.913</c:v>
                </c:pt>
                <c:pt idx="1808">
                  <c:v>1271.395</c:v>
                </c:pt>
                <c:pt idx="1809">
                  <c:v>1271.877</c:v>
                </c:pt>
                <c:pt idx="1810">
                  <c:v>1272.3599999999999</c:v>
                </c:pt>
                <c:pt idx="1811">
                  <c:v>1272.8420000000001</c:v>
                </c:pt>
                <c:pt idx="1812">
                  <c:v>1273.3240000000001</c:v>
                </c:pt>
                <c:pt idx="1813">
                  <c:v>1273.806</c:v>
                </c:pt>
                <c:pt idx="1814">
                  <c:v>1274.288</c:v>
                </c:pt>
                <c:pt idx="1815">
                  <c:v>1274.77</c:v>
                </c:pt>
                <c:pt idx="1816">
                  <c:v>1275.252</c:v>
                </c:pt>
                <c:pt idx="1817">
                  <c:v>1275.7339999999999</c:v>
                </c:pt>
                <c:pt idx="1818">
                  <c:v>1276.2170000000001</c:v>
                </c:pt>
                <c:pt idx="1819">
                  <c:v>1276.6990000000001</c:v>
                </c:pt>
                <c:pt idx="1820">
                  <c:v>1277.181</c:v>
                </c:pt>
                <c:pt idx="1821">
                  <c:v>1277.663</c:v>
                </c:pt>
                <c:pt idx="1822">
                  <c:v>1278.145</c:v>
                </c:pt>
                <c:pt idx="1823">
                  <c:v>1278.627</c:v>
                </c:pt>
                <c:pt idx="1824">
                  <c:v>1279.1089999999999</c:v>
                </c:pt>
                <c:pt idx="1825">
                  <c:v>1279.5920000000001</c:v>
                </c:pt>
                <c:pt idx="1826">
                  <c:v>1280.0740000000001</c:v>
                </c:pt>
                <c:pt idx="1827">
                  <c:v>1280.556</c:v>
                </c:pt>
                <c:pt idx="1828">
                  <c:v>1281.038</c:v>
                </c:pt>
                <c:pt idx="1829">
                  <c:v>1281.52</c:v>
                </c:pt>
                <c:pt idx="1830">
                  <c:v>1282.002</c:v>
                </c:pt>
                <c:pt idx="1831">
                  <c:v>1282.4839999999999</c:v>
                </c:pt>
                <c:pt idx="1832">
                  <c:v>1282.9670000000001</c:v>
                </c:pt>
                <c:pt idx="1833">
                  <c:v>1283.4490000000001</c:v>
                </c:pt>
                <c:pt idx="1834">
                  <c:v>1283.931</c:v>
                </c:pt>
                <c:pt idx="1835">
                  <c:v>1284.413</c:v>
                </c:pt>
                <c:pt idx="1836">
                  <c:v>1284.895</c:v>
                </c:pt>
                <c:pt idx="1837">
                  <c:v>1285.377</c:v>
                </c:pt>
                <c:pt idx="1838">
                  <c:v>1285.8589999999999</c:v>
                </c:pt>
                <c:pt idx="1839">
                  <c:v>1286.3420000000001</c:v>
                </c:pt>
                <c:pt idx="1840">
                  <c:v>1286.8240000000001</c:v>
                </c:pt>
                <c:pt idx="1841">
                  <c:v>1287.306</c:v>
                </c:pt>
                <c:pt idx="1842">
                  <c:v>1287.788</c:v>
                </c:pt>
                <c:pt idx="1843">
                  <c:v>1288.27</c:v>
                </c:pt>
                <c:pt idx="1844">
                  <c:v>1288.752</c:v>
                </c:pt>
                <c:pt idx="1845">
                  <c:v>1289.2339999999999</c:v>
                </c:pt>
                <c:pt idx="1846">
                  <c:v>1289.7170000000001</c:v>
                </c:pt>
                <c:pt idx="1847">
                  <c:v>1290.1990000000001</c:v>
                </c:pt>
                <c:pt idx="1848">
                  <c:v>1290.681</c:v>
                </c:pt>
                <c:pt idx="1849">
                  <c:v>1291.163</c:v>
                </c:pt>
                <c:pt idx="1850">
                  <c:v>1291.645</c:v>
                </c:pt>
                <c:pt idx="1851">
                  <c:v>1292.127</c:v>
                </c:pt>
                <c:pt idx="1852">
                  <c:v>1292.6089999999999</c:v>
                </c:pt>
                <c:pt idx="1853">
                  <c:v>1293.0909999999999</c:v>
                </c:pt>
                <c:pt idx="1854">
                  <c:v>1293.5730000000001</c:v>
                </c:pt>
                <c:pt idx="1855">
                  <c:v>1294.056</c:v>
                </c:pt>
                <c:pt idx="1856">
                  <c:v>1294.538</c:v>
                </c:pt>
                <c:pt idx="1857">
                  <c:v>1295.02</c:v>
                </c:pt>
                <c:pt idx="1858">
                  <c:v>1295.502</c:v>
                </c:pt>
                <c:pt idx="1859">
                  <c:v>1295.9839999999999</c:v>
                </c:pt>
                <c:pt idx="1860">
                  <c:v>1296.4659999999999</c:v>
                </c:pt>
                <c:pt idx="1861">
                  <c:v>1296.9480000000001</c:v>
                </c:pt>
                <c:pt idx="1862">
                  <c:v>1297.431</c:v>
                </c:pt>
                <c:pt idx="1863">
                  <c:v>1297.913</c:v>
                </c:pt>
                <c:pt idx="1864">
                  <c:v>1298.395</c:v>
                </c:pt>
                <c:pt idx="1865">
                  <c:v>1298.877</c:v>
                </c:pt>
                <c:pt idx="1866">
                  <c:v>1299.3589999999999</c:v>
                </c:pt>
                <c:pt idx="1867">
                  <c:v>1299.8409999999999</c:v>
                </c:pt>
                <c:pt idx="1868">
                  <c:v>1300.3230000000001</c:v>
                </c:pt>
                <c:pt idx="1869">
                  <c:v>1300.806</c:v>
                </c:pt>
                <c:pt idx="1870">
                  <c:v>1301.288</c:v>
                </c:pt>
                <c:pt idx="1871">
                  <c:v>1301.77</c:v>
                </c:pt>
                <c:pt idx="1872">
                  <c:v>1302.252</c:v>
                </c:pt>
                <c:pt idx="1873">
                  <c:v>1302.7339999999999</c:v>
                </c:pt>
                <c:pt idx="1874">
                  <c:v>1303.2159999999999</c:v>
                </c:pt>
                <c:pt idx="1875">
                  <c:v>1303.6980000000001</c:v>
                </c:pt>
                <c:pt idx="1876">
                  <c:v>1304.181</c:v>
                </c:pt>
                <c:pt idx="1877">
                  <c:v>1304.663</c:v>
                </c:pt>
                <c:pt idx="1878">
                  <c:v>1305.145</c:v>
                </c:pt>
                <c:pt idx="1879">
                  <c:v>1305.627</c:v>
                </c:pt>
                <c:pt idx="1880">
                  <c:v>1306.1089999999999</c:v>
                </c:pt>
                <c:pt idx="1881">
                  <c:v>1306.5909999999999</c:v>
                </c:pt>
                <c:pt idx="1882">
                  <c:v>1307.0730000000001</c:v>
                </c:pt>
                <c:pt idx="1883">
                  <c:v>1307.556</c:v>
                </c:pt>
                <c:pt idx="1884">
                  <c:v>1308.038</c:v>
                </c:pt>
                <c:pt idx="1885">
                  <c:v>1308.52</c:v>
                </c:pt>
                <c:pt idx="1886">
                  <c:v>1309.002</c:v>
                </c:pt>
                <c:pt idx="1887">
                  <c:v>1309.4839999999999</c:v>
                </c:pt>
                <c:pt idx="1888">
                  <c:v>1309.9659999999999</c:v>
                </c:pt>
                <c:pt idx="1889">
                  <c:v>1310.4480000000001</c:v>
                </c:pt>
                <c:pt idx="1890">
                  <c:v>1310.93</c:v>
                </c:pt>
                <c:pt idx="1891">
                  <c:v>1311.413</c:v>
                </c:pt>
                <c:pt idx="1892">
                  <c:v>1311.895</c:v>
                </c:pt>
                <c:pt idx="1893">
                  <c:v>1312.377</c:v>
                </c:pt>
                <c:pt idx="1894">
                  <c:v>1312.8589999999999</c:v>
                </c:pt>
                <c:pt idx="1895">
                  <c:v>1313.3409999999999</c:v>
                </c:pt>
                <c:pt idx="1896">
                  <c:v>1313.8230000000001</c:v>
                </c:pt>
                <c:pt idx="1897">
                  <c:v>1314.3050000000001</c:v>
                </c:pt>
                <c:pt idx="1898">
                  <c:v>1314.788</c:v>
                </c:pt>
                <c:pt idx="1899">
                  <c:v>1315.27</c:v>
                </c:pt>
                <c:pt idx="1900">
                  <c:v>1315.752</c:v>
                </c:pt>
                <c:pt idx="1901">
                  <c:v>1316.2339999999999</c:v>
                </c:pt>
                <c:pt idx="1902">
                  <c:v>1316.7159999999999</c:v>
                </c:pt>
                <c:pt idx="1903">
                  <c:v>1317.1980000000001</c:v>
                </c:pt>
                <c:pt idx="1904">
                  <c:v>1317.68</c:v>
                </c:pt>
                <c:pt idx="1905">
                  <c:v>1318.163</c:v>
                </c:pt>
                <c:pt idx="1906">
                  <c:v>1318.645</c:v>
                </c:pt>
                <c:pt idx="1907">
                  <c:v>1319.127</c:v>
                </c:pt>
                <c:pt idx="1908">
                  <c:v>1319.6089999999999</c:v>
                </c:pt>
                <c:pt idx="1909">
                  <c:v>1320.0909999999999</c:v>
                </c:pt>
                <c:pt idx="1910">
                  <c:v>1320.5730000000001</c:v>
                </c:pt>
                <c:pt idx="1911">
                  <c:v>1321.0550000000001</c:v>
                </c:pt>
                <c:pt idx="1912">
                  <c:v>1321.538</c:v>
                </c:pt>
                <c:pt idx="1913">
                  <c:v>1322.02</c:v>
                </c:pt>
                <c:pt idx="1914">
                  <c:v>1322.502</c:v>
                </c:pt>
                <c:pt idx="1915">
                  <c:v>1322.9839999999999</c:v>
                </c:pt>
                <c:pt idx="1916">
                  <c:v>1323.4659999999999</c:v>
                </c:pt>
                <c:pt idx="1917">
                  <c:v>1323.9480000000001</c:v>
                </c:pt>
                <c:pt idx="1918">
                  <c:v>1324.43</c:v>
                </c:pt>
                <c:pt idx="1919">
                  <c:v>1324.912</c:v>
                </c:pt>
                <c:pt idx="1920">
                  <c:v>1325.395</c:v>
                </c:pt>
                <c:pt idx="1921">
                  <c:v>1325.877</c:v>
                </c:pt>
                <c:pt idx="1922">
                  <c:v>1326.3589999999999</c:v>
                </c:pt>
                <c:pt idx="1923">
                  <c:v>1326.8409999999999</c:v>
                </c:pt>
                <c:pt idx="1924">
                  <c:v>1327.3230000000001</c:v>
                </c:pt>
                <c:pt idx="1925">
                  <c:v>1327.8050000000001</c:v>
                </c:pt>
                <c:pt idx="1926">
                  <c:v>1328.287</c:v>
                </c:pt>
                <c:pt idx="1927">
                  <c:v>1328.77</c:v>
                </c:pt>
                <c:pt idx="1928">
                  <c:v>1329.252</c:v>
                </c:pt>
                <c:pt idx="1929">
                  <c:v>1329.7339999999999</c:v>
                </c:pt>
                <c:pt idx="1930">
                  <c:v>1330.2159999999999</c:v>
                </c:pt>
                <c:pt idx="1931">
                  <c:v>1330.6980000000001</c:v>
                </c:pt>
                <c:pt idx="1932">
                  <c:v>1331.18</c:v>
                </c:pt>
                <c:pt idx="1933">
                  <c:v>1331.662</c:v>
                </c:pt>
                <c:pt idx="1934">
                  <c:v>1332.145</c:v>
                </c:pt>
                <c:pt idx="1935">
                  <c:v>1332.627</c:v>
                </c:pt>
                <c:pt idx="1936">
                  <c:v>1333.1089999999999</c:v>
                </c:pt>
                <c:pt idx="1937">
                  <c:v>1333.5909999999999</c:v>
                </c:pt>
                <c:pt idx="1938">
                  <c:v>1334.0730000000001</c:v>
                </c:pt>
                <c:pt idx="1939">
                  <c:v>1334.5550000000001</c:v>
                </c:pt>
                <c:pt idx="1940">
                  <c:v>1335.037</c:v>
                </c:pt>
                <c:pt idx="1941">
                  <c:v>1335.52</c:v>
                </c:pt>
                <c:pt idx="1942">
                  <c:v>1336.002</c:v>
                </c:pt>
                <c:pt idx="1943">
                  <c:v>1336.4839999999999</c:v>
                </c:pt>
                <c:pt idx="1944">
                  <c:v>1336.9659999999999</c:v>
                </c:pt>
                <c:pt idx="1945">
                  <c:v>1337.4480000000001</c:v>
                </c:pt>
                <c:pt idx="1946">
                  <c:v>1337.93</c:v>
                </c:pt>
                <c:pt idx="1947">
                  <c:v>1338.412</c:v>
                </c:pt>
                <c:pt idx="1948">
                  <c:v>1338.895</c:v>
                </c:pt>
                <c:pt idx="1949">
                  <c:v>1339.377</c:v>
                </c:pt>
                <c:pt idx="1950">
                  <c:v>1339.8589999999999</c:v>
                </c:pt>
                <c:pt idx="1951">
                  <c:v>1340.3409999999999</c:v>
                </c:pt>
                <c:pt idx="1952">
                  <c:v>1340.8230000000001</c:v>
                </c:pt>
                <c:pt idx="1953">
                  <c:v>1341.3050000000001</c:v>
                </c:pt>
                <c:pt idx="1954">
                  <c:v>1341.787</c:v>
                </c:pt>
                <c:pt idx="1955">
                  <c:v>1342.269</c:v>
                </c:pt>
                <c:pt idx="1956">
                  <c:v>1342.751</c:v>
                </c:pt>
                <c:pt idx="1957">
                  <c:v>1343.2339999999999</c:v>
                </c:pt>
                <c:pt idx="1958">
                  <c:v>1343.7159999999999</c:v>
                </c:pt>
                <c:pt idx="1959">
                  <c:v>1344.1980000000001</c:v>
                </c:pt>
                <c:pt idx="1960">
                  <c:v>1344.68</c:v>
                </c:pt>
                <c:pt idx="1961">
                  <c:v>1345.162</c:v>
                </c:pt>
                <c:pt idx="1962">
                  <c:v>1345.644</c:v>
                </c:pt>
                <c:pt idx="1963">
                  <c:v>1346.126</c:v>
                </c:pt>
                <c:pt idx="1964">
                  <c:v>1346.6089999999999</c:v>
                </c:pt>
                <c:pt idx="1965">
                  <c:v>1347.0909999999999</c:v>
                </c:pt>
                <c:pt idx="1966">
                  <c:v>1347.5730000000001</c:v>
                </c:pt>
                <c:pt idx="1967">
                  <c:v>1348.0550000000001</c:v>
                </c:pt>
                <c:pt idx="1968">
                  <c:v>1348.537</c:v>
                </c:pt>
                <c:pt idx="1969">
                  <c:v>1349.019</c:v>
                </c:pt>
                <c:pt idx="1970">
                  <c:v>1349.501</c:v>
                </c:pt>
                <c:pt idx="1971">
                  <c:v>1349.9839999999999</c:v>
                </c:pt>
                <c:pt idx="1972">
                  <c:v>1350.4659999999999</c:v>
                </c:pt>
                <c:pt idx="1973">
                  <c:v>1350.9480000000001</c:v>
                </c:pt>
                <c:pt idx="1974">
                  <c:v>1351.43</c:v>
                </c:pt>
                <c:pt idx="1975">
                  <c:v>1351.912</c:v>
                </c:pt>
                <c:pt idx="1976">
                  <c:v>1352.394</c:v>
                </c:pt>
                <c:pt idx="1977">
                  <c:v>1352.876</c:v>
                </c:pt>
                <c:pt idx="1978">
                  <c:v>1353.3589999999999</c:v>
                </c:pt>
                <c:pt idx="1979">
                  <c:v>1353.8409999999999</c:v>
                </c:pt>
                <c:pt idx="1980">
                  <c:v>1354.3230000000001</c:v>
                </c:pt>
                <c:pt idx="1981">
                  <c:v>1354.8050000000001</c:v>
                </c:pt>
                <c:pt idx="1982">
                  <c:v>1355.287</c:v>
                </c:pt>
                <c:pt idx="1983">
                  <c:v>1355.769</c:v>
                </c:pt>
                <c:pt idx="1984">
                  <c:v>1356.251</c:v>
                </c:pt>
                <c:pt idx="1985">
                  <c:v>1356.7339999999999</c:v>
                </c:pt>
                <c:pt idx="1986">
                  <c:v>1357.2159999999999</c:v>
                </c:pt>
                <c:pt idx="1987">
                  <c:v>1357.6980000000001</c:v>
                </c:pt>
                <c:pt idx="1988">
                  <c:v>1358.18</c:v>
                </c:pt>
                <c:pt idx="1989">
                  <c:v>1358.662</c:v>
                </c:pt>
                <c:pt idx="1990">
                  <c:v>1359.144</c:v>
                </c:pt>
                <c:pt idx="1991">
                  <c:v>1359.626</c:v>
                </c:pt>
                <c:pt idx="1992">
                  <c:v>1360.1079999999999</c:v>
                </c:pt>
                <c:pt idx="1993">
                  <c:v>1360.5909999999999</c:v>
                </c:pt>
                <c:pt idx="1994">
                  <c:v>1361.0730000000001</c:v>
                </c:pt>
                <c:pt idx="1995">
                  <c:v>1361.5550000000001</c:v>
                </c:pt>
                <c:pt idx="1996">
                  <c:v>1362.037</c:v>
                </c:pt>
                <c:pt idx="1997">
                  <c:v>1362.519</c:v>
                </c:pt>
                <c:pt idx="1998">
                  <c:v>1363.001</c:v>
                </c:pt>
                <c:pt idx="1999">
                  <c:v>1363.4829999999999</c:v>
                </c:pt>
                <c:pt idx="2000">
                  <c:v>1363.9659999999999</c:v>
                </c:pt>
                <c:pt idx="2001">
                  <c:v>1364.4480000000001</c:v>
                </c:pt>
                <c:pt idx="2002">
                  <c:v>1364.93</c:v>
                </c:pt>
                <c:pt idx="2003">
                  <c:v>1365.412</c:v>
                </c:pt>
                <c:pt idx="2004">
                  <c:v>1365.894</c:v>
                </c:pt>
                <c:pt idx="2005">
                  <c:v>1366.376</c:v>
                </c:pt>
                <c:pt idx="2006">
                  <c:v>1366.8579999999999</c:v>
                </c:pt>
                <c:pt idx="2007">
                  <c:v>1367.3409999999999</c:v>
                </c:pt>
                <c:pt idx="2008">
                  <c:v>1367.8230000000001</c:v>
                </c:pt>
                <c:pt idx="2009">
                  <c:v>1368.3050000000001</c:v>
                </c:pt>
                <c:pt idx="2010">
                  <c:v>1368.787</c:v>
                </c:pt>
                <c:pt idx="2011">
                  <c:v>1369.269</c:v>
                </c:pt>
                <c:pt idx="2012">
                  <c:v>1369.751</c:v>
                </c:pt>
                <c:pt idx="2013">
                  <c:v>1370.2329999999999</c:v>
                </c:pt>
                <c:pt idx="2014">
                  <c:v>1370.7159999999999</c:v>
                </c:pt>
                <c:pt idx="2015">
                  <c:v>1371.1980000000001</c:v>
                </c:pt>
                <c:pt idx="2016">
                  <c:v>1371.68</c:v>
                </c:pt>
                <c:pt idx="2017">
                  <c:v>1372.162</c:v>
                </c:pt>
                <c:pt idx="2018">
                  <c:v>1372.644</c:v>
                </c:pt>
                <c:pt idx="2019">
                  <c:v>1373.126</c:v>
                </c:pt>
                <c:pt idx="2020">
                  <c:v>1373.6079999999999</c:v>
                </c:pt>
                <c:pt idx="2021">
                  <c:v>1374.09</c:v>
                </c:pt>
                <c:pt idx="2022">
                  <c:v>1374.5730000000001</c:v>
                </c:pt>
                <c:pt idx="2023">
                  <c:v>1375.0550000000001</c:v>
                </c:pt>
                <c:pt idx="2024">
                  <c:v>1375.537</c:v>
                </c:pt>
                <c:pt idx="2025">
                  <c:v>1376.019</c:v>
                </c:pt>
                <c:pt idx="2026">
                  <c:v>1376.501</c:v>
                </c:pt>
                <c:pt idx="2027">
                  <c:v>1376.9829999999999</c:v>
                </c:pt>
                <c:pt idx="2028">
                  <c:v>1377.4649999999999</c:v>
                </c:pt>
                <c:pt idx="2029">
                  <c:v>1377.9480000000001</c:v>
                </c:pt>
                <c:pt idx="2030">
                  <c:v>1378.43</c:v>
                </c:pt>
                <c:pt idx="2031">
                  <c:v>1378.912</c:v>
                </c:pt>
                <c:pt idx="2032">
                  <c:v>1379.394</c:v>
                </c:pt>
                <c:pt idx="2033">
                  <c:v>1379.876</c:v>
                </c:pt>
                <c:pt idx="2034">
                  <c:v>1380.3579999999999</c:v>
                </c:pt>
                <c:pt idx="2035">
                  <c:v>1380.84</c:v>
                </c:pt>
                <c:pt idx="2036">
                  <c:v>1381.3230000000001</c:v>
                </c:pt>
                <c:pt idx="2037">
                  <c:v>1381.8050000000001</c:v>
                </c:pt>
                <c:pt idx="2038">
                  <c:v>1382.287</c:v>
                </c:pt>
                <c:pt idx="2039">
                  <c:v>1382.769</c:v>
                </c:pt>
                <c:pt idx="2040">
                  <c:v>1383.251</c:v>
                </c:pt>
                <c:pt idx="2041">
                  <c:v>1383.7329999999999</c:v>
                </c:pt>
                <c:pt idx="2042">
                  <c:v>1384.2149999999999</c:v>
                </c:pt>
                <c:pt idx="2043">
                  <c:v>1384.6980000000001</c:v>
                </c:pt>
                <c:pt idx="2044">
                  <c:v>1385.18</c:v>
                </c:pt>
                <c:pt idx="2045">
                  <c:v>1385.662</c:v>
                </c:pt>
                <c:pt idx="2046">
                  <c:v>1386.144</c:v>
                </c:pt>
                <c:pt idx="2047">
                  <c:v>1386.626</c:v>
                </c:pt>
                <c:pt idx="2048">
                  <c:v>1387.1079999999999</c:v>
                </c:pt>
                <c:pt idx="2049">
                  <c:v>1387.59</c:v>
                </c:pt>
                <c:pt idx="2050">
                  <c:v>1388.0730000000001</c:v>
                </c:pt>
                <c:pt idx="2051">
                  <c:v>1388.5550000000001</c:v>
                </c:pt>
                <c:pt idx="2052">
                  <c:v>1389.037</c:v>
                </c:pt>
                <c:pt idx="2053">
                  <c:v>1389.519</c:v>
                </c:pt>
                <c:pt idx="2054">
                  <c:v>1390.001</c:v>
                </c:pt>
                <c:pt idx="2055">
                  <c:v>1390.4829999999999</c:v>
                </c:pt>
                <c:pt idx="2056">
                  <c:v>1390.9649999999999</c:v>
                </c:pt>
                <c:pt idx="2057">
                  <c:v>1391.4469999999999</c:v>
                </c:pt>
                <c:pt idx="2058">
                  <c:v>1391.9290000000001</c:v>
                </c:pt>
                <c:pt idx="2059">
                  <c:v>1392.412</c:v>
                </c:pt>
                <c:pt idx="2060">
                  <c:v>1392.894</c:v>
                </c:pt>
                <c:pt idx="2061">
                  <c:v>1393.376</c:v>
                </c:pt>
                <c:pt idx="2062">
                  <c:v>1393.8579999999999</c:v>
                </c:pt>
                <c:pt idx="2063">
                  <c:v>1394.34</c:v>
                </c:pt>
                <c:pt idx="2064">
                  <c:v>1394.8219999999999</c:v>
                </c:pt>
                <c:pt idx="2065">
                  <c:v>1395.3040000000001</c:v>
                </c:pt>
                <c:pt idx="2066">
                  <c:v>1395.787</c:v>
                </c:pt>
                <c:pt idx="2067">
                  <c:v>1396.269</c:v>
                </c:pt>
                <c:pt idx="2068">
                  <c:v>1396.751</c:v>
                </c:pt>
                <c:pt idx="2069">
                  <c:v>1397.2329999999999</c:v>
                </c:pt>
                <c:pt idx="2070">
                  <c:v>1397.7149999999999</c:v>
                </c:pt>
                <c:pt idx="2071">
                  <c:v>1398.1969999999999</c:v>
                </c:pt>
                <c:pt idx="2072">
                  <c:v>1398.6790000000001</c:v>
                </c:pt>
                <c:pt idx="2073">
                  <c:v>1399.162</c:v>
                </c:pt>
                <c:pt idx="2074">
                  <c:v>1399.644</c:v>
                </c:pt>
                <c:pt idx="2075">
                  <c:v>1400.126</c:v>
                </c:pt>
                <c:pt idx="2076">
                  <c:v>1400.6079999999999</c:v>
                </c:pt>
                <c:pt idx="2077">
                  <c:v>1401.09</c:v>
                </c:pt>
                <c:pt idx="2078">
                  <c:v>1401.5719999999999</c:v>
                </c:pt>
                <c:pt idx="2079">
                  <c:v>1402.0540000000001</c:v>
                </c:pt>
                <c:pt idx="2080">
                  <c:v>1402.537</c:v>
                </c:pt>
                <c:pt idx="2081">
                  <c:v>1403.019</c:v>
                </c:pt>
                <c:pt idx="2082">
                  <c:v>1403.501</c:v>
                </c:pt>
                <c:pt idx="2083">
                  <c:v>1403.9829999999999</c:v>
                </c:pt>
                <c:pt idx="2084">
                  <c:v>1404.4649999999999</c:v>
                </c:pt>
                <c:pt idx="2085">
                  <c:v>1404.9469999999999</c:v>
                </c:pt>
                <c:pt idx="2086">
                  <c:v>1405.4290000000001</c:v>
                </c:pt>
                <c:pt idx="2087">
                  <c:v>1405.9110000000001</c:v>
                </c:pt>
                <c:pt idx="2088">
                  <c:v>1406.394</c:v>
                </c:pt>
                <c:pt idx="2089">
                  <c:v>1406.876</c:v>
                </c:pt>
                <c:pt idx="2090">
                  <c:v>1407.3579999999999</c:v>
                </c:pt>
                <c:pt idx="2091">
                  <c:v>1407.84</c:v>
                </c:pt>
                <c:pt idx="2092">
                  <c:v>1408.3219999999999</c:v>
                </c:pt>
                <c:pt idx="2093">
                  <c:v>1408.8040000000001</c:v>
                </c:pt>
                <c:pt idx="2094">
                  <c:v>1409.2860000000001</c:v>
                </c:pt>
                <c:pt idx="2095">
                  <c:v>1409.769</c:v>
                </c:pt>
                <c:pt idx="2096">
                  <c:v>1410.251</c:v>
                </c:pt>
                <c:pt idx="2097">
                  <c:v>1410.7329999999999</c:v>
                </c:pt>
                <c:pt idx="2098">
                  <c:v>1411.2149999999999</c:v>
                </c:pt>
                <c:pt idx="2099">
                  <c:v>1411.6969999999999</c:v>
                </c:pt>
                <c:pt idx="2100">
                  <c:v>1412.1790000000001</c:v>
                </c:pt>
                <c:pt idx="2101">
                  <c:v>1412.6610000000001</c:v>
                </c:pt>
                <c:pt idx="2102">
                  <c:v>1413.144</c:v>
                </c:pt>
                <c:pt idx="2103">
                  <c:v>1413.626</c:v>
                </c:pt>
                <c:pt idx="2104">
                  <c:v>1414.1079999999999</c:v>
                </c:pt>
                <c:pt idx="2105">
                  <c:v>1414.59</c:v>
                </c:pt>
                <c:pt idx="2106">
                  <c:v>1415.0719999999999</c:v>
                </c:pt>
                <c:pt idx="2107">
                  <c:v>1415.5540000000001</c:v>
                </c:pt>
                <c:pt idx="2108">
                  <c:v>1416.0360000000001</c:v>
                </c:pt>
                <c:pt idx="2109">
                  <c:v>1416.519</c:v>
                </c:pt>
                <c:pt idx="2110">
                  <c:v>1417.001</c:v>
                </c:pt>
                <c:pt idx="2111">
                  <c:v>1417.4829999999999</c:v>
                </c:pt>
                <c:pt idx="2112">
                  <c:v>1417.9649999999999</c:v>
                </c:pt>
                <c:pt idx="2113">
                  <c:v>1418.4469999999999</c:v>
                </c:pt>
                <c:pt idx="2114">
                  <c:v>1418.9290000000001</c:v>
                </c:pt>
                <c:pt idx="2115">
                  <c:v>1419.4110000000001</c:v>
                </c:pt>
                <c:pt idx="2116">
                  <c:v>1419.894</c:v>
                </c:pt>
                <c:pt idx="2117">
                  <c:v>1420.376</c:v>
                </c:pt>
                <c:pt idx="2118">
                  <c:v>1420.8579999999999</c:v>
                </c:pt>
                <c:pt idx="2119">
                  <c:v>1421.34</c:v>
                </c:pt>
                <c:pt idx="2120">
                  <c:v>1421.8219999999999</c:v>
                </c:pt>
                <c:pt idx="2121">
                  <c:v>1422.3040000000001</c:v>
                </c:pt>
                <c:pt idx="2122">
                  <c:v>1422.7860000000001</c:v>
                </c:pt>
                <c:pt idx="2123">
                  <c:v>1423.268</c:v>
                </c:pt>
                <c:pt idx="2124">
                  <c:v>1423.75</c:v>
                </c:pt>
                <c:pt idx="2125">
                  <c:v>1424.2329999999999</c:v>
                </c:pt>
                <c:pt idx="2126">
                  <c:v>1424.7149999999999</c:v>
                </c:pt>
                <c:pt idx="2127">
                  <c:v>1425.1969999999999</c:v>
                </c:pt>
                <c:pt idx="2128">
                  <c:v>1425.6790000000001</c:v>
                </c:pt>
                <c:pt idx="2129">
                  <c:v>1426.1610000000001</c:v>
                </c:pt>
                <c:pt idx="2130">
                  <c:v>1426.643</c:v>
                </c:pt>
                <c:pt idx="2131">
                  <c:v>1427.125</c:v>
                </c:pt>
                <c:pt idx="2132">
                  <c:v>1427.6079999999999</c:v>
                </c:pt>
                <c:pt idx="2133">
                  <c:v>1428.09</c:v>
                </c:pt>
                <c:pt idx="2134">
                  <c:v>1428.5719999999999</c:v>
                </c:pt>
                <c:pt idx="2135">
                  <c:v>1429.0540000000001</c:v>
                </c:pt>
                <c:pt idx="2136">
                  <c:v>1429.5360000000001</c:v>
                </c:pt>
                <c:pt idx="2137">
                  <c:v>1430.018</c:v>
                </c:pt>
                <c:pt idx="2138">
                  <c:v>1430.5</c:v>
                </c:pt>
                <c:pt idx="2139">
                  <c:v>1430.9829999999999</c:v>
                </c:pt>
                <c:pt idx="2140">
                  <c:v>1431.4649999999999</c:v>
                </c:pt>
                <c:pt idx="2141">
                  <c:v>1431.9469999999999</c:v>
                </c:pt>
                <c:pt idx="2142">
                  <c:v>1432.4290000000001</c:v>
                </c:pt>
                <c:pt idx="2143">
                  <c:v>1432.9110000000001</c:v>
                </c:pt>
                <c:pt idx="2144">
                  <c:v>1433.393</c:v>
                </c:pt>
                <c:pt idx="2145">
                  <c:v>1433.875</c:v>
                </c:pt>
                <c:pt idx="2146">
                  <c:v>1434.3579999999999</c:v>
                </c:pt>
                <c:pt idx="2147">
                  <c:v>1434.84</c:v>
                </c:pt>
                <c:pt idx="2148">
                  <c:v>1435.3219999999999</c:v>
                </c:pt>
                <c:pt idx="2149">
                  <c:v>1435.8040000000001</c:v>
                </c:pt>
                <c:pt idx="2150">
                  <c:v>1436.2860000000001</c:v>
                </c:pt>
                <c:pt idx="2151">
                  <c:v>1436.768</c:v>
                </c:pt>
                <c:pt idx="2152">
                  <c:v>1437.25</c:v>
                </c:pt>
                <c:pt idx="2153">
                  <c:v>1437.732</c:v>
                </c:pt>
                <c:pt idx="2154">
                  <c:v>1438.2149999999999</c:v>
                </c:pt>
                <c:pt idx="2155">
                  <c:v>1438.6969999999999</c:v>
                </c:pt>
                <c:pt idx="2156">
                  <c:v>1439.1790000000001</c:v>
                </c:pt>
                <c:pt idx="2157">
                  <c:v>1439.6610000000001</c:v>
                </c:pt>
                <c:pt idx="2158">
                  <c:v>1440.143</c:v>
                </c:pt>
                <c:pt idx="2159">
                  <c:v>1440.625</c:v>
                </c:pt>
                <c:pt idx="2160">
                  <c:v>1441.107</c:v>
                </c:pt>
                <c:pt idx="2161">
                  <c:v>1441.59</c:v>
                </c:pt>
                <c:pt idx="2162">
                  <c:v>1442.0719999999999</c:v>
                </c:pt>
                <c:pt idx="2163">
                  <c:v>1442.5540000000001</c:v>
                </c:pt>
                <c:pt idx="2164">
                  <c:v>1443.0360000000001</c:v>
                </c:pt>
                <c:pt idx="2165">
                  <c:v>1443.518</c:v>
                </c:pt>
                <c:pt idx="2166">
                  <c:v>1444</c:v>
                </c:pt>
                <c:pt idx="2167">
                  <c:v>1444.482</c:v>
                </c:pt>
                <c:pt idx="2168">
                  <c:v>1444.9649999999999</c:v>
                </c:pt>
                <c:pt idx="2169">
                  <c:v>1445.4469999999999</c:v>
                </c:pt>
                <c:pt idx="2170">
                  <c:v>1445.9290000000001</c:v>
                </c:pt>
                <c:pt idx="2171">
                  <c:v>1446.4110000000001</c:v>
                </c:pt>
                <c:pt idx="2172">
                  <c:v>1446.893</c:v>
                </c:pt>
                <c:pt idx="2173">
                  <c:v>1447.375</c:v>
                </c:pt>
                <c:pt idx="2174">
                  <c:v>1447.857</c:v>
                </c:pt>
                <c:pt idx="2175">
                  <c:v>1448.34</c:v>
                </c:pt>
                <c:pt idx="2176">
                  <c:v>1448.8219999999999</c:v>
                </c:pt>
                <c:pt idx="2177">
                  <c:v>1449.3040000000001</c:v>
                </c:pt>
                <c:pt idx="2178">
                  <c:v>1449.7860000000001</c:v>
                </c:pt>
                <c:pt idx="2179">
                  <c:v>1450.268</c:v>
                </c:pt>
                <c:pt idx="2180">
                  <c:v>1450.75</c:v>
                </c:pt>
                <c:pt idx="2181">
                  <c:v>1451.232</c:v>
                </c:pt>
                <c:pt idx="2182">
                  <c:v>1451.7149999999999</c:v>
                </c:pt>
                <c:pt idx="2183">
                  <c:v>1452.1969999999999</c:v>
                </c:pt>
                <c:pt idx="2184">
                  <c:v>1452.6790000000001</c:v>
                </c:pt>
                <c:pt idx="2185">
                  <c:v>1453.1610000000001</c:v>
                </c:pt>
                <c:pt idx="2186">
                  <c:v>1453.643</c:v>
                </c:pt>
                <c:pt idx="2187">
                  <c:v>1454.125</c:v>
                </c:pt>
                <c:pt idx="2188">
                  <c:v>1454.607</c:v>
                </c:pt>
                <c:pt idx="2189">
                  <c:v>1455.0889999999999</c:v>
                </c:pt>
                <c:pt idx="2190">
                  <c:v>1455.5719999999999</c:v>
                </c:pt>
                <c:pt idx="2191">
                  <c:v>1456.0540000000001</c:v>
                </c:pt>
                <c:pt idx="2192">
                  <c:v>1456.5360000000001</c:v>
                </c:pt>
                <c:pt idx="2193">
                  <c:v>1457.018</c:v>
                </c:pt>
                <c:pt idx="2194">
                  <c:v>1457.5</c:v>
                </c:pt>
                <c:pt idx="2195">
                  <c:v>1457.982</c:v>
                </c:pt>
                <c:pt idx="2196">
                  <c:v>1458.4639999999999</c:v>
                </c:pt>
                <c:pt idx="2197">
                  <c:v>1458.9469999999999</c:v>
                </c:pt>
                <c:pt idx="2198">
                  <c:v>1459.4290000000001</c:v>
                </c:pt>
                <c:pt idx="2199">
                  <c:v>1459.9110000000001</c:v>
                </c:pt>
                <c:pt idx="2200">
                  <c:v>1460.393</c:v>
                </c:pt>
                <c:pt idx="2201">
                  <c:v>1460.875</c:v>
                </c:pt>
                <c:pt idx="2202">
                  <c:v>1461.357</c:v>
                </c:pt>
                <c:pt idx="2203">
                  <c:v>1461.8389999999999</c:v>
                </c:pt>
                <c:pt idx="2204">
                  <c:v>1462.3219999999999</c:v>
                </c:pt>
                <c:pt idx="2205">
                  <c:v>1462.8040000000001</c:v>
                </c:pt>
                <c:pt idx="2206">
                  <c:v>1463.2860000000001</c:v>
                </c:pt>
                <c:pt idx="2207">
                  <c:v>1463.768</c:v>
                </c:pt>
                <c:pt idx="2208">
                  <c:v>1464.25</c:v>
                </c:pt>
                <c:pt idx="2209">
                  <c:v>1464.732</c:v>
                </c:pt>
                <c:pt idx="2210">
                  <c:v>1465.2139999999999</c:v>
                </c:pt>
                <c:pt idx="2211">
                  <c:v>1465.6969999999999</c:v>
                </c:pt>
                <c:pt idx="2212">
                  <c:v>1466.1790000000001</c:v>
                </c:pt>
                <c:pt idx="2213">
                  <c:v>1466.6610000000001</c:v>
                </c:pt>
                <c:pt idx="2214">
                  <c:v>1467.143</c:v>
                </c:pt>
                <c:pt idx="2215">
                  <c:v>1467.625</c:v>
                </c:pt>
                <c:pt idx="2216">
                  <c:v>1468.107</c:v>
                </c:pt>
                <c:pt idx="2217">
                  <c:v>1468.5889999999999</c:v>
                </c:pt>
                <c:pt idx="2218">
                  <c:v>1469.0719999999999</c:v>
                </c:pt>
                <c:pt idx="2219">
                  <c:v>1469.5530000000001</c:v>
                </c:pt>
                <c:pt idx="2220">
                  <c:v>1470.0360000000001</c:v>
                </c:pt>
                <c:pt idx="2221">
                  <c:v>1470.518</c:v>
                </c:pt>
                <c:pt idx="2222">
                  <c:v>1471</c:v>
                </c:pt>
                <c:pt idx="2223">
                  <c:v>1471.482</c:v>
                </c:pt>
                <c:pt idx="2224">
                  <c:v>1471.9639999999999</c:v>
                </c:pt>
                <c:pt idx="2225">
                  <c:v>1472.4459999999999</c:v>
                </c:pt>
                <c:pt idx="2226">
                  <c:v>1472.9280000000001</c:v>
                </c:pt>
                <c:pt idx="2227">
                  <c:v>1473.4110000000001</c:v>
                </c:pt>
                <c:pt idx="2228">
                  <c:v>1473.893</c:v>
                </c:pt>
                <c:pt idx="2229">
                  <c:v>1474.375</c:v>
                </c:pt>
                <c:pt idx="2230">
                  <c:v>1474.857</c:v>
                </c:pt>
                <c:pt idx="2231">
                  <c:v>1475.3389999999999</c:v>
                </c:pt>
                <c:pt idx="2232">
                  <c:v>1475.8209999999999</c:v>
                </c:pt>
                <c:pt idx="2233">
                  <c:v>1476.3030000000001</c:v>
                </c:pt>
                <c:pt idx="2234">
                  <c:v>1476.7860000000001</c:v>
                </c:pt>
                <c:pt idx="2235">
                  <c:v>1477.268</c:v>
                </c:pt>
                <c:pt idx="2236">
                  <c:v>1477.75</c:v>
                </c:pt>
                <c:pt idx="2237">
                  <c:v>1478.232</c:v>
                </c:pt>
                <c:pt idx="2238">
                  <c:v>1478.7139999999999</c:v>
                </c:pt>
                <c:pt idx="2239">
                  <c:v>1479.1959999999999</c:v>
                </c:pt>
                <c:pt idx="2240">
                  <c:v>1479.6780000000001</c:v>
                </c:pt>
                <c:pt idx="2241">
                  <c:v>1480.1610000000001</c:v>
                </c:pt>
                <c:pt idx="2242">
                  <c:v>1480.643</c:v>
                </c:pt>
                <c:pt idx="2243">
                  <c:v>1481.125</c:v>
                </c:pt>
                <c:pt idx="2244">
                  <c:v>1481.607</c:v>
                </c:pt>
                <c:pt idx="2245">
                  <c:v>1482.0889999999999</c:v>
                </c:pt>
                <c:pt idx="2246">
                  <c:v>1482.5709999999999</c:v>
                </c:pt>
                <c:pt idx="2247">
                  <c:v>1483.0530000000001</c:v>
                </c:pt>
                <c:pt idx="2248">
                  <c:v>1483.5360000000001</c:v>
                </c:pt>
                <c:pt idx="2249">
                  <c:v>1484.018</c:v>
                </c:pt>
                <c:pt idx="2250">
                  <c:v>1484.5</c:v>
                </c:pt>
                <c:pt idx="2251">
                  <c:v>1484.982</c:v>
                </c:pt>
                <c:pt idx="2252">
                  <c:v>1485.4639999999999</c:v>
                </c:pt>
                <c:pt idx="2253">
                  <c:v>1485.9459999999999</c:v>
                </c:pt>
                <c:pt idx="2254">
                  <c:v>1486.4280000000001</c:v>
                </c:pt>
                <c:pt idx="2255">
                  <c:v>1486.91</c:v>
                </c:pt>
                <c:pt idx="2256">
                  <c:v>1487.393</c:v>
                </c:pt>
                <c:pt idx="2257">
                  <c:v>1487.875</c:v>
                </c:pt>
                <c:pt idx="2258">
                  <c:v>1488.357</c:v>
                </c:pt>
                <c:pt idx="2259">
                  <c:v>1488.8389999999999</c:v>
                </c:pt>
                <c:pt idx="2260">
                  <c:v>1489.3209999999999</c:v>
                </c:pt>
                <c:pt idx="2261">
                  <c:v>1489.8030000000001</c:v>
                </c:pt>
                <c:pt idx="2262">
                  <c:v>1490.2850000000001</c:v>
                </c:pt>
                <c:pt idx="2263">
                  <c:v>1490.768</c:v>
                </c:pt>
                <c:pt idx="2264">
                  <c:v>1491.25</c:v>
                </c:pt>
                <c:pt idx="2265">
                  <c:v>1491.732</c:v>
                </c:pt>
                <c:pt idx="2266">
                  <c:v>1492.2139999999999</c:v>
                </c:pt>
                <c:pt idx="2267">
                  <c:v>1492.6959999999999</c:v>
                </c:pt>
                <c:pt idx="2268">
                  <c:v>1493.1780000000001</c:v>
                </c:pt>
                <c:pt idx="2269">
                  <c:v>1493.66</c:v>
                </c:pt>
                <c:pt idx="2270">
                  <c:v>1494.143</c:v>
                </c:pt>
                <c:pt idx="2271">
                  <c:v>1494.625</c:v>
                </c:pt>
                <c:pt idx="2272">
                  <c:v>1495.107</c:v>
                </c:pt>
                <c:pt idx="2273">
                  <c:v>1495.5889999999999</c:v>
                </c:pt>
                <c:pt idx="2274">
                  <c:v>1496.0709999999999</c:v>
                </c:pt>
                <c:pt idx="2275">
                  <c:v>1496.5530000000001</c:v>
                </c:pt>
                <c:pt idx="2276">
                  <c:v>1497.0350000000001</c:v>
                </c:pt>
                <c:pt idx="2277">
                  <c:v>1497.518</c:v>
                </c:pt>
                <c:pt idx="2278">
                  <c:v>1498</c:v>
                </c:pt>
                <c:pt idx="2279">
                  <c:v>1498.482</c:v>
                </c:pt>
                <c:pt idx="2280">
                  <c:v>1498.9639999999999</c:v>
                </c:pt>
                <c:pt idx="2281">
                  <c:v>1499.4459999999999</c:v>
                </c:pt>
                <c:pt idx="2282">
                  <c:v>1499.9280000000001</c:v>
                </c:pt>
                <c:pt idx="2283">
                  <c:v>1500.41</c:v>
                </c:pt>
                <c:pt idx="2284">
                  <c:v>1500.893</c:v>
                </c:pt>
                <c:pt idx="2285">
                  <c:v>1501.375</c:v>
                </c:pt>
                <c:pt idx="2286">
                  <c:v>1501.857</c:v>
                </c:pt>
                <c:pt idx="2287">
                  <c:v>1502.3389999999999</c:v>
                </c:pt>
                <c:pt idx="2288">
                  <c:v>1502.8209999999999</c:v>
                </c:pt>
                <c:pt idx="2289">
                  <c:v>1503.3030000000001</c:v>
                </c:pt>
                <c:pt idx="2290">
                  <c:v>1503.7850000000001</c:v>
                </c:pt>
                <c:pt idx="2291">
                  <c:v>1504.2670000000001</c:v>
                </c:pt>
                <c:pt idx="2292">
                  <c:v>1504.75</c:v>
                </c:pt>
                <c:pt idx="2293">
                  <c:v>1505.232</c:v>
                </c:pt>
                <c:pt idx="2294">
                  <c:v>1505.7139999999999</c:v>
                </c:pt>
                <c:pt idx="2295">
                  <c:v>1506.1959999999999</c:v>
                </c:pt>
                <c:pt idx="2296">
                  <c:v>1506.6780000000001</c:v>
                </c:pt>
                <c:pt idx="2297">
                  <c:v>1507.16</c:v>
                </c:pt>
                <c:pt idx="2298">
                  <c:v>1507.6420000000001</c:v>
                </c:pt>
                <c:pt idx="2299">
                  <c:v>1508.125</c:v>
                </c:pt>
                <c:pt idx="2300">
                  <c:v>1508.607</c:v>
                </c:pt>
                <c:pt idx="2301">
                  <c:v>1509.0889999999999</c:v>
                </c:pt>
                <c:pt idx="2302">
                  <c:v>1509.5709999999999</c:v>
                </c:pt>
                <c:pt idx="2303">
                  <c:v>1510.0530000000001</c:v>
                </c:pt>
                <c:pt idx="2304">
                  <c:v>1510.5350000000001</c:v>
                </c:pt>
                <c:pt idx="2305">
                  <c:v>1511.0170000000001</c:v>
                </c:pt>
                <c:pt idx="2306">
                  <c:v>1511.5</c:v>
                </c:pt>
                <c:pt idx="2307">
                  <c:v>1511.982</c:v>
                </c:pt>
                <c:pt idx="2308">
                  <c:v>1512.4639999999999</c:v>
                </c:pt>
                <c:pt idx="2309">
                  <c:v>1512.9459999999999</c:v>
                </c:pt>
                <c:pt idx="2310">
                  <c:v>1513.4280000000001</c:v>
                </c:pt>
                <c:pt idx="2311">
                  <c:v>1513.91</c:v>
                </c:pt>
                <c:pt idx="2312">
                  <c:v>1514.3920000000001</c:v>
                </c:pt>
                <c:pt idx="2313">
                  <c:v>1514.875</c:v>
                </c:pt>
                <c:pt idx="2314">
                  <c:v>1515.357</c:v>
                </c:pt>
                <c:pt idx="2315">
                  <c:v>1515.8389999999999</c:v>
                </c:pt>
                <c:pt idx="2316">
                  <c:v>1516.3209999999999</c:v>
                </c:pt>
                <c:pt idx="2317">
                  <c:v>1516.8030000000001</c:v>
                </c:pt>
                <c:pt idx="2318">
                  <c:v>1517.2850000000001</c:v>
                </c:pt>
                <c:pt idx="2319">
                  <c:v>1517.7670000000001</c:v>
                </c:pt>
                <c:pt idx="2320">
                  <c:v>1518.25</c:v>
                </c:pt>
                <c:pt idx="2321">
                  <c:v>1518.731</c:v>
                </c:pt>
                <c:pt idx="2322">
                  <c:v>1519.2139999999999</c:v>
                </c:pt>
                <c:pt idx="2323">
                  <c:v>1519.6959999999999</c:v>
                </c:pt>
                <c:pt idx="2324">
                  <c:v>1520.1780000000001</c:v>
                </c:pt>
                <c:pt idx="2325">
                  <c:v>1520.66</c:v>
                </c:pt>
                <c:pt idx="2326">
                  <c:v>1521.1420000000001</c:v>
                </c:pt>
                <c:pt idx="2327">
                  <c:v>1521.624</c:v>
                </c:pt>
                <c:pt idx="2328">
                  <c:v>1522.106</c:v>
                </c:pt>
                <c:pt idx="2329">
                  <c:v>1522.5889999999999</c:v>
                </c:pt>
                <c:pt idx="2330">
                  <c:v>1523.0709999999999</c:v>
                </c:pt>
                <c:pt idx="2331">
                  <c:v>1523.5530000000001</c:v>
                </c:pt>
                <c:pt idx="2332">
                  <c:v>1524.0350000000001</c:v>
                </c:pt>
                <c:pt idx="2333">
                  <c:v>1524.5170000000001</c:v>
                </c:pt>
                <c:pt idx="2334">
                  <c:v>1524.999</c:v>
                </c:pt>
                <c:pt idx="2335">
                  <c:v>1525.481</c:v>
                </c:pt>
                <c:pt idx="2336">
                  <c:v>1525.9639999999999</c:v>
                </c:pt>
                <c:pt idx="2337">
                  <c:v>1526.4459999999999</c:v>
                </c:pt>
                <c:pt idx="2338">
                  <c:v>1526.9280000000001</c:v>
                </c:pt>
                <c:pt idx="2339">
                  <c:v>1527.41</c:v>
                </c:pt>
                <c:pt idx="2340">
                  <c:v>1527.8920000000001</c:v>
                </c:pt>
                <c:pt idx="2341">
                  <c:v>1528.374</c:v>
                </c:pt>
                <c:pt idx="2342">
                  <c:v>1528.856</c:v>
                </c:pt>
                <c:pt idx="2343">
                  <c:v>1529.3389999999999</c:v>
                </c:pt>
                <c:pt idx="2344">
                  <c:v>1529.8209999999999</c:v>
                </c:pt>
                <c:pt idx="2345">
                  <c:v>1530.3030000000001</c:v>
                </c:pt>
                <c:pt idx="2346">
                  <c:v>1530.7850000000001</c:v>
                </c:pt>
                <c:pt idx="2347">
                  <c:v>1531.2670000000001</c:v>
                </c:pt>
                <c:pt idx="2348">
                  <c:v>1531.749</c:v>
                </c:pt>
                <c:pt idx="2349">
                  <c:v>1532.231</c:v>
                </c:pt>
                <c:pt idx="2350">
                  <c:v>1532.7139999999999</c:v>
                </c:pt>
                <c:pt idx="2351">
                  <c:v>1533.1959999999999</c:v>
                </c:pt>
                <c:pt idx="2352">
                  <c:v>1533.6780000000001</c:v>
                </c:pt>
                <c:pt idx="2353">
                  <c:v>1534.16</c:v>
                </c:pt>
                <c:pt idx="2354">
                  <c:v>1534.6420000000001</c:v>
                </c:pt>
                <c:pt idx="2355">
                  <c:v>1535.124</c:v>
                </c:pt>
                <c:pt idx="2356">
                  <c:v>1535.606</c:v>
                </c:pt>
                <c:pt idx="2357">
                  <c:v>1536.088</c:v>
                </c:pt>
                <c:pt idx="2358">
                  <c:v>1536.5709999999999</c:v>
                </c:pt>
                <c:pt idx="2359">
                  <c:v>1537.0530000000001</c:v>
                </c:pt>
                <c:pt idx="2360">
                  <c:v>1537.5350000000001</c:v>
                </c:pt>
                <c:pt idx="2361">
                  <c:v>1538.0170000000001</c:v>
                </c:pt>
                <c:pt idx="2362">
                  <c:v>1538.499</c:v>
                </c:pt>
                <c:pt idx="2363">
                  <c:v>1538.981</c:v>
                </c:pt>
                <c:pt idx="2364">
                  <c:v>1539.463</c:v>
                </c:pt>
                <c:pt idx="2365">
                  <c:v>1539.9459999999999</c:v>
                </c:pt>
                <c:pt idx="2366">
                  <c:v>1540.4280000000001</c:v>
                </c:pt>
                <c:pt idx="2367">
                  <c:v>1540.91</c:v>
                </c:pt>
                <c:pt idx="2368">
                  <c:v>1541.3920000000001</c:v>
                </c:pt>
                <c:pt idx="2369">
                  <c:v>1541.874</c:v>
                </c:pt>
                <c:pt idx="2370">
                  <c:v>1542.356</c:v>
                </c:pt>
                <c:pt idx="2371">
                  <c:v>1542.838</c:v>
                </c:pt>
                <c:pt idx="2372">
                  <c:v>1543.3209999999999</c:v>
                </c:pt>
                <c:pt idx="2373">
                  <c:v>1543.8030000000001</c:v>
                </c:pt>
                <c:pt idx="2374">
                  <c:v>1544.2850000000001</c:v>
                </c:pt>
                <c:pt idx="2375">
                  <c:v>1544.7670000000001</c:v>
                </c:pt>
                <c:pt idx="2376">
                  <c:v>1545.249</c:v>
                </c:pt>
                <c:pt idx="2377">
                  <c:v>1545.731</c:v>
                </c:pt>
                <c:pt idx="2378">
                  <c:v>1546.213</c:v>
                </c:pt>
                <c:pt idx="2379">
                  <c:v>1546.6959999999999</c:v>
                </c:pt>
                <c:pt idx="2380">
                  <c:v>1547.1780000000001</c:v>
                </c:pt>
                <c:pt idx="2381">
                  <c:v>1547.66</c:v>
                </c:pt>
                <c:pt idx="2382">
                  <c:v>1548.1420000000001</c:v>
                </c:pt>
                <c:pt idx="2383">
                  <c:v>1548.624</c:v>
                </c:pt>
                <c:pt idx="2384">
                  <c:v>1549.106</c:v>
                </c:pt>
                <c:pt idx="2385">
                  <c:v>1549.588</c:v>
                </c:pt>
                <c:pt idx="2386">
                  <c:v>1550.0709999999999</c:v>
                </c:pt>
                <c:pt idx="2387">
                  <c:v>1550.5519999999999</c:v>
                </c:pt>
                <c:pt idx="2388">
                  <c:v>1551.0350000000001</c:v>
                </c:pt>
                <c:pt idx="2389">
                  <c:v>1551.5170000000001</c:v>
                </c:pt>
                <c:pt idx="2390">
                  <c:v>1551.999</c:v>
                </c:pt>
                <c:pt idx="2391">
                  <c:v>1552.481</c:v>
                </c:pt>
                <c:pt idx="2392">
                  <c:v>1552.963</c:v>
                </c:pt>
                <c:pt idx="2393">
                  <c:v>1553.4449999999999</c:v>
                </c:pt>
                <c:pt idx="2394">
                  <c:v>1553.9269999999999</c:v>
                </c:pt>
                <c:pt idx="2395">
                  <c:v>1554.41</c:v>
                </c:pt>
                <c:pt idx="2396">
                  <c:v>1554.8920000000001</c:v>
                </c:pt>
                <c:pt idx="2397">
                  <c:v>1555.374</c:v>
                </c:pt>
                <c:pt idx="2398">
                  <c:v>1555.856</c:v>
                </c:pt>
                <c:pt idx="2399">
                  <c:v>1556.338</c:v>
                </c:pt>
                <c:pt idx="2400">
                  <c:v>1556.82</c:v>
                </c:pt>
                <c:pt idx="2401">
                  <c:v>1557.3019999999999</c:v>
                </c:pt>
                <c:pt idx="2402">
                  <c:v>1557.7850000000001</c:v>
                </c:pt>
                <c:pt idx="2403">
                  <c:v>1558.2670000000001</c:v>
                </c:pt>
                <c:pt idx="2404">
                  <c:v>1558.749</c:v>
                </c:pt>
                <c:pt idx="2405">
                  <c:v>1559.231</c:v>
                </c:pt>
                <c:pt idx="2406">
                  <c:v>1559.713</c:v>
                </c:pt>
                <c:pt idx="2407">
                  <c:v>1560.1949999999999</c:v>
                </c:pt>
                <c:pt idx="2408">
                  <c:v>1560.6769999999999</c:v>
                </c:pt>
                <c:pt idx="2409">
                  <c:v>1561.16</c:v>
                </c:pt>
                <c:pt idx="2410">
                  <c:v>1561.6420000000001</c:v>
                </c:pt>
                <c:pt idx="2411">
                  <c:v>1562.124</c:v>
                </c:pt>
                <c:pt idx="2412">
                  <c:v>1562.606</c:v>
                </c:pt>
                <c:pt idx="2413">
                  <c:v>1563.088</c:v>
                </c:pt>
                <c:pt idx="2414">
                  <c:v>1563.57</c:v>
                </c:pt>
                <c:pt idx="2415">
                  <c:v>1564.0519999999999</c:v>
                </c:pt>
                <c:pt idx="2416">
                  <c:v>1564.5350000000001</c:v>
                </c:pt>
                <c:pt idx="2417">
                  <c:v>1565.0170000000001</c:v>
                </c:pt>
                <c:pt idx="2418">
                  <c:v>1565.499</c:v>
                </c:pt>
                <c:pt idx="2419">
                  <c:v>1565.981</c:v>
                </c:pt>
                <c:pt idx="2420">
                  <c:v>1566.463</c:v>
                </c:pt>
                <c:pt idx="2421">
                  <c:v>1566.9449999999999</c:v>
                </c:pt>
                <c:pt idx="2422">
                  <c:v>1567.4269999999999</c:v>
                </c:pt>
                <c:pt idx="2423">
                  <c:v>1567.9090000000001</c:v>
                </c:pt>
                <c:pt idx="2424">
                  <c:v>1568.3920000000001</c:v>
                </c:pt>
                <c:pt idx="2425">
                  <c:v>1568.874</c:v>
                </c:pt>
                <c:pt idx="2426">
                  <c:v>1569.356</c:v>
                </c:pt>
                <c:pt idx="2427">
                  <c:v>1569.838</c:v>
                </c:pt>
                <c:pt idx="2428">
                  <c:v>1570.32</c:v>
                </c:pt>
                <c:pt idx="2429">
                  <c:v>1570.8019999999999</c:v>
                </c:pt>
                <c:pt idx="2430">
                  <c:v>1571.2840000000001</c:v>
                </c:pt>
                <c:pt idx="2431">
                  <c:v>1571.7670000000001</c:v>
                </c:pt>
                <c:pt idx="2432">
                  <c:v>1572.249</c:v>
                </c:pt>
                <c:pt idx="2433">
                  <c:v>1572.731</c:v>
                </c:pt>
                <c:pt idx="2434">
                  <c:v>1573.213</c:v>
                </c:pt>
                <c:pt idx="2435">
                  <c:v>1573.6949999999999</c:v>
                </c:pt>
                <c:pt idx="2436">
                  <c:v>1574.1769999999999</c:v>
                </c:pt>
                <c:pt idx="2437">
                  <c:v>1574.6590000000001</c:v>
                </c:pt>
                <c:pt idx="2438">
                  <c:v>1575.1420000000001</c:v>
                </c:pt>
                <c:pt idx="2439">
                  <c:v>1575.624</c:v>
                </c:pt>
                <c:pt idx="2440">
                  <c:v>1576.106</c:v>
                </c:pt>
                <c:pt idx="2441">
                  <c:v>1576.588</c:v>
                </c:pt>
                <c:pt idx="2442">
                  <c:v>1577.07</c:v>
                </c:pt>
                <c:pt idx="2443">
                  <c:v>1577.5519999999999</c:v>
                </c:pt>
                <c:pt idx="2444">
                  <c:v>1578.0340000000001</c:v>
                </c:pt>
                <c:pt idx="2445">
                  <c:v>1578.5170000000001</c:v>
                </c:pt>
                <c:pt idx="2446">
                  <c:v>1578.999</c:v>
                </c:pt>
                <c:pt idx="2447">
                  <c:v>1579.481</c:v>
                </c:pt>
                <c:pt idx="2448">
                  <c:v>1579.963</c:v>
                </c:pt>
                <c:pt idx="2449">
                  <c:v>1580.4449999999999</c:v>
                </c:pt>
                <c:pt idx="2450">
                  <c:v>1580.9269999999999</c:v>
                </c:pt>
                <c:pt idx="2451">
                  <c:v>1581.4090000000001</c:v>
                </c:pt>
                <c:pt idx="2452">
                  <c:v>1581.8920000000001</c:v>
                </c:pt>
                <c:pt idx="2453">
                  <c:v>1582.374</c:v>
                </c:pt>
                <c:pt idx="2454">
                  <c:v>1582.856</c:v>
                </c:pt>
                <c:pt idx="2455">
                  <c:v>1583.338</c:v>
                </c:pt>
                <c:pt idx="2456">
                  <c:v>1583.82</c:v>
                </c:pt>
                <c:pt idx="2457">
                  <c:v>1584.3019999999999</c:v>
                </c:pt>
                <c:pt idx="2458">
                  <c:v>1584.7840000000001</c:v>
                </c:pt>
                <c:pt idx="2459">
                  <c:v>1585.2660000000001</c:v>
                </c:pt>
                <c:pt idx="2460">
                  <c:v>1585.749</c:v>
                </c:pt>
                <c:pt idx="2461">
                  <c:v>1586.231</c:v>
                </c:pt>
                <c:pt idx="2462">
                  <c:v>1586.713</c:v>
                </c:pt>
                <c:pt idx="2463">
                  <c:v>1587.1949999999999</c:v>
                </c:pt>
                <c:pt idx="2464">
                  <c:v>1587.6769999999999</c:v>
                </c:pt>
                <c:pt idx="2465">
                  <c:v>1588.1590000000001</c:v>
                </c:pt>
                <c:pt idx="2466">
                  <c:v>1588.6410000000001</c:v>
                </c:pt>
                <c:pt idx="2467">
                  <c:v>1589.124</c:v>
                </c:pt>
                <c:pt idx="2468">
                  <c:v>1589.606</c:v>
                </c:pt>
                <c:pt idx="2469">
                  <c:v>1590.088</c:v>
                </c:pt>
                <c:pt idx="2470">
                  <c:v>1590.57</c:v>
                </c:pt>
                <c:pt idx="2471">
                  <c:v>1591.0519999999999</c:v>
                </c:pt>
                <c:pt idx="2472">
                  <c:v>1591.5340000000001</c:v>
                </c:pt>
                <c:pt idx="2473">
                  <c:v>1592.0160000000001</c:v>
                </c:pt>
                <c:pt idx="2474">
                  <c:v>1592.499</c:v>
                </c:pt>
                <c:pt idx="2475">
                  <c:v>1592.981</c:v>
                </c:pt>
                <c:pt idx="2476">
                  <c:v>1593.463</c:v>
                </c:pt>
                <c:pt idx="2477">
                  <c:v>1593.9449999999999</c:v>
                </c:pt>
                <c:pt idx="2478">
                  <c:v>1594.4269999999999</c:v>
                </c:pt>
                <c:pt idx="2479">
                  <c:v>1594.9090000000001</c:v>
                </c:pt>
                <c:pt idx="2480">
                  <c:v>1595.3910000000001</c:v>
                </c:pt>
                <c:pt idx="2481">
                  <c:v>1595.874</c:v>
                </c:pt>
                <c:pt idx="2482">
                  <c:v>1596.356</c:v>
                </c:pt>
                <c:pt idx="2483">
                  <c:v>1596.838</c:v>
                </c:pt>
                <c:pt idx="2484">
                  <c:v>1597.32</c:v>
                </c:pt>
                <c:pt idx="2485">
                  <c:v>1597.8019999999999</c:v>
                </c:pt>
                <c:pt idx="2486">
                  <c:v>1598.2840000000001</c:v>
                </c:pt>
                <c:pt idx="2487">
                  <c:v>1598.7660000000001</c:v>
                </c:pt>
                <c:pt idx="2488">
                  <c:v>1599.249</c:v>
                </c:pt>
                <c:pt idx="2489">
                  <c:v>1599.73</c:v>
                </c:pt>
                <c:pt idx="2490">
                  <c:v>1600.213</c:v>
                </c:pt>
                <c:pt idx="2491">
                  <c:v>1600.6949999999999</c:v>
                </c:pt>
                <c:pt idx="2492">
                  <c:v>1601.1769999999999</c:v>
                </c:pt>
                <c:pt idx="2493">
                  <c:v>1601.6590000000001</c:v>
                </c:pt>
                <c:pt idx="2494">
                  <c:v>1602.1410000000001</c:v>
                </c:pt>
                <c:pt idx="2495">
                  <c:v>1602.623</c:v>
                </c:pt>
                <c:pt idx="2496">
                  <c:v>1603.105</c:v>
                </c:pt>
                <c:pt idx="2497">
                  <c:v>1603.588</c:v>
                </c:pt>
                <c:pt idx="2498">
                  <c:v>1604.07</c:v>
                </c:pt>
                <c:pt idx="2499">
                  <c:v>1604.5519999999999</c:v>
                </c:pt>
                <c:pt idx="2500">
                  <c:v>1605.0340000000001</c:v>
                </c:pt>
                <c:pt idx="2501">
                  <c:v>1605.5160000000001</c:v>
                </c:pt>
                <c:pt idx="2502">
                  <c:v>1605.998</c:v>
                </c:pt>
                <c:pt idx="2503">
                  <c:v>1606.48</c:v>
                </c:pt>
                <c:pt idx="2504">
                  <c:v>1606.963</c:v>
                </c:pt>
                <c:pt idx="2505">
                  <c:v>1607.4449999999999</c:v>
                </c:pt>
                <c:pt idx="2506">
                  <c:v>1607.9269999999999</c:v>
                </c:pt>
                <c:pt idx="2507">
                  <c:v>1608.4090000000001</c:v>
                </c:pt>
                <c:pt idx="2508">
                  <c:v>1608.8910000000001</c:v>
                </c:pt>
                <c:pt idx="2509">
                  <c:v>1609.373</c:v>
                </c:pt>
                <c:pt idx="2510">
                  <c:v>1609.855</c:v>
                </c:pt>
                <c:pt idx="2511">
                  <c:v>1610.338</c:v>
                </c:pt>
                <c:pt idx="2512">
                  <c:v>1610.82</c:v>
                </c:pt>
                <c:pt idx="2513">
                  <c:v>1611.3019999999999</c:v>
                </c:pt>
                <c:pt idx="2514">
                  <c:v>1611.7840000000001</c:v>
                </c:pt>
                <c:pt idx="2515">
                  <c:v>1612.2660000000001</c:v>
                </c:pt>
                <c:pt idx="2516">
                  <c:v>1612.748</c:v>
                </c:pt>
                <c:pt idx="2517">
                  <c:v>1613.23</c:v>
                </c:pt>
                <c:pt idx="2518">
                  <c:v>1613.713</c:v>
                </c:pt>
                <c:pt idx="2519">
                  <c:v>1614.1949999999999</c:v>
                </c:pt>
                <c:pt idx="2520">
                  <c:v>1614.6769999999999</c:v>
                </c:pt>
                <c:pt idx="2521">
                  <c:v>1615.1590000000001</c:v>
                </c:pt>
                <c:pt idx="2522">
                  <c:v>1615.6410000000001</c:v>
                </c:pt>
                <c:pt idx="2523">
                  <c:v>1616.123</c:v>
                </c:pt>
                <c:pt idx="2524">
                  <c:v>1616.605</c:v>
                </c:pt>
                <c:pt idx="2525">
                  <c:v>1617.087</c:v>
                </c:pt>
                <c:pt idx="2526">
                  <c:v>1617.57</c:v>
                </c:pt>
                <c:pt idx="2527">
                  <c:v>1618.0519999999999</c:v>
                </c:pt>
                <c:pt idx="2528">
                  <c:v>1618.5340000000001</c:v>
                </c:pt>
                <c:pt idx="2529">
                  <c:v>1619.0160000000001</c:v>
                </c:pt>
                <c:pt idx="2530">
                  <c:v>1619.498</c:v>
                </c:pt>
                <c:pt idx="2531">
                  <c:v>1619.98</c:v>
                </c:pt>
                <c:pt idx="2532">
                  <c:v>1620.462</c:v>
                </c:pt>
                <c:pt idx="2533">
                  <c:v>1620.9449999999999</c:v>
                </c:pt>
                <c:pt idx="2534">
                  <c:v>1621.4269999999999</c:v>
                </c:pt>
                <c:pt idx="2535">
                  <c:v>1621.9090000000001</c:v>
                </c:pt>
                <c:pt idx="2536">
                  <c:v>1622.3910000000001</c:v>
                </c:pt>
                <c:pt idx="2537">
                  <c:v>1622.873</c:v>
                </c:pt>
                <c:pt idx="2538">
                  <c:v>1623.355</c:v>
                </c:pt>
                <c:pt idx="2539">
                  <c:v>1623.837</c:v>
                </c:pt>
                <c:pt idx="2540">
                  <c:v>1624.32</c:v>
                </c:pt>
                <c:pt idx="2541">
                  <c:v>1624.8019999999999</c:v>
                </c:pt>
                <c:pt idx="2542">
                  <c:v>1625.2840000000001</c:v>
                </c:pt>
                <c:pt idx="2543">
                  <c:v>1625.7660000000001</c:v>
                </c:pt>
                <c:pt idx="2544">
                  <c:v>1626.248</c:v>
                </c:pt>
                <c:pt idx="2545">
                  <c:v>1626.73</c:v>
                </c:pt>
                <c:pt idx="2546">
                  <c:v>1627.212</c:v>
                </c:pt>
                <c:pt idx="2547">
                  <c:v>1627.6949999999999</c:v>
                </c:pt>
                <c:pt idx="2548">
                  <c:v>1628.1769999999999</c:v>
                </c:pt>
                <c:pt idx="2549">
                  <c:v>1628.6590000000001</c:v>
                </c:pt>
                <c:pt idx="2550">
                  <c:v>1629.1410000000001</c:v>
                </c:pt>
                <c:pt idx="2551">
                  <c:v>1629.623</c:v>
                </c:pt>
                <c:pt idx="2552">
                  <c:v>1630.105</c:v>
                </c:pt>
                <c:pt idx="2553">
                  <c:v>1630.587</c:v>
                </c:pt>
                <c:pt idx="2554">
                  <c:v>1631.07</c:v>
                </c:pt>
                <c:pt idx="2555">
                  <c:v>1631.5519999999999</c:v>
                </c:pt>
                <c:pt idx="2556">
                  <c:v>1632.0340000000001</c:v>
                </c:pt>
                <c:pt idx="2557">
                  <c:v>1632.5160000000001</c:v>
                </c:pt>
                <c:pt idx="2558">
                  <c:v>1632.998</c:v>
                </c:pt>
                <c:pt idx="2559">
                  <c:v>1633.48</c:v>
                </c:pt>
                <c:pt idx="2560">
                  <c:v>1633.962</c:v>
                </c:pt>
                <c:pt idx="2561">
                  <c:v>1634.444</c:v>
                </c:pt>
                <c:pt idx="2562">
                  <c:v>1634.9269999999999</c:v>
                </c:pt>
                <c:pt idx="2563">
                  <c:v>1635.4090000000001</c:v>
                </c:pt>
                <c:pt idx="2564">
                  <c:v>1635.8910000000001</c:v>
                </c:pt>
                <c:pt idx="2565">
                  <c:v>1636.373</c:v>
                </c:pt>
                <c:pt idx="2566">
                  <c:v>1636.855</c:v>
                </c:pt>
                <c:pt idx="2567">
                  <c:v>1637.337</c:v>
                </c:pt>
                <c:pt idx="2568">
                  <c:v>1637.819</c:v>
                </c:pt>
                <c:pt idx="2569">
                  <c:v>1638.3019999999999</c:v>
                </c:pt>
                <c:pt idx="2570">
                  <c:v>1638.7840000000001</c:v>
                </c:pt>
                <c:pt idx="2571">
                  <c:v>1639.2660000000001</c:v>
                </c:pt>
                <c:pt idx="2572">
                  <c:v>1639.748</c:v>
                </c:pt>
                <c:pt idx="2573">
                  <c:v>1640.23</c:v>
                </c:pt>
                <c:pt idx="2574">
                  <c:v>1640.712</c:v>
                </c:pt>
                <c:pt idx="2575">
                  <c:v>1641.194</c:v>
                </c:pt>
                <c:pt idx="2576">
                  <c:v>1641.6769999999999</c:v>
                </c:pt>
                <c:pt idx="2577">
                  <c:v>1642.1590000000001</c:v>
                </c:pt>
                <c:pt idx="2578">
                  <c:v>1642.6410000000001</c:v>
                </c:pt>
                <c:pt idx="2579">
                  <c:v>1643.123</c:v>
                </c:pt>
                <c:pt idx="2580">
                  <c:v>1643.605</c:v>
                </c:pt>
                <c:pt idx="2581">
                  <c:v>1644.087</c:v>
                </c:pt>
                <c:pt idx="2582">
                  <c:v>1644.569</c:v>
                </c:pt>
                <c:pt idx="2583">
                  <c:v>1645.0519999999999</c:v>
                </c:pt>
                <c:pt idx="2584">
                  <c:v>1645.5340000000001</c:v>
                </c:pt>
                <c:pt idx="2585">
                  <c:v>1646.0160000000001</c:v>
                </c:pt>
                <c:pt idx="2586">
                  <c:v>1646.498</c:v>
                </c:pt>
                <c:pt idx="2587">
                  <c:v>1646.98</c:v>
                </c:pt>
                <c:pt idx="2588">
                  <c:v>1647.462</c:v>
                </c:pt>
                <c:pt idx="2589">
                  <c:v>1647.944</c:v>
                </c:pt>
                <c:pt idx="2590">
                  <c:v>1648.4269999999999</c:v>
                </c:pt>
                <c:pt idx="2591">
                  <c:v>1648.9079999999999</c:v>
                </c:pt>
                <c:pt idx="2592">
                  <c:v>1649.3910000000001</c:v>
                </c:pt>
                <c:pt idx="2593">
                  <c:v>1649.873</c:v>
                </c:pt>
                <c:pt idx="2594">
                  <c:v>1650.355</c:v>
                </c:pt>
                <c:pt idx="2595">
                  <c:v>1650.837</c:v>
                </c:pt>
                <c:pt idx="2596">
                  <c:v>1651.319</c:v>
                </c:pt>
                <c:pt idx="2597">
                  <c:v>1651.8009999999999</c:v>
                </c:pt>
                <c:pt idx="2598">
                  <c:v>1652.2829999999999</c:v>
                </c:pt>
                <c:pt idx="2599">
                  <c:v>1652.7660000000001</c:v>
                </c:pt>
                <c:pt idx="2600">
                  <c:v>1653.248</c:v>
                </c:pt>
                <c:pt idx="2601">
                  <c:v>1653.73</c:v>
                </c:pt>
                <c:pt idx="2602">
                  <c:v>1654.212</c:v>
                </c:pt>
                <c:pt idx="2603">
                  <c:v>1654.694</c:v>
                </c:pt>
                <c:pt idx="2604">
                  <c:v>1655.1759999999999</c:v>
                </c:pt>
                <c:pt idx="2605">
                  <c:v>1655.6579999999999</c:v>
                </c:pt>
                <c:pt idx="2606">
                  <c:v>1656.1410000000001</c:v>
                </c:pt>
                <c:pt idx="2607">
                  <c:v>1656.623</c:v>
                </c:pt>
                <c:pt idx="2608">
                  <c:v>1657.105</c:v>
                </c:pt>
                <c:pt idx="2609">
                  <c:v>1657.587</c:v>
                </c:pt>
                <c:pt idx="2610">
                  <c:v>1658.069</c:v>
                </c:pt>
                <c:pt idx="2611">
                  <c:v>1658.5509999999999</c:v>
                </c:pt>
                <c:pt idx="2612">
                  <c:v>1659.0329999999999</c:v>
                </c:pt>
                <c:pt idx="2613">
                  <c:v>1659.5160000000001</c:v>
                </c:pt>
                <c:pt idx="2614">
                  <c:v>1659.998</c:v>
                </c:pt>
                <c:pt idx="2615">
                  <c:v>1660.48</c:v>
                </c:pt>
                <c:pt idx="2616">
                  <c:v>1660.962</c:v>
                </c:pt>
                <c:pt idx="2617">
                  <c:v>1661.444</c:v>
                </c:pt>
                <c:pt idx="2618">
                  <c:v>1661.9259999999999</c:v>
                </c:pt>
                <c:pt idx="2619">
                  <c:v>1662.4079999999999</c:v>
                </c:pt>
                <c:pt idx="2620">
                  <c:v>1662.8910000000001</c:v>
                </c:pt>
                <c:pt idx="2621">
                  <c:v>1663.373</c:v>
                </c:pt>
                <c:pt idx="2622">
                  <c:v>1663.855</c:v>
                </c:pt>
                <c:pt idx="2623">
                  <c:v>1664.337</c:v>
                </c:pt>
                <c:pt idx="2624">
                  <c:v>1664.819</c:v>
                </c:pt>
                <c:pt idx="2625">
                  <c:v>1665.3009999999999</c:v>
                </c:pt>
                <c:pt idx="2626">
                  <c:v>1665.7829999999999</c:v>
                </c:pt>
                <c:pt idx="2627">
                  <c:v>1666.2650000000001</c:v>
                </c:pt>
                <c:pt idx="2628">
                  <c:v>1666.748</c:v>
                </c:pt>
                <c:pt idx="2629">
                  <c:v>1667.23</c:v>
                </c:pt>
                <c:pt idx="2630">
                  <c:v>1667.712</c:v>
                </c:pt>
                <c:pt idx="2631">
                  <c:v>1668.194</c:v>
                </c:pt>
                <c:pt idx="2632">
                  <c:v>1668.6759999999999</c:v>
                </c:pt>
                <c:pt idx="2633">
                  <c:v>1669.1579999999999</c:v>
                </c:pt>
                <c:pt idx="2634">
                  <c:v>1669.64</c:v>
                </c:pt>
                <c:pt idx="2635">
                  <c:v>1670.123</c:v>
                </c:pt>
                <c:pt idx="2636">
                  <c:v>1670.605</c:v>
                </c:pt>
                <c:pt idx="2637">
                  <c:v>1671.087</c:v>
                </c:pt>
                <c:pt idx="2638">
                  <c:v>1671.569</c:v>
                </c:pt>
                <c:pt idx="2639">
                  <c:v>1672.0509999999999</c:v>
                </c:pt>
                <c:pt idx="2640">
                  <c:v>1672.5329999999999</c:v>
                </c:pt>
                <c:pt idx="2641">
                  <c:v>1673.0150000000001</c:v>
                </c:pt>
                <c:pt idx="2642">
                  <c:v>1673.498</c:v>
                </c:pt>
                <c:pt idx="2643">
                  <c:v>1673.98</c:v>
                </c:pt>
                <c:pt idx="2644">
                  <c:v>1674.462</c:v>
                </c:pt>
                <c:pt idx="2645">
                  <c:v>1674.944</c:v>
                </c:pt>
                <c:pt idx="2646">
                  <c:v>1675.4259999999999</c:v>
                </c:pt>
                <c:pt idx="2647">
                  <c:v>1675.9079999999999</c:v>
                </c:pt>
                <c:pt idx="2648">
                  <c:v>1676.39</c:v>
                </c:pt>
                <c:pt idx="2649">
                  <c:v>1676.873</c:v>
                </c:pt>
                <c:pt idx="2650">
                  <c:v>1677.355</c:v>
                </c:pt>
                <c:pt idx="2651">
                  <c:v>1677.837</c:v>
                </c:pt>
                <c:pt idx="2652">
                  <c:v>1678.319</c:v>
                </c:pt>
                <c:pt idx="2653">
                  <c:v>1678.8009999999999</c:v>
                </c:pt>
                <c:pt idx="2654">
                  <c:v>1679.2829999999999</c:v>
                </c:pt>
                <c:pt idx="2655">
                  <c:v>1679.7650000000001</c:v>
                </c:pt>
                <c:pt idx="2656">
                  <c:v>1680.248</c:v>
                </c:pt>
                <c:pt idx="2657">
                  <c:v>1680.729</c:v>
                </c:pt>
                <c:pt idx="2658">
                  <c:v>1681.212</c:v>
                </c:pt>
                <c:pt idx="2659">
                  <c:v>1681.694</c:v>
                </c:pt>
                <c:pt idx="2660">
                  <c:v>1682.1759999999999</c:v>
                </c:pt>
                <c:pt idx="2661">
                  <c:v>1682.6579999999999</c:v>
                </c:pt>
                <c:pt idx="2662">
                  <c:v>1683.14</c:v>
                </c:pt>
                <c:pt idx="2663">
                  <c:v>1683.6220000000001</c:v>
                </c:pt>
                <c:pt idx="2664">
                  <c:v>1684.104</c:v>
                </c:pt>
                <c:pt idx="2665">
                  <c:v>1684.587</c:v>
                </c:pt>
                <c:pt idx="2666">
                  <c:v>1685.069</c:v>
                </c:pt>
                <c:pt idx="2667">
                  <c:v>1685.5509999999999</c:v>
                </c:pt>
                <c:pt idx="2668">
                  <c:v>1686.0329999999999</c:v>
                </c:pt>
                <c:pt idx="2669">
                  <c:v>1686.5150000000001</c:v>
                </c:pt>
                <c:pt idx="2670">
                  <c:v>1686.9970000000001</c:v>
                </c:pt>
                <c:pt idx="2671">
                  <c:v>1687.479</c:v>
                </c:pt>
                <c:pt idx="2672">
                  <c:v>1687.962</c:v>
                </c:pt>
                <c:pt idx="2673">
                  <c:v>1688.444</c:v>
                </c:pt>
                <c:pt idx="2674">
                  <c:v>1688.9259999999999</c:v>
                </c:pt>
                <c:pt idx="2675">
                  <c:v>1689.4079999999999</c:v>
                </c:pt>
                <c:pt idx="2676">
                  <c:v>1689.89</c:v>
                </c:pt>
                <c:pt idx="2677">
                  <c:v>1690.3720000000001</c:v>
                </c:pt>
                <c:pt idx="2678">
                  <c:v>1690.854</c:v>
                </c:pt>
                <c:pt idx="2679">
                  <c:v>1691.337</c:v>
                </c:pt>
                <c:pt idx="2680">
                  <c:v>1691.819</c:v>
                </c:pt>
                <c:pt idx="2681">
                  <c:v>1692.3009999999999</c:v>
                </c:pt>
                <c:pt idx="2682">
                  <c:v>1692.7829999999999</c:v>
                </c:pt>
                <c:pt idx="2683">
                  <c:v>1693.2650000000001</c:v>
                </c:pt>
                <c:pt idx="2684">
                  <c:v>1693.7470000000001</c:v>
                </c:pt>
                <c:pt idx="2685">
                  <c:v>1694.229</c:v>
                </c:pt>
                <c:pt idx="2686">
                  <c:v>1694.712</c:v>
                </c:pt>
                <c:pt idx="2687">
                  <c:v>1695.194</c:v>
                </c:pt>
                <c:pt idx="2688">
                  <c:v>1695.6759999999999</c:v>
                </c:pt>
                <c:pt idx="2689">
                  <c:v>1696.1579999999999</c:v>
                </c:pt>
                <c:pt idx="2690">
                  <c:v>1696.64</c:v>
                </c:pt>
                <c:pt idx="2691">
                  <c:v>1697.1220000000001</c:v>
                </c:pt>
                <c:pt idx="2692">
                  <c:v>1697.604</c:v>
                </c:pt>
                <c:pt idx="2693">
                  <c:v>1698.086</c:v>
                </c:pt>
                <c:pt idx="2694">
                  <c:v>1698.569</c:v>
                </c:pt>
                <c:pt idx="2695">
                  <c:v>1699.0509999999999</c:v>
                </c:pt>
                <c:pt idx="2696">
                  <c:v>1699.5329999999999</c:v>
                </c:pt>
                <c:pt idx="2697">
                  <c:v>1700.0150000000001</c:v>
                </c:pt>
                <c:pt idx="2698">
                  <c:v>1700.4970000000001</c:v>
                </c:pt>
                <c:pt idx="2699">
                  <c:v>1700.979</c:v>
                </c:pt>
                <c:pt idx="2700">
                  <c:v>1701.461</c:v>
                </c:pt>
                <c:pt idx="2701">
                  <c:v>1701.944</c:v>
                </c:pt>
                <c:pt idx="2702">
                  <c:v>1702.4259999999999</c:v>
                </c:pt>
                <c:pt idx="2703">
                  <c:v>1702.9079999999999</c:v>
                </c:pt>
                <c:pt idx="2704">
                  <c:v>1703.39</c:v>
                </c:pt>
                <c:pt idx="2705">
                  <c:v>1703.8720000000001</c:v>
                </c:pt>
                <c:pt idx="2706">
                  <c:v>1704.354</c:v>
                </c:pt>
                <c:pt idx="2707">
                  <c:v>1704.836</c:v>
                </c:pt>
                <c:pt idx="2708">
                  <c:v>1705.319</c:v>
                </c:pt>
                <c:pt idx="2709">
                  <c:v>1705.8009999999999</c:v>
                </c:pt>
                <c:pt idx="2710">
                  <c:v>1706.2829999999999</c:v>
                </c:pt>
                <c:pt idx="2711">
                  <c:v>1706.7650000000001</c:v>
                </c:pt>
                <c:pt idx="2712">
                  <c:v>1707.2470000000001</c:v>
                </c:pt>
                <c:pt idx="2713">
                  <c:v>1707.729</c:v>
                </c:pt>
                <c:pt idx="2714">
                  <c:v>1708.211</c:v>
                </c:pt>
                <c:pt idx="2715">
                  <c:v>1708.694</c:v>
                </c:pt>
                <c:pt idx="2716">
                  <c:v>1709.1759999999999</c:v>
                </c:pt>
                <c:pt idx="2717">
                  <c:v>1709.6579999999999</c:v>
                </c:pt>
                <c:pt idx="2718">
                  <c:v>1710.14</c:v>
                </c:pt>
                <c:pt idx="2719">
                  <c:v>1710.6220000000001</c:v>
                </c:pt>
                <c:pt idx="2720">
                  <c:v>1711.104</c:v>
                </c:pt>
                <c:pt idx="2721">
                  <c:v>1711.586</c:v>
                </c:pt>
                <c:pt idx="2722">
                  <c:v>1712.069</c:v>
                </c:pt>
                <c:pt idx="2723">
                  <c:v>1712.5509999999999</c:v>
                </c:pt>
                <c:pt idx="2724">
                  <c:v>1713.0329999999999</c:v>
                </c:pt>
                <c:pt idx="2725">
                  <c:v>1713.5150000000001</c:v>
                </c:pt>
                <c:pt idx="2726">
                  <c:v>1713.9970000000001</c:v>
                </c:pt>
                <c:pt idx="2727">
                  <c:v>1714.479</c:v>
                </c:pt>
                <c:pt idx="2728">
                  <c:v>1714.961</c:v>
                </c:pt>
                <c:pt idx="2729">
                  <c:v>1715.443</c:v>
                </c:pt>
                <c:pt idx="2730">
                  <c:v>1715.9259999999999</c:v>
                </c:pt>
                <c:pt idx="2731">
                  <c:v>1716.4079999999999</c:v>
                </c:pt>
                <c:pt idx="2732">
                  <c:v>1716.89</c:v>
                </c:pt>
                <c:pt idx="2733">
                  <c:v>1717.3720000000001</c:v>
                </c:pt>
                <c:pt idx="2734">
                  <c:v>1717.854</c:v>
                </c:pt>
                <c:pt idx="2735">
                  <c:v>1718.336</c:v>
                </c:pt>
                <c:pt idx="2736">
                  <c:v>1718.818</c:v>
                </c:pt>
                <c:pt idx="2737">
                  <c:v>1719.3009999999999</c:v>
                </c:pt>
                <c:pt idx="2738">
                  <c:v>1719.7829999999999</c:v>
                </c:pt>
                <c:pt idx="2739">
                  <c:v>1720.2650000000001</c:v>
                </c:pt>
                <c:pt idx="2740">
                  <c:v>1720.7470000000001</c:v>
                </c:pt>
                <c:pt idx="2741">
                  <c:v>1721.229</c:v>
                </c:pt>
                <c:pt idx="2742">
                  <c:v>1721.711</c:v>
                </c:pt>
                <c:pt idx="2743">
                  <c:v>1722.193</c:v>
                </c:pt>
                <c:pt idx="2744">
                  <c:v>1722.6759999999999</c:v>
                </c:pt>
                <c:pt idx="2745">
                  <c:v>1723.1579999999999</c:v>
                </c:pt>
                <c:pt idx="2746">
                  <c:v>1723.64</c:v>
                </c:pt>
                <c:pt idx="2747">
                  <c:v>1724.1220000000001</c:v>
                </c:pt>
                <c:pt idx="2748">
                  <c:v>1724.604</c:v>
                </c:pt>
                <c:pt idx="2749">
                  <c:v>1725.086</c:v>
                </c:pt>
                <c:pt idx="2750">
                  <c:v>1725.568</c:v>
                </c:pt>
                <c:pt idx="2751">
                  <c:v>1726.0509999999999</c:v>
                </c:pt>
                <c:pt idx="2752">
                  <c:v>1726.5329999999999</c:v>
                </c:pt>
                <c:pt idx="2753">
                  <c:v>1727.0150000000001</c:v>
                </c:pt>
                <c:pt idx="2754">
                  <c:v>1727.4970000000001</c:v>
                </c:pt>
                <c:pt idx="2755">
                  <c:v>1727.979</c:v>
                </c:pt>
                <c:pt idx="2756">
                  <c:v>1728.461</c:v>
                </c:pt>
                <c:pt idx="2757">
                  <c:v>1728.943</c:v>
                </c:pt>
                <c:pt idx="2758">
                  <c:v>1729.4259999999999</c:v>
                </c:pt>
                <c:pt idx="2759">
                  <c:v>1729.9069999999999</c:v>
                </c:pt>
                <c:pt idx="2760">
                  <c:v>1730.39</c:v>
                </c:pt>
                <c:pt idx="2761">
                  <c:v>1730.8720000000001</c:v>
                </c:pt>
                <c:pt idx="2762">
                  <c:v>1731.354</c:v>
                </c:pt>
                <c:pt idx="2763">
                  <c:v>1731.836</c:v>
                </c:pt>
                <c:pt idx="2764">
                  <c:v>1732.318</c:v>
                </c:pt>
                <c:pt idx="2765">
                  <c:v>1732.8</c:v>
                </c:pt>
                <c:pt idx="2766">
                  <c:v>1733.2819999999999</c:v>
                </c:pt>
                <c:pt idx="2767">
                  <c:v>1733.7650000000001</c:v>
                </c:pt>
                <c:pt idx="2768">
                  <c:v>1734.2470000000001</c:v>
                </c:pt>
                <c:pt idx="2769">
                  <c:v>1734.729</c:v>
                </c:pt>
                <c:pt idx="2770">
                  <c:v>1735.211</c:v>
                </c:pt>
                <c:pt idx="2771">
                  <c:v>1735.693</c:v>
                </c:pt>
                <c:pt idx="2772">
                  <c:v>1736.175</c:v>
                </c:pt>
                <c:pt idx="2773">
                  <c:v>1736.6569999999999</c:v>
                </c:pt>
                <c:pt idx="2774">
                  <c:v>1737.14</c:v>
                </c:pt>
                <c:pt idx="2775">
                  <c:v>1737.6220000000001</c:v>
                </c:pt>
                <c:pt idx="2776">
                  <c:v>1738.104</c:v>
                </c:pt>
                <c:pt idx="2777">
                  <c:v>1738.586</c:v>
                </c:pt>
                <c:pt idx="2778">
                  <c:v>1739.068</c:v>
                </c:pt>
                <c:pt idx="2779">
                  <c:v>1739.55</c:v>
                </c:pt>
                <c:pt idx="2780">
                  <c:v>1740.0319999999999</c:v>
                </c:pt>
                <c:pt idx="2781">
                  <c:v>1740.5150000000001</c:v>
                </c:pt>
                <c:pt idx="2782">
                  <c:v>1740.9970000000001</c:v>
                </c:pt>
                <c:pt idx="2783">
                  <c:v>1741.479</c:v>
                </c:pt>
                <c:pt idx="2784">
                  <c:v>1741.961</c:v>
                </c:pt>
                <c:pt idx="2785">
                  <c:v>1742.443</c:v>
                </c:pt>
                <c:pt idx="2786">
                  <c:v>1742.925</c:v>
                </c:pt>
                <c:pt idx="2787">
                  <c:v>1743.4069999999999</c:v>
                </c:pt>
                <c:pt idx="2788">
                  <c:v>1743.89</c:v>
                </c:pt>
                <c:pt idx="2789">
                  <c:v>1744.3720000000001</c:v>
                </c:pt>
                <c:pt idx="2790">
                  <c:v>1744.854</c:v>
                </c:pt>
                <c:pt idx="2791">
                  <c:v>1745.336</c:v>
                </c:pt>
                <c:pt idx="2792">
                  <c:v>1745.818</c:v>
                </c:pt>
                <c:pt idx="2793">
                  <c:v>1746.3</c:v>
                </c:pt>
                <c:pt idx="2794">
                  <c:v>1746.7819999999999</c:v>
                </c:pt>
                <c:pt idx="2795">
                  <c:v>1747.2639999999999</c:v>
                </c:pt>
                <c:pt idx="2796">
                  <c:v>1747.7470000000001</c:v>
                </c:pt>
                <c:pt idx="2797">
                  <c:v>1748.229</c:v>
                </c:pt>
                <c:pt idx="2798">
                  <c:v>1748.711</c:v>
                </c:pt>
                <c:pt idx="2799">
                  <c:v>1749.193</c:v>
                </c:pt>
                <c:pt idx="2800">
                  <c:v>1749.675</c:v>
                </c:pt>
                <c:pt idx="2801">
                  <c:v>1750.1569999999999</c:v>
                </c:pt>
                <c:pt idx="2802">
                  <c:v>1750.6389999999999</c:v>
                </c:pt>
                <c:pt idx="2803">
                  <c:v>1751.1220000000001</c:v>
                </c:pt>
                <c:pt idx="2804">
                  <c:v>1751.604</c:v>
                </c:pt>
                <c:pt idx="2805">
                  <c:v>1752.086</c:v>
                </c:pt>
                <c:pt idx="2806">
                  <c:v>1752.568</c:v>
                </c:pt>
                <c:pt idx="2807">
                  <c:v>1753.05</c:v>
                </c:pt>
                <c:pt idx="2808">
                  <c:v>1753.5319999999999</c:v>
                </c:pt>
                <c:pt idx="2809">
                  <c:v>1754.0139999999999</c:v>
                </c:pt>
                <c:pt idx="2810">
                  <c:v>1754.4970000000001</c:v>
                </c:pt>
                <c:pt idx="2811">
                  <c:v>1754.979</c:v>
                </c:pt>
                <c:pt idx="2812">
                  <c:v>1755.461</c:v>
                </c:pt>
                <c:pt idx="2813">
                  <c:v>1755.943</c:v>
                </c:pt>
                <c:pt idx="2814">
                  <c:v>1756.425</c:v>
                </c:pt>
                <c:pt idx="2815">
                  <c:v>1756.9069999999999</c:v>
                </c:pt>
                <c:pt idx="2816">
                  <c:v>1757.3889999999999</c:v>
                </c:pt>
                <c:pt idx="2817">
                  <c:v>1757.8720000000001</c:v>
                </c:pt>
                <c:pt idx="2818">
                  <c:v>1758.354</c:v>
                </c:pt>
                <c:pt idx="2819">
                  <c:v>1758.836</c:v>
                </c:pt>
                <c:pt idx="2820">
                  <c:v>1759.318</c:v>
                </c:pt>
                <c:pt idx="2821">
                  <c:v>1759.8</c:v>
                </c:pt>
                <c:pt idx="2822">
                  <c:v>1760.2819999999999</c:v>
                </c:pt>
                <c:pt idx="2823">
                  <c:v>1760.7639999999999</c:v>
                </c:pt>
                <c:pt idx="2824">
                  <c:v>1761.2470000000001</c:v>
                </c:pt>
                <c:pt idx="2825">
                  <c:v>1761.729</c:v>
                </c:pt>
                <c:pt idx="2826">
                  <c:v>1762.211</c:v>
                </c:pt>
                <c:pt idx="2827">
                  <c:v>1762.693</c:v>
                </c:pt>
                <c:pt idx="2828">
                  <c:v>1763.175</c:v>
                </c:pt>
                <c:pt idx="2829">
                  <c:v>1763.6569999999999</c:v>
                </c:pt>
                <c:pt idx="2830">
                  <c:v>1764.1389999999999</c:v>
                </c:pt>
                <c:pt idx="2831">
                  <c:v>1764.6210000000001</c:v>
                </c:pt>
                <c:pt idx="2832">
                  <c:v>1765.104</c:v>
                </c:pt>
                <c:pt idx="2833">
                  <c:v>1765.586</c:v>
                </c:pt>
                <c:pt idx="2834">
                  <c:v>1766.068</c:v>
                </c:pt>
                <c:pt idx="2835">
                  <c:v>1766.55</c:v>
                </c:pt>
                <c:pt idx="2836">
                  <c:v>1767.0319999999999</c:v>
                </c:pt>
                <c:pt idx="2837">
                  <c:v>1767.5139999999999</c:v>
                </c:pt>
                <c:pt idx="2838">
                  <c:v>1767.9960000000001</c:v>
                </c:pt>
                <c:pt idx="2839">
                  <c:v>1768.479</c:v>
                </c:pt>
                <c:pt idx="2840">
                  <c:v>1768.961</c:v>
                </c:pt>
                <c:pt idx="2841">
                  <c:v>1769.443</c:v>
                </c:pt>
                <c:pt idx="2842">
                  <c:v>1769.925</c:v>
                </c:pt>
                <c:pt idx="2843">
                  <c:v>1770.4069999999999</c:v>
                </c:pt>
                <c:pt idx="2844">
                  <c:v>1770.8889999999999</c:v>
                </c:pt>
                <c:pt idx="2845">
                  <c:v>1771.3710000000001</c:v>
                </c:pt>
                <c:pt idx="2846">
                  <c:v>1771.854</c:v>
                </c:pt>
                <c:pt idx="2847">
                  <c:v>1772.336</c:v>
                </c:pt>
                <c:pt idx="2848">
                  <c:v>1772.818</c:v>
                </c:pt>
                <c:pt idx="2849">
                  <c:v>1773.3</c:v>
                </c:pt>
                <c:pt idx="2850">
                  <c:v>1773.7819999999999</c:v>
                </c:pt>
                <c:pt idx="2851">
                  <c:v>1774.2639999999999</c:v>
                </c:pt>
                <c:pt idx="2852">
                  <c:v>1774.7460000000001</c:v>
                </c:pt>
                <c:pt idx="2853">
                  <c:v>1775.229</c:v>
                </c:pt>
                <c:pt idx="2854">
                  <c:v>1775.711</c:v>
                </c:pt>
                <c:pt idx="2855">
                  <c:v>1776.193</c:v>
                </c:pt>
                <c:pt idx="2856">
                  <c:v>1776.675</c:v>
                </c:pt>
                <c:pt idx="2857">
                  <c:v>1777.1569999999999</c:v>
                </c:pt>
                <c:pt idx="2858">
                  <c:v>1777.6389999999999</c:v>
                </c:pt>
                <c:pt idx="2859">
                  <c:v>1778.1210000000001</c:v>
                </c:pt>
                <c:pt idx="2860">
                  <c:v>1778.604</c:v>
                </c:pt>
                <c:pt idx="2861">
                  <c:v>1779.085</c:v>
                </c:pt>
                <c:pt idx="2862">
                  <c:v>1779.568</c:v>
                </c:pt>
                <c:pt idx="2863">
                  <c:v>1780.05</c:v>
                </c:pt>
                <c:pt idx="2864">
                  <c:v>1780.5319999999999</c:v>
                </c:pt>
                <c:pt idx="2865">
                  <c:v>1781.0139999999999</c:v>
                </c:pt>
                <c:pt idx="2866">
                  <c:v>1781.4960000000001</c:v>
                </c:pt>
                <c:pt idx="2867">
                  <c:v>1781.9780000000001</c:v>
                </c:pt>
                <c:pt idx="2868">
                  <c:v>1782.46</c:v>
                </c:pt>
                <c:pt idx="2869">
                  <c:v>1782.943</c:v>
                </c:pt>
                <c:pt idx="2870">
                  <c:v>1783.425</c:v>
                </c:pt>
                <c:pt idx="2871">
                  <c:v>1783.9069999999999</c:v>
                </c:pt>
                <c:pt idx="2872">
                  <c:v>1784.3889999999999</c:v>
                </c:pt>
                <c:pt idx="2873">
                  <c:v>1784.8710000000001</c:v>
                </c:pt>
                <c:pt idx="2874">
                  <c:v>1785.3530000000001</c:v>
                </c:pt>
                <c:pt idx="2875">
                  <c:v>1785.835</c:v>
                </c:pt>
                <c:pt idx="2876">
                  <c:v>1786.318</c:v>
                </c:pt>
                <c:pt idx="2877">
                  <c:v>1786.8</c:v>
                </c:pt>
                <c:pt idx="2878">
                  <c:v>1787.2819999999999</c:v>
                </c:pt>
                <c:pt idx="2879">
                  <c:v>1787.7639999999999</c:v>
                </c:pt>
                <c:pt idx="2880">
                  <c:v>1788.2460000000001</c:v>
                </c:pt>
                <c:pt idx="2881">
                  <c:v>1788.7280000000001</c:v>
                </c:pt>
                <c:pt idx="2882">
                  <c:v>1789.21</c:v>
                </c:pt>
                <c:pt idx="2883">
                  <c:v>1789.693</c:v>
                </c:pt>
                <c:pt idx="2884">
                  <c:v>1790.175</c:v>
                </c:pt>
                <c:pt idx="2885">
                  <c:v>1790.6569999999999</c:v>
                </c:pt>
                <c:pt idx="2886">
                  <c:v>1791.1389999999999</c:v>
                </c:pt>
                <c:pt idx="2887">
                  <c:v>1791.6210000000001</c:v>
                </c:pt>
                <c:pt idx="2888">
                  <c:v>1792.1030000000001</c:v>
                </c:pt>
                <c:pt idx="2889">
                  <c:v>1792.585</c:v>
                </c:pt>
                <c:pt idx="2890">
                  <c:v>1793.067</c:v>
                </c:pt>
                <c:pt idx="2891">
                  <c:v>1793.55</c:v>
                </c:pt>
                <c:pt idx="2892">
                  <c:v>1794.0319999999999</c:v>
                </c:pt>
                <c:pt idx="2893">
                  <c:v>1794.5139999999999</c:v>
                </c:pt>
                <c:pt idx="2894">
                  <c:v>1794.9960000000001</c:v>
                </c:pt>
                <c:pt idx="2895">
                  <c:v>1795.4780000000001</c:v>
                </c:pt>
                <c:pt idx="2896">
                  <c:v>1795.96</c:v>
                </c:pt>
                <c:pt idx="2897">
                  <c:v>1796.442</c:v>
                </c:pt>
                <c:pt idx="2898">
                  <c:v>1796.925</c:v>
                </c:pt>
                <c:pt idx="2899">
                  <c:v>1797.4069999999999</c:v>
                </c:pt>
                <c:pt idx="2900">
                  <c:v>1797.8889999999999</c:v>
                </c:pt>
                <c:pt idx="2901">
                  <c:v>1798.3710000000001</c:v>
                </c:pt>
                <c:pt idx="2902">
                  <c:v>1798.8530000000001</c:v>
                </c:pt>
                <c:pt idx="2903">
                  <c:v>1799.335</c:v>
                </c:pt>
                <c:pt idx="2904">
                  <c:v>1799.817</c:v>
                </c:pt>
                <c:pt idx="2905">
                  <c:v>1800.3</c:v>
                </c:pt>
                <c:pt idx="2906">
                  <c:v>1800.7819999999999</c:v>
                </c:pt>
                <c:pt idx="2907">
                  <c:v>1801.2639999999999</c:v>
                </c:pt>
                <c:pt idx="2908">
                  <c:v>1801.7460000000001</c:v>
                </c:pt>
                <c:pt idx="2909">
                  <c:v>1802.2280000000001</c:v>
                </c:pt>
                <c:pt idx="2910">
                  <c:v>1802.71</c:v>
                </c:pt>
                <c:pt idx="2911">
                  <c:v>1803.192</c:v>
                </c:pt>
                <c:pt idx="2912">
                  <c:v>1803.675</c:v>
                </c:pt>
                <c:pt idx="2913">
                  <c:v>1804.1569999999999</c:v>
                </c:pt>
                <c:pt idx="2914">
                  <c:v>1804.6389999999999</c:v>
                </c:pt>
                <c:pt idx="2915">
                  <c:v>1805.1210000000001</c:v>
                </c:pt>
                <c:pt idx="2916">
                  <c:v>1805.6030000000001</c:v>
                </c:pt>
                <c:pt idx="2917">
                  <c:v>1806.085</c:v>
                </c:pt>
                <c:pt idx="2918">
                  <c:v>1806.567</c:v>
                </c:pt>
                <c:pt idx="2919">
                  <c:v>1807.05</c:v>
                </c:pt>
                <c:pt idx="2920">
                  <c:v>1807.5309999999999</c:v>
                </c:pt>
                <c:pt idx="2921">
                  <c:v>1808.0139999999999</c:v>
                </c:pt>
                <c:pt idx="2922">
                  <c:v>1808.4960000000001</c:v>
                </c:pt>
                <c:pt idx="2923">
                  <c:v>1808.9780000000001</c:v>
                </c:pt>
                <c:pt idx="2924">
                  <c:v>1809.46</c:v>
                </c:pt>
                <c:pt idx="2925">
                  <c:v>1809.942</c:v>
                </c:pt>
                <c:pt idx="2926">
                  <c:v>1810.424</c:v>
                </c:pt>
                <c:pt idx="2927">
                  <c:v>1810.9059999999999</c:v>
                </c:pt>
                <c:pt idx="2928">
                  <c:v>1811.3889999999999</c:v>
                </c:pt>
                <c:pt idx="2929">
                  <c:v>1811.8710000000001</c:v>
                </c:pt>
                <c:pt idx="2930">
                  <c:v>1812.3530000000001</c:v>
                </c:pt>
                <c:pt idx="2931">
                  <c:v>1812.835</c:v>
                </c:pt>
                <c:pt idx="2932">
                  <c:v>1813.317</c:v>
                </c:pt>
                <c:pt idx="2933">
                  <c:v>1813.799</c:v>
                </c:pt>
                <c:pt idx="2934">
                  <c:v>1814.2809999999999</c:v>
                </c:pt>
                <c:pt idx="2935">
                  <c:v>1814.7639999999999</c:v>
                </c:pt>
                <c:pt idx="2936">
                  <c:v>1815.2460000000001</c:v>
                </c:pt>
                <c:pt idx="2937">
                  <c:v>1815.7280000000001</c:v>
                </c:pt>
                <c:pt idx="2938">
                  <c:v>1816.21</c:v>
                </c:pt>
                <c:pt idx="2939">
                  <c:v>1816.692</c:v>
                </c:pt>
                <c:pt idx="2940">
                  <c:v>1817.174</c:v>
                </c:pt>
                <c:pt idx="2941">
                  <c:v>1817.6559999999999</c:v>
                </c:pt>
                <c:pt idx="2942">
                  <c:v>1818.1389999999999</c:v>
                </c:pt>
                <c:pt idx="2943">
                  <c:v>1818.6210000000001</c:v>
                </c:pt>
                <c:pt idx="2944">
                  <c:v>1819.1030000000001</c:v>
                </c:pt>
                <c:pt idx="2945">
                  <c:v>1819.585</c:v>
                </c:pt>
                <c:pt idx="2946">
                  <c:v>1820.067</c:v>
                </c:pt>
                <c:pt idx="2947">
                  <c:v>1820.549</c:v>
                </c:pt>
                <c:pt idx="2948">
                  <c:v>1821.0309999999999</c:v>
                </c:pt>
                <c:pt idx="2949">
                  <c:v>1821.5139999999999</c:v>
                </c:pt>
                <c:pt idx="2950">
                  <c:v>1821.9960000000001</c:v>
                </c:pt>
                <c:pt idx="2951">
                  <c:v>1822.4780000000001</c:v>
                </c:pt>
                <c:pt idx="2952">
                  <c:v>1822.96</c:v>
                </c:pt>
                <c:pt idx="2953">
                  <c:v>1823.442</c:v>
                </c:pt>
                <c:pt idx="2954">
                  <c:v>1823.924</c:v>
                </c:pt>
                <c:pt idx="2955">
                  <c:v>1824.4059999999999</c:v>
                </c:pt>
                <c:pt idx="2956">
                  <c:v>1824.8879999999999</c:v>
                </c:pt>
                <c:pt idx="2957">
                  <c:v>1825.3710000000001</c:v>
                </c:pt>
                <c:pt idx="2958">
                  <c:v>1825.8530000000001</c:v>
                </c:pt>
                <c:pt idx="2959">
                  <c:v>1826.335</c:v>
                </c:pt>
                <c:pt idx="2960">
                  <c:v>1826.817</c:v>
                </c:pt>
                <c:pt idx="2961">
                  <c:v>1827.299</c:v>
                </c:pt>
                <c:pt idx="2962">
                  <c:v>1827.7809999999999</c:v>
                </c:pt>
                <c:pt idx="2963">
                  <c:v>1828.2629999999999</c:v>
                </c:pt>
                <c:pt idx="2964">
                  <c:v>1828.7460000000001</c:v>
                </c:pt>
                <c:pt idx="2965">
                  <c:v>1829.2280000000001</c:v>
                </c:pt>
                <c:pt idx="2966">
                  <c:v>1829.71</c:v>
                </c:pt>
                <c:pt idx="2967">
                  <c:v>1830.192</c:v>
                </c:pt>
                <c:pt idx="2968">
                  <c:v>1830.674</c:v>
                </c:pt>
                <c:pt idx="2969">
                  <c:v>1831.1559999999999</c:v>
                </c:pt>
                <c:pt idx="2970">
                  <c:v>1831.6379999999999</c:v>
                </c:pt>
                <c:pt idx="2971">
                  <c:v>1832.1210000000001</c:v>
                </c:pt>
                <c:pt idx="2972">
                  <c:v>1832.6030000000001</c:v>
                </c:pt>
                <c:pt idx="2973">
                  <c:v>1833.085</c:v>
                </c:pt>
                <c:pt idx="2974">
                  <c:v>1833.567</c:v>
                </c:pt>
                <c:pt idx="2975">
                  <c:v>1834.049</c:v>
                </c:pt>
                <c:pt idx="2976">
                  <c:v>1834.5309999999999</c:v>
                </c:pt>
                <c:pt idx="2977">
                  <c:v>1835.0129999999999</c:v>
                </c:pt>
                <c:pt idx="2978">
                  <c:v>1835.4960000000001</c:v>
                </c:pt>
                <c:pt idx="2979">
                  <c:v>1835.9780000000001</c:v>
                </c:pt>
                <c:pt idx="2980">
                  <c:v>1836.46</c:v>
                </c:pt>
                <c:pt idx="2981">
                  <c:v>1836.942</c:v>
                </c:pt>
                <c:pt idx="2982">
                  <c:v>1837.424</c:v>
                </c:pt>
                <c:pt idx="2983">
                  <c:v>1837.9059999999999</c:v>
                </c:pt>
                <c:pt idx="2984">
                  <c:v>1838.3879999999999</c:v>
                </c:pt>
                <c:pt idx="2985">
                  <c:v>1838.8710000000001</c:v>
                </c:pt>
                <c:pt idx="2986">
                  <c:v>1839.3530000000001</c:v>
                </c:pt>
                <c:pt idx="2987">
                  <c:v>1839.835</c:v>
                </c:pt>
                <c:pt idx="2988">
                  <c:v>1840.317</c:v>
                </c:pt>
                <c:pt idx="2989">
                  <c:v>1840.799</c:v>
                </c:pt>
                <c:pt idx="2990">
                  <c:v>1841.2809999999999</c:v>
                </c:pt>
                <c:pt idx="2991">
                  <c:v>1841.7629999999999</c:v>
                </c:pt>
                <c:pt idx="2992">
                  <c:v>1842.2449999999999</c:v>
                </c:pt>
                <c:pt idx="2993">
                  <c:v>1842.7280000000001</c:v>
                </c:pt>
                <c:pt idx="2994">
                  <c:v>1843.21</c:v>
                </c:pt>
                <c:pt idx="2995">
                  <c:v>1843.692</c:v>
                </c:pt>
                <c:pt idx="2996">
                  <c:v>1844.174</c:v>
                </c:pt>
                <c:pt idx="2997">
                  <c:v>1844.6559999999999</c:v>
                </c:pt>
                <c:pt idx="2998">
                  <c:v>1845.1379999999999</c:v>
                </c:pt>
                <c:pt idx="2999">
                  <c:v>1845.62</c:v>
                </c:pt>
                <c:pt idx="3000">
                  <c:v>1846.1030000000001</c:v>
                </c:pt>
                <c:pt idx="3001">
                  <c:v>1846.585</c:v>
                </c:pt>
                <c:pt idx="3002">
                  <c:v>1847.067</c:v>
                </c:pt>
                <c:pt idx="3003">
                  <c:v>1847.549</c:v>
                </c:pt>
                <c:pt idx="3004">
                  <c:v>1848.0309999999999</c:v>
                </c:pt>
                <c:pt idx="3005">
                  <c:v>1848.5129999999999</c:v>
                </c:pt>
                <c:pt idx="3006">
                  <c:v>1848.9949999999999</c:v>
                </c:pt>
                <c:pt idx="3007">
                  <c:v>1849.4780000000001</c:v>
                </c:pt>
                <c:pt idx="3008">
                  <c:v>1849.96</c:v>
                </c:pt>
                <c:pt idx="3009">
                  <c:v>1850.442</c:v>
                </c:pt>
                <c:pt idx="3010">
                  <c:v>1850.924</c:v>
                </c:pt>
                <c:pt idx="3011">
                  <c:v>1851.4059999999999</c:v>
                </c:pt>
                <c:pt idx="3012">
                  <c:v>1851.8879999999999</c:v>
                </c:pt>
                <c:pt idx="3013">
                  <c:v>1852.37</c:v>
                </c:pt>
                <c:pt idx="3014">
                  <c:v>1852.8530000000001</c:v>
                </c:pt>
                <c:pt idx="3015">
                  <c:v>1853.335</c:v>
                </c:pt>
                <c:pt idx="3016">
                  <c:v>1853.817</c:v>
                </c:pt>
                <c:pt idx="3017">
                  <c:v>1854.299</c:v>
                </c:pt>
                <c:pt idx="3018">
                  <c:v>1854.7809999999999</c:v>
                </c:pt>
                <c:pt idx="3019">
                  <c:v>1855.2629999999999</c:v>
                </c:pt>
                <c:pt idx="3020">
                  <c:v>1855.7449999999999</c:v>
                </c:pt>
                <c:pt idx="3021">
                  <c:v>1856.2280000000001</c:v>
                </c:pt>
                <c:pt idx="3022">
                  <c:v>1856.7090000000001</c:v>
                </c:pt>
                <c:pt idx="3023">
                  <c:v>1857.192</c:v>
                </c:pt>
                <c:pt idx="3024">
                  <c:v>1857.674</c:v>
                </c:pt>
                <c:pt idx="3025">
                  <c:v>1858.1559999999999</c:v>
                </c:pt>
                <c:pt idx="3026">
                  <c:v>1858.6379999999999</c:v>
                </c:pt>
                <c:pt idx="3027">
                  <c:v>1859.12</c:v>
                </c:pt>
                <c:pt idx="3028">
                  <c:v>1859.6020000000001</c:v>
                </c:pt>
                <c:pt idx="3029">
                  <c:v>1860.0840000000001</c:v>
                </c:pt>
                <c:pt idx="3030">
                  <c:v>1860.567</c:v>
                </c:pt>
                <c:pt idx="3031">
                  <c:v>1861.049</c:v>
                </c:pt>
                <c:pt idx="3032">
                  <c:v>1861.5309999999999</c:v>
                </c:pt>
                <c:pt idx="3033">
                  <c:v>1862.0129999999999</c:v>
                </c:pt>
                <c:pt idx="3034">
                  <c:v>1862.4949999999999</c:v>
                </c:pt>
                <c:pt idx="3035">
                  <c:v>1862.9770000000001</c:v>
                </c:pt>
                <c:pt idx="3036">
                  <c:v>1863.4590000000001</c:v>
                </c:pt>
                <c:pt idx="3037">
                  <c:v>1863.942</c:v>
                </c:pt>
                <c:pt idx="3038">
                  <c:v>1864.424</c:v>
                </c:pt>
                <c:pt idx="3039">
                  <c:v>1864.9059999999999</c:v>
                </c:pt>
                <c:pt idx="3040">
                  <c:v>1865.3879999999999</c:v>
                </c:pt>
                <c:pt idx="3041">
                  <c:v>1865.87</c:v>
                </c:pt>
                <c:pt idx="3042">
                  <c:v>1866.3520000000001</c:v>
                </c:pt>
                <c:pt idx="3043">
                  <c:v>1866.8340000000001</c:v>
                </c:pt>
                <c:pt idx="3044">
                  <c:v>1867.317</c:v>
                </c:pt>
                <c:pt idx="3045">
                  <c:v>1867.799</c:v>
                </c:pt>
                <c:pt idx="3046">
                  <c:v>1868.2809999999999</c:v>
                </c:pt>
                <c:pt idx="3047">
                  <c:v>1868.7629999999999</c:v>
                </c:pt>
                <c:pt idx="3048">
                  <c:v>1869.2449999999999</c:v>
                </c:pt>
                <c:pt idx="3049">
                  <c:v>1869.7270000000001</c:v>
                </c:pt>
                <c:pt idx="3050">
                  <c:v>1870.2090000000001</c:v>
                </c:pt>
                <c:pt idx="3051">
                  <c:v>1870.692</c:v>
                </c:pt>
                <c:pt idx="3052">
                  <c:v>1871.174</c:v>
                </c:pt>
                <c:pt idx="3053">
                  <c:v>1871.6559999999999</c:v>
                </c:pt>
                <c:pt idx="3054">
                  <c:v>1872.1379999999999</c:v>
                </c:pt>
                <c:pt idx="3055">
                  <c:v>1872.62</c:v>
                </c:pt>
                <c:pt idx="3056">
                  <c:v>1873.1020000000001</c:v>
                </c:pt>
                <c:pt idx="3057">
                  <c:v>1873.5840000000001</c:v>
                </c:pt>
                <c:pt idx="3058">
                  <c:v>1874.066</c:v>
                </c:pt>
                <c:pt idx="3059">
                  <c:v>1874.549</c:v>
                </c:pt>
                <c:pt idx="3060">
                  <c:v>1875.0309999999999</c:v>
                </c:pt>
                <c:pt idx="3061">
                  <c:v>1875.5129999999999</c:v>
                </c:pt>
                <c:pt idx="3062">
                  <c:v>1875.9949999999999</c:v>
                </c:pt>
                <c:pt idx="3063">
                  <c:v>1876.4770000000001</c:v>
                </c:pt>
                <c:pt idx="3064">
                  <c:v>1876.9590000000001</c:v>
                </c:pt>
                <c:pt idx="3065">
                  <c:v>1877.441</c:v>
                </c:pt>
                <c:pt idx="3066">
                  <c:v>1877.924</c:v>
                </c:pt>
                <c:pt idx="3067">
                  <c:v>1878.4059999999999</c:v>
                </c:pt>
                <c:pt idx="3068">
                  <c:v>1878.8879999999999</c:v>
                </c:pt>
                <c:pt idx="3069">
                  <c:v>1879.37</c:v>
                </c:pt>
                <c:pt idx="3070">
                  <c:v>1879.8520000000001</c:v>
                </c:pt>
                <c:pt idx="3071">
                  <c:v>1880.3340000000001</c:v>
                </c:pt>
                <c:pt idx="3072">
                  <c:v>1880.816</c:v>
                </c:pt>
                <c:pt idx="3073">
                  <c:v>1881.299</c:v>
                </c:pt>
                <c:pt idx="3074">
                  <c:v>1881.7809999999999</c:v>
                </c:pt>
                <c:pt idx="3075">
                  <c:v>1882.2629999999999</c:v>
                </c:pt>
                <c:pt idx="3076">
                  <c:v>1882.7449999999999</c:v>
                </c:pt>
                <c:pt idx="3077">
                  <c:v>1883.2270000000001</c:v>
                </c:pt>
                <c:pt idx="3078">
                  <c:v>1883.7090000000001</c:v>
                </c:pt>
                <c:pt idx="3079">
                  <c:v>1884.191</c:v>
                </c:pt>
                <c:pt idx="3080">
                  <c:v>1884.674</c:v>
                </c:pt>
                <c:pt idx="3081">
                  <c:v>1885.1559999999999</c:v>
                </c:pt>
                <c:pt idx="3082">
                  <c:v>1885.6379999999999</c:v>
                </c:pt>
                <c:pt idx="3083">
                  <c:v>1886.12</c:v>
                </c:pt>
                <c:pt idx="3084">
                  <c:v>1886.6020000000001</c:v>
                </c:pt>
                <c:pt idx="3085">
                  <c:v>1887.0840000000001</c:v>
                </c:pt>
                <c:pt idx="3086">
                  <c:v>1887.566</c:v>
                </c:pt>
                <c:pt idx="3087">
                  <c:v>1888.049</c:v>
                </c:pt>
                <c:pt idx="3088">
                  <c:v>1888.5309999999999</c:v>
                </c:pt>
                <c:pt idx="3089">
                  <c:v>1889.0129999999999</c:v>
                </c:pt>
                <c:pt idx="3090">
                  <c:v>1889.4949999999999</c:v>
                </c:pt>
                <c:pt idx="3091">
                  <c:v>1889.9770000000001</c:v>
                </c:pt>
                <c:pt idx="3092">
                  <c:v>1890.4590000000001</c:v>
                </c:pt>
                <c:pt idx="3093">
                  <c:v>1890.941</c:v>
                </c:pt>
                <c:pt idx="3094">
                  <c:v>1891.423</c:v>
                </c:pt>
                <c:pt idx="3095">
                  <c:v>1891.9059999999999</c:v>
                </c:pt>
                <c:pt idx="3096">
                  <c:v>1892.3879999999999</c:v>
                </c:pt>
                <c:pt idx="3097">
                  <c:v>1892.87</c:v>
                </c:pt>
                <c:pt idx="3098">
                  <c:v>1893.3520000000001</c:v>
                </c:pt>
                <c:pt idx="3099">
                  <c:v>1893.8340000000001</c:v>
                </c:pt>
                <c:pt idx="3100">
                  <c:v>1894.316</c:v>
                </c:pt>
                <c:pt idx="3101">
                  <c:v>1894.798</c:v>
                </c:pt>
                <c:pt idx="3102">
                  <c:v>1895.2809999999999</c:v>
                </c:pt>
                <c:pt idx="3103">
                  <c:v>1895.7629999999999</c:v>
                </c:pt>
                <c:pt idx="3104">
                  <c:v>1896.2449999999999</c:v>
                </c:pt>
                <c:pt idx="3105">
                  <c:v>1896.7270000000001</c:v>
                </c:pt>
                <c:pt idx="3106">
                  <c:v>1897.2090000000001</c:v>
                </c:pt>
                <c:pt idx="3107">
                  <c:v>1897.691</c:v>
                </c:pt>
                <c:pt idx="3108">
                  <c:v>1898.173</c:v>
                </c:pt>
                <c:pt idx="3109">
                  <c:v>1898.6559999999999</c:v>
                </c:pt>
                <c:pt idx="3110">
                  <c:v>1899.1379999999999</c:v>
                </c:pt>
                <c:pt idx="3111">
                  <c:v>1899.62</c:v>
                </c:pt>
                <c:pt idx="3112">
                  <c:v>1900.1020000000001</c:v>
                </c:pt>
                <c:pt idx="3113">
                  <c:v>1900.5840000000001</c:v>
                </c:pt>
                <c:pt idx="3114">
                  <c:v>1901.066</c:v>
                </c:pt>
                <c:pt idx="3115">
                  <c:v>1901.548</c:v>
                </c:pt>
                <c:pt idx="3116">
                  <c:v>1902.0309999999999</c:v>
                </c:pt>
                <c:pt idx="3117">
                  <c:v>1902.5129999999999</c:v>
                </c:pt>
                <c:pt idx="3118">
                  <c:v>1902.9949999999999</c:v>
                </c:pt>
                <c:pt idx="3119">
                  <c:v>1903.4770000000001</c:v>
                </c:pt>
                <c:pt idx="3120">
                  <c:v>1903.9590000000001</c:v>
                </c:pt>
                <c:pt idx="3121">
                  <c:v>1904.441</c:v>
                </c:pt>
                <c:pt idx="3122">
                  <c:v>1904.923</c:v>
                </c:pt>
                <c:pt idx="3123">
                  <c:v>1905.4059999999999</c:v>
                </c:pt>
                <c:pt idx="3124">
                  <c:v>1905.8869999999999</c:v>
                </c:pt>
                <c:pt idx="3125">
                  <c:v>1906.37</c:v>
                </c:pt>
                <c:pt idx="3126">
                  <c:v>1906.8520000000001</c:v>
                </c:pt>
                <c:pt idx="3127">
                  <c:v>1907.3340000000001</c:v>
                </c:pt>
                <c:pt idx="3128">
                  <c:v>1907.816</c:v>
                </c:pt>
                <c:pt idx="3129">
                  <c:v>1908.298</c:v>
                </c:pt>
                <c:pt idx="3130">
                  <c:v>1908.78</c:v>
                </c:pt>
                <c:pt idx="3131">
                  <c:v>1909.2619999999999</c:v>
                </c:pt>
                <c:pt idx="3132">
                  <c:v>1909.7449999999999</c:v>
                </c:pt>
                <c:pt idx="3133">
                  <c:v>1910.2270000000001</c:v>
                </c:pt>
                <c:pt idx="3134">
                  <c:v>1910.7090000000001</c:v>
                </c:pt>
                <c:pt idx="3135">
                  <c:v>1911.191</c:v>
                </c:pt>
                <c:pt idx="3136">
                  <c:v>1911.673</c:v>
                </c:pt>
                <c:pt idx="3137">
                  <c:v>1912.155</c:v>
                </c:pt>
                <c:pt idx="3138">
                  <c:v>1912.6369999999999</c:v>
                </c:pt>
                <c:pt idx="3139">
                  <c:v>1913.12</c:v>
                </c:pt>
                <c:pt idx="3140">
                  <c:v>1913.6020000000001</c:v>
                </c:pt>
                <c:pt idx="3141">
                  <c:v>1914.0840000000001</c:v>
                </c:pt>
                <c:pt idx="3142">
                  <c:v>1914.566</c:v>
                </c:pt>
                <c:pt idx="3143">
                  <c:v>1915.048</c:v>
                </c:pt>
                <c:pt idx="3144">
                  <c:v>1915.53</c:v>
                </c:pt>
                <c:pt idx="3145">
                  <c:v>1916.0119999999999</c:v>
                </c:pt>
                <c:pt idx="3146">
                  <c:v>1916.4949999999999</c:v>
                </c:pt>
                <c:pt idx="3147">
                  <c:v>1916.9770000000001</c:v>
                </c:pt>
                <c:pt idx="3148">
                  <c:v>1917.4590000000001</c:v>
                </c:pt>
                <c:pt idx="3149">
                  <c:v>1917.941</c:v>
                </c:pt>
                <c:pt idx="3150">
                  <c:v>1918.423</c:v>
                </c:pt>
                <c:pt idx="3151">
                  <c:v>1918.905</c:v>
                </c:pt>
                <c:pt idx="3152">
                  <c:v>1919.3869999999999</c:v>
                </c:pt>
                <c:pt idx="3153">
                  <c:v>1919.87</c:v>
                </c:pt>
                <c:pt idx="3154">
                  <c:v>1920.3520000000001</c:v>
                </c:pt>
                <c:pt idx="3155">
                  <c:v>1920.8340000000001</c:v>
                </c:pt>
                <c:pt idx="3156">
                  <c:v>1921.316</c:v>
                </c:pt>
                <c:pt idx="3157">
                  <c:v>1921.798</c:v>
                </c:pt>
                <c:pt idx="3158">
                  <c:v>1922.28</c:v>
                </c:pt>
                <c:pt idx="3159">
                  <c:v>1922.7619999999999</c:v>
                </c:pt>
                <c:pt idx="3160">
                  <c:v>1923.2439999999999</c:v>
                </c:pt>
                <c:pt idx="3161">
                  <c:v>1923.7270000000001</c:v>
                </c:pt>
                <c:pt idx="3162">
                  <c:v>1924.2090000000001</c:v>
                </c:pt>
                <c:pt idx="3163">
                  <c:v>1924.691</c:v>
                </c:pt>
                <c:pt idx="3164">
                  <c:v>1925.173</c:v>
                </c:pt>
                <c:pt idx="3165">
                  <c:v>1925.655</c:v>
                </c:pt>
                <c:pt idx="3166">
                  <c:v>1926.1369999999999</c:v>
                </c:pt>
                <c:pt idx="3167">
                  <c:v>1926.6189999999999</c:v>
                </c:pt>
                <c:pt idx="3168">
                  <c:v>1927.1020000000001</c:v>
                </c:pt>
                <c:pt idx="3169">
                  <c:v>1927.5840000000001</c:v>
                </c:pt>
                <c:pt idx="3170">
                  <c:v>1928.066</c:v>
                </c:pt>
                <c:pt idx="3171">
                  <c:v>1928.548</c:v>
                </c:pt>
                <c:pt idx="3172">
                  <c:v>1929.03</c:v>
                </c:pt>
                <c:pt idx="3173">
                  <c:v>1929.5119999999999</c:v>
                </c:pt>
                <c:pt idx="3174">
                  <c:v>1929.9939999999999</c:v>
                </c:pt>
                <c:pt idx="3175">
                  <c:v>1930.4770000000001</c:v>
                </c:pt>
                <c:pt idx="3176">
                  <c:v>1930.9590000000001</c:v>
                </c:pt>
                <c:pt idx="3177">
                  <c:v>1931.441</c:v>
                </c:pt>
                <c:pt idx="3178">
                  <c:v>1931.923</c:v>
                </c:pt>
                <c:pt idx="3179">
                  <c:v>1932.405</c:v>
                </c:pt>
                <c:pt idx="3180">
                  <c:v>1932.8869999999999</c:v>
                </c:pt>
                <c:pt idx="3181">
                  <c:v>1933.3689999999999</c:v>
                </c:pt>
                <c:pt idx="3182">
                  <c:v>1933.8520000000001</c:v>
                </c:pt>
                <c:pt idx="3183">
                  <c:v>1934.3340000000001</c:v>
                </c:pt>
                <c:pt idx="3184">
                  <c:v>1934.816</c:v>
                </c:pt>
                <c:pt idx="3185">
                  <c:v>1935.298</c:v>
                </c:pt>
                <c:pt idx="3186">
                  <c:v>1935.78</c:v>
                </c:pt>
                <c:pt idx="3187">
                  <c:v>1936.2619999999999</c:v>
                </c:pt>
                <c:pt idx="3188">
                  <c:v>1936.7439999999999</c:v>
                </c:pt>
                <c:pt idx="3189">
                  <c:v>1937.2270000000001</c:v>
                </c:pt>
                <c:pt idx="3190">
                  <c:v>1937.7080000000001</c:v>
                </c:pt>
                <c:pt idx="3191">
                  <c:v>1938.191</c:v>
                </c:pt>
                <c:pt idx="3192">
                  <c:v>1938.673</c:v>
                </c:pt>
                <c:pt idx="3193">
                  <c:v>1939.155</c:v>
                </c:pt>
                <c:pt idx="3194">
                  <c:v>1939.6369999999999</c:v>
                </c:pt>
                <c:pt idx="3195">
                  <c:v>1940.1189999999999</c:v>
                </c:pt>
                <c:pt idx="3196">
                  <c:v>1940.6010000000001</c:v>
                </c:pt>
                <c:pt idx="3197">
                  <c:v>1941.0830000000001</c:v>
                </c:pt>
                <c:pt idx="3198">
                  <c:v>1941.566</c:v>
                </c:pt>
                <c:pt idx="3199">
                  <c:v>1942.048</c:v>
                </c:pt>
                <c:pt idx="3200">
                  <c:v>1942.53</c:v>
                </c:pt>
                <c:pt idx="3201">
                  <c:v>1943.0119999999999</c:v>
                </c:pt>
                <c:pt idx="3202">
                  <c:v>1943.4939999999999</c:v>
                </c:pt>
                <c:pt idx="3203">
                  <c:v>1943.9760000000001</c:v>
                </c:pt>
                <c:pt idx="3204">
                  <c:v>1944.4580000000001</c:v>
                </c:pt>
                <c:pt idx="3205">
                  <c:v>1944.941</c:v>
                </c:pt>
                <c:pt idx="3206">
                  <c:v>1945.423</c:v>
                </c:pt>
                <c:pt idx="3207">
                  <c:v>1945.905</c:v>
                </c:pt>
                <c:pt idx="3208">
                  <c:v>1946.3869999999999</c:v>
                </c:pt>
                <c:pt idx="3209">
                  <c:v>1946.8689999999999</c:v>
                </c:pt>
                <c:pt idx="3210">
                  <c:v>1947.3510000000001</c:v>
                </c:pt>
                <c:pt idx="3211">
                  <c:v>1947.8330000000001</c:v>
                </c:pt>
                <c:pt idx="3212">
                  <c:v>1948.316</c:v>
                </c:pt>
                <c:pt idx="3213">
                  <c:v>1948.798</c:v>
                </c:pt>
                <c:pt idx="3214">
                  <c:v>1949.28</c:v>
                </c:pt>
                <c:pt idx="3215">
                  <c:v>1949.7619999999999</c:v>
                </c:pt>
                <c:pt idx="3216">
                  <c:v>1950.2439999999999</c:v>
                </c:pt>
                <c:pt idx="3217">
                  <c:v>1950.7260000000001</c:v>
                </c:pt>
                <c:pt idx="3218">
                  <c:v>1951.2080000000001</c:v>
                </c:pt>
                <c:pt idx="3219">
                  <c:v>1951.691</c:v>
                </c:pt>
                <c:pt idx="3220">
                  <c:v>1952.173</c:v>
                </c:pt>
                <c:pt idx="3221">
                  <c:v>1952.655</c:v>
                </c:pt>
                <c:pt idx="3222">
                  <c:v>1953.1369999999999</c:v>
                </c:pt>
                <c:pt idx="3223">
                  <c:v>1953.6189999999999</c:v>
                </c:pt>
                <c:pt idx="3224">
                  <c:v>1954.1010000000001</c:v>
                </c:pt>
                <c:pt idx="3225">
                  <c:v>1954.5830000000001</c:v>
                </c:pt>
                <c:pt idx="3226">
                  <c:v>1955.0650000000001</c:v>
                </c:pt>
                <c:pt idx="3227">
                  <c:v>1955.548</c:v>
                </c:pt>
                <c:pt idx="3228">
                  <c:v>1956.03</c:v>
                </c:pt>
                <c:pt idx="3229">
                  <c:v>1956.5119999999999</c:v>
                </c:pt>
                <c:pt idx="3230">
                  <c:v>1956.9939999999999</c:v>
                </c:pt>
                <c:pt idx="3231">
                  <c:v>1957.4760000000001</c:v>
                </c:pt>
                <c:pt idx="3232">
                  <c:v>1957.9580000000001</c:v>
                </c:pt>
                <c:pt idx="3233">
                  <c:v>1958.44</c:v>
                </c:pt>
                <c:pt idx="3234">
                  <c:v>1958.923</c:v>
                </c:pt>
                <c:pt idx="3235">
                  <c:v>1959.405</c:v>
                </c:pt>
                <c:pt idx="3236">
                  <c:v>1959.8869999999999</c:v>
                </c:pt>
                <c:pt idx="3237">
                  <c:v>1960.3689999999999</c:v>
                </c:pt>
                <c:pt idx="3238">
                  <c:v>1960.8510000000001</c:v>
                </c:pt>
                <c:pt idx="3239">
                  <c:v>1961.3330000000001</c:v>
                </c:pt>
                <c:pt idx="3240">
                  <c:v>1961.8150000000001</c:v>
                </c:pt>
                <c:pt idx="3241">
                  <c:v>1962.298</c:v>
                </c:pt>
                <c:pt idx="3242">
                  <c:v>1962.78</c:v>
                </c:pt>
                <c:pt idx="3243">
                  <c:v>1963.2619999999999</c:v>
                </c:pt>
                <c:pt idx="3244">
                  <c:v>1963.7439999999999</c:v>
                </c:pt>
                <c:pt idx="3245">
                  <c:v>1964.2260000000001</c:v>
                </c:pt>
                <c:pt idx="3246">
                  <c:v>1964.7080000000001</c:v>
                </c:pt>
                <c:pt idx="3247">
                  <c:v>1965.19</c:v>
                </c:pt>
                <c:pt idx="3248">
                  <c:v>1965.673</c:v>
                </c:pt>
                <c:pt idx="3249">
                  <c:v>1966.155</c:v>
                </c:pt>
                <c:pt idx="3250">
                  <c:v>1966.6369999999999</c:v>
                </c:pt>
                <c:pt idx="3251">
                  <c:v>1967.1189999999999</c:v>
                </c:pt>
                <c:pt idx="3252">
                  <c:v>1967.6010000000001</c:v>
                </c:pt>
                <c:pt idx="3253">
                  <c:v>1968.0830000000001</c:v>
                </c:pt>
                <c:pt idx="3254">
                  <c:v>1968.5650000000001</c:v>
                </c:pt>
                <c:pt idx="3255">
                  <c:v>1969.048</c:v>
                </c:pt>
                <c:pt idx="3256">
                  <c:v>1969.53</c:v>
                </c:pt>
                <c:pt idx="3257">
                  <c:v>1970.0119999999999</c:v>
                </c:pt>
                <c:pt idx="3258">
                  <c:v>1970.4939999999999</c:v>
                </c:pt>
                <c:pt idx="3259">
                  <c:v>1970.9760000000001</c:v>
                </c:pt>
                <c:pt idx="3260">
                  <c:v>1971.4580000000001</c:v>
                </c:pt>
                <c:pt idx="3261">
                  <c:v>1971.94</c:v>
                </c:pt>
                <c:pt idx="3262">
                  <c:v>1972.422</c:v>
                </c:pt>
                <c:pt idx="3263">
                  <c:v>1972.905</c:v>
                </c:pt>
                <c:pt idx="3264">
                  <c:v>1973.3869999999999</c:v>
                </c:pt>
                <c:pt idx="3265">
                  <c:v>1973.8689999999999</c:v>
                </c:pt>
                <c:pt idx="3266">
                  <c:v>1974.3510000000001</c:v>
                </c:pt>
                <c:pt idx="3267">
                  <c:v>1974.8330000000001</c:v>
                </c:pt>
                <c:pt idx="3268">
                  <c:v>1975.3150000000001</c:v>
                </c:pt>
                <c:pt idx="3269">
                  <c:v>1975.797</c:v>
                </c:pt>
                <c:pt idx="3270">
                  <c:v>1976.28</c:v>
                </c:pt>
                <c:pt idx="3271">
                  <c:v>1976.7619999999999</c:v>
                </c:pt>
                <c:pt idx="3272">
                  <c:v>1977.2439999999999</c:v>
                </c:pt>
                <c:pt idx="3273">
                  <c:v>1977.7260000000001</c:v>
                </c:pt>
                <c:pt idx="3274">
                  <c:v>1978.2080000000001</c:v>
                </c:pt>
                <c:pt idx="3275">
                  <c:v>1978.69</c:v>
                </c:pt>
                <c:pt idx="3276">
                  <c:v>1979.172</c:v>
                </c:pt>
                <c:pt idx="3277">
                  <c:v>1979.655</c:v>
                </c:pt>
                <c:pt idx="3278">
                  <c:v>1980.1369999999999</c:v>
                </c:pt>
                <c:pt idx="3279">
                  <c:v>1980.6189999999999</c:v>
                </c:pt>
                <c:pt idx="3280">
                  <c:v>1981.1010000000001</c:v>
                </c:pt>
                <c:pt idx="3281">
                  <c:v>1981.5830000000001</c:v>
                </c:pt>
                <c:pt idx="3282">
                  <c:v>1982.0650000000001</c:v>
                </c:pt>
                <c:pt idx="3283">
                  <c:v>1982.547</c:v>
                </c:pt>
                <c:pt idx="3284">
                  <c:v>1983.03</c:v>
                </c:pt>
                <c:pt idx="3285">
                  <c:v>1983.5119999999999</c:v>
                </c:pt>
                <c:pt idx="3286">
                  <c:v>1983.9939999999999</c:v>
                </c:pt>
                <c:pt idx="3287">
                  <c:v>1984.4760000000001</c:v>
                </c:pt>
                <c:pt idx="3288">
                  <c:v>1984.9580000000001</c:v>
                </c:pt>
                <c:pt idx="3289">
                  <c:v>1985.44</c:v>
                </c:pt>
                <c:pt idx="3290">
                  <c:v>1985.922</c:v>
                </c:pt>
                <c:pt idx="3291">
                  <c:v>1986.405</c:v>
                </c:pt>
                <c:pt idx="3292">
                  <c:v>1986.886</c:v>
                </c:pt>
                <c:pt idx="3293">
                  <c:v>1987.3689999999999</c:v>
                </c:pt>
                <c:pt idx="3294">
                  <c:v>1987.8510000000001</c:v>
                </c:pt>
                <c:pt idx="3295">
                  <c:v>1988.3330000000001</c:v>
                </c:pt>
                <c:pt idx="3296">
                  <c:v>1988.8150000000001</c:v>
                </c:pt>
                <c:pt idx="3297">
                  <c:v>1989.297</c:v>
                </c:pt>
                <c:pt idx="3298">
                  <c:v>1989.779</c:v>
                </c:pt>
                <c:pt idx="3299">
                  <c:v>1990.261</c:v>
                </c:pt>
                <c:pt idx="3300">
                  <c:v>1990.7439999999999</c:v>
                </c:pt>
                <c:pt idx="3301">
                  <c:v>1991.2260000000001</c:v>
                </c:pt>
                <c:pt idx="3302">
                  <c:v>1991.7080000000001</c:v>
                </c:pt>
                <c:pt idx="3303">
                  <c:v>1992.19</c:v>
                </c:pt>
                <c:pt idx="3304">
                  <c:v>1992.672</c:v>
                </c:pt>
                <c:pt idx="3305">
                  <c:v>1993.154</c:v>
                </c:pt>
                <c:pt idx="3306">
                  <c:v>1993.636</c:v>
                </c:pt>
                <c:pt idx="3307">
                  <c:v>1994.1189999999999</c:v>
                </c:pt>
                <c:pt idx="3308">
                  <c:v>1994.6010000000001</c:v>
                </c:pt>
                <c:pt idx="3309">
                  <c:v>1995.0830000000001</c:v>
                </c:pt>
                <c:pt idx="3310">
                  <c:v>1995.5650000000001</c:v>
                </c:pt>
                <c:pt idx="3311">
                  <c:v>1996.047</c:v>
                </c:pt>
                <c:pt idx="3312">
                  <c:v>1996.529</c:v>
                </c:pt>
                <c:pt idx="3313">
                  <c:v>1997.011</c:v>
                </c:pt>
                <c:pt idx="3314">
                  <c:v>1997.4939999999999</c:v>
                </c:pt>
                <c:pt idx="3315">
                  <c:v>1997.9760000000001</c:v>
                </c:pt>
                <c:pt idx="3316">
                  <c:v>1998.4580000000001</c:v>
                </c:pt>
                <c:pt idx="3317">
                  <c:v>1998.94</c:v>
                </c:pt>
                <c:pt idx="3318">
                  <c:v>1999.422</c:v>
                </c:pt>
                <c:pt idx="3319">
                  <c:v>1999.904</c:v>
                </c:pt>
                <c:pt idx="3320">
                  <c:v>2000.386</c:v>
                </c:pt>
                <c:pt idx="3321">
                  <c:v>2000.8689999999999</c:v>
                </c:pt>
                <c:pt idx="3322">
                  <c:v>2001.3510000000001</c:v>
                </c:pt>
                <c:pt idx="3323">
                  <c:v>2001.8330000000001</c:v>
                </c:pt>
                <c:pt idx="3324">
                  <c:v>2002.3150000000001</c:v>
                </c:pt>
                <c:pt idx="3325">
                  <c:v>2002.797</c:v>
                </c:pt>
                <c:pt idx="3326">
                  <c:v>2003.279</c:v>
                </c:pt>
                <c:pt idx="3327">
                  <c:v>2003.761</c:v>
                </c:pt>
                <c:pt idx="3328">
                  <c:v>2004.2429999999999</c:v>
                </c:pt>
                <c:pt idx="3329">
                  <c:v>2004.7260000000001</c:v>
                </c:pt>
                <c:pt idx="3330">
                  <c:v>2005.2080000000001</c:v>
                </c:pt>
                <c:pt idx="3331">
                  <c:v>2005.69</c:v>
                </c:pt>
                <c:pt idx="3332">
                  <c:v>2006.172</c:v>
                </c:pt>
                <c:pt idx="3333">
                  <c:v>2006.654</c:v>
                </c:pt>
                <c:pt idx="3334">
                  <c:v>2007.136</c:v>
                </c:pt>
                <c:pt idx="3335">
                  <c:v>2007.6179999999999</c:v>
                </c:pt>
                <c:pt idx="3336">
                  <c:v>2008.1010000000001</c:v>
                </c:pt>
                <c:pt idx="3337">
                  <c:v>2008.5830000000001</c:v>
                </c:pt>
                <c:pt idx="3338">
                  <c:v>2009.0650000000001</c:v>
                </c:pt>
                <c:pt idx="3339">
                  <c:v>2009.547</c:v>
                </c:pt>
                <c:pt idx="3340">
                  <c:v>2010.029</c:v>
                </c:pt>
                <c:pt idx="3341">
                  <c:v>2010.511</c:v>
                </c:pt>
                <c:pt idx="3342">
                  <c:v>2010.9929999999999</c:v>
                </c:pt>
                <c:pt idx="3343">
                  <c:v>2011.4760000000001</c:v>
                </c:pt>
                <c:pt idx="3344">
                  <c:v>2011.9580000000001</c:v>
                </c:pt>
                <c:pt idx="3345">
                  <c:v>2012.44</c:v>
                </c:pt>
                <c:pt idx="3346">
                  <c:v>2012.922</c:v>
                </c:pt>
                <c:pt idx="3347">
                  <c:v>2013.404</c:v>
                </c:pt>
                <c:pt idx="3348">
                  <c:v>2013.886</c:v>
                </c:pt>
                <c:pt idx="3349">
                  <c:v>2014.3679999999999</c:v>
                </c:pt>
                <c:pt idx="3350">
                  <c:v>2014.8510000000001</c:v>
                </c:pt>
                <c:pt idx="3351">
                  <c:v>2015.3330000000001</c:v>
                </c:pt>
                <c:pt idx="3352">
                  <c:v>2015.8150000000001</c:v>
                </c:pt>
                <c:pt idx="3353">
                  <c:v>2016.297</c:v>
                </c:pt>
                <c:pt idx="3354">
                  <c:v>2016.779</c:v>
                </c:pt>
                <c:pt idx="3355">
                  <c:v>2017.261</c:v>
                </c:pt>
                <c:pt idx="3356">
                  <c:v>2017.7429999999999</c:v>
                </c:pt>
                <c:pt idx="3357">
                  <c:v>2018.2260000000001</c:v>
                </c:pt>
                <c:pt idx="3358">
                  <c:v>2018.7080000000001</c:v>
                </c:pt>
                <c:pt idx="3359">
                  <c:v>2019.19</c:v>
                </c:pt>
                <c:pt idx="3360">
                  <c:v>2019.672</c:v>
                </c:pt>
                <c:pt idx="3361">
                  <c:v>2020.154</c:v>
                </c:pt>
                <c:pt idx="3362">
                  <c:v>2020.636</c:v>
                </c:pt>
                <c:pt idx="3363">
                  <c:v>2021.1179999999999</c:v>
                </c:pt>
                <c:pt idx="3364">
                  <c:v>2021.6</c:v>
                </c:pt>
                <c:pt idx="3365">
                  <c:v>2022.0830000000001</c:v>
                </c:pt>
                <c:pt idx="3366">
                  <c:v>2022.5650000000001</c:v>
                </c:pt>
                <c:pt idx="3367">
                  <c:v>2023.047</c:v>
                </c:pt>
                <c:pt idx="3368">
                  <c:v>2023.529</c:v>
                </c:pt>
                <c:pt idx="3369">
                  <c:v>2024.011</c:v>
                </c:pt>
                <c:pt idx="3370">
                  <c:v>2024.4929999999999</c:v>
                </c:pt>
                <c:pt idx="3371">
                  <c:v>2024.9749999999999</c:v>
                </c:pt>
                <c:pt idx="3372">
                  <c:v>2025.4580000000001</c:v>
                </c:pt>
                <c:pt idx="3373">
                  <c:v>2025.94</c:v>
                </c:pt>
                <c:pt idx="3374">
                  <c:v>2026.422</c:v>
                </c:pt>
                <c:pt idx="3375">
                  <c:v>2026.904</c:v>
                </c:pt>
                <c:pt idx="3376">
                  <c:v>2027.386</c:v>
                </c:pt>
                <c:pt idx="3377">
                  <c:v>2027.8679999999999</c:v>
                </c:pt>
                <c:pt idx="3378">
                  <c:v>2028.35</c:v>
                </c:pt>
                <c:pt idx="3379">
                  <c:v>2028.8330000000001</c:v>
                </c:pt>
                <c:pt idx="3380">
                  <c:v>2029.3150000000001</c:v>
                </c:pt>
                <c:pt idx="3381">
                  <c:v>2029.797</c:v>
                </c:pt>
                <c:pt idx="3382">
                  <c:v>2030.279</c:v>
                </c:pt>
                <c:pt idx="3383">
                  <c:v>2030.761</c:v>
                </c:pt>
                <c:pt idx="3384">
                  <c:v>2031.2429999999999</c:v>
                </c:pt>
                <c:pt idx="3385">
                  <c:v>2031.7249999999999</c:v>
                </c:pt>
                <c:pt idx="3386">
                  <c:v>2032.2080000000001</c:v>
                </c:pt>
                <c:pt idx="3387">
                  <c:v>2032.69</c:v>
                </c:pt>
                <c:pt idx="3388">
                  <c:v>2033.172</c:v>
                </c:pt>
                <c:pt idx="3389">
                  <c:v>2033.654</c:v>
                </c:pt>
                <c:pt idx="3390">
                  <c:v>2034.136</c:v>
                </c:pt>
                <c:pt idx="3391">
                  <c:v>2034.6179999999999</c:v>
                </c:pt>
                <c:pt idx="3392">
                  <c:v>2035.1</c:v>
                </c:pt>
                <c:pt idx="3393">
                  <c:v>2035.5830000000001</c:v>
                </c:pt>
                <c:pt idx="3394">
                  <c:v>2036.0640000000001</c:v>
                </c:pt>
                <c:pt idx="3395">
                  <c:v>2036.547</c:v>
                </c:pt>
                <c:pt idx="3396">
                  <c:v>2037.029</c:v>
                </c:pt>
                <c:pt idx="3397">
                  <c:v>2037.511</c:v>
                </c:pt>
                <c:pt idx="3398">
                  <c:v>2037.9929999999999</c:v>
                </c:pt>
                <c:pt idx="3399">
                  <c:v>2038.4749999999999</c:v>
                </c:pt>
                <c:pt idx="3400">
                  <c:v>2038.9570000000001</c:v>
                </c:pt>
                <c:pt idx="3401">
                  <c:v>2039.4390000000001</c:v>
                </c:pt>
                <c:pt idx="3402">
                  <c:v>2039.922</c:v>
                </c:pt>
                <c:pt idx="3403">
                  <c:v>2040.404</c:v>
                </c:pt>
                <c:pt idx="3404">
                  <c:v>2040.886</c:v>
                </c:pt>
                <c:pt idx="3405">
                  <c:v>2041.3679999999999</c:v>
                </c:pt>
                <c:pt idx="3406">
                  <c:v>2041.85</c:v>
                </c:pt>
                <c:pt idx="3407">
                  <c:v>2042.3320000000001</c:v>
                </c:pt>
                <c:pt idx="3408">
                  <c:v>2042.8140000000001</c:v>
                </c:pt>
                <c:pt idx="3409">
                  <c:v>2043.297</c:v>
                </c:pt>
                <c:pt idx="3410">
                  <c:v>2043.779</c:v>
                </c:pt>
                <c:pt idx="3411">
                  <c:v>2044.261</c:v>
                </c:pt>
                <c:pt idx="3412">
                  <c:v>2044.7429999999999</c:v>
                </c:pt>
                <c:pt idx="3413">
                  <c:v>2045.2249999999999</c:v>
                </c:pt>
                <c:pt idx="3414">
                  <c:v>2045.7070000000001</c:v>
                </c:pt>
                <c:pt idx="3415">
                  <c:v>2046.1890000000001</c:v>
                </c:pt>
                <c:pt idx="3416">
                  <c:v>2046.672</c:v>
                </c:pt>
                <c:pt idx="3417">
                  <c:v>2047.154</c:v>
                </c:pt>
                <c:pt idx="3418">
                  <c:v>2047.636</c:v>
                </c:pt>
                <c:pt idx="3419">
                  <c:v>2048.1179999999999</c:v>
                </c:pt>
                <c:pt idx="3420">
                  <c:v>2048.6</c:v>
                </c:pt>
                <c:pt idx="3421">
                  <c:v>2049.0819999999999</c:v>
                </c:pt>
                <c:pt idx="3422">
                  <c:v>2049.5639999999999</c:v>
                </c:pt>
                <c:pt idx="3423">
                  <c:v>2050.047</c:v>
                </c:pt>
                <c:pt idx="3424">
                  <c:v>2050.529</c:v>
                </c:pt>
                <c:pt idx="3425">
                  <c:v>2051.011</c:v>
                </c:pt>
                <c:pt idx="3426">
                  <c:v>2051.4929999999999</c:v>
                </c:pt>
                <c:pt idx="3427">
                  <c:v>2051.9749999999999</c:v>
                </c:pt>
                <c:pt idx="3428">
                  <c:v>2052.4569999999999</c:v>
                </c:pt>
                <c:pt idx="3429">
                  <c:v>2052.9389999999999</c:v>
                </c:pt>
                <c:pt idx="3430">
                  <c:v>2053.4209999999998</c:v>
                </c:pt>
                <c:pt idx="3431">
                  <c:v>2053.904</c:v>
                </c:pt>
                <c:pt idx="3432">
                  <c:v>2054.386</c:v>
                </c:pt>
                <c:pt idx="3433">
                  <c:v>2054.8679999999999</c:v>
                </c:pt>
                <c:pt idx="3434">
                  <c:v>2055.35</c:v>
                </c:pt>
                <c:pt idx="3435">
                  <c:v>2055.8319999999999</c:v>
                </c:pt>
                <c:pt idx="3436">
                  <c:v>2056.3139999999999</c:v>
                </c:pt>
                <c:pt idx="3437">
                  <c:v>2056.7959999999998</c:v>
                </c:pt>
                <c:pt idx="3438">
                  <c:v>2057.279</c:v>
                </c:pt>
                <c:pt idx="3439">
                  <c:v>2057.761</c:v>
                </c:pt>
                <c:pt idx="3440">
                  <c:v>2058.2429999999999</c:v>
                </c:pt>
                <c:pt idx="3441">
                  <c:v>2058.7249999999999</c:v>
                </c:pt>
                <c:pt idx="3442">
                  <c:v>2059.2069999999999</c:v>
                </c:pt>
                <c:pt idx="3443">
                  <c:v>2059.6889999999999</c:v>
                </c:pt>
                <c:pt idx="3444">
                  <c:v>2060.1709999999998</c:v>
                </c:pt>
                <c:pt idx="3445">
                  <c:v>2060.654</c:v>
                </c:pt>
                <c:pt idx="3446">
                  <c:v>2061.136</c:v>
                </c:pt>
                <c:pt idx="3447">
                  <c:v>2061.6179999999999</c:v>
                </c:pt>
                <c:pt idx="3448">
                  <c:v>2062.1</c:v>
                </c:pt>
                <c:pt idx="3449">
                  <c:v>2062.5819999999999</c:v>
                </c:pt>
                <c:pt idx="3450">
                  <c:v>2063.0639999999999</c:v>
                </c:pt>
                <c:pt idx="3451">
                  <c:v>2063.5459999999998</c:v>
                </c:pt>
                <c:pt idx="3452">
                  <c:v>2064.029</c:v>
                </c:pt>
                <c:pt idx="3453">
                  <c:v>2064.511</c:v>
                </c:pt>
                <c:pt idx="3454">
                  <c:v>2064.9929999999999</c:v>
                </c:pt>
                <c:pt idx="3455">
                  <c:v>2065.4749999999999</c:v>
                </c:pt>
                <c:pt idx="3456">
                  <c:v>2065.9569999999999</c:v>
                </c:pt>
                <c:pt idx="3457">
                  <c:v>2066.4389999999999</c:v>
                </c:pt>
                <c:pt idx="3458">
                  <c:v>2066.9209999999998</c:v>
                </c:pt>
                <c:pt idx="3459">
                  <c:v>2067.404</c:v>
                </c:pt>
                <c:pt idx="3460">
                  <c:v>2067.8850000000002</c:v>
                </c:pt>
                <c:pt idx="3461">
                  <c:v>2068.3679999999999</c:v>
                </c:pt>
                <c:pt idx="3462">
                  <c:v>2068.85</c:v>
                </c:pt>
                <c:pt idx="3463">
                  <c:v>2069.3319999999999</c:v>
                </c:pt>
                <c:pt idx="3464">
                  <c:v>2069.8139999999999</c:v>
                </c:pt>
                <c:pt idx="3465">
                  <c:v>2070.2959999999998</c:v>
                </c:pt>
                <c:pt idx="3466">
                  <c:v>2070.7779999999998</c:v>
                </c:pt>
                <c:pt idx="3467">
                  <c:v>2071.2600000000002</c:v>
                </c:pt>
                <c:pt idx="3468">
                  <c:v>2071.7429999999999</c:v>
                </c:pt>
                <c:pt idx="3469">
                  <c:v>2072.2249999999999</c:v>
                </c:pt>
                <c:pt idx="3470">
                  <c:v>2072.7069999999999</c:v>
                </c:pt>
                <c:pt idx="3471">
                  <c:v>2073.1889999999999</c:v>
                </c:pt>
                <c:pt idx="3472">
                  <c:v>2073.6709999999998</c:v>
                </c:pt>
                <c:pt idx="3473">
                  <c:v>2074.1529999999998</c:v>
                </c:pt>
                <c:pt idx="3474">
                  <c:v>2074.6350000000002</c:v>
                </c:pt>
                <c:pt idx="3475">
                  <c:v>2075.1179999999999</c:v>
                </c:pt>
                <c:pt idx="3476">
                  <c:v>2075.6</c:v>
                </c:pt>
                <c:pt idx="3477">
                  <c:v>2076.0819999999999</c:v>
                </c:pt>
                <c:pt idx="3478">
                  <c:v>2076.5639999999999</c:v>
                </c:pt>
                <c:pt idx="3479">
                  <c:v>2077.0459999999998</c:v>
                </c:pt>
                <c:pt idx="3480">
                  <c:v>2077.5279999999998</c:v>
                </c:pt>
                <c:pt idx="3481">
                  <c:v>2078.0100000000002</c:v>
                </c:pt>
                <c:pt idx="3482">
                  <c:v>2078.4929999999999</c:v>
                </c:pt>
                <c:pt idx="3483">
                  <c:v>2078.9749999999999</c:v>
                </c:pt>
                <c:pt idx="3484">
                  <c:v>2079.4569999999999</c:v>
                </c:pt>
                <c:pt idx="3485">
                  <c:v>2079.9389999999999</c:v>
                </c:pt>
                <c:pt idx="3486">
                  <c:v>2080.4209999999998</c:v>
                </c:pt>
                <c:pt idx="3487">
                  <c:v>2080.9029999999998</c:v>
                </c:pt>
                <c:pt idx="3488">
                  <c:v>2081.3850000000002</c:v>
                </c:pt>
                <c:pt idx="3489">
                  <c:v>2081.8679999999999</c:v>
                </c:pt>
                <c:pt idx="3490">
                  <c:v>2082.35</c:v>
                </c:pt>
                <c:pt idx="3491">
                  <c:v>2082.8319999999999</c:v>
                </c:pt>
                <c:pt idx="3492">
                  <c:v>2083.3139999999999</c:v>
                </c:pt>
                <c:pt idx="3493">
                  <c:v>2083.7959999999998</c:v>
                </c:pt>
                <c:pt idx="3494">
                  <c:v>2084.2779999999998</c:v>
                </c:pt>
                <c:pt idx="3495">
                  <c:v>2084.7600000000002</c:v>
                </c:pt>
                <c:pt idx="3496">
                  <c:v>2085.2420000000002</c:v>
                </c:pt>
                <c:pt idx="3497">
                  <c:v>2085.7249999999999</c:v>
                </c:pt>
                <c:pt idx="3498">
                  <c:v>2086.2069999999999</c:v>
                </c:pt>
                <c:pt idx="3499">
                  <c:v>2086.6889999999999</c:v>
                </c:pt>
                <c:pt idx="3500">
                  <c:v>2087.1709999999998</c:v>
                </c:pt>
                <c:pt idx="3501">
                  <c:v>2087.6529999999998</c:v>
                </c:pt>
                <c:pt idx="3502">
                  <c:v>2088.1350000000002</c:v>
                </c:pt>
                <c:pt idx="3503">
                  <c:v>2088.6170000000002</c:v>
                </c:pt>
                <c:pt idx="3504">
                  <c:v>2089.1</c:v>
                </c:pt>
                <c:pt idx="3505">
                  <c:v>2089.5819999999999</c:v>
                </c:pt>
                <c:pt idx="3506">
                  <c:v>2090.0639999999999</c:v>
                </c:pt>
                <c:pt idx="3507">
                  <c:v>2090.5459999999998</c:v>
                </c:pt>
                <c:pt idx="3508">
                  <c:v>2091.0279999999998</c:v>
                </c:pt>
                <c:pt idx="3509">
                  <c:v>2091.5100000000002</c:v>
                </c:pt>
                <c:pt idx="3510">
                  <c:v>2091.9920000000002</c:v>
                </c:pt>
                <c:pt idx="3511">
                  <c:v>2092.4749999999999</c:v>
                </c:pt>
                <c:pt idx="3512">
                  <c:v>2092.9569999999999</c:v>
                </c:pt>
                <c:pt idx="3513">
                  <c:v>2093.4389999999999</c:v>
                </c:pt>
                <c:pt idx="3514">
                  <c:v>2093.9209999999998</c:v>
                </c:pt>
                <c:pt idx="3515">
                  <c:v>2094.4029999999998</c:v>
                </c:pt>
                <c:pt idx="3516">
                  <c:v>2094.8850000000002</c:v>
                </c:pt>
                <c:pt idx="3517">
                  <c:v>2095.3670000000002</c:v>
                </c:pt>
                <c:pt idx="3518">
                  <c:v>2095.85</c:v>
                </c:pt>
                <c:pt idx="3519">
                  <c:v>2096.3319999999999</c:v>
                </c:pt>
                <c:pt idx="3520">
                  <c:v>2096.8139999999999</c:v>
                </c:pt>
                <c:pt idx="3521">
                  <c:v>2097.2959999999998</c:v>
                </c:pt>
                <c:pt idx="3522">
                  <c:v>2097.7779999999998</c:v>
                </c:pt>
                <c:pt idx="3523">
                  <c:v>2098.2600000000002</c:v>
                </c:pt>
                <c:pt idx="3524">
                  <c:v>2098.7420000000002</c:v>
                </c:pt>
                <c:pt idx="3525">
                  <c:v>2099.2249999999999</c:v>
                </c:pt>
                <c:pt idx="3526">
                  <c:v>2099.7069999999999</c:v>
                </c:pt>
                <c:pt idx="3527">
                  <c:v>2100.1889999999999</c:v>
                </c:pt>
                <c:pt idx="3528">
                  <c:v>2100.6709999999998</c:v>
                </c:pt>
                <c:pt idx="3529">
                  <c:v>2101.1529999999998</c:v>
                </c:pt>
                <c:pt idx="3530">
                  <c:v>2101.6350000000002</c:v>
                </c:pt>
                <c:pt idx="3531">
                  <c:v>2102.1170000000002</c:v>
                </c:pt>
                <c:pt idx="3532">
                  <c:v>2102.5990000000002</c:v>
                </c:pt>
                <c:pt idx="3533">
                  <c:v>2103.0819999999999</c:v>
                </c:pt>
                <c:pt idx="3534">
                  <c:v>2103.5639999999999</c:v>
                </c:pt>
                <c:pt idx="3535">
                  <c:v>2104.0459999999998</c:v>
                </c:pt>
                <c:pt idx="3536">
                  <c:v>2104.5279999999998</c:v>
                </c:pt>
                <c:pt idx="3537">
                  <c:v>2105.0100000000002</c:v>
                </c:pt>
                <c:pt idx="3538">
                  <c:v>2105.4920000000002</c:v>
                </c:pt>
                <c:pt idx="3539">
                  <c:v>2105.9740000000002</c:v>
                </c:pt>
                <c:pt idx="3540">
                  <c:v>2106.4569999999999</c:v>
                </c:pt>
                <c:pt idx="3541">
                  <c:v>2106.9389999999999</c:v>
                </c:pt>
                <c:pt idx="3542">
                  <c:v>2107.4209999999998</c:v>
                </c:pt>
                <c:pt idx="3543">
                  <c:v>2107.9029999999998</c:v>
                </c:pt>
                <c:pt idx="3544">
                  <c:v>2108.3850000000002</c:v>
                </c:pt>
                <c:pt idx="3545">
                  <c:v>2108.8670000000002</c:v>
                </c:pt>
                <c:pt idx="3546">
                  <c:v>2109.3490000000002</c:v>
                </c:pt>
                <c:pt idx="3547">
                  <c:v>2109.8319999999999</c:v>
                </c:pt>
                <c:pt idx="3548">
                  <c:v>2110.3139999999999</c:v>
                </c:pt>
                <c:pt idx="3549">
                  <c:v>2110.7959999999998</c:v>
                </c:pt>
                <c:pt idx="3550">
                  <c:v>2111.2779999999998</c:v>
                </c:pt>
                <c:pt idx="3551">
                  <c:v>2111.7600000000002</c:v>
                </c:pt>
                <c:pt idx="3552">
                  <c:v>2112.2420000000002</c:v>
                </c:pt>
                <c:pt idx="3553">
                  <c:v>2112.7240000000002</c:v>
                </c:pt>
                <c:pt idx="3554">
                  <c:v>2113.2069999999999</c:v>
                </c:pt>
                <c:pt idx="3555">
                  <c:v>2113.6889999999999</c:v>
                </c:pt>
                <c:pt idx="3556">
                  <c:v>2114.1709999999998</c:v>
                </c:pt>
                <c:pt idx="3557">
                  <c:v>2114.6529999999998</c:v>
                </c:pt>
                <c:pt idx="3558">
                  <c:v>2115.1350000000002</c:v>
                </c:pt>
                <c:pt idx="3559">
                  <c:v>2115.6170000000002</c:v>
                </c:pt>
                <c:pt idx="3560">
                  <c:v>2116.0990000000002</c:v>
                </c:pt>
                <c:pt idx="3561">
                  <c:v>2116.5819999999999</c:v>
                </c:pt>
                <c:pt idx="3562">
                  <c:v>2117.0630000000001</c:v>
                </c:pt>
                <c:pt idx="3563">
                  <c:v>2117.5459999999998</c:v>
                </c:pt>
                <c:pt idx="3564">
                  <c:v>2118.0279999999998</c:v>
                </c:pt>
                <c:pt idx="3565">
                  <c:v>2118.5100000000002</c:v>
                </c:pt>
                <c:pt idx="3566">
                  <c:v>2118.9920000000002</c:v>
                </c:pt>
                <c:pt idx="3567">
                  <c:v>2119.4740000000002</c:v>
                </c:pt>
                <c:pt idx="3568">
                  <c:v>2119.9560000000001</c:v>
                </c:pt>
                <c:pt idx="3569">
                  <c:v>2120.4380000000001</c:v>
                </c:pt>
                <c:pt idx="3570">
                  <c:v>2120.9209999999998</c:v>
                </c:pt>
                <c:pt idx="3571">
                  <c:v>2121.4029999999998</c:v>
                </c:pt>
                <c:pt idx="3572">
                  <c:v>2121.8850000000002</c:v>
                </c:pt>
                <c:pt idx="3573">
                  <c:v>2122.3670000000002</c:v>
                </c:pt>
                <c:pt idx="3574">
                  <c:v>2122.8490000000002</c:v>
                </c:pt>
                <c:pt idx="3575">
                  <c:v>2123.3310000000001</c:v>
                </c:pt>
                <c:pt idx="3576">
                  <c:v>2123.8130000000001</c:v>
                </c:pt>
                <c:pt idx="3577">
                  <c:v>2124.2959999999998</c:v>
                </c:pt>
                <c:pt idx="3578">
                  <c:v>2124.7779999999998</c:v>
                </c:pt>
                <c:pt idx="3579">
                  <c:v>2125.2600000000002</c:v>
                </c:pt>
                <c:pt idx="3580">
                  <c:v>2125.7420000000002</c:v>
                </c:pt>
                <c:pt idx="3581">
                  <c:v>2126.2240000000002</c:v>
                </c:pt>
                <c:pt idx="3582">
                  <c:v>2126.7060000000001</c:v>
                </c:pt>
                <c:pt idx="3583">
                  <c:v>2127.1880000000001</c:v>
                </c:pt>
                <c:pt idx="3584">
                  <c:v>2127.6709999999998</c:v>
                </c:pt>
                <c:pt idx="3585">
                  <c:v>2128.1529999999998</c:v>
                </c:pt>
                <c:pt idx="3586">
                  <c:v>2128.6350000000002</c:v>
                </c:pt>
                <c:pt idx="3587">
                  <c:v>2129.1170000000002</c:v>
                </c:pt>
                <c:pt idx="3588">
                  <c:v>2129.5990000000002</c:v>
                </c:pt>
                <c:pt idx="3589">
                  <c:v>2130.0810000000001</c:v>
                </c:pt>
                <c:pt idx="3590">
                  <c:v>2130.5630000000001</c:v>
                </c:pt>
                <c:pt idx="3591">
                  <c:v>2131.0459999999998</c:v>
                </c:pt>
                <c:pt idx="3592">
                  <c:v>2131.5279999999998</c:v>
                </c:pt>
                <c:pt idx="3593">
                  <c:v>2132.0100000000002</c:v>
                </c:pt>
                <c:pt idx="3594">
                  <c:v>2132.4920000000002</c:v>
                </c:pt>
                <c:pt idx="3595">
                  <c:v>2132.9740000000002</c:v>
                </c:pt>
                <c:pt idx="3596">
                  <c:v>2133.4560000000001</c:v>
                </c:pt>
                <c:pt idx="3597">
                  <c:v>2133.9380000000001</c:v>
                </c:pt>
                <c:pt idx="3598">
                  <c:v>2134.42</c:v>
                </c:pt>
                <c:pt idx="3599">
                  <c:v>2134.9029999999998</c:v>
                </c:pt>
                <c:pt idx="3600">
                  <c:v>2135.3850000000002</c:v>
                </c:pt>
                <c:pt idx="3601">
                  <c:v>2135.8670000000002</c:v>
                </c:pt>
                <c:pt idx="3602">
                  <c:v>2136.3490000000002</c:v>
                </c:pt>
                <c:pt idx="3603">
                  <c:v>2136.8310000000001</c:v>
                </c:pt>
                <c:pt idx="3604">
                  <c:v>2137.3130000000001</c:v>
                </c:pt>
                <c:pt idx="3605">
                  <c:v>2137.7950000000001</c:v>
                </c:pt>
                <c:pt idx="3606">
                  <c:v>2138.2779999999998</c:v>
                </c:pt>
                <c:pt idx="3607">
                  <c:v>2138.7600000000002</c:v>
                </c:pt>
                <c:pt idx="3608">
                  <c:v>2139.2420000000002</c:v>
                </c:pt>
                <c:pt idx="3609">
                  <c:v>2139.7240000000002</c:v>
                </c:pt>
                <c:pt idx="3610">
                  <c:v>2140.2060000000001</c:v>
                </c:pt>
                <c:pt idx="3611">
                  <c:v>2140.6880000000001</c:v>
                </c:pt>
                <c:pt idx="3612">
                  <c:v>2141.17</c:v>
                </c:pt>
                <c:pt idx="3613">
                  <c:v>2141.6529999999998</c:v>
                </c:pt>
                <c:pt idx="3614">
                  <c:v>2142.1350000000002</c:v>
                </c:pt>
                <c:pt idx="3615">
                  <c:v>2142.6170000000002</c:v>
                </c:pt>
                <c:pt idx="3616">
                  <c:v>2143.0990000000002</c:v>
                </c:pt>
                <c:pt idx="3617">
                  <c:v>2143.5810000000001</c:v>
                </c:pt>
                <c:pt idx="3618">
                  <c:v>2144.0630000000001</c:v>
                </c:pt>
                <c:pt idx="3619">
                  <c:v>2144.5450000000001</c:v>
                </c:pt>
                <c:pt idx="3620">
                  <c:v>2145.0279999999998</c:v>
                </c:pt>
                <c:pt idx="3621">
                  <c:v>2145.5100000000002</c:v>
                </c:pt>
                <c:pt idx="3622">
                  <c:v>2145.9920000000002</c:v>
                </c:pt>
                <c:pt idx="3623">
                  <c:v>2146.4740000000002</c:v>
                </c:pt>
                <c:pt idx="3624">
                  <c:v>2146.9560000000001</c:v>
                </c:pt>
                <c:pt idx="3625">
                  <c:v>2147.4380000000001</c:v>
                </c:pt>
                <c:pt idx="3626">
                  <c:v>2147.92</c:v>
                </c:pt>
                <c:pt idx="3627">
                  <c:v>2148.4029999999998</c:v>
                </c:pt>
                <c:pt idx="3628">
                  <c:v>2148.8850000000002</c:v>
                </c:pt>
                <c:pt idx="3629">
                  <c:v>2149.3670000000002</c:v>
                </c:pt>
                <c:pt idx="3630">
                  <c:v>2149.8490000000002</c:v>
                </c:pt>
                <c:pt idx="3631">
                  <c:v>2150.3310000000001</c:v>
                </c:pt>
                <c:pt idx="3632">
                  <c:v>2150.8130000000001</c:v>
                </c:pt>
                <c:pt idx="3633">
                  <c:v>2151.2950000000001</c:v>
                </c:pt>
                <c:pt idx="3634">
                  <c:v>2151.777</c:v>
                </c:pt>
                <c:pt idx="3635">
                  <c:v>2152.2600000000002</c:v>
                </c:pt>
                <c:pt idx="3636">
                  <c:v>2152.7420000000002</c:v>
                </c:pt>
                <c:pt idx="3637">
                  <c:v>2153.2240000000002</c:v>
                </c:pt>
                <c:pt idx="3638">
                  <c:v>2153.7060000000001</c:v>
                </c:pt>
                <c:pt idx="3639">
                  <c:v>2154.1880000000001</c:v>
                </c:pt>
                <c:pt idx="3640">
                  <c:v>2154.67</c:v>
                </c:pt>
                <c:pt idx="3641">
                  <c:v>2155.152</c:v>
                </c:pt>
                <c:pt idx="3642">
                  <c:v>2155.6350000000002</c:v>
                </c:pt>
                <c:pt idx="3643">
                  <c:v>2156.1170000000002</c:v>
                </c:pt>
                <c:pt idx="3644">
                  <c:v>2156.5990000000002</c:v>
                </c:pt>
                <c:pt idx="3645">
                  <c:v>2157.0810000000001</c:v>
                </c:pt>
                <c:pt idx="3646">
                  <c:v>2157.5630000000001</c:v>
                </c:pt>
                <c:pt idx="3647">
                  <c:v>2158.0450000000001</c:v>
                </c:pt>
                <c:pt idx="3648">
                  <c:v>2158.527</c:v>
                </c:pt>
                <c:pt idx="3649">
                  <c:v>2159.0100000000002</c:v>
                </c:pt>
                <c:pt idx="3650">
                  <c:v>2159.4920000000002</c:v>
                </c:pt>
                <c:pt idx="3651">
                  <c:v>2159.9740000000002</c:v>
                </c:pt>
                <c:pt idx="3652">
                  <c:v>2160.4560000000001</c:v>
                </c:pt>
                <c:pt idx="3653">
                  <c:v>2160.9380000000001</c:v>
                </c:pt>
                <c:pt idx="3654">
                  <c:v>2161.42</c:v>
                </c:pt>
                <c:pt idx="3655">
                  <c:v>2161.902</c:v>
                </c:pt>
                <c:pt idx="3656">
                  <c:v>2162.3850000000002</c:v>
                </c:pt>
                <c:pt idx="3657">
                  <c:v>2162.8670000000002</c:v>
                </c:pt>
                <c:pt idx="3658">
                  <c:v>2163.3490000000002</c:v>
                </c:pt>
                <c:pt idx="3659">
                  <c:v>2163.8310000000001</c:v>
                </c:pt>
                <c:pt idx="3660">
                  <c:v>2164.3130000000001</c:v>
                </c:pt>
                <c:pt idx="3661">
                  <c:v>2164.7950000000001</c:v>
                </c:pt>
                <c:pt idx="3662">
                  <c:v>2165.277</c:v>
                </c:pt>
                <c:pt idx="3663">
                  <c:v>2165.7600000000002</c:v>
                </c:pt>
                <c:pt idx="3664">
                  <c:v>2166.241</c:v>
                </c:pt>
                <c:pt idx="3665">
                  <c:v>2166.7240000000002</c:v>
                </c:pt>
                <c:pt idx="3666">
                  <c:v>2167.2060000000001</c:v>
                </c:pt>
                <c:pt idx="3667">
                  <c:v>2167.6880000000001</c:v>
                </c:pt>
                <c:pt idx="3668">
                  <c:v>2168.17</c:v>
                </c:pt>
                <c:pt idx="3669">
                  <c:v>2168.652</c:v>
                </c:pt>
                <c:pt idx="3670">
                  <c:v>2169.134</c:v>
                </c:pt>
                <c:pt idx="3671">
                  <c:v>2169.616</c:v>
                </c:pt>
                <c:pt idx="3672">
                  <c:v>2170.0990000000002</c:v>
                </c:pt>
                <c:pt idx="3673">
                  <c:v>2170.5810000000001</c:v>
                </c:pt>
                <c:pt idx="3674">
                  <c:v>2171.0630000000001</c:v>
                </c:pt>
                <c:pt idx="3675">
                  <c:v>2171.5450000000001</c:v>
                </c:pt>
                <c:pt idx="3676">
                  <c:v>2172.027</c:v>
                </c:pt>
                <c:pt idx="3677">
                  <c:v>2172.509</c:v>
                </c:pt>
                <c:pt idx="3678">
                  <c:v>2172.991</c:v>
                </c:pt>
                <c:pt idx="3679">
                  <c:v>2173.4740000000002</c:v>
                </c:pt>
                <c:pt idx="3680">
                  <c:v>2173.9560000000001</c:v>
                </c:pt>
                <c:pt idx="3681">
                  <c:v>2174.4380000000001</c:v>
                </c:pt>
                <c:pt idx="3682">
                  <c:v>2174.92</c:v>
                </c:pt>
                <c:pt idx="3683">
                  <c:v>2175.402</c:v>
                </c:pt>
                <c:pt idx="3684">
                  <c:v>2175.884</c:v>
                </c:pt>
                <c:pt idx="3685">
                  <c:v>2176.366</c:v>
                </c:pt>
                <c:pt idx="3686">
                  <c:v>2176.8490000000002</c:v>
                </c:pt>
                <c:pt idx="3687">
                  <c:v>2177.3310000000001</c:v>
                </c:pt>
                <c:pt idx="3688">
                  <c:v>2177.8130000000001</c:v>
                </c:pt>
                <c:pt idx="3689">
                  <c:v>2178.2950000000001</c:v>
                </c:pt>
                <c:pt idx="3690">
                  <c:v>2178.777</c:v>
                </c:pt>
                <c:pt idx="3691">
                  <c:v>2179.259</c:v>
                </c:pt>
                <c:pt idx="3692">
                  <c:v>2179.741</c:v>
                </c:pt>
                <c:pt idx="3693">
                  <c:v>2180.223</c:v>
                </c:pt>
                <c:pt idx="3694">
                  <c:v>2180.7060000000001</c:v>
                </c:pt>
                <c:pt idx="3695">
                  <c:v>2181.1880000000001</c:v>
                </c:pt>
                <c:pt idx="3696">
                  <c:v>2181.67</c:v>
                </c:pt>
                <c:pt idx="3697">
                  <c:v>2182.152</c:v>
                </c:pt>
                <c:pt idx="3698">
                  <c:v>2182.634</c:v>
                </c:pt>
                <c:pt idx="3699">
                  <c:v>2183.116</c:v>
                </c:pt>
                <c:pt idx="3700">
                  <c:v>2183.598</c:v>
                </c:pt>
                <c:pt idx="3701">
                  <c:v>2184.0810000000001</c:v>
                </c:pt>
                <c:pt idx="3702">
                  <c:v>2184.5630000000001</c:v>
                </c:pt>
                <c:pt idx="3703">
                  <c:v>2185.0450000000001</c:v>
                </c:pt>
                <c:pt idx="3704">
                  <c:v>2185.527</c:v>
                </c:pt>
                <c:pt idx="3705">
                  <c:v>2186.009</c:v>
                </c:pt>
                <c:pt idx="3706">
                  <c:v>2186.491</c:v>
                </c:pt>
                <c:pt idx="3707">
                  <c:v>2186.973</c:v>
                </c:pt>
                <c:pt idx="3708">
                  <c:v>2187.4560000000001</c:v>
                </c:pt>
                <c:pt idx="3709">
                  <c:v>2187.9380000000001</c:v>
                </c:pt>
                <c:pt idx="3710">
                  <c:v>2188.42</c:v>
                </c:pt>
                <c:pt idx="3711">
                  <c:v>2188.902</c:v>
                </c:pt>
                <c:pt idx="3712">
                  <c:v>2189.384</c:v>
                </c:pt>
                <c:pt idx="3713">
                  <c:v>2189.866</c:v>
                </c:pt>
                <c:pt idx="3714">
                  <c:v>2190.348</c:v>
                </c:pt>
                <c:pt idx="3715">
                  <c:v>2190.8310000000001</c:v>
                </c:pt>
                <c:pt idx="3716">
                  <c:v>2191.3130000000001</c:v>
                </c:pt>
                <c:pt idx="3717">
                  <c:v>2191.7950000000001</c:v>
                </c:pt>
                <c:pt idx="3718">
                  <c:v>2192.277</c:v>
                </c:pt>
                <c:pt idx="3719">
                  <c:v>2192.759</c:v>
                </c:pt>
                <c:pt idx="3720">
                  <c:v>2193.241</c:v>
                </c:pt>
                <c:pt idx="3721">
                  <c:v>2193.723</c:v>
                </c:pt>
                <c:pt idx="3722">
                  <c:v>2194.2060000000001</c:v>
                </c:pt>
                <c:pt idx="3723">
                  <c:v>2194.6880000000001</c:v>
                </c:pt>
                <c:pt idx="3724">
                  <c:v>2195.17</c:v>
                </c:pt>
                <c:pt idx="3725">
                  <c:v>2195.652</c:v>
                </c:pt>
                <c:pt idx="3726">
                  <c:v>2196.134</c:v>
                </c:pt>
                <c:pt idx="3727">
                  <c:v>2196.616</c:v>
                </c:pt>
                <c:pt idx="3728">
                  <c:v>2197.098</c:v>
                </c:pt>
                <c:pt idx="3729">
                  <c:v>2197.58</c:v>
                </c:pt>
                <c:pt idx="3730">
                  <c:v>2198.0630000000001</c:v>
                </c:pt>
                <c:pt idx="3731">
                  <c:v>2198.5450000000001</c:v>
                </c:pt>
                <c:pt idx="3732">
                  <c:v>2199.027</c:v>
                </c:pt>
                <c:pt idx="3733">
                  <c:v>2199.509</c:v>
                </c:pt>
                <c:pt idx="3734">
                  <c:v>2199.991</c:v>
                </c:pt>
                <c:pt idx="3735">
                  <c:v>2200.473</c:v>
                </c:pt>
                <c:pt idx="3736">
                  <c:v>2200.9549999999999</c:v>
                </c:pt>
                <c:pt idx="3737">
                  <c:v>2201.4380000000001</c:v>
                </c:pt>
                <c:pt idx="3738">
                  <c:v>2201.92</c:v>
                </c:pt>
                <c:pt idx="3739">
                  <c:v>2202.402</c:v>
                </c:pt>
                <c:pt idx="3740">
                  <c:v>2202.884</c:v>
                </c:pt>
                <c:pt idx="3741">
                  <c:v>2203.366</c:v>
                </c:pt>
                <c:pt idx="3742">
                  <c:v>2203.848</c:v>
                </c:pt>
                <c:pt idx="3743">
                  <c:v>2204.33</c:v>
                </c:pt>
                <c:pt idx="3744">
                  <c:v>2204.8130000000001</c:v>
                </c:pt>
                <c:pt idx="3745">
                  <c:v>2205.2950000000001</c:v>
                </c:pt>
                <c:pt idx="3746">
                  <c:v>2205.777</c:v>
                </c:pt>
                <c:pt idx="3747">
                  <c:v>2206.259</c:v>
                </c:pt>
                <c:pt idx="3748">
                  <c:v>2206.741</c:v>
                </c:pt>
                <c:pt idx="3749">
                  <c:v>2207.223</c:v>
                </c:pt>
                <c:pt idx="3750">
                  <c:v>2207.7049999999999</c:v>
                </c:pt>
                <c:pt idx="3751">
                  <c:v>2208.1880000000001</c:v>
                </c:pt>
                <c:pt idx="3752">
                  <c:v>2208.67</c:v>
                </c:pt>
                <c:pt idx="3753">
                  <c:v>2209.152</c:v>
                </c:pt>
                <c:pt idx="3754">
                  <c:v>2209.634</c:v>
                </c:pt>
                <c:pt idx="3755">
                  <c:v>2210.116</c:v>
                </c:pt>
                <c:pt idx="3756">
                  <c:v>2210.598</c:v>
                </c:pt>
                <c:pt idx="3757">
                  <c:v>2211.08</c:v>
                </c:pt>
                <c:pt idx="3758">
                  <c:v>2211.5630000000001</c:v>
                </c:pt>
                <c:pt idx="3759">
                  <c:v>2212.0439999999999</c:v>
                </c:pt>
                <c:pt idx="3760">
                  <c:v>2212.527</c:v>
                </c:pt>
                <c:pt idx="3761">
                  <c:v>2213.009</c:v>
                </c:pt>
                <c:pt idx="3762">
                  <c:v>2213.491</c:v>
                </c:pt>
                <c:pt idx="3763">
                  <c:v>2213.973</c:v>
                </c:pt>
                <c:pt idx="3764">
                  <c:v>2214.4549999999999</c:v>
                </c:pt>
                <c:pt idx="3765">
                  <c:v>2214.9369999999999</c:v>
                </c:pt>
                <c:pt idx="3766">
                  <c:v>2215.4189999999999</c:v>
                </c:pt>
                <c:pt idx="3767">
                  <c:v>2215.902</c:v>
                </c:pt>
                <c:pt idx="3768">
                  <c:v>2216.384</c:v>
                </c:pt>
                <c:pt idx="3769">
                  <c:v>2216.866</c:v>
                </c:pt>
                <c:pt idx="3770">
                  <c:v>2217.348</c:v>
                </c:pt>
                <c:pt idx="3771">
                  <c:v>2217.83</c:v>
                </c:pt>
                <c:pt idx="3772">
                  <c:v>2218.3119999999999</c:v>
                </c:pt>
                <c:pt idx="3773">
                  <c:v>2218.7939999999999</c:v>
                </c:pt>
                <c:pt idx="3774">
                  <c:v>2219.277</c:v>
                </c:pt>
                <c:pt idx="3775">
                  <c:v>2219.759</c:v>
                </c:pt>
                <c:pt idx="3776">
                  <c:v>2220.241</c:v>
                </c:pt>
                <c:pt idx="3777">
                  <c:v>2220.723</c:v>
                </c:pt>
                <c:pt idx="3778">
                  <c:v>2221.2049999999999</c:v>
                </c:pt>
                <c:pt idx="3779">
                  <c:v>2221.6869999999999</c:v>
                </c:pt>
                <c:pt idx="3780">
                  <c:v>2222.1689999999999</c:v>
                </c:pt>
                <c:pt idx="3781">
                  <c:v>2222.652</c:v>
                </c:pt>
                <c:pt idx="3782">
                  <c:v>2223.134</c:v>
                </c:pt>
                <c:pt idx="3783">
                  <c:v>2223.616</c:v>
                </c:pt>
                <c:pt idx="3784">
                  <c:v>2224.098</c:v>
                </c:pt>
                <c:pt idx="3785">
                  <c:v>2224.58</c:v>
                </c:pt>
                <c:pt idx="3786">
                  <c:v>2225.0619999999999</c:v>
                </c:pt>
                <c:pt idx="3787">
                  <c:v>2225.5439999999999</c:v>
                </c:pt>
                <c:pt idx="3788">
                  <c:v>2226.027</c:v>
                </c:pt>
                <c:pt idx="3789">
                  <c:v>2226.509</c:v>
                </c:pt>
                <c:pt idx="3790">
                  <c:v>2226.991</c:v>
                </c:pt>
                <c:pt idx="3791">
                  <c:v>2227.473</c:v>
                </c:pt>
                <c:pt idx="3792">
                  <c:v>2227.9549999999999</c:v>
                </c:pt>
                <c:pt idx="3793">
                  <c:v>2228.4369999999999</c:v>
                </c:pt>
                <c:pt idx="3794">
                  <c:v>2228.9189999999999</c:v>
                </c:pt>
                <c:pt idx="3795">
                  <c:v>2229.4009999999998</c:v>
                </c:pt>
                <c:pt idx="3796">
                  <c:v>2229.884</c:v>
                </c:pt>
                <c:pt idx="3797">
                  <c:v>2230.366</c:v>
                </c:pt>
                <c:pt idx="3798">
                  <c:v>2230.848</c:v>
                </c:pt>
                <c:pt idx="3799">
                  <c:v>2231.33</c:v>
                </c:pt>
                <c:pt idx="3800">
                  <c:v>2231.8119999999999</c:v>
                </c:pt>
                <c:pt idx="3801">
                  <c:v>2232.2939999999999</c:v>
                </c:pt>
                <c:pt idx="3802">
                  <c:v>2232.7759999999998</c:v>
                </c:pt>
                <c:pt idx="3803">
                  <c:v>2233.259</c:v>
                </c:pt>
                <c:pt idx="3804">
                  <c:v>2233.741</c:v>
                </c:pt>
                <c:pt idx="3805">
                  <c:v>2234.223</c:v>
                </c:pt>
                <c:pt idx="3806">
                  <c:v>2234.7049999999999</c:v>
                </c:pt>
                <c:pt idx="3807">
                  <c:v>2235.1869999999999</c:v>
                </c:pt>
                <c:pt idx="3808">
                  <c:v>2235.6689999999999</c:v>
                </c:pt>
                <c:pt idx="3809">
                  <c:v>2236.1509999999998</c:v>
                </c:pt>
                <c:pt idx="3810">
                  <c:v>2236.634</c:v>
                </c:pt>
                <c:pt idx="3811">
                  <c:v>2237.116</c:v>
                </c:pt>
                <c:pt idx="3812">
                  <c:v>2237.598</c:v>
                </c:pt>
                <c:pt idx="3813">
                  <c:v>2238.08</c:v>
                </c:pt>
                <c:pt idx="3814">
                  <c:v>2238.5619999999999</c:v>
                </c:pt>
                <c:pt idx="3815">
                  <c:v>2239.0439999999999</c:v>
                </c:pt>
                <c:pt idx="3816">
                  <c:v>2239.5259999999998</c:v>
                </c:pt>
                <c:pt idx="3817">
                  <c:v>2240.009</c:v>
                </c:pt>
                <c:pt idx="3818">
                  <c:v>2240.491</c:v>
                </c:pt>
                <c:pt idx="3819">
                  <c:v>2240.973</c:v>
                </c:pt>
                <c:pt idx="3820">
                  <c:v>2241.4549999999999</c:v>
                </c:pt>
                <c:pt idx="3821">
                  <c:v>2241.9369999999999</c:v>
                </c:pt>
                <c:pt idx="3822">
                  <c:v>2242.4189999999999</c:v>
                </c:pt>
                <c:pt idx="3823">
                  <c:v>2242.9009999999998</c:v>
                </c:pt>
                <c:pt idx="3824">
                  <c:v>2243.384</c:v>
                </c:pt>
                <c:pt idx="3825">
                  <c:v>2243.8649999999998</c:v>
                </c:pt>
                <c:pt idx="3826">
                  <c:v>2244.348</c:v>
                </c:pt>
                <c:pt idx="3827">
                  <c:v>2244.83</c:v>
                </c:pt>
                <c:pt idx="3828">
                  <c:v>2245.3119999999999</c:v>
                </c:pt>
                <c:pt idx="3829">
                  <c:v>2245.7939999999999</c:v>
                </c:pt>
                <c:pt idx="3830">
                  <c:v>2246.2759999999998</c:v>
                </c:pt>
                <c:pt idx="3831">
                  <c:v>2246.7579999999998</c:v>
                </c:pt>
                <c:pt idx="3832">
                  <c:v>2247.2399999999998</c:v>
                </c:pt>
                <c:pt idx="3833">
                  <c:v>2247.723</c:v>
                </c:pt>
                <c:pt idx="3834">
                  <c:v>2248.2049999999999</c:v>
                </c:pt>
                <c:pt idx="3835">
                  <c:v>2248.6869999999999</c:v>
                </c:pt>
                <c:pt idx="3836">
                  <c:v>2249.1689999999999</c:v>
                </c:pt>
                <c:pt idx="3837">
                  <c:v>2249.6509999999998</c:v>
                </c:pt>
                <c:pt idx="3838">
                  <c:v>2250.1329999999998</c:v>
                </c:pt>
                <c:pt idx="3839">
                  <c:v>2250.6149999999998</c:v>
                </c:pt>
                <c:pt idx="3840">
                  <c:v>2251.098</c:v>
                </c:pt>
                <c:pt idx="3841">
                  <c:v>2251.58</c:v>
                </c:pt>
                <c:pt idx="3842">
                  <c:v>2252.0619999999999</c:v>
                </c:pt>
                <c:pt idx="3843">
                  <c:v>2252.5439999999999</c:v>
                </c:pt>
                <c:pt idx="3844">
                  <c:v>2253.0259999999998</c:v>
                </c:pt>
                <c:pt idx="3845">
                  <c:v>2253.5079999999998</c:v>
                </c:pt>
                <c:pt idx="3846">
                  <c:v>2253.9899999999998</c:v>
                </c:pt>
                <c:pt idx="3847">
                  <c:v>2254.473</c:v>
                </c:pt>
                <c:pt idx="3848">
                  <c:v>2254.9549999999999</c:v>
                </c:pt>
                <c:pt idx="3849">
                  <c:v>2255.4369999999999</c:v>
                </c:pt>
                <c:pt idx="3850">
                  <c:v>2255.9189999999999</c:v>
                </c:pt>
                <c:pt idx="3851">
                  <c:v>2256.4009999999998</c:v>
                </c:pt>
                <c:pt idx="3852">
                  <c:v>2256.8829999999998</c:v>
                </c:pt>
                <c:pt idx="3853">
                  <c:v>2257.3649999999998</c:v>
                </c:pt>
                <c:pt idx="3854">
                  <c:v>2257.848</c:v>
                </c:pt>
                <c:pt idx="3855">
                  <c:v>2258.33</c:v>
                </c:pt>
                <c:pt idx="3856">
                  <c:v>2258.8119999999999</c:v>
                </c:pt>
                <c:pt idx="3857">
                  <c:v>2259.2939999999999</c:v>
                </c:pt>
                <c:pt idx="3858">
                  <c:v>2259.7759999999998</c:v>
                </c:pt>
                <c:pt idx="3859">
                  <c:v>2260.2579999999998</c:v>
                </c:pt>
                <c:pt idx="3860">
                  <c:v>2260.7399999999998</c:v>
                </c:pt>
                <c:pt idx="3861">
                  <c:v>2261.2220000000002</c:v>
                </c:pt>
                <c:pt idx="3862">
                  <c:v>2261.7049999999999</c:v>
                </c:pt>
                <c:pt idx="3863">
                  <c:v>2262.1869999999999</c:v>
                </c:pt>
                <c:pt idx="3864">
                  <c:v>2262.6689999999999</c:v>
                </c:pt>
                <c:pt idx="3865">
                  <c:v>2263.1509999999998</c:v>
                </c:pt>
                <c:pt idx="3866">
                  <c:v>2263.6329999999998</c:v>
                </c:pt>
                <c:pt idx="3867">
                  <c:v>2264.1149999999998</c:v>
                </c:pt>
                <c:pt idx="3868">
                  <c:v>2264.5970000000002</c:v>
                </c:pt>
                <c:pt idx="3869">
                  <c:v>2265.08</c:v>
                </c:pt>
                <c:pt idx="3870">
                  <c:v>2265.5619999999999</c:v>
                </c:pt>
                <c:pt idx="3871">
                  <c:v>2266.0439999999999</c:v>
                </c:pt>
                <c:pt idx="3872">
                  <c:v>2266.5259999999998</c:v>
                </c:pt>
                <c:pt idx="3873">
                  <c:v>2267.0079999999998</c:v>
                </c:pt>
                <c:pt idx="3874">
                  <c:v>2267.4899999999998</c:v>
                </c:pt>
                <c:pt idx="3875">
                  <c:v>2267.9720000000002</c:v>
                </c:pt>
                <c:pt idx="3876">
                  <c:v>2268.4549999999999</c:v>
                </c:pt>
                <c:pt idx="3877">
                  <c:v>2268.9369999999999</c:v>
                </c:pt>
                <c:pt idx="3878">
                  <c:v>2269.4189999999999</c:v>
                </c:pt>
                <c:pt idx="3879">
                  <c:v>2269.9009999999998</c:v>
                </c:pt>
                <c:pt idx="3880">
                  <c:v>2270.3829999999998</c:v>
                </c:pt>
                <c:pt idx="3881">
                  <c:v>2270.8649999999998</c:v>
                </c:pt>
                <c:pt idx="3882">
                  <c:v>2271.3470000000002</c:v>
                </c:pt>
                <c:pt idx="3883">
                  <c:v>2271.83</c:v>
                </c:pt>
                <c:pt idx="3884">
                  <c:v>2272.3119999999999</c:v>
                </c:pt>
                <c:pt idx="3885">
                  <c:v>2272.7939999999999</c:v>
                </c:pt>
                <c:pt idx="3886">
                  <c:v>2273.2759999999998</c:v>
                </c:pt>
                <c:pt idx="3887">
                  <c:v>2273.7579999999998</c:v>
                </c:pt>
                <c:pt idx="3888">
                  <c:v>2274.2399999999998</c:v>
                </c:pt>
                <c:pt idx="3889">
                  <c:v>2274.7220000000002</c:v>
                </c:pt>
                <c:pt idx="3890">
                  <c:v>2275.2049999999999</c:v>
                </c:pt>
                <c:pt idx="3891">
                  <c:v>2275.6869999999999</c:v>
                </c:pt>
                <c:pt idx="3892">
                  <c:v>2276.1689999999999</c:v>
                </c:pt>
                <c:pt idx="3893">
                  <c:v>2276.6509999999998</c:v>
                </c:pt>
                <c:pt idx="3894">
                  <c:v>2277.1329999999998</c:v>
                </c:pt>
                <c:pt idx="3895">
                  <c:v>2277.6149999999998</c:v>
                </c:pt>
                <c:pt idx="3896">
                  <c:v>2278.0970000000002</c:v>
                </c:pt>
                <c:pt idx="3897">
                  <c:v>2278.5790000000002</c:v>
                </c:pt>
                <c:pt idx="3898">
                  <c:v>2279.0619999999999</c:v>
                </c:pt>
                <c:pt idx="3899">
                  <c:v>2279.5439999999999</c:v>
                </c:pt>
                <c:pt idx="3900">
                  <c:v>2280.0259999999998</c:v>
                </c:pt>
                <c:pt idx="3901">
                  <c:v>2280.5079999999998</c:v>
                </c:pt>
                <c:pt idx="3902">
                  <c:v>2280.9899999999998</c:v>
                </c:pt>
                <c:pt idx="3903">
                  <c:v>2281.4720000000002</c:v>
                </c:pt>
                <c:pt idx="3904">
                  <c:v>2281.9540000000002</c:v>
                </c:pt>
                <c:pt idx="3905">
                  <c:v>2282.4369999999999</c:v>
                </c:pt>
                <c:pt idx="3906">
                  <c:v>2282.9189999999999</c:v>
                </c:pt>
                <c:pt idx="3907">
                  <c:v>2283.4009999999998</c:v>
                </c:pt>
                <c:pt idx="3908">
                  <c:v>2283.8829999999998</c:v>
                </c:pt>
                <c:pt idx="3909">
                  <c:v>2284.3649999999998</c:v>
                </c:pt>
                <c:pt idx="3910">
                  <c:v>2284.8470000000002</c:v>
                </c:pt>
                <c:pt idx="3911">
                  <c:v>2285.3290000000002</c:v>
                </c:pt>
                <c:pt idx="3912">
                  <c:v>2285.8119999999999</c:v>
                </c:pt>
                <c:pt idx="3913">
                  <c:v>2286.2939999999999</c:v>
                </c:pt>
                <c:pt idx="3914">
                  <c:v>2286.7759999999998</c:v>
                </c:pt>
                <c:pt idx="3915">
                  <c:v>2287.2579999999998</c:v>
                </c:pt>
                <c:pt idx="3916">
                  <c:v>2287.7399999999998</c:v>
                </c:pt>
                <c:pt idx="3917">
                  <c:v>2288.2220000000002</c:v>
                </c:pt>
                <c:pt idx="3918">
                  <c:v>2288.7040000000002</c:v>
                </c:pt>
                <c:pt idx="3919">
                  <c:v>2289.1869999999999</c:v>
                </c:pt>
                <c:pt idx="3920">
                  <c:v>2289.6689999999999</c:v>
                </c:pt>
                <c:pt idx="3921">
                  <c:v>2290.1509999999998</c:v>
                </c:pt>
                <c:pt idx="3922">
                  <c:v>2290.6329999999998</c:v>
                </c:pt>
                <c:pt idx="3923">
                  <c:v>2291.1149999999998</c:v>
                </c:pt>
                <c:pt idx="3924">
                  <c:v>2291.5970000000002</c:v>
                </c:pt>
                <c:pt idx="3925">
                  <c:v>2292.0790000000002</c:v>
                </c:pt>
                <c:pt idx="3926">
                  <c:v>2292.5619999999999</c:v>
                </c:pt>
                <c:pt idx="3927">
                  <c:v>2293.0430000000001</c:v>
                </c:pt>
                <c:pt idx="3928">
                  <c:v>2293.5259999999998</c:v>
                </c:pt>
                <c:pt idx="3929">
                  <c:v>2294.0079999999998</c:v>
                </c:pt>
                <c:pt idx="3930">
                  <c:v>2294.4899999999998</c:v>
                </c:pt>
                <c:pt idx="3931">
                  <c:v>2294.9720000000002</c:v>
                </c:pt>
                <c:pt idx="3932">
                  <c:v>2295.4540000000002</c:v>
                </c:pt>
                <c:pt idx="3933">
                  <c:v>2295.9360000000001</c:v>
                </c:pt>
                <c:pt idx="3934">
                  <c:v>2296.4180000000001</c:v>
                </c:pt>
                <c:pt idx="3935">
                  <c:v>2296.9009999999998</c:v>
                </c:pt>
                <c:pt idx="3936">
                  <c:v>2297.3829999999998</c:v>
                </c:pt>
                <c:pt idx="3937">
                  <c:v>2297.8649999999998</c:v>
                </c:pt>
                <c:pt idx="3938">
                  <c:v>2298.3470000000002</c:v>
                </c:pt>
                <c:pt idx="3939">
                  <c:v>2298.8290000000002</c:v>
                </c:pt>
                <c:pt idx="3940">
                  <c:v>2299.3110000000001</c:v>
                </c:pt>
                <c:pt idx="3941">
                  <c:v>2299.7930000000001</c:v>
                </c:pt>
                <c:pt idx="3942">
                  <c:v>2300.2759999999998</c:v>
                </c:pt>
                <c:pt idx="3943">
                  <c:v>2300.7579999999998</c:v>
                </c:pt>
                <c:pt idx="3944">
                  <c:v>2301.2399999999998</c:v>
                </c:pt>
                <c:pt idx="3945">
                  <c:v>2301.7220000000002</c:v>
                </c:pt>
                <c:pt idx="3946">
                  <c:v>2302.2040000000002</c:v>
                </c:pt>
                <c:pt idx="3947">
                  <c:v>2302.6860000000001</c:v>
                </c:pt>
                <c:pt idx="3948">
                  <c:v>2303.1680000000001</c:v>
                </c:pt>
                <c:pt idx="3949">
                  <c:v>2303.6509999999998</c:v>
                </c:pt>
                <c:pt idx="3950">
                  <c:v>2304.1329999999998</c:v>
                </c:pt>
                <c:pt idx="3951">
                  <c:v>2304.6149999999998</c:v>
                </c:pt>
                <c:pt idx="3952">
                  <c:v>2305.0970000000002</c:v>
                </c:pt>
                <c:pt idx="3953">
                  <c:v>2305.5790000000002</c:v>
                </c:pt>
                <c:pt idx="3954">
                  <c:v>2306.0610000000001</c:v>
                </c:pt>
                <c:pt idx="3955">
                  <c:v>2306.5430000000001</c:v>
                </c:pt>
                <c:pt idx="3956">
                  <c:v>2307.0259999999998</c:v>
                </c:pt>
                <c:pt idx="3957">
                  <c:v>2307.5079999999998</c:v>
                </c:pt>
                <c:pt idx="3958">
                  <c:v>2307.9899999999998</c:v>
                </c:pt>
                <c:pt idx="3959">
                  <c:v>2308.4720000000002</c:v>
                </c:pt>
                <c:pt idx="3960">
                  <c:v>2308.9540000000002</c:v>
                </c:pt>
                <c:pt idx="3961">
                  <c:v>2309.4360000000001</c:v>
                </c:pt>
                <c:pt idx="3962">
                  <c:v>2309.9180000000001</c:v>
                </c:pt>
                <c:pt idx="3963">
                  <c:v>2310.4</c:v>
                </c:pt>
                <c:pt idx="3964">
                  <c:v>2310.8829999999998</c:v>
                </c:pt>
                <c:pt idx="3965">
                  <c:v>2311.3649999999998</c:v>
                </c:pt>
                <c:pt idx="3966">
                  <c:v>2311.8470000000002</c:v>
                </c:pt>
                <c:pt idx="3967">
                  <c:v>2312.3290000000002</c:v>
                </c:pt>
                <c:pt idx="3968">
                  <c:v>2312.8110000000001</c:v>
                </c:pt>
                <c:pt idx="3969">
                  <c:v>2313.2930000000001</c:v>
                </c:pt>
                <c:pt idx="3970">
                  <c:v>2313.7750000000001</c:v>
                </c:pt>
                <c:pt idx="3971">
                  <c:v>2314.2579999999998</c:v>
                </c:pt>
                <c:pt idx="3972">
                  <c:v>2314.7399999999998</c:v>
                </c:pt>
                <c:pt idx="3973">
                  <c:v>2315.2220000000002</c:v>
                </c:pt>
                <c:pt idx="3974">
                  <c:v>2315.7040000000002</c:v>
                </c:pt>
                <c:pt idx="3975">
                  <c:v>2316.1860000000001</c:v>
                </c:pt>
                <c:pt idx="3976">
                  <c:v>2316.6680000000001</c:v>
                </c:pt>
                <c:pt idx="3977">
                  <c:v>2317.15</c:v>
                </c:pt>
                <c:pt idx="3978">
                  <c:v>2317.6329999999998</c:v>
                </c:pt>
                <c:pt idx="3979">
                  <c:v>2318.1149999999998</c:v>
                </c:pt>
                <c:pt idx="3980">
                  <c:v>2318.5970000000002</c:v>
                </c:pt>
                <c:pt idx="3981">
                  <c:v>2319.0790000000002</c:v>
                </c:pt>
                <c:pt idx="3982">
                  <c:v>2319.5610000000001</c:v>
                </c:pt>
                <c:pt idx="3983">
                  <c:v>2320.0430000000001</c:v>
                </c:pt>
                <c:pt idx="3984">
                  <c:v>2320.5250000000001</c:v>
                </c:pt>
                <c:pt idx="3985">
                  <c:v>2321.0079999999998</c:v>
                </c:pt>
                <c:pt idx="3986">
                  <c:v>2321.4899999999998</c:v>
                </c:pt>
                <c:pt idx="3987">
                  <c:v>2321.9720000000002</c:v>
                </c:pt>
                <c:pt idx="3988">
                  <c:v>2322.4540000000002</c:v>
                </c:pt>
                <c:pt idx="3989">
                  <c:v>2322.9360000000001</c:v>
                </c:pt>
                <c:pt idx="3990">
                  <c:v>2323.4180000000001</c:v>
                </c:pt>
                <c:pt idx="3991">
                  <c:v>2323.9</c:v>
                </c:pt>
                <c:pt idx="3992">
                  <c:v>2324.3829999999998</c:v>
                </c:pt>
                <c:pt idx="3993">
                  <c:v>2324.8649999999998</c:v>
                </c:pt>
                <c:pt idx="3994">
                  <c:v>2325.3470000000002</c:v>
                </c:pt>
                <c:pt idx="3995">
                  <c:v>2325.8290000000002</c:v>
                </c:pt>
                <c:pt idx="3996">
                  <c:v>2326.3110000000001</c:v>
                </c:pt>
                <c:pt idx="3997">
                  <c:v>2326.7930000000001</c:v>
                </c:pt>
                <c:pt idx="3998">
                  <c:v>2327.2750000000001</c:v>
                </c:pt>
                <c:pt idx="3999">
                  <c:v>2327.7570000000001</c:v>
                </c:pt>
                <c:pt idx="4000">
                  <c:v>2328.2399999999998</c:v>
                </c:pt>
                <c:pt idx="4001">
                  <c:v>2328.7220000000002</c:v>
                </c:pt>
                <c:pt idx="4002">
                  <c:v>2329.2040000000002</c:v>
                </c:pt>
                <c:pt idx="4003">
                  <c:v>2329.6860000000001</c:v>
                </c:pt>
                <c:pt idx="4004">
                  <c:v>2330.1680000000001</c:v>
                </c:pt>
                <c:pt idx="4005">
                  <c:v>2330.65</c:v>
                </c:pt>
                <c:pt idx="4006">
                  <c:v>2331.1320000000001</c:v>
                </c:pt>
                <c:pt idx="4007">
                  <c:v>2331.6149999999998</c:v>
                </c:pt>
                <c:pt idx="4008">
                  <c:v>2332.0970000000002</c:v>
                </c:pt>
                <c:pt idx="4009">
                  <c:v>2332.5790000000002</c:v>
                </c:pt>
                <c:pt idx="4010">
                  <c:v>2333.0610000000001</c:v>
                </c:pt>
                <c:pt idx="4011">
                  <c:v>2333.5430000000001</c:v>
                </c:pt>
                <c:pt idx="4012">
                  <c:v>2334.0250000000001</c:v>
                </c:pt>
                <c:pt idx="4013">
                  <c:v>2334.5070000000001</c:v>
                </c:pt>
                <c:pt idx="4014">
                  <c:v>2334.9899999999998</c:v>
                </c:pt>
                <c:pt idx="4015">
                  <c:v>2335.4720000000002</c:v>
                </c:pt>
                <c:pt idx="4016">
                  <c:v>2335.9540000000002</c:v>
                </c:pt>
                <c:pt idx="4017">
                  <c:v>2336.4360000000001</c:v>
                </c:pt>
                <c:pt idx="4018">
                  <c:v>2336.9180000000001</c:v>
                </c:pt>
                <c:pt idx="4019">
                  <c:v>2337.4</c:v>
                </c:pt>
                <c:pt idx="4020">
                  <c:v>2337.8820000000001</c:v>
                </c:pt>
                <c:pt idx="4021">
                  <c:v>2338.3649999999998</c:v>
                </c:pt>
                <c:pt idx="4022">
                  <c:v>2338.8470000000002</c:v>
                </c:pt>
                <c:pt idx="4023">
                  <c:v>2339.3290000000002</c:v>
                </c:pt>
                <c:pt idx="4024">
                  <c:v>2339.8110000000001</c:v>
                </c:pt>
                <c:pt idx="4025">
                  <c:v>2340.2930000000001</c:v>
                </c:pt>
                <c:pt idx="4026">
                  <c:v>2340.7750000000001</c:v>
                </c:pt>
                <c:pt idx="4027">
                  <c:v>2341.2570000000001</c:v>
                </c:pt>
                <c:pt idx="4028">
                  <c:v>2341.7399999999998</c:v>
                </c:pt>
                <c:pt idx="4029">
                  <c:v>2342.221</c:v>
                </c:pt>
                <c:pt idx="4030">
                  <c:v>2342.7040000000002</c:v>
                </c:pt>
                <c:pt idx="4031">
                  <c:v>2343.1860000000001</c:v>
                </c:pt>
                <c:pt idx="4032">
                  <c:v>2343.6680000000001</c:v>
                </c:pt>
                <c:pt idx="4033">
                  <c:v>2344.15</c:v>
                </c:pt>
                <c:pt idx="4034">
                  <c:v>2344.6320000000001</c:v>
                </c:pt>
                <c:pt idx="4035">
                  <c:v>2345.114</c:v>
                </c:pt>
                <c:pt idx="4036">
                  <c:v>2345.596</c:v>
                </c:pt>
                <c:pt idx="4037">
                  <c:v>2346.0790000000002</c:v>
                </c:pt>
                <c:pt idx="4038">
                  <c:v>2346.5610000000001</c:v>
                </c:pt>
                <c:pt idx="4039">
                  <c:v>2347.0430000000001</c:v>
                </c:pt>
                <c:pt idx="4040">
                  <c:v>2347.5250000000001</c:v>
                </c:pt>
                <c:pt idx="4041">
                  <c:v>2348.0070000000001</c:v>
                </c:pt>
                <c:pt idx="4042">
                  <c:v>2348.489</c:v>
                </c:pt>
                <c:pt idx="4043">
                  <c:v>2348.971</c:v>
                </c:pt>
                <c:pt idx="4044">
                  <c:v>2349.4540000000002</c:v>
                </c:pt>
                <c:pt idx="4045">
                  <c:v>2349.9360000000001</c:v>
                </c:pt>
                <c:pt idx="4046">
                  <c:v>2350.4180000000001</c:v>
                </c:pt>
                <c:pt idx="4047">
                  <c:v>2350.9</c:v>
                </c:pt>
                <c:pt idx="4048">
                  <c:v>2351.3820000000001</c:v>
                </c:pt>
                <c:pt idx="4049">
                  <c:v>2351.864</c:v>
                </c:pt>
                <c:pt idx="4050">
                  <c:v>2352.346</c:v>
                </c:pt>
                <c:pt idx="4051">
                  <c:v>2352.8290000000002</c:v>
                </c:pt>
                <c:pt idx="4052">
                  <c:v>2353.3110000000001</c:v>
                </c:pt>
                <c:pt idx="4053">
                  <c:v>2353.7930000000001</c:v>
                </c:pt>
                <c:pt idx="4054">
                  <c:v>2354.2750000000001</c:v>
                </c:pt>
                <c:pt idx="4055">
                  <c:v>2354.7570000000001</c:v>
                </c:pt>
                <c:pt idx="4056">
                  <c:v>2355.239</c:v>
                </c:pt>
                <c:pt idx="4057">
                  <c:v>2355.721</c:v>
                </c:pt>
                <c:pt idx="4058">
                  <c:v>2356.2040000000002</c:v>
                </c:pt>
                <c:pt idx="4059">
                  <c:v>2356.6860000000001</c:v>
                </c:pt>
                <c:pt idx="4060">
                  <c:v>2357.1680000000001</c:v>
                </c:pt>
                <c:pt idx="4061">
                  <c:v>2357.65</c:v>
                </c:pt>
                <c:pt idx="4062">
                  <c:v>2358.1320000000001</c:v>
                </c:pt>
                <c:pt idx="4063">
                  <c:v>2358.614</c:v>
                </c:pt>
                <c:pt idx="4064">
                  <c:v>2359.096</c:v>
                </c:pt>
                <c:pt idx="4065">
                  <c:v>2359.578</c:v>
                </c:pt>
                <c:pt idx="4066">
                  <c:v>2360.0610000000001</c:v>
                </c:pt>
                <c:pt idx="4067">
                  <c:v>2360.5430000000001</c:v>
                </c:pt>
                <c:pt idx="4068">
                  <c:v>2361.0250000000001</c:v>
                </c:pt>
                <c:pt idx="4069">
                  <c:v>2361.5070000000001</c:v>
                </c:pt>
                <c:pt idx="4070">
                  <c:v>2361.989</c:v>
                </c:pt>
                <c:pt idx="4071">
                  <c:v>2362.471</c:v>
                </c:pt>
                <c:pt idx="4072">
                  <c:v>2362.953</c:v>
                </c:pt>
                <c:pt idx="4073">
                  <c:v>2363.4360000000001</c:v>
                </c:pt>
                <c:pt idx="4074">
                  <c:v>2363.9180000000001</c:v>
                </c:pt>
                <c:pt idx="4075">
                  <c:v>2364.4</c:v>
                </c:pt>
                <c:pt idx="4076">
                  <c:v>2364.8820000000001</c:v>
                </c:pt>
                <c:pt idx="4077">
                  <c:v>2365.364</c:v>
                </c:pt>
                <c:pt idx="4078">
                  <c:v>2365.846</c:v>
                </c:pt>
                <c:pt idx="4079">
                  <c:v>2366.328</c:v>
                </c:pt>
                <c:pt idx="4080">
                  <c:v>2366.8110000000001</c:v>
                </c:pt>
                <c:pt idx="4081">
                  <c:v>2367.2930000000001</c:v>
                </c:pt>
                <c:pt idx="4082">
                  <c:v>2367.7750000000001</c:v>
                </c:pt>
                <c:pt idx="4083">
                  <c:v>2368.2570000000001</c:v>
                </c:pt>
                <c:pt idx="4084">
                  <c:v>2368.739</c:v>
                </c:pt>
                <c:pt idx="4085">
                  <c:v>2369.221</c:v>
                </c:pt>
                <c:pt idx="4086">
                  <c:v>2369.703</c:v>
                </c:pt>
                <c:pt idx="4087">
                  <c:v>2370.1860000000001</c:v>
                </c:pt>
                <c:pt idx="4088">
                  <c:v>2370.6680000000001</c:v>
                </c:pt>
                <c:pt idx="4089">
                  <c:v>2371.15</c:v>
                </c:pt>
                <c:pt idx="4090">
                  <c:v>2371.6320000000001</c:v>
                </c:pt>
                <c:pt idx="4091">
                  <c:v>2372.114</c:v>
                </c:pt>
                <c:pt idx="4092">
                  <c:v>2372.596</c:v>
                </c:pt>
                <c:pt idx="4093">
                  <c:v>2373.078</c:v>
                </c:pt>
                <c:pt idx="4094">
                  <c:v>2373.5610000000001</c:v>
                </c:pt>
                <c:pt idx="4095">
                  <c:v>2374.0419999999999</c:v>
                </c:pt>
                <c:pt idx="4096">
                  <c:v>2374.5250000000001</c:v>
                </c:pt>
                <c:pt idx="4097">
                  <c:v>2375.0070000000001</c:v>
                </c:pt>
                <c:pt idx="4098">
                  <c:v>2375.489</c:v>
                </c:pt>
                <c:pt idx="4099">
                  <c:v>2375.971</c:v>
                </c:pt>
                <c:pt idx="4100">
                  <c:v>2376.453</c:v>
                </c:pt>
                <c:pt idx="4101">
                  <c:v>2376.9349999999999</c:v>
                </c:pt>
                <c:pt idx="4102">
                  <c:v>2377.4169999999999</c:v>
                </c:pt>
                <c:pt idx="4103">
                  <c:v>2377.9</c:v>
                </c:pt>
                <c:pt idx="4104">
                  <c:v>2378.3820000000001</c:v>
                </c:pt>
                <c:pt idx="4105">
                  <c:v>2378.864</c:v>
                </c:pt>
                <c:pt idx="4106">
                  <c:v>2379.346</c:v>
                </c:pt>
                <c:pt idx="4107">
                  <c:v>2379.828</c:v>
                </c:pt>
                <c:pt idx="4108">
                  <c:v>2380.31</c:v>
                </c:pt>
                <c:pt idx="4109">
                  <c:v>2380.7919999999999</c:v>
                </c:pt>
                <c:pt idx="4110">
                  <c:v>2381.2750000000001</c:v>
                </c:pt>
                <c:pt idx="4111">
                  <c:v>2381.7570000000001</c:v>
                </c:pt>
                <c:pt idx="4112">
                  <c:v>2382.239</c:v>
                </c:pt>
                <c:pt idx="4113">
                  <c:v>2382.721</c:v>
                </c:pt>
                <c:pt idx="4114">
                  <c:v>2383.203</c:v>
                </c:pt>
                <c:pt idx="4115">
                  <c:v>2383.6849999999999</c:v>
                </c:pt>
                <c:pt idx="4116">
                  <c:v>2384.1669999999999</c:v>
                </c:pt>
                <c:pt idx="4117">
                  <c:v>2384.65</c:v>
                </c:pt>
                <c:pt idx="4118">
                  <c:v>2385.1320000000001</c:v>
                </c:pt>
                <c:pt idx="4119">
                  <c:v>2385.614</c:v>
                </c:pt>
                <c:pt idx="4120">
                  <c:v>2386.096</c:v>
                </c:pt>
                <c:pt idx="4121">
                  <c:v>2386.578</c:v>
                </c:pt>
                <c:pt idx="4122">
                  <c:v>2387.06</c:v>
                </c:pt>
                <c:pt idx="4123">
                  <c:v>2387.5419999999999</c:v>
                </c:pt>
                <c:pt idx="4124">
                  <c:v>2388.0250000000001</c:v>
                </c:pt>
                <c:pt idx="4125">
                  <c:v>2388.5070000000001</c:v>
                </c:pt>
                <c:pt idx="4126">
                  <c:v>2388.989</c:v>
                </c:pt>
                <c:pt idx="4127">
                  <c:v>2389.471</c:v>
                </c:pt>
                <c:pt idx="4128">
                  <c:v>2389.953</c:v>
                </c:pt>
                <c:pt idx="4129">
                  <c:v>2390.4349999999999</c:v>
                </c:pt>
                <c:pt idx="4130">
                  <c:v>2390.9169999999999</c:v>
                </c:pt>
                <c:pt idx="4131">
                  <c:v>2391.3989999999999</c:v>
                </c:pt>
                <c:pt idx="4132">
                  <c:v>2391.8820000000001</c:v>
                </c:pt>
                <c:pt idx="4133">
                  <c:v>2392.364</c:v>
                </c:pt>
                <c:pt idx="4134">
                  <c:v>2392.846</c:v>
                </c:pt>
                <c:pt idx="4135">
                  <c:v>2393.328</c:v>
                </c:pt>
                <c:pt idx="4136">
                  <c:v>2393.81</c:v>
                </c:pt>
                <c:pt idx="4137">
                  <c:v>2394.2919999999999</c:v>
                </c:pt>
                <c:pt idx="4138">
                  <c:v>2394.7739999999999</c:v>
                </c:pt>
                <c:pt idx="4139">
                  <c:v>2395.2570000000001</c:v>
                </c:pt>
                <c:pt idx="4140">
                  <c:v>2395.739</c:v>
                </c:pt>
                <c:pt idx="4141">
                  <c:v>2396.221</c:v>
                </c:pt>
                <c:pt idx="4142">
                  <c:v>2396.703</c:v>
                </c:pt>
                <c:pt idx="4143">
                  <c:v>2397.1849999999999</c:v>
                </c:pt>
                <c:pt idx="4144">
                  <c:v>2397.6669999999999</c:v>
                </c:pt>
                <c:pt idx="4145">
                  <c:v>2398.1489999999999</c:v>
                </c:pt>
                <c:pt idx="4146">
                  <c:v>2398.6320000000001</c:v>
                </c:pt>
                <c:pt idx="4147">
                  <c:v>2399.114</c:v>
                </c:pt>
                <c:pt idx="4148">
                  <c:v>2399.596</c:v>
                </c:pt>
                <c:pt idx="4149">
                  <c:v>2400.078</c:v>
                </c:pt>
                <c:pt idx="4150">
                  <c:v>2400.56</c:v>
                </c:pt>
                <c:pt idx="4151">
                  <c:v>2401.0419999999999</c:v>
                </c:pt>
                <c:pt idx="4152">
                  <c:v>2401.5239999999999</c:v>
                </c:pt>
                <c:pt idx="4153">
                  <c:v>2402.0070000000001</c:v>
                </c:pt>
                <c:pt idx="4154">
                  <c:v>2402.489</c:v>
                </c:pt>
                <c:pt idx="4155">
                  <c:v>2402.971</c:v>
                </c:pt>
                <c:pt idx="4156">
                  <c:v>2403.453</c:v>
                </c:pt>
                <c:pt idx="4157">
                  <c:v>2403.9349999999999</c:v>
                </c:pt>
                <c:pt idx="4158">
                  <c:v>2404.4169999999999</c:v>
                </c:pt>
                <c:pt idx="4159">
                  <c:v>2404.8989999999999</c:v>
                </c:pt>
                <c:pt idx="4160">
                  <c:v>2405.3820000000001</c:v>
                </c:pt>
                <c:pt idx="4161">
                  <c:v>2405.864</c:v>
                </c:pt>
                <c:pt idx="4162">
                  <c:v>2406.346</c:v>
                </c:pt>
                <c:pt idx="4163">
                  <c:v>2406.828</c:v>
                </c:pt>
                <c:pt idx="4164">
                  <c:v>2407.31</c:v>
                </c:pt>
                <c:pt idx="4165">
                  <c:v>2407.7919999999999</c:v>
                </c:pt>
                <c:pt idx="4166">
                  <c:v>2408.2739999999999</c:v>
                </c:pt>
                <c:pt idx="4167">
                  <c:v>2408.7559999999999</c:v>
                </c:pt>
                <c:pt idx="4168">
                  <c:v>2409.239</c:v>
                </c:pt>
                <c:pt idx="4169">
                  <c:v>2409.721</c:v>
                </c:pt>
                <c:pt idx="4170">
                  <c:v>2410.203</c:v>
                </c:pt>
                <c:pt idx="4171">
                  <c:v>2410.6849999999999</c:v>
                </c:pt>
                <c:pt idx="4172">
                  <c:v>2411.1669999999999</c:v>
                </c:pt>
                <c:pt idx="4173">
                  <c:v>2411.6489999999999</c:v>
                </c:pt>
                <c:pt idx="4174">
                  <c:v>2412.1309999999999</c:v>
                </c:pt>
                <c:pt idx="4175">
                  <c:v>2412.614</c:v>
                </c:pt>
                <c:pt idx="4176">
                  <c:v>2413.096</c:v>
                </c:pt>
                <c:pt idx="4177">
                  <c:v>2413.578</c:v>
                </c:pt>
                <c:pt idx="4178">
                  <c:v>2414.06</c:v>
                </c:pt>
                <c:pt idx="4179">
                  <c:v>2414.5419999999999</c:v>
                </c:pt>
                <c:pt idx="4180">
                  <c:v>2415.0239999999999</c:v>
                </c:pt>
                <c:pt idx="4181">
                  <c:v>2415.5059999999999</c:v>
                </c:pt>
                <c:pt idx="4182">
                  <c:v>2415.989</c:v>
                </c:pt>
                <c:pt idx="4183">
                  <c:v>2416.471</c:v>
                </c:pt>
                <c:pt idx="4184">
                  <c:v>2416.953</c:v>
                </c:pt>
                <c:pt idx="4185">
                  <c:v>2417.4349999999999</c:v>
                </c:pt>
                <c:pt idx="4186">
                  <c:v>2417.9169999999999</c:v>
                </c:pt>
                <c:pt idx="4187">
                  <c:v>2418.3989999999999</c:v>
                </c:pt>
                <c:pt idx="4188">
                  <c:v>2418.8809999999999</c:v>
                </c:pt>
                <c:pt idx="4189">
                  <c:v>2419.364</c:v>
                </c:pt>
                <c:pt idx="4190">
                  <c:v>2419.846</c:v>
                </c:pt>
                <c:pt idx="4191">
                  <c:v>2420.328</c:v>
                </c:pt>
                <c:pt idx="4192">
                  <c:v>2420.81</c:v>
                </c:pt>
                <c:pt idx="4193">
                  <c:v>2421.2919999999999</c:v>
                </c:pt>
                <c:pt idx="4194">
                  <c:v>2421.7739999999999</c:v>
                </c:pt>
                <c:pt idx="4195">
                  <c:v>2422.2559999999999</c:v>
                </c:pt>
                <c:pt idx="4196">
                  <c:v>2422.739</c:v>
                </c:pt>
                <c:pt idx="4197">
                  <c:v>2423.2199999999998</c:v>
                </c:pt>
                <c:pt idx="4198">
                  <c:v>2423.703</c:v>
                </c:pt>
                <c:pt idx="4199">
                  <c:v>2424.1849999999999</c:v>
                </c:pt>
                <c:pt idx="4200">
                  <c:v>2424.6669999999999</c:v>
                </c:pt>
                <c:pt idx="4201">
                  <c:v>2425.1489999999999</c:v>
                </c:pt>
                <c:pt idx="4202">
                  <c:v>2425.6309999999999</c:v>
                </c:pt>
                <c:pt idx="4203">
                  <c:v>2426.1129999999998</c:v>
                </c:pt>
                <c:pt idx="4204">
                  <c:v>2426.5949999999998</c:v>
                </c:pt>
                <c:pt idx="4205">
                  <c:v>2427.078</c:v>
                </c:pt>
                <c:pt idx="4206">
                  <c:v>2427.56</c:v>
                </c:pt>
                <c:pt idx="4207">
                  <c:v>2428.0419999999999</c:v>
                </c:pt>
                <c:pt idx="4208">
                  <c:v>2428.5239999999999</c:v>
                </c:pt>
                <c:pt idx="4209">
                  <c:v>2429.0059999999999</c:v>
                </c:pt>
                <c:pt idx="4210">
                  <c:v>2429.4879999999998</c:v>
                </c:pt>
                <c:pt idx="4211">
                  <c:v>2429.9699999999998</c:v>
                </c:pt>
                <c:pt idx="4212">
                  <c:v>2430.453</c:v>
                </c:pt>
                <c:pt idx="4213">
                  <c:v>2430.9349999999999</c:v>
                </c:pt>
                <c:pt idx="4214">
                  <c:v>2431.4169999999999</c:v>
                </c:pt>
                <c:pt idx="4215">
                  <c:v>2431.8989999999999</c:v>
                </c:pt>
                <c:pt idx="4216">
                  <c:v>2432.3809999999999</c:v>
                </c:pt>
                <c:pt idx="4217">
                  <c:v>2432.8629999999998</c:v>
                </c:pt>
                <c:pt idx="4218">
                  <c:v>2433.3449999999998</c:v>
                </c:pt>
                <c:pt idx="4219">
                  <c:v>2433.828</c:v>
                </c:pt>
                <c:pt idx="4220">
                  <c:v>2434.31</c:v>
                </c:pt>
                <c:pt idx="4221">
                  <c:v>2434.7919999999999</c:v>
                </c:pt>
                <c:pt idx="4222">
                  <c:v>2435.2739999999999</c:v>
                </c:pt>
                <c:pt idx="4223">
                  <c:v>2435.7559999999999</c:v>
                </c:pt>
                <c:pt idx="4224">
                  <c:v>2436.2379999999998</c:v>
                </c:pt>
                <c:pt idx="4225">
                  <c:v>2436.7199999999998</c:v>
                </c:pt>
                <c:pt idx="4226">
                  <c:v>2437.203</c:v>
                </c:pt>
                <c:pt idx="4227">
                  <c:v>2437.6849999999999</c:v>
                </c:pt>
                <c:pt idx="4228">
                  <c:v>2438.1669999999999</c:v>
                </c:pt>
                <c:pt idx="4229">
                  <c:v>2438.6489999999999</c:v>
                </c:pt>
                <c:pt idx="4230">
                  <c:v>2439.1309999999999</c:v>
                </c:pt>
                <c:pt idx="4231">
                  <c:v>2439.6129999999998</c:v>
                </c:pt>
                <c:pt idx="4232">
                  <c:v>2440.0949999999998</c:v>
                </c:pt>
                <c:pt idx="4233">
                  <c:v>2440.5770000000002</c:v>
                </c:pt>
                <c:pt idx="4234">
                  <c:v>2441.06</c:v>
                </c:pt>
                <c:pt idx="4235">
                  <c:v>2441.5419999999999</c:v>
                </c:pt>
                <c:pt idx="4236">
                  <c:v>2442.0239999999999</c:v>
                </c:pt>
                <c:pt idx="4237">
                  <c:v>2442.5059999999999</c:v>
                </c:pt>
                <c:pt idx="4238">
                  <c:v>2442.9879999999998</c:v>
                </c:pt>
                <c:pt idx="4239">
                  <c:v>2443.4699999999998</c:v>
                </c:pt>
                <c:pt idx="4240">
                  <c:v>2443.9520000000002</c:v>
                </c:pt>
                <c:pt idx="4241">
                  <c:v>2444.4349999999999</c:v>
                </c:pt>
                <c:pt idx="4242">
                  <c:v>2444.9169999999999</c:v>
                </c:pt>
                <c:pt idx="4243">
                  <c:v>2445.3989999999999</c:v>
                </c:pt>
                <c:pt idx="4244">
                  <c:v>2445.8809999999999</c:v>
                </c:pt>
                <c:pt idx="4245">
                  <c:v>2446.3629999999998</c:v>
                </c:pt>
                <c:pt idx="4246">
                  <c:v>2446.8449999999998</c:v>
                </c:pt>
                <c:pt idx="4247">
                  <c:v>2447.3270000000002</c:v>
                </c:pt>
                <c:pt idx="4248">
                  <c:v>2447.81</c:v>
                </c:pt>
                <c:pt idx="4249">
                  <c:v>2448.2919999999999</c:v>
                </c:pt>
                <c:pt idx="4250">
                  <c:v>2448.7739999999999</c:v>
                </c:pt>
                <c:pt idx="4251">
                  <c:v>2449.2559999999999</c:v>
                </c:pt>
                <c:pt idx="4252">
                  <c:v>2449.7379999999998</c:v>
                </c:pt>
                <c:pt idx="4253">
                  <c:v>2450.2199999999998</c:v>
                </c:pt>
                <c:pt idx="4254">
                  <c:v>2450.7020000000002</c:v>
                </c:pt>
                <c:pt idx="4255">
                  <c:v>2451.1849999999999</c:v>
                </c:pt>
                <c:pt idx="4256">
                  <c:v>2451.6669999999999</c:v>
                </c:pt>
                <c:pt idx="4257">
                  <c:v>2452.1489999999999</c:v>
                </c:pt>
                <c:pt idx="4258">
                  <c:v>2452.6309999999999</c:v>
                </c:pt>
                <c:pt idx="4259">
                  <c:v>2453.1129999999998</c:v>
                </c:pt>
                <c:pt idx="4260">
                  <c:v>2453.5949999999998</c:v>
                </c:pt>
                <c:pt idx="4261">
                  <c:v>2454.0770000000002</c:v>
                </c:pt>
                <c:pt idx="4262">
                  <c:v>2454.56</c:v>
                </c:pt>
                <c:pt idx="4263">
                  <c:v>2455.0419999999999</c:v>
                </c:pt>
                <c:pt idx="4264">
                  <c:v>2455.5239999999999</c:v>
                </c:pt>
                <c:pt idx="4265">
                  <c:v>2456.0059999999999</c:v>
                </c:pt>
                <c:pt idx="4266">
                  <c:v>2456.4879999999998</c:v>
                </c:pt>
                <c:pt idx="4267">
                  <c:v>2456.9699999999998</c:v>
                </c:pt>
                <c:pt idx="4268">
                  <c:v>2457.4520000000002</c:v>
                </c:pt>
                <c:pt idx="4269">
                  <c:v>2457.9349999999999</c:v>
                </c:pt>
                <c:pt idx="4270">
                  <c:v>2458.4169999999999</c:v>
                </c:pt>
                <c:pt idx="4271">
                  <c:v>2458.8989999999999</c:v>
                </c:pt>
                <c:pt idx="4272">
                  <c:v>2459.3809999999999</c:v>
                </c:pt>
                <c:pt idx="4273">
                  <c:v>2459.8629999999998</c:v>
                </c:pt>
                <c:pt idx="4274">
                  <c:v>2460.3449999999998</c:v>
                </c:pt>
                <c:pt idx="4275">
                  <c:v>2460.8270000000002</c:v>
                </c:pt>
                <c:pt idx="4276">
                  <c:v>2461.3090000000002</c:v>
                </c:pt>
                <c:pt idx="4277">
                  <c:v>2461.7919999999999</c:v>
                </c:pt>
                <c:pt idx="4278">
                  <c:v>2462.2739999999999</c:v>
                </c:pt>
                <c:pt idx="4279">
                  <c:v>2462.7559999999999</c:v>
                </c:pt>
                <c:pt idx="4280">
                  <c:v>2463.2379999999998</c:v>
                </c:pt>
                <c:pt idx="4281">
                  <c:v>2463.7199999999998</c:v>
                </c:pt>
                <c:pt idx="4282">
                  <c:v>2464.2020000000002</c:v>
                </c:pt>
                <c:pt idx="4283">
                  <c:v>2464.6840000000002</c:v>
                </c:pt>
                <c:pt idx="4284">
                  <c:v>2465.1669999999999</c:v>
                </c:pt>
                <c:pt idx="4285">
                  <c:v>2465.6489999999999</c:v>
                </c:pt>
                <c:pt idx="4286">
                  <c:v>2466.1309999999999</c:v>
                </c:pt>
                <c:pt idx="4287">
                  <c:v>2466.6129999999998</c:v>
                </c:pt>
                <c:pt idx="4288">
                  <c:v>2467.0949999999998</c:v>
                </c:pt>
                <c:pt idx="4289">
                  <c:v>2467.5770000000002</c:v>
                </c:pt>
                <c:pt idx="4290">
                  <c:v>2468.0590000000002</c:v>
                </c:pt>
                <c:pt idx="4291">
                  <c:v>2468.5419999999999</c:v>
                </c:pt>
                <c:pt idx="4292">
                  <c:v>2469.0239999999999</c:v>
                </c:pt>
                <c:pt idx="4293">
                  <c:v>2469.5059999999999</c:v>
                </c:pt>
                <c:pt idx="4294">
                  <c:v>2469.9879999999998</c:v>
                </c:pt>
                <c:pt idx="4295">
                  <c:v>2470.4699999999998</c:v>
                </c:pt>
                <c:pt idx="4296">
                  <c:v>2470.9520000000002</c:v>
                </c:pt>
                <c:pt idx="4297">
                  <c:v>2471.4340000000002</c:v>
                </c:pt>
                <c:pt idx="4298">
                  <c:v>2471.9169999999999</c:v>
                </c:pt>
                <c:pt idx="4299">
                  <c:v>2472.3989999999999</c:v>
                </c:pt>
                <c:pt idx="4300">
                  <c:v>2472.8809999999999</c:v>
                </c:pt>
                <c:pt idx="4301">
                  <c:v>2473.3629999999998</c:v>
                </c:pt>
                <c:pt idx="4302">
                  <c:v>2473.8449999999998</c:v>
                </c:pt>
                <c:pt idx="4303">
                  <c:v>2474.3270000000002</c:v>
                </c:pt>
                <c:pt idx="4304">
                  <c:v>2474.8090000000002</c:v>
                </c:pt>
                <c:pt idx="4305">
                  <c:v>2475.2919999999999</c:v>
                </c:pt>
                <c:pt idx="4306">
                  <c:v>2475.7730000000001</c:v>
                </c:pt>
                <c:pt idx="4307">
                  <c:v>2476.2559999999999</c:v>
                </c:pt>
                <c:pt idx="4308">
                  <c:v>2476.7379999999998</c:v>
                </c:pt>
                <c:pt idx="4309">
                  <c:v>2477.2199999999998</c:v>
                </c:pt>
                <c:pt idx="4310">
                  <c:v>2477.7020000000002</c:v>
                </c:pt>
                <c:pt idx="4311">
                  <c:v>2478.1840000000002</c:v>
                </c:pt>
                <c:pt idx="4312">
                  <c:v>2478.6660000000002</c:v>
                </c:pt>
                <c:pt idx="4313">
                  <c:v>2479.1480000000001</c:v>
                </c:pt>
                <c:pt idx="4314">
                  <c:v>2479.6309999999999</c:v>
                </c:pt>
                <c:pt idx="4315">
                  <c:v>2480.1129999999998</c:v>
                </c:pt>
                <c:pt idx="4316">
                  <c:v>2480.5949999999998</c:v>
                </c:pt>
                <c:pt idx="4317">
                  <c:v>2481.0770000000002</c:v>
                </c:pt>
                <c:pt idx="4318">
                  <c:v>2481.5590000000002</c:v>
                </c:pt>
                <c:pt idx="4319">
                  <c:v>2482.0410000000002</c:v>
                </c:pt>
                <c:pt idx="4320">
                  <c:v>2482.5230000000001</c:v>
                </c:pt>
                <c:pt idx="4321">
                  <c:v>2483.0059999999999</c:v>
                </c:pt>
                <c:pt idx="4322">
                  <c:v>2483.4879999999998</c:v>
                </c:pt>
                <c:pt idx="4323">
                  <c:v>2483.9699999999998</c:v>
                </c:pt>
                <c:pt idx="4324">
                  <c:v>2484.4520000000002</c:v>
                </c:pt>
                <c:pt idx="4325">
                  <c:v>2484.9340000000002</c:v>
                </c:pt>
                <c:pt idx="4326">
                  <c:v>2485.4160000000002</c:v>
                </c:pt>
                <c:pt idx="4327">
                  <c:v>2485.8980000000001</c:v>
                </c:pt>
                <c:pt idx="4328">
                  <c:v>2486.3809999999999</c:v>
                </c:pt>
                <c:pt idx="4329">
                  <c:v>2486.8629999999998</c:v>
                </c:pt>
                <c:pt idx="4330">
                  <c:v>2487.3449999999998</c:v>
                </c:pt>
                <c:pt idx="4331">
                  <c:v>2487.8270000000002</c:v>
                </c:pt>
                <c:pt idx="4332">
                  <c:v>2488.3090000000002</c:v>
                </c:pt>
                <c:pt idx="4333">
                  <c:v>2488.7910000000002</c:v>
                </c:pt>
                <c:pt idx="4334">
                  <c:v>2489.2730000000001</c:v>
                </c:pt>
                <c:pt idx="4335">
                  <c:v>2489.7559999999999</c:v>
                </c:pt>
                <c:pt idx="4336">
                  <c:v>2490.2379999999998</c:v>
                </c:pt>
                <c:pt idx="4337">
                  <c:v>2490.7199999999998</c:v>
                </c:pt>
                <c:pt idx="4338">
                  <c:v>2491.2020000000002</c:v>
                </c:pt>
                <c:pt idx="4339">
                  <c:v>2491.6840000000002</c:v>
                </c:pt>
                <c:pt idx="4340">
                  <c:v>2492.1660000000002</c:v>
                </c:pt>
                <c:pt idx="4341">
                  <c:v>2492.6480000000001</c:v>
                </c:pt>
                <c:pt idx="4342">
                  <c:v>2493.13</c:v>
                </c:pt>
                <c:pt idx="4343">
                  <c:v>2493.6129999999998</c:v>
                </c:pt>
                <c:pt idx="4344">
                  <c:v>2494.0949999999998</c:v>
                </c:pt>
                <c:pt idx="4345">
                  <c:v>2494.5770000000002</c:v>
                </c:pt>
                <c:pt idx="4346">
                  <c:v>2495.0590000000002</c:v>
                </c:pt>
                <c:pt idx="4347">
                  <c:v>2495.5410000000002</c:v>
                </c:pt>
                <c:pt idx="4348">
                  <c:v>2496.0230000000001</c:v>
                </c:pt>
                <c:pt idx="4349">
                  <c:v>2496.5050000000001</c:v>
                </c:pt>
                <c:pt idx="4350">
                  <c:v>2496.9879999999998</c:v>
                </c:pt>
                <c:pt idx="4351">
                  <c:v>2497.4699999999998</c:v>
                </c:pt>
                <c:pt idx="4352">
                  <c:v>2497.9520000000002</c:v>
                </c:pt>
                <c:pt idx="4353">
                  <c:v>2498.4340000000002</c:v>
                </c:pt>
                <c:pt idx="4354">
                  <c:v>2498.9160000000002</c:v>
                </c:pt>
                <c:pt idx="4355">
                  <c:v>2499.3980000000001</c:v>
                </c:pt>
                <c:pt idx="4356">
                  <c:v>2499.88</c:v>
                </c:pt>
                <c:pt idx="4357">
                  <c:v>2500.3629999999998</c:v>
                </c:pt>
                <c:pt idx="4358">
                  <c:v>2500.8449999999998</c:v>
                </c:pt>
                <c:pt idx="4359">
                  <c:v>2501.3270000000002</c:v>
                </c:pt>
                <c:pt idx="4360">
                  <c:v>2501.8090000000002</c:v>
                </c:pt>
                <c:pt idx="4361">
                  <c:v>2502.2910000000002</c:v>
                </c:pt>
                <c:pt idx="4362">
                  <c:v>2502.7730000000001</c:v>
                </c:pt>
                <c:pt idx="4363">
                  <c:v>2503.2550000000001</c:v>
                </c:pt>
                <c:pt idx="4364">
                  <c:v>2503.7379999999998</c:v>
                </c:pt>
                <c:pt idx="4365">
                  <c:v>2504.2199999999998</c:v>
                </c:pt>
                <c:pt idx="4366">
                  <c:v>2504.7020000000002</c:v>
                </c:pt>
                <c:pt idx="4367">
                  <c:v>2505.1840000000002</c:v>
                </c:pt>
                <c:pt idx="4368">
                  <c:v>2505.6660000000002</c:v>
                </c:pt>
                <c:pt idx="4369">
                  <c:v>2506.1480000000001</c:v>
                </c:pt>
                <c:pt idx="4370">
                  <c:v>2506.63</c:v>
                </c:pt>
                <c:pt idx="4371">
                  <c:v>2507.1129999999998</c:v>
                </c:pt>
                <c:pt idx="4372">
                  <c:v>2507.5940000000001</c:v>
                </c:pt>
                <c:pt idx="4373">
                  <c:v>2508.0770000000002</c:v>
                </c:pt>
                <c:pt idx="4374">
                  <c:v>2508.5590000000002</c:v>
                </c:pt>
                <c:pt idx="4375">
                  <c:v>2509.0410000000002</c:v>
                </c:pt>
                <c:pt idx="4376">
                  <c:v>2509.5230000000001</c:v>
                </c:pt>
                <c:pt idx="4377">
                  <c:v>2510.0050000000001</c:v>
                </c:pt>
                <c:pt idx="4378">
                  <c:v>2510.4870000000001</c:v>
                </c:pt>
                <c:pt idx="4379">
                  <c:v>2510.9690000000001</c:v>
                </c:pt>
                <c:pt idx="4380">
                  <c:v>2511.4520000000002</c:v>
                </c:pt>
                <c:pt idx="4381">
                  <c:v>2511.9340000000002</c:v>
                </c:pt>
                <c:pt idx="4382">
                  <c:v>2512.4160000000002</c:v>
                </c:pt>
                <c:pt idx="4383">
                  <c:v>2512.8980000000001</c:v>
                </c:pt>
                <c:pt idx="4384">
                  <c:v>2513.38</c:v>
                </c:pt>
                <c:pt idx="4385">
                  <c:v>2513.8620000000001</c:v>
                </c:pt>
                <c:pt idx="4386">
                  <c:v>2514.3440000000001</c:v>
                </c:pt>
                <c:pt idx="4387">
                  <c:v>2514.8270000000002</c:v>
                </c:pt>
                <c:pt idx="4388">
                  <c:v>2515.3090000000002</c:v>
                </c:pt>
                <c:pt idx="4389">
                  <c:v>2515.7910000000002</c:v>
                </c:pt>
                <c:pt idx="4390">
                  <c:v>2516.2730000000001</c:v>
                </c:pt>
                <c:pt idx="4391">
                  <c:v>2516.7550000000001</c:v>
                </c:pt>
                <c:pt idx="4392">
                  <c:v>2517.2370000000001</c:v>
                </c:pt>
                <c:pt idx="4393">
                  <c:v>2517.7190000000001</c:v>
                </c:pt>
                <c:pt idx="4394">
                  <c:v>2518.2020000000002</c:v>
                </c:pt>
                <c:pt idx="4395">
                  <c:v>2518.6840000000002</c:v>
                </c:pt>
                <c:pt idx="4396">
                  <c:v>2519.1660000000002</c:v>
                </c:pt>
                <c:pt idx="4397">
                  <c:v>2519.6480000000001</c:v>
                </c:pt>
                <c:pt idx="4398">
                  <c:v>2520.13</c:v>
                </c:pt>
                <c:pt idx="4399">
                  <c:v>2520.6120000000001</c:v>
                </c:pt>
                <c:pt idx="4400">
                  <c:v>2521.0940000000001</c:v>
                </c:pt>
                <c:pt idx="4401">
                  <c:v>2521.5770000000002</c:v>
                </c:pt>
                <c:pt idx="4402">
                  <c:v>2522.0590000000002</c:v>
                </c:pt>
                <c:pt idx="4403">
                  <c:v>2522.5410000000002</c:v>
                </c:pt>
                <c:pt idx="4404">
                  <c:v>2523.0230000000001</c:v>
                </c:pt>
                <c:pt idx="4405">
                  <c:v>2523.5050000000001</c:v>
                </c:pt>
                <c:pt idx="4406">
                  <c:v>2523.9870000000001</c:v>
                </c:pt>
                <c:pt idx="4407">
                  <c:v>2524.4690000000001</c:v>
                </c:pt>
                <c:pt idx="4408">
                  <c:v>2524.951</c:v>
                </c:pt>
                <c:pt idx="4409">
                  <c:v>2525.4340000000002</c:v>
                </c:pt>
                <c:pt idx="4410">
                  <c:v>2525.9160000000002</c:v>
                </c:pt>
                <c:pt idx="4411">
                  <c:v>2526.3980000000001</c:v>
                </c:pt>
                <c:pt idx="4412">
                  <c:v>2526.88</c:v>
                </c:pt>
                <c:pt idx="4413">
                  <c:v>2527.3620000000001</c:v>
                </c:pt>
                <c:pt idx="4414">
                  <c:v>2527.8440000000001</c:v>
                </c:pt>
                <c:pt idx="4415">
                  <c:v>2528.326</c:v>
                </c:pt>
                <c:pt idx="4416">
                  <c:v>2528.8090000000002</c:v>
                </c:pt>
                <c:pt idx="4417">
                  <c:v>2529.2910000000002</c:v>
                </c:pt>
                <c:pt idx="4418">
                  <c:v>2529.7730000000001</c:v>
                </c:pt>
                <c:pt idx="4419">
                  <c:v>2530.2550000000001</c:v>
                </c:pt>
                <c:pt idx="4420">
                  <c:v>2530.7370000000001</c:v>
                </c:pt>
                <c:pt idx="4421">
                  <c:v>2531.2190000000001</c:v>
                </c:pt>
                <c:pt idx="4422">
                  <c:v>2531.701</c:v>
                </c:pt>
                <c:pt idx="4423">
                  <c:v>2532.1840000000002</c:v>
                </c:pt>
                <c:pt idx="4424">
                  <c:v>2532.6660000000002</c:v>
                </c:pt>
                <c:pt idx="4425">
                  <c:v>2533.1480000000001</c:v>
                </c:pt>
                <c:pt idx="4426">
                  <c:v>2533.63</c:v>
                </c:pt>
                <c:pt idx="4427">
                  <c:v>2534.1120000000001</c:v>
                </c:pt>
                <c:pt idx="4428">
                  <c:v>2534.5940000000001</c:v>
                </c:pt>
                <c:pt idx="4429">
                  <c:v>2535.076</c:v>
                </c:pt>
                <c:pt idx="4430">
                  <c:v>2535.5590000000002</c:v>
                </c:pt>
                <c:pt idx="4431">
                  <c:v>2536.0410000000002</c:v>
                </c:pt>
                <c:pt idx="4432">
                  <c:v>2536.5230000000001</c:v>
                </c:pt>
                <c:pt idx="4433">
                  <c:v>2537.0050000000001</c:v>
                </c:pt>
                <c:pt idx="4434">
                  <c:v>2537.4870000000001</c:v>
                </c:pt>
                <c:pt idx="4435">
                  <c:v>2537.9690000000001</c:v>
                </c:pt>
                <c:pt idx="4436">
                  <c:v>2538.451</c:v>
                </c:pt>
                <c:pt idx="4437">
                  <c:v>2538.9340000000002</c:v>
                </c:pt>
                <c:pt idx="4438">
                  <c:v>2539.4160000000002</c:v>
                </c:pt>
                <c:pt idx="4439">
                  <c:v>2539.8980000000001</c:v>
                </c:pt>
                <c:pt idx="4440">
                  <c:v>2540.38</c:v>
                </c:pt>
                <c:pt idx="4441">
                  <c:v>2540.8620000000001</c:v>
                </c:pt>
                <c:pt idx="4442">
                  <c:v>2541.3440000000001</c:v>
                </c:pt>
                <c:pt idx="4443">
                  <c:v>2541.826</c:v>
                </c:pt>
                <c:pt idx="4444">
                  <c:v>2542.308</c:v>
                </c:pt>
                <c:pt idx="4445">
                  <c:v>2542.7910000000002</c:v>
                </c:pt>
                <c:pt idx="4446">
                  <c:v>2543.2730000000001</c:v>
                </c:pt>
                <c:pt idx="4447">
                  <c:v>2543.7550000000001</c:v>
                </c:pt>
                <c:pt idx="4448">
                  <c:v>2544.2370000000001</c:v>
                </c:pt>
                <c:pt idx="4449">
                  <c:v>2544.7190000000001</c:v>
                </c:pt>
                <c:pt idx="4450">
                  <c:v>2545.201</c:v>
                </c:pt>
                <c:pt idx="4451">
                  <c:v>2545.683</c:v>
                </c:pt>
                <c:pt idx="4452">
                  <c:v>2546.1660000000002</c:v>
                </c:pt>
                <c:pt idx="4453">
                  <c:v>2546.6480000000001</c:v>
                </c:pt>
                <c:pt idx="4454">
                  <c:v>2547.13</c:v>
                </c:pt>
                <c:pt idx="4455">
                  <c:v>2547.6120000000001</c:v>
                </c:pt>
                <c:pt idx="4456">
                  <c:v>2548.0940000000001</c:v>
                </c:pt>
                <c:pt idx="4457">
                  <c:v>2548.576</c:v>
                </c:pt>
                <c:pt idx="4458">
                  <c:v>2549.058</c:v>
                </c:pt>
                <c:pt idx="4459">
                  <c:v>2549.5410000000002</c:v>
                </c:pt>
                <c:pt idx="4460">
                  <c:v>2550.0230000000001</c:v>
                </c:pt>
                <c:pt idx="4461">
                  <c:v>2550.5050000000001</c:v>
                </c:pt>
                <c:pt idx="4462">
                  <c:v>2550.9870000000001</c:v>
                </c:pt>
                <c:pt idx="4463">
                  <c:v>2551.4690000000001</c:v>
                </c:pt>
                <c:pt idx="4464">
                  <c:v>2551.951</c:v>
                </c:pt>
                <c:pt idx="4465">
                  <c:v>2552.433</c:v>
                </c:pt>
                <c:pt idx="4466">
                  <c:v>2552.9160000000002</c:v>
                </c:pt>
                <c:pt idx="4467">
                  <c:v>2553.3980000000001</c:v>
                </c:pt>
                <c:pt idx="4468">
                  <c:v>2553.88</c:v>
                </c:pt>
                <c:pt idx="4469">
                  <c:v>2554.3620000000001</c:v>
                </c:pt>
                <c:pt idx="4470">
                  <c:v>2554.8440000000001</c:v>
                </c:pt>
                <c:pt idx="4471">
                  <c:v>2555.326</c:v>
                </c:pt>
                <c:pt idx="4472">
                  <c:v>2555.808</c:v>
                </c:pt>
                <c:pt idx="4473">
                  <c:v>2556.2910000000002</c:v>
                </c:pt>
                <c:pt idx="4474">
                  <c:v>2556.7719999999999</c:v>
                </c:pt>
                <c:pt idx="4475">
                  <c:v>2557.2550000000001</c:v>
                </c:pt>
                <c:pt idx="4476">
                  <c:v>2557.7370000000001</c:v>
                </c:pt>
                <c:pt idx="4477">
                  <c:v>2558.2190000000001</c:v>
                </c:pt>
                <c:pt idx="4478">
                  <c:v>2558.701</c:v>
                </c:pt>
                <c:pt idx="4479">
                  <c:v>2559.183</c:v>
                </c:pt>
                <c:pt idx="4480">
                  <c:v>2559.665</c:v>
                </c:pt>
                <c:pt idx="4481">
                  <c:v>2560.1469999999999</c:v>
                </c:pt>
                <c:pt idx="4482">
                  <c:v>2560.63</c:v>
                </c:pt>
                <c:pt idx="4483">
                  <c:v>2561.1120000000001</c:v>
                </c:pt>
                <c:pt idx="4484">
                  <c:v>2561.5940000000001</c:v>
                </c:pt>
                <c:pt idx="4485">
                  <c:v>2562.076</c:v>
                </c:pt>
                <c:pt idx="4486">
                  <c:v>2562.558</c:v>
                </c:pt>
                <c:pt idx="4487">
                  <c:v>2563.04</c:v>
                </c:pt>
                <c:pt idx="4488">
                  <c:v>2563.5219999999999</c:v>
                </c:pt>
                <c:pt idx="4489">
                  <c:v>2564.0050000000001</c:v>
                </c:pt>
                <c:pt idx="4490">
                  <c:v>2564.4870000000001</c:v>
                </c:pt>
                <c:pt idx="4491">
                  <c:v>2564.9690000000001</c:v>
                </c:pt>
                <c:pt idx="4492">
                  <c:v>2565.451</c:v>
                </c:pt>
                <c:pt idx="4493">
                  <c:v>2565.933</c:v>
                </c:pt>
                <c:pt idx="4494">
                  <c:v>2566.415</c:v>
                </c:pt>
                <c:pt idx="4495">
                  <c:v>2566.8969999999999</c:v>
                </c:pt>
                <c:pt idx="4496">
                  <c:v>2567.38</c:v>
                </c:pt>
                <c:pt idx="4497">
                  <c:v>2567.8620000000001</c:v>
                </c:pt>
                <c:pt idx="4498">
                  <c:v>2568.3440000000001</c:v>
                </c:pt>
                <c:pt idx="4499">
                  <c:v>2568.826</c:v>
                </c:pt>
                <c:pt idx="4500">
                  <c:v>2569.308</c:v>
                </c:pt>
                <c:pt idx="4501">
                  <c:v>2569.79</c:v>
                </c:pt>
                <c:pt idx="4502">
                  <c:v>2570.2719999999999</c:v>
                </c:pt>
                <c:pt idx="4503">
                  <c:v>2570.7550000000001</c:v>
                </c:pt>
                <c:pt idx="4504">
                  <c:v>2571.2370000000001</c:v>
                </c:pt>
                <c:pt idx="4505">
                  <c:v>2571.7190000000001</c:v>
                </c:pt>
                <c:pt idx="4506">
                  <c:v>2572.201</c:v>
                </c:pt>
                <c:pt idx="4507">
                  <c:v>2572.683</c:v>
                </c:pt>
                <c:pt idx="4508">
                  <c:v>2573.165</c:v>
                </c:pt>
                <c:pt idx="4509">
                  <c:v>2573.6469999999999</c:v>
                </c:pt>
                <c:pt idx="4510">
                  <c:v>2574.1289999999999</c:v>
                </c:pt>
                <c:pt idx="4511">
                  <c:v>2574.6120000000001</c:v>
                </c:pt>
                <c:pt idx="4512">
                  <c:v>2575.0940000000001</c:v>
                </c:pt>
                <c:pt idx="4513">
                  <c:v>2575.576</c:v>
                </c:pt>
                <c:pt idx="4514">
                  <c:v>2576.058</c:v>
                </c:pt>
                <c:pt idx="4515">
                  <c:v>2576.54</c:v>
                </c:pt>
                <c:pt idx="4516">
                  <c:v>2577.0219999999999</c:v>
                </c:pt>
                <c:pt idx="4517">
                  <c:v>2577.5039999999999</c:v>
                </c:pt>
                <c:pt idx="4518">
                  <c:v>2577.9870000000001</c:v>
                </c:pt>
                <c:pt idx="4519">
                  <c:v>2578.4690000000001</c:v>
                </c:pt>
                <c:pt idx="4520">
                  <c:v>2578.951</c:v>
                </c:pt>
                <c:pt idx="4521">
                  <c:v>2579.433</c:v>
                </c:pt>
                <c:pt idx="4522">
                  <c:v>2579.915</c:v>
                </c:pt>
                <c:pt idx="4523">
                  <c:v>2580.3969999999999</c:v>
                </c:pt>
                <c:pt idx="4524">
                  <c:v>2580.8789999999999</c:v>
                </c:pt>
                <c:pt idx="4525">
                  <c:v>2581.3620000000001</c:v>
                </c:pt>
                <c:pt idx="4526">
                  <c:v>2581.8440000000001</c:v>
                </c:pt>
                <c:pt idx="4527">
                  <c:v>2582.326</c:v>
                </c:pt>
                <c:pt idx="4528">
                  <c:v>2582.808</c:v>
                </c:pt>
                <c:pt idx="4529">
                  <c:v>2583.29</c:v>
                </c:pt>
                <c:pt idx="4530">
                  <c:v>2583.7719999999999</c:v>
                </c:pt>
                <c:pt idx="4531">
                  <c:v>2584.2539999999999</c:v>
                </c:pt>
                <c:pt idx="4532">
                  <c:v>2584.7370000000001</c:v>
                </c:pt>
                <c:pt idx="4533">
                  <c:v>2585.2190000000001</c:v>
                </c:pt>
                <c:pt idx="4534">
                  <c:v>2585.701</c:v>
                </c:pt>
                <c:pt idx="4535">
                  <c:v>2586.183</c:v>
                </c:pt>
                <c:pt idx="4536">
                  <c:v>2586.665</c:v>
                </c:pt>
                <c:pt idx="4537">
                  <c:v>2587.1469999999999</c:v>
                </c:pt>
                <c:pt idx="4538">
                  <c:v>2587.6289999999999</c:v>
                </c:pt>
                <c:pt idx="4539">
                  <c:v>2588.1120000000001</c:v>
                </c:pt>
                <c:pt idx="4540">
                  <c:v>2588.5940000000001</c:v>
                </c:pt>
                <c:pt idx="4541">
                  <c:v>2589.076</c:v>
                </c:pt>
                <c:pt idx="4542">
                  <c:v>2589.558</c:v>
                </c:pt>
                <c:pt idx="4543">
                  <c:v>2590.04</c:v>
                </c:pt>
                <c:pt idx="4544">
                  <c:v>2590.5219999999999</c:v>
                </c:pt>
                <c:pt idx="4545">
                  <c:v>2591.0039999999999</c:v>
                </c:pt>
                <c:pt idx="4546">
                  <c:v>2591.4859999999999</c:v>
                </c:pt>
                <c:pt idx="4547">
                  <c:v>2591.9690000000001</c:v>
                </c:pt>
                <c:pt idx="4548">
                  <c:v>2592.451</c:v>
                </c:pt>
                <c:pt idx="4549">
                  <c:v>2592.933</c:v>
                </c:pt>
                <c:pt idx="4550">
                  <c:v>2593.415</c:v>
                </c:pt>
                <c:pt idx="4551">
                  <c:v>2593.8969999999999</c:v>
                </c:pt>
                <c:pt idx="4552">
                  <c:v>2594.3789999999999</c:v>
                </c:pt>
                <c:pt idx="4553">
                  <c:v>2594.8609999999999</c:v>
                </c:pt>
                <c:pt idx="4554">
                  <c:v>2595.3440000000001</c:v>
                </c:pt>
                <c:pt idx="4555">
                  <c:v>2595.826</c:v>
                </c:pt>
                <c:pt idx="4556">
                  <c:v>2596.308</c:v>
                </c:pt>
                <c:pt idx="4557">
                  <c:v>2596.79</c:v>
                </c:pt>
                <c:pt idx="4558">
                  <c:v>2597.2719999999999</c:v>
                </c:pt>
                <c:pt idx="4559">
                  <c:v>2597.7539999999999</c:v>
                </c:pt>
                <c:pt idx="4560">
                  <c:v>2598.2359999999999</c:v>
                </c:pt>
                <c:pt idx="4561">
                  <c:v>2598.7190000000001</c:v>
                </c:pt>
                <c:pt idx="4562">
                  <c:v>2599.201</c:v>
                </c:pt>
                <c:pt idx="4563">
                  <c:v>2599.683</c:v>
                </c:pt>
                <c:pt idx="4564">
                  <c:v>2600.165</c:v>
                </c:pt>
                <c:pt idx="4565">
                  <c:v>2600.6469999999999</c:v>
                </c:pt>
                <c:pt idx="4566">
                  <c:v>2601.1289999999999</c:v>
                </c:pt>
                <c:pt idx="4567">
                  <c:v>2601.6109999999999</c:v>
                </c:pt>
                <c:pt idx="4568">
                  <c:v>2602.0940000000001</c:v>
                </c:pt>
                <c:pt idx="4569">
                  <c:v>2602.576</c:v>
                </c:pt>
                <c:pt idx="4570">
                  <c:v>2603.058</c:v>
                </c:pt>
                <c:pt idx="4571">
                  <c:v>2603.54</c:v>
                </c:pt>
                <c:pt idx="4572">
                  <c:v>2604.0219999999999</c:v>
                </c:pt>
                <c:pt idx="4573">
                  <c:v>2604.5039999999999</c:v>
                </c:pt>
                <c:pt idx="4574">
                  <c:v>2604.9859999999999</c:v>
                </c:pt>
                <c:pt idx="4575">
                  <c:v>2605.4690000000001</c:v>
                </c:pt>
                <c:pt idx="4576">
                  <c:v>2605.9499999999998</c:v>
                </c:pt>
                <c:pt idx="4577">
                  <c:v>2606.433</c:v>
                </c:pt>
                <c:pt idx="4578">
                  <c:v>2606.915</c:v>
                </c:pt>
                <c:pt idx="4579">
                  <c:v>2607.3969999999999</c:v>
                </c:pt>
                <c:pt idx="4580">
                  <c:v>2607.8789999999999</c:v>
                </c:pt>
                <c:pt idx="4581">
                  <c:v>2608.3609999999999</c:v>
                </c:pt>
                <c:pt idx="4582">
                  <c:v>2608.8429999999998</c:v>
                </c:pt>
                <c:pt idx="4583">
                  <c:v>2609.3249999999998</c:v>
                </c:pt>
                <c:pt idx="4584">
                  <c:v>2609.808</c:v>
                </c:pt>
                <c:pt idx="4585">
                  <c:v>2610.29</c:v>
                </c:pt>
                <c:pt idx="4586">
                  <c:v>2610.7719999999999</c:v>
                </c:pt>
                <c:pt idx="4587">
                  <c:v>2611.2539999999999</c:v>
                </c:pt>
                <c:pt idx="4588">
                  <c:v>2611.7359999999999</c:v>
                </c:pt>
                <c:pt idx="4589">
                  <c:v>2612.2179999999998</c:v>
                </c:pt>
                <c:pt idx="4590">
                  <c:v>2612.6999999999998</c:v>
                </c:pt>
                <c:pt idx="4591">
                  <c:v>2613.183</c:v>
                </c:pt>
                <c:pt idx="4592">
                  <c:v>2613.665</c:v>
                </c:pt>
                <c:pt idx="4593">
                  <c:v>2614.1469999999999</c:v>
                </c:pt>
                <c:pt idx="4594">
                  <c:v>2614.6289999999999</c:v>
                </c:pt>
                <c:pt idx="4595">
                  <c:v>2615.1109999999999</c:v>
                </c:pt>
                <c:pt idx="4596">
                  <c:v>2615.5929999999998</c:v>
                </c:pt>
                <c:pt idx="4597">
                  <c:v>2616.0749999999998</c:v>
                </c:pt>
                <c:pt idx="4598">
                  <c:v>2616.558</c:v>
                </c:pt>
                <c:pt idx="4599">
                  <c:v>2617.04</c:v>
                </c:pt>
                <c:pt idx="4600">
                  <c:v>2617.5219999999999</c:v>
                </c:pt>
                <c:pt idx="4601">
                  <c:v>2618.0039999999999</c:v>
                </c:pt>
                <c:pt idx="4602">
                  <c:v>2618.4859999999999</c:v>
                </c:pt>
                <c:pt idx="4603">
                  <c:v>2618.9679999999998</c:v>
                </c:pt>
                <c:pt idx="4604">
                  <c:v>2619.4499999999998</c:v>
                </c:pt>
                <c:pt idx="4605">
                  <c:v>2619.933</c:v>
                </c:pt>
                <c:pt idx="4606">
                  <c:v>2620.415</c:v>
                </c:pt>
                <c:pt idx="4607">
                  <c:v>2620.8969999999999</c:v>
                </c:pt>
                <c:pt idx="4608">
                  <c:v>2621.3789999999999</c:v>
                </c:pt>
                <c:pt idx="4609">
                  <c:v>2621.8609999999999</c:v>
                </c:pt>
                <c:pt idx="4610">
                  <c:v>2622.3429999999998</c:v>
                </c:pt>
                <c:pt idx="4611">
                  <c:v>2622.8249999999998</c:v>
                </c:pt>
                <c:pt idx="4612">
                  <c:v>2623.3069999999998</c:v>
                </c:pt>
                <c:pt idx="4613">
                  <c:v>2623.79</c:v>
                </c:pt>
                <c:pt idx="4614">
                  <c:v>2624.2719999999999</c:v>
                </c:pt>
                <c:pt idx="4615">
                  <c:v>2624.7539999999999</c:v>
                </c:pt>
                <c:pt idx="4616">
                  <c:v>2625.2359999999999</c:v>
                </c:pt>
                <c:pt idx="4617">
                  <c:v>2625.7179999999998</c:v>
                </c:pt>
                <c:pt idx="4618">
                  <c:v>2626.2</c:v>
                </c:pt>
                <c:pt idx="4619">
                  <c:v>2626.6819999999998</c:v>
                </c:pt>
                <c:pt idx="4620">
                  <c:v>2627.165</c:v>
                </c:pt>
                <c:pt idx="4621">
                  <c:v>2627.6469999999999</c:v>
                </c:pt>
                <c:pt idx="4622">
                  <c:v>2628.1289999999999</c:v>
                </c:pt>
                <c:pt idx="4623">
                  <c:v>2628.6109999999999</c:v>
                </c:pt>
                <c:pt idx="4624">
                  <c:v>2629.0929999999998</c:v>
                </c:pt>
                <c:pt idx="4625">
                  <c:v>2629.5749999999998</c:v>
                </c:pt>
                <c:pt idx="4626">
                  <c:v>2630.0569999999998</c:v>
                </c:pt>
                <c:pt idx="4627">
                  <c:v>2630.54</c:v>
                </c:pt>
                <c:pt idx="4628">
                  <c:v>2631.0219999999999</c:v>
                </c:pt>
                <c:pt idx="4629">
                  <c:v>2631.5039999999999</c:v>
                </c:pt>
                <c:pt idx="4630">
                  <c:v>2631.9859999999999</c:v>
                </c:pt>
                <c:pt idx="4631">
                  <c:v>2632.4679999999998</c:v>
                </c:pt>
                <c:pt idx="4632">
                  <c:v>2632.95</c:v>
                </c:pt>
                <c:pt idx="4633">
                  <c:v>2633.4319999999998</c:v>
                </c:pt>
                <c:pt idx="4634">
                  <c:v>2633.915</c:v>
                </c:pt>
                <c:pt idx="4635">
                  <c:v>2634.3969999999999</c:v>
                </c:pt>
                <c:pt idx="4636">
                  <c:v>2634.8789999999999</c:v>
                </c:pt>
                <c:pt idx="4637">
                  <c:v>2635.3609999999999</c:v>
                </c:pt>
                <c:pt idx="4638">
                  <c:v>2635.8429999999998</c:v>
                </c:pt>
                <c:pt idx="4639">
                  <c:v>2636.3249999999998</c:v>
                </c:pt>
                <c:pt idx="4640">
                  <c:v>2636.8069999999998</c:v>
                </c:pt>
                <c:pt idx="4641">
                  <c:v>2637.29</c:v>
                </c:pt>
                <c:pt idx="4642">
                  <c:v>2637.7710000000002</c:v>
                </c:pt>
                <c:pt idx="4643">
                  <c:v>2638.2539999999999</c:v>
                </c:pt>
                <c:pt idx="4644">
                  <c:v>2638.7359999999999</c:v>
                </c:pt>
                <c:pt idx="4645">
                  <c:v>2639.2179999999998</c:v>
                </c:pt>
                <c:pt idx="4646">
                  <c:v>2639.7</c:v>
                </c:pt>
                <c:pt idx="4647">
                  <c:v>2640.1819999999998</c:v>
                </c:pt>
                <c:pt idx="4648">
                  <c:v>2640.6640000000002</c:v>
                </c:pt>
                <c:pt idx="4649">
                  <c:v>2641.1460000000002</c:v>
                </c:pt>
                <c:pt idx="4650">
                  <c:v>2641.6289999999999</c:v>
                </c:pt>
                <c:pt idx="4651">
                  <c:v>2642.1109999999999</c:v>
                </c:pt>
                <c:pt idx="4652">
                  <c:v>2642.5929999999998</c:v>
                </c:pt>
                <c:pt idx="4653">
                  <c:v>2643.0749999999998</c:v>
                </c:pt>
                <c:pt idx="4654">
                  <c:v>2643.5569999999998</c:v>
                </c:pt>
                <c:pt idx="4655">
                  <c:v>2644.0390000000002</c:v>
                </c:pt>
                <c:pt idx="4656">
                  <c:v>2644.5210000000002</c:v>
                </c:pt>
                <c:pt idx="4657">
                  <c:v>2645.0039999999999</c:v>
                </c:pt>
                <c:pt idx="4658">
                  <c:v>2645.4859999999999</c:v>
                </c:pt>
                <c:pt idx="4659">
                  <c:v>2645.9679999999998</c:v>
                </c:pt>
                <c:pt idx="4660">
                  <c:v>2646.45</c:v>
                </c:pt>
                <c:pt idx="4661">
                  <c:v>2646.9319999999998</c:v>
                </c:pt>
                <c:pt idx="4662">
                  <c:v>2647.4140000000002</c:v>
                </c:pt>
                <c:pt idx="4663">
                  <c:v>2647.8960000000002</c:v>
                </c:pt>
                <c:pt idx="4664">
                  <c:v>2648.3789999999999</c:v>
                </c:pt>
                <c:pt idx="4665">
                  <c:v>2648.8609999999999</c:v>
                </c:pt>
                <c:pt idx="4666">
                  <c:v>2649.3429999999998</c:v>
                </c:pt>
                <c:pt idx="4667">
                  <c:v>2649.8249999999998</c:v>
                </c:pt>
                <c:pt idx="4668">
                  <c:v>2650.3069999999998</c:v>
                </c:pt>
                <c:pt idx="4669">
                  <c:v>2650.7890000000002</c:v>
                </c:pt>
                <c:pt idx="4670">
                  <c:v>2651.2710000000002</c:v>
                </c:pt>
                <c:pt idx="4671">
                  <c:v>2651.7539999999999</c:v>
                </c:pt>
                <c:pt idx="4672">
                  <c:v>2652.2359999999999</c:v>
                </c:pt>
                <c:pt idx="4673">
                  <c:v>2652.7179999999998</c:v>
                </c:pt>
                <c:pt idx="4674">
                  <c:v>2653.2</c:v>
                </c:pt>
                <c:pt idx="4675">
                  <c:v>2653.6819999999998</c:v>
                </c:pt>
                <c:pt idx="4676">
                  <c:v>2654.1640000000002</c:v>
                </c:pt>
                <c:pt idx="4677">
                  <c:v>2654.6460000000002</c:v>
                </c:pt>
                <c:pt idx="4678">
                  <c:v>2655.1280000000002</c:v>
                </c:pt>
                <c:pt idx="4679">
                  <c:v>2655.6109999999999</c:v>
                </c:pt>
                <c:pt idx="4680">
                  <c:v>2656.0929999999998</c:v>
                </c:pt>
                <c:pt idx="4681">
                  <c:v>2656.5749999999998</c:v>
                </c:pt>
                <c:pt idx="4682">
                  <c:v>2657.0569999999998</c:v>
                </c:pt>
                <c:pt idx="4683">
                  <c:v>2657.5390000000002</c:v>
                </c:pt>
                <c:pt idx="4684">
                  <c:v>2658.0210000000002</c:v>
                </c:pt>
                <c:pt idx="4685">
                  <c:v>2658.5030000000002</c:v>
                </c:pt>
                <c:pt idx="4686">
                  <c:v>2658.9859999999999</c:v>
                </c:pt>
                <c:pt idx="4687">
                  <c:v>2659.4679999999998</c:v>
                </c:pt>
                <c:pt idx="4688">
                  <c:v>2659.95</c:v>
                </c:pt>
                <c:pt idx="4689">
                  <c:v>2660.4319999999998</c:v>
                </c:pt>
                <c:pt idx="4690">
                  <c:v>2660.9140000000002</c:v>
                </c:pt>
                <c:pt idx="4691">
                  <c:v>2661.3960000000002</c:v>
                </c:pt>
                <c:pt idx="4692">
                  <c:v>2661.8780000000002</c:v>
                </c:pt>
                <c:pt idx="4693">
                  <c:v>2662.3609999999999</c:v>
                </c:pt>
                <c:pt idx="4694">
                  <c:v>2662.8429999999998</c:v>
                </c:pt>
                <c:pt idx="4695">
                  <c:v>2663.3249999999998</c:v>
                </c:pt>
                <c:pt idx="4696">
                  <c:v>2663.8069999999998</c:v>
                </c:pt>
                <c:pt idx="4697">
                  <c:v>2664.2890000000002</c:v>
                </c:pt>
                <c:pt idx="4698">
                  <c:v>2664.7710000000002</c:v>
                </c:pt>
                <c:pt idx="4699">
                  <c:v>2665.2530000000002</c:v>
                </c:pt>
                <c:pt idx="4700">
                  <c:v>2665.7359999999999</c:v>
                </c:pt>
                <c:pt idx="4701">
                  <c:v>2666.2179999999998</c:v>
                </c:pt>
                <c:pt idx="4702">
                  <c:v>2666.7</c:v>
                </c:pt>
                <c:pt idx="4703">
                  <c:v>2667.1819999999998</c:v>
                </c:pt>
                <c:pt idx="4704">
                  <c:v>2667.6640000000002</c:v>
                </c:pt>
                <c:pt idx="4705">
                  <c:v>2668.1460000000002</c:v>
                </c:pt>
                <c:pt idx="4706">
                  <c:v>2668.6280000000002</c:v>
                </c:pt>
                <c:pt idx="4707">
                  <c:v>2669.1109999999999</c:v>
                </c:pt>
                <c:pt idx="4708">
                  <c:v>2669.5929999999998</c:v>
                </c:pt>
                <c:pt idx="4709">
                  <c:v>2670.0749999999998</c:v>
                </c:pt>
                <c:pt idx="4710">
                  <c:v>2670.5569999999998</c:v>
                </c:pt>
                <c:pt idx="4711">
                  <c:v>2671.0390000000002</c:v>
                </c:pt>
                <c:pt idx="4712">
                  <c:v>2671.5210000000002</c:v>
                </c:pt>
                <c:pt idx="4713">
                  <c:v>2672.0030000000002</c:v>
                </c:pt>
                <c:pt idx="4714">
                  <c:v>2672.4850000000001</c:v>
                </c:pt>
                <c:pt idx="4715">
                  <c:v>2672.9679999999998</c:v>
                </c:pt>
                <c:pt idx="4716">
                  <c:v>2673.45</c:v>
                </c:pt>
                <c:pt idx="4717">
                  <c:v>2673.9319999999998</c:v>
                </c:pt>
                <c:pt idx="4718">
                  <c:v>2674.4140000000002</c:v>
                </c:pt>
                <c:pt idx="4719">
                  <c:v>2674.8960000000002</c:v>
                </c:pt>
                <c:pt idx="4720">
                  <c:v>2675.3780000000002</c:v>
                </c:pt>
                <c:pt idx="4721">
                  <c:v>2675.86</c:v>
                </c:pt>
                <c:pt idx="4722">
                  <c:v>2676.3429999999998</c:v>
                </c:pt>
                <c:pt idx="4723">
                  <c:v>2676.8249999999998</c:v>
                </c:pt>
                <c:pt idx="4724">
                  <c:v>2677.3069999999998</c:v>
                </c:pt>
                <c:pt idx="4725">
                  <c:v>2677.7890000000002</c:v>
                </c:pt>
                <c:pt idx="4726">
                  <c:v>2678.2710000000002</c:v>
                </c:pt>
                <c:pt idx="4727">
                  <c:v>2678.7530000000002</c:v>
                </c:pt>
                <c:pt idx="4728">
                  <c:v>2679.2350000000001</c:v>
                </c:pt>
                <c:pt idx="4729">
                  <c:v>2679.7179999999998</c:v>
                </c:pt>
                <c:pt idx="4730">
                  <c:v>2680.2</c:v>
                </c:pt>
                <c:pt idx="4731">
                  <c:v>2680.6819999999998</c:v>
                </c:pt>
                <c:pt idx="4732">
                  <c:v>2681.1640000000002</c:v>
                </c:pt>
                <c:pt idx="4733">
                  <c:v>2681.6460000000002</c:v>
                </c:pt>
                <c:pt idx="4734">
                  <c:v>2682.1280000000002</c:v>
                </c:pt>
                <c:pt idx="4735">
                  <c:v>2682.61</c:v>
                </c:pt>
                <c:pt idx="4736">
                  <c:v>2683.0929999999998</c:v>
                </c:pt>
                <c:pt idx="4737">
                  <c:v>2683.5749999999998</c:v>
                </c:pt>
                <c:pt idx="4738">
                  <c:v>2684.0569999999998</c:v>
                </c:pt>
                <c:pt idx="4739">
                  <c:v>2684.5390000000002</c:v>
                </c:pt>
                <c:pt idx="4740">
                  <c:v>2685.0210000000002</c:v>
                </c:pt>
                <c:pt idx="4741">
                  <c:v>2685.5030000000002</c:v>
                </c:pt>
                <c:pt idx="4742">
                  <c:v>2685.9850000000001</c:v>
                </c:pt>
                <c:pt idx="4743">
                  <c:v>2686.4679999999998</c:v>
                </c:pt>
                <c:pt idx="4744">
                  <c:v>2686.9490000000001</c:v>
                </c:pt>
                <c:pt idx="4745">
                  <c:v>2687.4319999999998</c:v>
                </c:pt>
                <c:pt idx="4746">
                  <c:v>2687.9140000000002</c:v>
                </c:pt>
                <c:pt idx="4747">
                  <c:v>2688.3960000000002</c:v>
                </c:pt>
                <c:pt idx="4748">
                  <c:v>2688.8780000000002</c:v>
                </c:pt>
                <c:pt idx="4749">
                  <c:v>2689.36</c:v>
                </c:pt>
                <c:pt idx="4750">
                  <c:v>2689.8420000000001</c:v>
                </c:pt>
                <c:pt idx="4751">
                  <c:v>2690.3240000000001</c:v>
                </c:pt>
                <c:pt idx="4752">
                  <c:v>2690.8069999999998</c:v>
                </c:pt>
                <c:pt idx="4753">
                  <c:v>2691.2890000000002</c:v>
                </c:pt>
                <c:pt idx="4754">
                  <c:v>2691.7710000000002</c:v>
                </c:pt>
                <c:pt idx="4755">
                  <c:v>2692.2530000000002</c:v>
                </c:pt>
                <c:pt idx="4756">
                  <c:v>2692.7350000000001</c:v>
                </c:pt>
                <c:pt idx="4757">
                  <c:v>2693.2170000000001</c:v>
                </c:pt>
                <c:pt idx="4758">
                  <c:v>2693.6990000000001</c:v>
                </c:pt>
                <c:pt idx="4759">
                  <c:v>2694.1819999999998</c:v>
                </c:pt>
                <c:pt idx="4760">
                  <c:v>2694.6640000000002</c:v>
                </c:pt>
                <c:pt idx="4761">
                  <c:v>2695.1460000000002</c:v>
                </c:pt>
                <c:pt idx="4762">
                  <c:v>2695.6280000000002</c:v>
                </c:pt>
                <c:pt idx="4763">
                  <c:v>2696.11</c:v>
                </c:pt>
                <c:pt idx="4764">
                  <c:v>2696.5920000000001</c:v>
                </c:pt>
                <c:pt idx="4765">
                  <c:v>2697.0740000000001</c:v>
                </c:pt>
                <c:pt idx="4766">
                  <c:v>2697.5569999999998</c:v>
                </c:pt>
                <c:pt idx="4767">
                  <c:v>2698.0390000000002</c:v>
                </c:pt>
                <c:pt idx="4768">
                  <c:v>2698.5210000000002</c:v>
                </c:pt>
                <c:pt idx="4769">
                  <c:v>2699.0030000000002</c:v>
                </c:pt>
                <c:pt idx="4770">
                  <c:v>2699.4850000000001</c:v>
                </c:pt>
                <c:pt idx="4771">
                  <c:v>2699.9670000000001</c:v>
                </c:pt>
                <c:pt idx="4772">
                  <c:v>2700.4490000000001</c:v>
                </c:pt>
                <c:pt idx="4773">
                  <c:v>2700.9319999999998</c:v>
                </c:pt>
                <c:pt idx="4774">
                  <c:v>2701.4140000000002</c:v>
                </c:pt>
                <c:pt idx="4775">
                  <c:v>2701.8960000000002</c:v>
                </c:pt>
                <c:pt idx="4776">
                  <c:v>2702.3780000000002</c:v>
                </c:pt>
                <c:pt idx="4777">
                  <c:v>2702.86</c:v>
                </c:pt>
                <c:pt idx="4778">
                  <c:v>2703.3420000000001</c:v>
                </c:pt>
                <c:pt idx="4779">
                  <c:v>2703.8240000000001</c:v>
                </c:pt>
                <c:pt idx="4780">
                  <c:v>2704.306</c:v>
                </c:pt>
                <c:pt idx="4781">
                  <c:v>2704.7890000000002</c:v>
                </c:pt>
                <c:pt idx="4782">
                  <c:v>2705.2710000000002</c:v>
                </c:pt>
                <c:pt idx="4783">
                  <c:v>2705.7530000000002</c:v>
                </c:pt>
                <c:pt idx="4784">
                  <c:v>2706.2350000000001</c:v>
                </c:pt>
                <c:pt idx="4785">
                  <c:v>2706.7170000000001</c:v>
                </c:pt>
                <c:pt idx="4786">
                  <c:v>2707.1990000000001</c:v>
                </c:pt>
                <c:pt idx="4787">
                  <c:v>2707.681</c:v>
                </c:pt>
                <c:pt idx="4788">
                  <c:v>2708.1640000000002</c:v>
                </c:pt>
                <c:pt idx="4789">
                  <c:v>2708.6460000000002</c:v>
                </c:pt>
                <c:pt idx="4790">
                  <c:v>2709.1280000000002</c:v>
                </c:pt>
                <c:pt idx="4791">
                  <c:v>2709.61</c:v>
                </c:pt>
                <c:pt idx="4792">
                  <c:v>2710.0920000000001</c:v>
                </c:pt>
                <c:pt idx="4793">
                  <c:v>2710.5740000000001</c:v>
                </c:pt>
                <c:pt idx="4794">
                  <c:v>2711.056</c:v>
                </c:pt>
                <c:pt idx="4795">
                  <c:v>2711.5390000000002</c:v>
                </c:pt>
                <c:pt idx="4796">
                  <c:v>2712.0210000000002</c:v>
                </c:pt>
                <c:pt idx="4797">
                  <c:v>2712.5030000000002</c:v>
                </c:pt>
                <c:pt idx="4798">
                  <c:v>2712.9850000000001</c:v>
                </c:pt>
                <c:pt idx="4799">
                  <c:v>2713.4670000000001</c:v>
                </c:pt>
                <c:pt idx="4800">
                  <c:v>2713.9490000000001</c:v>
                </c:pt>
                <c:pt idx="4801">
                  <c:v>2714.431</c:v>
                </c:pt>
                <c:pt idx="4802">
                  <c:v>2714.9140000000002</c:v>
                </c:pt>
                <c:pt idx="4803">
                  <c:v>2715.3960000000002</c:v>
                </c:pt>
                <c:pt idx="4804">
                  <c:v>2715.8780000000002</c:v>
                </c:pt>
                <c:pt idx="4805">
                  <c:v>2716.36</c:v>
                </c:pt>
                <c:pt idx="4806">
                  <c:v>2716.8420000000001</c:v>
                </c:pt>
                <c:pt idx="4807">
                  <c:v>2717.3240000000001</c:v>
                </c:pt>
                <c:pt idx="4808">
                  <c:v>2717.806</c:v>
                </c:pt>
                <c:pt idx="4809">
                  <c:v>2718.2890000000002</c:v>
                </c:pt>
                <c:pt idx="4810">
                  <c:v>2718.7710000000002</c:v>
                </c:pt>
                <c:pt idx="4811">
                  <c:v>2719.2530000000002</c:v>
                </c:pt>
                <c:pt idx="4812">
                  <c:v>2719.7350000000001</c:v>
                </c:pt>
                <c:pt idx="4813">
                  <c:v>2720.2170000000001</c:v>
                </c:pt>
                <c:pt idx="4814">
                  <c:v>2720.6990000000001</c:v>
                </c:pt>
                <c:pt idx="4815">
                  <c:v>2721.181</c:v>
                </c:pt>
                <c:pt idx="4816">
                  <c:v>2721.663</c:v>
                </c:pt>
                <c:pt idx="4817">
                  <c:v>2722.1460000000002</c:v>
                </c:pt>
                <c:pt idx="4818">
                  <c:v>2722.6280000000002</c:v>
                </c:pt>
                <c:pt idx="4819">
                  <c:v>2723.11</c:v>
                </c:pt>
                <c:pt idx="4820">
                  <c:v>2723.5920000000001</c:v>
                </c:pt>
                <c:pt idx="4821">
                  <c:v>2724.0740000000001</c:v>
                </c:pt>
                <c:pt idx="4822">
                  <c:v>2724.556</c:v>
                </c:pt>
                <c:pt idx="4823">
                  <c:v>2725.038</c:v>
                </c:pt>
                <c:pt idx="4824">
                  <c:v>2725.5210000000002</c:v>
                </c:pt>
                <c:pt idx="4825">
                  <c:v>2726.0030000000002</c:v>
                </c:pt>
                <c:pt idx="4826">
                  <c:v>2726.4850000000001</c:v>
                </c:pt>
                <c:pt idx="4827">
                  <c:v>2726.9670000000001</c:v>
                </c:pt>
                <c:pt idx="4828">
                  <c:v>2727.4490000000001</c:v>
                </c:pt>
                <c:pt idx="4829">
                  <c:v>2727.931</c:v>
                </c:pt>
                <c:pt idx="4830">
                  <c:v>2728.413</c:v>
                </c:pt>
                <c:pt idx="4831">
                  <c:v>2728.8960000000002</c:v>
                </c:pt>
                <c:pt idx="4832">
                  <c:v>2729.3780000000002</c:v>
                </c:pt>
                <c:pt idx="4833">
                  <c:v>2729.86</c:v>
                </c:pt>
                <c:pt idx="4834">
                  <c:v>2730.3420000000001</c:v>
                </c:pt>
                <c:pt idx="4835">
                  <c:v>2730.8240000000001</c:v>
                </c:pt>
                <c:pt idx="4836">
                  <c:v>2731.306</c:v>
                </c:pt>
                <c:pt idx="4837">
                  <c:v>2731.788</c:v>
                </c:pt>
                <c:pt idx="4838">
                  <c:v>2732.2710000000002</c:v>
                </c:pt>
                <c:pt idx="4839">
                  <c:v>2732.7530000000002</c:v>
                </c:pt>
                <c:pt idx="4840">
                  <c:v>2733.2350000000001</c:v>
                </c:pt>
                <c:pt idx="4841">
                  <c:v>2733.7170000000001</c:v>
                </c:pt>
                <c:pt idx="4842">
                  <c:v>2734.1990000000001</c:v>
                </c:pt>
                <c:pt idx="4843">
                  <c:v>2734.681</c:v>
                </c:pt>
                <c:pt idx="4844">
                  <c:v>2735.163</c:v>
                </c:pt>
                <c:pt idx="4845">
                  <c:v>2735.6460000000002</c:v>
                </c:pt>
                <c:pt idx="4846">
                  <c:v>2736.127</c:v>
                </c:pt>
                <c:pt idx="4847">
                  <c:v>2736.61</c:v>
                </c:pt>
                <c:pt idx="4848">
                  <c:v>2737.0920000000001</c:v>
                </c:pt>
                <c:pt idx="4849">
                  <c:v>2737.5740000000001</c:v>
                </c:pt>
                <c:pt idx="4850">
                  <c:v>2738.056</c:v>
                </c:pt>
                <c:pt idx="4851">
                  <c:v>2738.538</c:v>
                </c:pt>
                <c:pt idx="4852">
                  <c:v>2739.02</c:v>
                </c:pt>
                <c:pt idx="4853">
                  <c:v>2739.502</c:v>
                </c:pt>
                <c:pt idx="4854">
                  <c:v>2739.9850000000001</c:v>
                </c:pt>
                <c:pt idx="4855">
                  <c:v>2740.4670000000001</c:v>
                </c:pt>
                <c:pt idx="4856">
                  <c:v>2740.9490000000001</c:v>
                </c:pt>
                <c:pt idx="4857">
                  <c:v>2741.431</c:v>
                </c:pt>
                <c:pt idx="4858">
                  <c:v>2741.913</c:v>
                </c:pt>
                <c:pt idx="4859">
                  <c:v>2742.395</c:v>
                </c:pt>
                <c:pt idx="4860">
                  <c:v>2742.877</c:v>
                </c:pt>
                <c:pt idx="4861">
                  <c:v>2743.36</c:v>
                </c:pt>
                <c:pt idx="4862">
                  <c:v>2743.8420000000001</c:v>
                </c:pt>
                <c:pt idx="4863">
                  <c:v>2744.3240000000001</c:v>
                </c:pt>
                <c:pt idx="4864">
                  <c:v>2744.806</c:v>
                </c:pt>
                <c:pt idx="4865">
                  <c:v>2745.288</c:v>
                </c:pt>
                <c:pt idx="4866">
                  <c:v>2745.77</c:v>
                </c:pt>
                <c:pt idx="4867">
                  <c:v>2746.252</c:v>
                </c:pt>
                <c:pt idx="4868">
                  <c:v>2746.7350000000001</c:v>
                </c:pt>
                <c:pt idx="4869">
                  <c:v>2747.2170000000001</c:v>
                </c:pt>
                <c:pt idx="4870">
                  <c:v>2747.6990000000001</c:v>
                </c:pt>
                <c:pt idx="4871">
                  <c:v>2748.181</c:v>
                </c:pt>
                <c:pt idx="4872">
                  <c:v>2748.663</c:v>
                </c:pt>
                <c:pt idx="4873">
                  <c:v>2749.145</c:v>
                </c:pt>
                <c:pt idx="4874">
                  <c:v>2749.627</c:v>
                </c:pt>
                <c:pt idx="4875">
                  <c:v>2750.11</c:v>
                </c:pt>
                <c:pt idx="4876">
                  <c:v>2750.5920000000001</c:v>
                </c:pt>
                <c:pt idx="4877">
                  <c:v>2751.0740000000001</c:v>
                </c:pt>
                <c:pt idx="4878">
                  <c:v>2751.556</c:v>
                </c:pt>
                <c:pt idx="4879">
                  <c:v>2752.038</c:v>
                </c:pt>
                <c:pt idx="4880">
                  <c:v>2752.52</c:v>
                </c:pt>
                <c:pt idx="4881">
                  <c:v>2753.002</c:v>
                </c:pt>
                <c:pt idx="4882">
                  <c:v>2753.4839999999999</c:v>
                </c:pt>
                <c:pt idx="4883">
                  <c:v>2753.9670000000001</c:v>
                </c:pt>
                <c:pt idx="4884">
                  <c:v>2754.4490000000001</c:v>
                </c:pt>
                <c:pt idx="4885">
                  <c:v>2754.931</c:v>
                </c:pt>
                <c:pt idx="4886">
                  <c:v>2755.413</c:v>
                </c:pt>
                <c:pt idx="4887">
                  <c:v>2755.895</c:v>
                </c:pt>
                <c:pt idx="4888">
                  <c:v>2756.377</c:v>
                </c:pt>
                <c:pt idx="4889">
                  <c:v>2756.8589999999999</c:v>
                </c:pt>
                <c:pt idx="4890">
                  <c:v>2757.3420000000001</c:v>
                </c:pt>
                <c:pt idx="4891">
                  <c:v>2757.8240000000001</c:v>
                </c:pt>
                <c:pt idx="4892">
                  <c:v>2758.306</c:v>
                </c:pt>
                <c:pt idx="4893">
                  <c:v>2758.788</c:v>
                </c:pt>
                <c:pt idx="4894">
                  <c:v>2759.27</c:v>
                </c:pt>
                <c:pt idx="4895">
                  <c:v>2759.752</c:v>
                </c:pt>
                <c:pt idx="4896">
                  <c:v>2760.2339999999999</c:v>
                </c:pt>
                <c:pt idx="4897">
                  <c:v>2760.7170000000001</c:v>
                </c:pt>
                <c:pt idx="4898">
                  <c:v>2761.1990000000001</c:v>
                </c:pt>
                <c:pt idx="4899">
                  <c:v>2761.681</c:v>
                </c:pt>
                <c:pt idx="4900">
                  <c:v>2762.163</c:v>
                </c:pt>
                <c:pt idx="4901">
                  <c:v>2762.645</c:v>
                </c:pt>
                <c:pt idx="4902">
                  <c:v>2763.127</c:v>
                </c:pt>
                <c:pt idx="4903">
                  <c:v>2763.6089999999999</c:v>
                </c:pt>
                <c:pt idx="4904">
                  <c:v>2764.0920000000001</c:v>
                </c:pt>
                <c:pt idx="4905">
                  <c:v>2764.5740000000001</c:v>
                </c:pt>
                <c:pt idx="4906">
                  <c:v>2765.056</c:v>
                </c:pt>
                <c:pt idx="4907">
                  <c:v>2765.538</c:v>
                </c:pt>
                <c:pt idx="4908">
                  <c:v>2766.02</c:v>
                </c:pt>
                <c:pt idx="4909">
                  <c:v>2766.502</c:v>
                </c:pt>
                <c:pt idx="4910">
                  <c:v>2766.9839999999999</c:v>
                </c:pt>
                <c:pt idx="4911">
                  <c:v>2767.4670000000001</c:v>
                </c:pt>
                <c:pt idx="4912">
                  <c:v>2767.9479999999999</c:v>
                </c:pt>
                <c:pt idx="4913">
                  <c:v>2768.431</c:v>
                </c:pt>
                <c:pt idx="4914">
                  <c:v>2768.913</c:v>
                </c:pt>
                <c:pt idx="4915">
                  <c:v>2769.395</c:v>
                </c:pt>
                <c:pt idx="4916">
                  <c:v>2769.877</c:v>
                </c:pt>
                <c:pt idx="4917">
                  <c:v>2770.3589999999999</c:v>
                </c:pt>
                <c:pt idx="4918">
                  <c:v>2770.8409999999999</c:v>
                </c:pt>
                <c:pt idx="4919">
                  <c:v>2771.3229999999999</c:v>
                </c:pt>
                <c:pt idx="4920">
                  <c:v>2771.806</c:v>
                </c:pt>
                <c:pt idx="4921">
                  <c:v>2772.288</c:v>
                </c:pt>
                <c:pt idx="4922">
                  <c:v>2772.77</c:v>
                </c:pt>
                <c:pt idx="4923">
                  <c:v>2773.252</c:v>
                </c:pt>
                <c:pt idx="4924">
                  <c:v>2773.7339999999999</c:v>
                </c:pt>
                <c:pt idx="4925">
                  <c:v>2774.2159999999999</c:v>
                </c:pt>
                <c:pt idx="4926">
                  <c:v>2774.6979999999999</c:v>
                </c:pt>
                <c:pt idx="4927">
                  <c:v>2775.181</c:v>
                </c:pt>
                <c:pt idx="4928">
                  <c:v>2775.663</c:v>
                </c:pt>
                <c:pt idx="4929">
                  <c:v>2776.145</c:v>
                </c:pt>
                <c:pt idx="4930">
                  <c:v>2776.627</c:v>
                </c:pt>
                <c:pt idx="4931">
                  <c:v>2777.1089999999999</c:v>
                </c:pt>
                <c:pt idx="4932">
                  <c:v>2777.5909999999999</c:v>
                </c:pt>
                <c:pt idx="4933">
                  <c:v>2778.0729999999999</c:v>
                </c:pt>
                <c:pt idx="4934">
                  <c:v>2778.556</c:v>
                </c:pt>
                <c:pt idx="4935">
                  <c:v>2779.038</c:v>
                </c:pt>
                <c:pt idx="4936">
                  <c:v>2779.52</c:v>
                </c:pt>
                <c:pt idx="4937">
                  <c:v>2780.002</c:v>
                </c:pt>
                <c:pt idx="4938">
                  <c:v>2780.4839999999999</c:v>
                </c:pt>
                <c:pt idx="4939">
                  <c:v>2780.9659999999999</c:v>
                </c:pt>
                <c:pt idx="4940">
                  <c:v>2781.4479999999999</c:v>
                </c:pt>
                <c:pt idx="4941">
                  <c:v>2781.93</c:v>
                </c:pt>
                <c:pt idx="4942">
                  <c:v>2782.413</c:v>
                </c:pt>
                <c:pt idx="4943">
                  <c:v>2782.895</c:v>
                </c:pt>
                <c:pt idx="4944">
                  <c:v>2783.377</c:v>
                </c:pt>
                <c:pt idx="4945">
                  <c:v>2783.8589999999999</c:v>
                </c:pt>
                <c:pt idx="4946">
                  <c:v>2784.3409999999999</c:v>
                </c:pt>
                <c:pt idx="4947">
                  <c:v>2784.8229999999999</c:v>
                </c:pt>
                <c:pt idx="4948">
                  <c:v>2785.3049999999998</c:v>
                </c:pt>
                <c:pt idx="4949">
                  <c:v>2785.788</c:v>
                </c:pt>
                <c:pt idx="4950">
                  <c:v>2786.27</c:v>
                </c:pt>
                <c:pt idx="4951">
                  <c:v>2786.752</c:v>
                </c:pt>
                <c:pt idx="4952">
                  <c:v>2787.2339999999999</c:v>
                </c:pt>
                <c:pt idx="4953">
                  <c:v>2787.7159999999999</c:v>
                </c:pt>
                <c:pt idx="4954">
                  <c:v>2788.1979999999999</c:v>
                </c:pt>
                <c:pt idx="4955">
                  <c:v>2788.68</c:v>
                </c:pt>
                <c:pt idx="4956">
                  <c:v>2789.163</c:v>
                </c:pt>
                <c:pt idx="4957">
                  <c:v>2789.645</c:v>
                </c:pt>
                <c:pt idx="4958">
                  <c:v>2790.127</c:v>
                </c:pt>
                <c:pt idx="4959">
                  <c:v>2790.6089999999999</c:v>
                </c:pt>
                <c:pt idx="4960">
                  <c:v>2791.0909999999999</c:v>
                </c:pt>
                <c:pt idx="4961">
                  <c:v>2791.5729999999999</c:v>
                </c:pt>
                <c:pt idx="4962">
                  <c:v>2792.0549999999998</c:v>
                </c:pt>
                <c:pt idx="4963">
                  <c:v>2792.538</c:v>
                </c:pt>
                <c:pt idx="4964">
                  <c:v>2793.02</c:v>
                </c:pt>
                <c:pt idx="4965">
                  <c:v>2793.502</c:v>
                </c:pt>
                <c:pt idx="4966">
                  <c:v>2793.9839999999999</c:v>
                </c:pt>
                <c:pt idx="4967">
                  <c:v>2794.4659999999999</c:v>
                </c:pt>
                <c:pt idx="4968">
                  <c:v>2794.9479999999999</c:v>
                </c:pt>
                <c:pt idx="4969">
                  <c:v>2795.43</c:v>
                </c:pt>
                <c:pt idx="4970">
                  <c:v>2795.913</c:v>
                </c:pt>
                <c:pt idx="4971">
                  <c:v>2796.395</c:v>
                </c:pt>
                <c:pt idx="4972">
                  <c:v>2796.877</c:v>
                </c:pt>
                <c:pt idx="4973">
                  <c:v>2797.3589999999999</c:v>
                </c:pt>
                <c:pt idx="4974">
                  <c:v>2797.8409999999999</c:v>
                </c:pt>
                <c:pt idx="4975">
                  <c:v>2798.3229999999999</c:v>
                </c:pt>
                <c:pt idx="4976">
                  <c:v>2798.8049999999998</c:v>
                </c:pt>
                <c:pt idx="4977">
                  <c:v>2799.2869999999998</c:v>
                </c:pt>
                <c:pt idx="4978">
                  <c:v>2799.77</c:v>
                </c:pt>
                <c:pt idx="4979">
                  <c:v>2800.252</c:v>
                </c:pt>
                <c:pt idx="4980">
                  <c:v>2800.7339999999999</c:v>
                </c:pt>
                <c:pt idx="4981">
                  <c:v>2801.2159999999999</c:v>
                </c:pt>
                <c:pt idx="4982">
                  <c:v>2801.6979999999999</c:v>
                </c:pt>
                <c:pt idx="4983">
                  <c:v>2802.18</c:v>
                </c:pt>
                <c:pt idx="4984">
                  <c:v>2802.6619999999998</c:v>
                </c:pt>
                <c:pt idx="4985">
                  <c:v>2803.145</c:v>
                </c:pt>
                <c:pt idx="4986">
                  <c:v>2803.627</c:v>
                </c:pt>
                <c:pt idx="4987">
                  <c:v>2804.1089999999999</c:v>
                </c:pt>
                <c:pt idx="4988">
                  <c:v>2804.5909999999999</c:v>
                </c:pt>
                <c:pt idx="4989">
                  <c:v>2805.0729999999999</c:v>
                </c:pt>
                <c:pt idx="4990">
                  <c:v>2805.5549999999998</c:v>
                </c:pt>
                <c:pt idx="4991">
                  <c:v>2806.0369999999998</c:v>
                </c:pt>
                <c:pt idx="4992">
                  <c:v>2806.52</c:v>
                </c:pt>
                <c:pt idx="4993">
                  <c:v>2807.002</c:v>
                </c:pt>
                <c:pt idx="4994">
                  <c:v>2807.4839999999999</c:v>
                </c:pt>
                <c:pt idx="4995">
                  <c:v>2807.9659999999999</c:v>
                </c:pt>
                <c:pt idx="4996">
                  <c:v>2808.4479999999999</c:v>
                </c:pt>
                <c:pt idx="4997">
                  <c:v>2808.93</c:v>
                </c:pt>
                <c:pt idx="4998">
                  <c:v>2809.4119999999998</c:v>
                </c:pt>
                <c:pt idx="4999">
                  <c:v>2809.895</c:v>
                </c:pt>
                <c:pt idx="5000">
                  <c:v>2810.377</c:v>
                </c:pt>
                <c:pt idx="5001">
                  <c:v>2810.8589999999999</c:v>
                </c:pt>
                <c:pt idx="5002">
                  <c:v>2811.3409999999999</c:v>
                </c:pt>
                <c:pt idx="5003">
                  <c:v>2811.8229999999999</c:v>
                </c:pt>
                <c:pt idx="5004">
                  <c:v>2812.3049999999998</c:v>
                </c:pt>
                <c:pt idx="5005">
                  <c:v>2812.7869999999998</c:v>
                </c:pt>
                <c:pt idx="5006">
                  <c:v>2813.27</c:v>
                </c:pt>
                <c:pt idx="5007">
                  <c:v>2813.7510000000002</c:v>
                </c:pt>
                <c:pt idx="5008">
                  <c:v>2814.2339999999999</c:v>
                </c:pt>
                <c:pt idx="5009">
                  <c:v>2814.7159999999999</c:v>
                </c:pt>
                <c:pt idx="5010">
                  <c:v>2815.1979999999999</c:v>
                </c:pt>
                <c:pt idx="5011">
                  <c:v>2815.68</c:v>
                </c:pt>
                <c:pt idx="5012">
                  <c:v>2816.1619999999998</c:v>
                </c:pt>
                <c:pt idx="5013">
                  <c:v>2816.6439999999998</c:v>
                </c:pt>
                <c:pt idx="5014">
                  <c:v>2817.1260000000002</c:v>
                </c:pt>
                <c:pt idx="5015">
                  <c:v>2817.6089999999999</c:v>
                </c:pt>
                <c:pt idx="5016">
                  <c:v>2818.0909999999999</c:v>
                </c:pt>
                <c:pt idx="5017">
                  <c:v>2818.5729999999999</c:v>
                </c:pt>
                <c:pt idx="5018">
                  <c:v>2819.0549999999998</c:v>
                </c:pt>
                <c:pt idx="5019">
                  <c:v>2819.5369999999998</c:v>
                </c:pt>
                <c:pt idx="5020">
                  <c:v>2820.0189999999998</c:v>
                </c:pt>
                <c:pt idx="5021">
                  <c:v>2820.5010000000002</c:v>
                </c:pt>
                <c:pt idx="5022">
                  <c:v>2820.9839999999999</c:v>
                </c:pt>
                <c:pt idx="5023">
                  <c:v>2821.4659999999999</c:v>
                </c:pt>
                <c:pt idx="5024">
                  <c:v>2821.9479999999999</c:v>
                </c:pt>
                <c:pt idx="5025">
                  <c:v>2822.43</c:v>
                </c:pt>
                <c:pt idx="5026">
                  <c:v>2822.9119999999998</c:v>
                </c:pt>
                <c:pt idx="5027">
                  <c:v>2823.3939999999998</c:v>
                </c:pt>
                <c:pt idx="5028">
                  <c:v>2823.8760000000002</c:v>
                </c:pt>
                <c:pt idx="5029">
                  <c:v>2824.3589999999999</c:v>
                </c:pt>
                <c:pt idx="5030">
                  <c:v>2824.8409999999999</c:v>
                </c:pt>
                <c:pt idx="5031">
                  <c:v>2825.3229999999999</c:v>
                </c:pt>
                <c:pt idx="5032">
                  <c:v>2825.8049999999998</c:v>
                </c:pt>
                <c:pt idx="5033">
                  <c:v>2826.2869999999998</c:v>
                </c:pt>
                <c:pt idx="5034">
                  <c:v>2826.7689999999998</c:v>
                </c:pt>
                <c:pt idx="5035">
                  <c:v>2827.2510000000002</c:v>
                </c:pt>
                <c:pt idx="5036">
                  <c:v>2827.7339999999999</c:v>
                </c:pt>
                <c:pt idx="5037">
                  <c:v>2828.2159999999999</c:v>
                </c:pt>
                <c:pt idx="5038">
                  <c:v>2828.6979999999999</c:v>
                </c:pt>
                <c:pt idx="5039">
                  <c:v>2829.18</c:v>
                </c:pt>
                <c:pt idx="5040">
                  <c:v>2829.6619999999998</c:v>
                </c:pt>
                <c:pt idx="5041">
                  <c:v>2830.1439999999998</c:v>
                </c:pt>
                <c:pt idx="5042">
                  <c:v>2830.6260000000002</c:v>
                </c:pt>
                <c:pt idx="5043">
                  <c:v>2831.1080000000002</c:v>
                </c:pt>
                <c:pt idx="5044">
                  <c:v>2831.5909999999999</c:v>
                </c:pt>
                <c:pt idx="5045">
                  <c:v>2832.0729999999999</c:v>
                </c:pt>
                <c:pt idx="5046">
                  <c:v>2832.5549999999998</c:v>
                </c:pt>
                <c:pt idx="5047">
                  <c:v>2833.0369999999998</c:v>
                </c:pt>
                <c:pt idx="5048">
                  <c:v>2833.5189999999998</c:v>
                </c:pt>
                <c:pt idx="5049">
                  <c:v>2834.0010000000002</c:v>
                </c:pt>
                <c:pt idx="5050">
                  <c:v>2834.4830000000002</c:v>
                </c:pt>
                <c:pt idx="5051">
                  <c:v>2834.9659999999999</c:v>
                </c:pt>
                <c:pt idx="5052">
                  <c:v>2835.4479999999999</c:v>
                </c:pt>
                <c:pt idx="5053">
                  <c:v>2835.93</c:v>
                </c:pt>
                <c:pt idx="5054">
                  <c:v>2836.4119999999998</c:v>
                </c:pt>
                <c:pt idx="5055">
                  <c:v>2836.8939999999998</c:v>
                </c:pt>
                <c:pt idx="5056">
                  <c:v>2837.3760000000002</c:v>
                </c:pt>
                <c:pt idx="5057">
                  <c:v>2837.8580000000002</c:v>
                </c:pt>
                <c:pt idx="5058">
                  <c:v>2838.3409999999999</c:v>
                </c:pt>
                <c:pt idx="5059">
                  <c:v>2838.8229999999999</c:v>
                </c:pt>
                <c:pt idx="5060">
                  <c:v>2839.3049999999998</c:v>
                </c:pt>
                <c:pt idx="5061">
                  <c:v>2839.7869999999998</c:v>
                </c:pt>
                <c:pt idx="5062">
                  <c:v>2840.2689999999998</c:v>
                </c:pt>
                <c:pt idx="5063">
                  <c:v>2840.7510000000002</c:v>
                </c:pt>
                <c:pt idx="5064">
                  <c:v>2841.2330000000002</c:v>
                </c:pt>
                <c:pt idx="5065">
                  <c:v>2841.7159999999999</c:v>
                </c:pt>
                <c:pt idx="5066">
                  <c:v>2842.1979999999999</c:v>
                </c:pt>
                <c:pt idx="5067">
                  <c:v>2842.68</c:v>
                </c:pt>
                <c:pt idx="5068">
                  <c:v>2843.1619999999998</c:v>
                </c:pt>
                <c:pt idx="5069">
                  <c:v>2843.6439999999998</c:v>
                </c:pt>
                <c:pt idx="5070">
                  <c:v>2844.1260000000002</c:v>
                </c:pt>
                <c:pt idx="5071">
                  <c:v>2844.6080000000002</c:v>
                </c:pt>
                <c:pt idx="5072">
                  <c:v>2845.0909999999999</c:v>
                </c:pt>
                <c:pt idx="5073">
                  <c:v>2845.5729999999999</c:v>
                </c:pt>
                <c:pt idx="5074">
                  <c:v>2846.0549999999998</c:v>
                </c:pt>
                <c:pt idx="5075">
                  <c:v>2846.5369999999998</c:v>
                </c:pt>
                <c:pt idx="5076">
                  <c:v>2847.0189999999998</c:v>
                </c:pt>
                <c:pt idx="5077">
                  <c:v>2847.5010000000002</c:v>
                </c:pt>
                <c:pt idx="5078">
                  <c:v>2847.9830000000002</c:v>
                </c:pt>
                <c:pt idx="5079">
                  <c:v>2848.4650000000001</c:v>
                </c:pt>
                <c:pt idx="5080">
                  <c:v>2848.9479999999999</c:v>
                </c:pt>
                <c:pt idx="5081">
                  <c:v>2849.43</c:v>
                </c:pt>
                <c:pt idx="5082">
                  <c:v>2849.9119999999998</c:v>
                </c:pt>
                <c:pt idx="5083">
                  <c:v>2850.3939999999998</c:v>
                </c:pt>
                <c:pt idx="5084">
                  <c:v>2850.8760000000002</c:v>
                </c:pt>
                <c:pt idx="5085">
                  <c:v>2851.3580000000002</c:v>
                </c:pt>
                <c:pt idx="5086">
                  <c:v>2851.84</c:v>
                </c:pt>
                <c:pt idx="5087">
                  <c:v>2852.3229999999999</c:v>
                </c:pt>
                <c:pt idx="5088">
                  <c:v>2852.8049999999998</c:v>
                </c:pt>
                <c:pt idx="5089">
                  <c:v>2853.2869999999998</c:v>
                </c:pt>
                <c:pt idx="5090">
                  <c:v>2853.7689999999998</c:v>
                </c:pt>
                <c:pt idx="5091">
                  <c:v>2854.2510000000002</c:v>
                </c:pt>
                <c:pt idx="5092">
                  <c:v>2854.7330000000002</c:v>
                </c:pt>
                <c:pt idx="5093">
                  <c:v>2855.2150000000001</c:v>
                </c:pt>
                <c:pt idx="5094">
                  <c:v>2855.6979999999999</c:v>
                </c:pt>
                <c:pt idx="5095">
                  <c:v>2856.18</c:v>
                </c:pt>
                <c:pt idx="5096">
                  <c:v>2856.6619999999998</c:v>
                </c:pt>
                <c:pt idx="5097">
                  <c:v>2857.1439999999998</c:v>
                </c:pt>
                <c:pt idx="5098">
                  <c:v>2857.6260000000002</c:v>
                </c:pt>
                <c:pt idx="5099">
                  <c:v>2858.1080000000002</c:v>
                </c:pt>
                <c:pt idx="5100">
                  <c:v>2858.59</c:v>
                </c:pt>
                <c:pt idx="5101">
                  <c:v>2859.0729999999999</c:v>
                </c:pt>
                <c:pt idx="5102">
                  <c:v>2859.5549999999998</c:v>
                </c:pt>
                <c:pt idx="5103">
                  <c:v>2860.0369999999998</c:v>
                </c:pt>
                <c:pt idx="5104">
                  <c:v>2860.5189999999998</c:v>
                </c:pt>
                <c:pt idx="5105">
                  <c:v>2861.0010000000002</c:v>
                </c:pt>
                <c:pt idx="5106">
                  <c:v>2861.4830000000002</c:v>
                </c:pt>
                <c:pt idx="5107">
                  <c:v>2861.9650000000001</c:v>
                </c:pt>
                <c:pt idx="5108">
                  <c:v>2862.4479999999999</c:v>
                </c:pt>
                <c:pt idx="5109">
                  <c:v>2862.9290000000001</c:v>
                </c:pt>
                <c:pt idx="5110">
                  <c:v>2863.4119999999998</c:v>
                </c:pt>
                <c:pt idx="5111">
                  <c:v>2863.8939999999998</c:v>
                </c:pt>
                <c:pt idx="5112">
                  <c:v>2864.3760000000002</c:v>
                </c:pt>
                <c:pt idx="5113">
                  <c:v>2864.8580000000002</c:v>
                </c:pt>
                <c:pt idx="5114">
                  <c:v>2865.34</c:v>
                </c:pt>
                <c:pt idx="5115">
                  <c:v>2865.8220000000001</c:v>
                </c:pt>
                <c:pt idx="5116">
                  <c:v>2866.3040000000001</c:v>
                </c:pt>
                <c:pt idx="5117">
                  <c:v>2866.7869999999998</c:v>
                </c:pt>
                <c:pt idx="5118">
                  <c:v>2867.2689999999998</c:v>
                </c:pt>
                <c:pt idx="5119">
                  <c:v>2867.7510000000002</c:v>
                </c:pt>
                <c:pt idx="5120">
                  <c:v>2868.2330000000002</c:v>
                </c:pt>
                <c:pt idx="5121">
                  <c:v>2868.7150000000001</c:v>
                </c:pt>
                <c:pt idx="5122">
                  <c:v>2869.1970000000001</c:v>
                </c:pt>
                <c:pt idx="5123">
                  <c:v>2869.6790000000001</c:v>
                </c:pt>
                <c:pt idx="5124">
                  <c:v>2870.1619999999998</c:v>
                </c:pt>
                <c:pt idx="5125">
                  <c:v>2870.6439999999998</c:v>
                </c:pt>
                <c:pt idx="5126">
                  <c:v>2871.1260000000002</c:v>
                </c:pt>
                <c:pt idx="5127">
                  <c:v>2871.6080000000002</c:v>
                </c:pt>
                <c:pt idx="5128">
                  <c:v>2872.09</c:v>
                </c:pt>
                <c:pt idx="5129">
                  <c:v>2872.5720000000001</c:v>
                </c:pt>
                <c:pt idx="5130">
                  <c:v>2873.0540000000001</c:v>
                </c:pt>
                <c:pt idx="5131">
                  <c:v>2873.5369999999998</c:v>
                </c:pt>
                <c:pt idx="5132">
                  <c:v>2874.0189999999998</c:v>
                </c:pt>
                <c:pt idx="5133">
                  <c:v>2874.5010000000002</c:v>
                </c:pt>
                <c:pt idx="5134">
                  <c:v>2874.9830000000002</c:v>
                </c:pt>
                <c:pt idx="5135">
                  <c:v>2875.4650000000001</c:v>
                </c:pt>
                <c:pt idx="5136">
                  <c:v>2875.9470000000001</c:v>
                </c:pt>
                <c:pt idx="5137">
                  <c:v>2876.4290000000001</c:v>
                </c:pt>
                <c:pt idx="5138">
                  <c:v>2876.9119999999998</c:v>
                </c:pt>
                <c:pt idx="5139">
                  <c:v>2877.3939999999998</c:v>
                </c:pt>
                <c:pt idx="5140">
                  <c:v>2877.8760000000002</c:v>
                </c:pt>
                <c:pt idx="5141">
                  <c:v>2878.3580000000002</c:v>
                </c:pt>
                <c:pt idx="5142">
                  <c:v>2878.84</c:v>
                </c:pt>
                <c:pt idx="5143">
                  <c:v>2879.3220000000001</c:v>
                </c:pt>
                <c:pt idx="5144">
                  <c:v>2879.8040000000001</c:v>
                </c:pt>
                <c:pt idx="5145">
                  <c:v>2880.2860000000001</c:v>
                </c:pt>
                <c:pt idx="5146">
                  <c:v>2880.7689999999998</c:v>
                </c:pt>
                <c:pt idx="5147">
                  <c:v>2881.2510000000002</c:v>
                </c:pt>
                <c:pt idx="5148">
                  <c:v>2881.7330000000002</c:v>
                </c:pt>
                <c:pt idx="5149">
                  <c:v>2882.2150000000001</c:v>
                </c:pt>
                <c:pt idx="5150">
                  <c:v>2882.6970000000001</c:v>
                </c:pt>
                <c:pt idx="5151">
                  <c:v>2883.1790000000001</c:v>
                </c:pt>
                <c:pt idx="5152">
                  <c:v>2883.6610000000001</c:v>
                </c:pt>
                <c:pt idx="5153">
                  <c:v>2884.1439999999998</c:v>
                </c:pt>
                <c:pt idx="5154">
                  <c:v>2884.6260000000002</c:v>
                </c:pt>
                <c:pt idx="5155">
                  <c:v>2885.1080000000002</c:v>
                </c:pt>
                <c:pt idx="5156">
                  <c:v>2885.59</c:v>
                </c:pt>
                <c:pt idx="5157">
                  <c:v>2886.0720000000001</c:v>
                </c:pt>
                <c:pt idx="5158">
                  <c:v>2886.5540000000001</c:v>
                </c:pt>
                <c:pt idx="5159">
                  <c:v>2887.0360000000001</c:v>
                </c:pt>
                <c:pt idx="5160">
                  <c:v>2887.5189999999998</c:v>
                </c:pt>
                <c:pt idx="5161">
                  <c:v>2888.0010000000002</c:v>
                </c:pt>
                <c:pt idx="5162">
                  <c:v>2888.4830000000002</c:v>
                </c:pt>
                <c:pt idx="5163">
                  <c:v>2888.9650000000001</c:v>
                </c:pt>
                <c:pt idx="5164">
                  <c:v>2889.4470000000001</c:v>
                </c:pt>
                <c:pt idx="5165">
                  <c:v>2889.9290000000001</c:v>
                </c:pt>
                <c:pt idx="5166">
                  <c:v>2890.4110000000001</c:v>
                </c:pt>
                <c:pt idx="5167">
                  <c:v>2890.8939999999998</c:v>
                </c:pt>
                <c:pt idx="5168">
                  <c:v>2891.3760000000002</c:v>
                </c:pt>
                <c:pt idx="5169">
                  <c:v>2891.8580000000002</c:v>
                </c:pt>
                <c:pt idx="5170">
                  <c:v>2892.34</c:v>
                </c:pt>
                <c:pt idx="5171">
                  <c:v>2892.8220000000001</c:v>
                </c:pt>
                <c:pt idx="5172">
                  <c:v>2893.3040000000001</c:v>
                </c:pt>
                <c:pt idx="5173">
                  <c:v>2893.7860000000001</c:v>
                </c:pt>
                <c:pt idx="5174">
                  <c:v>2894.2689999999998</c:v>
                </c:pt>
                <c:pt idx="5175">
                  <c:v>2894.75</c:v>
                </c:pt>
                <c:pt idx="5176">
                  <c:v>2895.2330000000002</c:v>
                </c:pt>
                <c:pt idx="5177">
                  <c:v>2895.7150000000001</c:v>
                </c:pt>
                <c:pt idx="5178">
                  <c:v>2896.1970000000001</c:v>
                </c:pt>
                <c:pt idx="5179">
                  <c:v>2896.6790000000001</c:v>
                </c:pt>
                <c:pt idx="5180">
                  <c:v>2897.1610000000001</c:v>
                </c:pt>
                <c:pt idx="5181">
                  <c:v>2897.643</c:v>
                </c:pt>
                <c:pt idx="5182">
                  <c:v>2898.125</c:v>
                </c:pt>
                <c:pt idx="5183">
                  <c:v>2898.6080000000002</c:v>
                </c:pt>
                <c:pt idx="5184">
                  <c:v>2899.09</c:v>
                </c:pt>
                <c:pt idx="5185">
                  <c:v>2899.5720000000001</c:v>
                </c:pt>
                <c:pt idx="5186">
                  <c:v>2900.0540000000001</c:v>
                </c:pt>
                <c:pt idx="5187">
                  <c:v>2900.5360000000001</c:v>
                </c:pt>
                <c:pt idx="5188">
                  <c:v>2901.018</c:v>
                </c:pt>
                <c:pt idx="5189">
                  <c:v>2901.5</c:v>
                </c:pt>
                <c:pt idx="5190">
                  <c:v>2901.9830000000002</c:v>
                </c:pt>
                <c:pt idx="5191">
                  <c:v>2902.4650000000001</c:v>
                </c:pt>
                <c:pt idx="5192">
                  <c:v>2902.9470000000001</c:v>
                </c:pt>
                <c:pt idx="5193">
                  <c:v>2903.4290000000001</c:v>
                </c:pt>
                <c:pt idx="5194">
                  <c:v>2903.9110000000001</c:v>
                </c:pt>
                <c:pt idx="5195">
                  <c:v>2904.393</c:v>
                </c:pt>
                <c:pt idx="5196">
                  <c:v>2904.875</c:v>
                </c:pt>
                <c:pt idx="5197">
                  <c:v>2905.3580000000002</c:v>
                </c:pt>
                <c:pt idx="5198">
                  <c:v>2905.84</c:v>
                </c:pt>
                <c:pt idx="5199">
                  <c:v>2906.3220000000001</c:v>
                </c:pt>
                <c:pt idx="5200">
                  <c:v>2906.8040000000001</c:v>
                </c:pt>
                <c:pt idx="5201">
                  <c:v>2907.2860000000001</c:v>
                </c:pt>
                <c:pt idx="5202">
                  <c:v>2907.768</c:v>
                </c:pt>
                <c:pt idx="5203">
                  <c:v>2908.25</c:v>
                </c:pt>
                <c:pt idx="5204">
                  <c:v>2908.7330000000002</c:v>
                </c:pt>
                <c:pt idx="5205">
                  <c:v>2909.2150000000001</c:v>
                </c:pt>
                <c:pt idx="5206">
                  <c:v>2909.6970000000001</c:v>
                </c:pt>
                <c:pt idx="5207">
                  <c:v>2910.1790000000001</c:v>
                </c:pt>
                <c:pt idx="5208">
                  <c:v>2910.6610000000001</c:v>
                </c:pt>
                <c:pt idx="5209">
                  <c:v>2911.143</c:v>
                </c:pt>
                <c:pt idx="5210">
                  <c:v>2911.625</c:v>
                </c:pt>
                <c:pt idx="5211">
                  <c:v>2912.107</c:v>
                </c:pt>
                <c:pt idx="5212">
                  <c:v>2912.59</c:v>
                </c:pt>
                <c:pt idx="5213">
                  <c:v>2913.0720000000001</c:v>
                </c:pt>
                <c:pt idx="5214">
                  <c:v>2913.5540000000001</c:v>
                </c:pt>
                <c:pt idx="5215">
                  <c:v>2914.0360000000001</c:v>
                </c:pt>
                <c:pt idx="5216">
                  <c:v>2914.518</c:v>
                </c:pt>
                <c:pt idx="5217">
                  <c:v>2915</c:v>
                </c:pt>
                <c:pt idx="5218">
                  <c:v>2915.482</c:v>
                </c:pt>
                <c:pt idx="5219">
                  <c:v>2915.9650000000001</c:v>
                </c:pt>
                <c:pt idx="5220">
                  <c:v>2916.4470000000001</c:v>
                </c:pt>
                <c:pt idx="5221">
                  <c:v>2916.9290000000001</c:v>
                </c:pt>
                <c:pt idx="5222">
                  <c:v>2917.4110000000001</c:v>
                </c:pt>
                <c:pt idx="5223">
                  <c:v>2917.893</c:v>
                </c:pt>
                <c:pt idx="5224">
                  <c:v>2918.375</c:v>
                </c:pt>
                <c:pt idx="5225">
                  <c:v>2918.857</c:v>
                </c:pt>
                <c:pt idx="5226">
                  <c:v>2919.34</c:v>
                </c:pt>
                <c:pt idx="5227">
                  <c:v>2919.8220000000001</c:v>
                </c:pt>
                <c:pt idx="5228">
                  <c:v>2920.3040000000001</c:v>
                </c:pt>
                <c:pt idx="5229">
                  <c:v>2920.7860000000001</c:v>
                </c:pt>
                <c:pt idx="5230">
                  <c:v>2921.268</c:v>
                </c:pt>
                <c:pt idx="5231">
                  <c:v>2921.75</c:v>
                </c:pt>
                <c:pt idx="5232">
                  <c:v>2922.232</c:v>
                </c:pt>
                <c:pt idx="5233">
                  <c:v>2922.7150000000001</c:v>
                </c:pt>
                <c:pt idx="5234">
                  <c:v>2923.1970000000001</c:v>
                </c:pt>
                <c:pt idx="5235">
                  <c:v>2923.6790000000001</c:v>
                </c:pt>
                <c:pt idx="5236">
                  <c:v>2924.1610000000001</c:v>
                </c:pt>
                <c:pt idx="5237">
                  <c:v>2924.643</c:v>
                </c:pt>
                <c:pt idx="5238">
                  <c:v>2925.125</c:v>
                </c:pt>
                <c:pt idx="5239">
                  <c:v>2925.607</c:v>
                </c:pt>
                <c:pt idx="5240">
                  <c:v>2926.09</c:v>
                </c:pt>
                <c:pt idx="5241">
                  <c:v>2926.5720000000001</c:v>
                </c:pt>
                <c:pt idx="5242">
                  <c:v>2927.0540000000001</c:v>
                </c:pt>
                <c:pt idx="5243">
                  <c:v>2927.5360000000001</c:v>
                </c:pt>
                <c:pt idx="5244">
                  <c:v>2928.018</c:v>
                </c:pt>
                <c:pt idx="5245">
                  <c:v>2928.5</c:v>
                </c:pt>
                <c:pt idx="5246">
                  <c:v>2928.982</c:v>
                </c:pt>
                <c:pt idx="5247">
                  <c:v>2929.4639999999999</c:v>
                </c:pt>
                <c:pt idx="5248">
                  <c:v>2929.9470000000001</c:v>
                </c:pt>
                <c:pt idx="5249">
                  <c:v>2930.4290000000001</c:v>
                </c:pt>
                <c:pt idx="5250">
                  <c:v>2930.9110000000001</c:v>
                </c:pt>
                <c:pt idx="5251">
                  <c:v>2931.393</c:v>
                </c:pt>
                <c:pt idx="5252">
                  <c:v>2931.875</c:v>
                </c:pt>
                <c:pt idx="5253">
                  <c:v>2932.357</c:v>
                </c:pt>
                <c:pt idx="5254">
                  <c:v>2932.8389999999999</c:v>
                </c:pt>
                <c:pt idx="5255">
                  <c:v>2933.3220000000001</c:v>
                </c:pt>
                <c:pt idx="5256">
                  <c:v>2933.8040000000001</c:v>
                </c:pt>
                <c:pt idx="5257">
                  <c:v>2934.2860000000001</c:v>
                </c:pt>
                <c:pt idx="5258">
                  <c:v>2934.768</c:v>
                </c:pt>
                <c:pt idx="5259">
                  <c:v>2935.25</c:v>
                </c:pt>
                <c:pt idx="5260">
                  <c:v>2935.732</c:v>
                </c:pt>
                <c:pt idx="5261">
                  <c:v>2936.2139999999999</c:v>
                </c:pt>
                <c:pt idx="5262">
                  <c:v>2936.6970000000001</c:v>
                </c:pt>
                <c:pt idx="5263">
                  <c:v>2937.1790000000001</c:v>
                </c:pt>
                <c:pt idx="5264">
                  <c:v>2937.6610000000001</c:v>
                </c:pt>
                <c:pt idx="5265">
                  <c:v>2938.143</c:v>
                </c:pt>
                <c:pt idx="5266">
                  <c:v>2938.625</c:v>
                </c:pt>
                <c:pt idx="5267">
                  <c:v>2939.107</c:v>
                </c:pt>
                <c:pt idx="5268">
                  <c:v>2939.5889999999999</c:v>
                </c:pt>
                <c:pt idx="5269">
                  <c:v>2940.0720000000001</c:v>
                </c:pt>
                <c:pt idx="5270">
                  <c:v>2940.5540000000001</c:v>
                </c:pt>
                <c:pt idx="5271">
                  <c:v>2941.0360000000001</c:v>
                </c:pt>
                <c:pt idx="5272">
                  <c:v>2941.518</c:v>
                </c:pt>
                <c:pt idx="5273">
                  <c:v>2942</c:v>
                </c:pt>
                <c:pt idx="5274">
                  <c:v>2942.482</c:v>
                </c:pt>
                <c:pt idx="5275">
                  <c:v>2942.9639999999999</c:v>
                </c:pt>
                <c:pt idx="5276">
                  <c:v>2943.4470000000001</c:v>
                </c:pt>
                <c:pt idx="5277">
                  <c:v>2943.9279999999999</c:v>
                </c:pt>
                <c:pt idx="5278">
                  <c:v>2944.4110000000001</c:v>
                </c:pt>
                <c:pt idx="5279">
                  <c:v>2944.893</c:v>
                </c:pt>
                <c:pt idx="5280">
                  <c:v>2945.375</c:v>
                </c:pt>
                <c:pt idx="5281">
                  <c:v>2945.857</c:v>
                </c:pt>
                <c:pt idx="5282">
                  <c:v>2946.3389999999999</c:v>
                </c:pt>
                <c:pt idx="5283">
                  <c:v>2946.8209999999999</c:v>
                </c:pt>
                <c:pt idx="5284">
                  <c:v>2947.3029999999999</c:v>
                </c:pt>
                <c:pt idx="5285">
                  <c:v>2947.7860000000001</c:v>
                </c:pt>
                <c:pt idx="5286">
                  <c:v>2948.268</c:v>
                </c:pt>
                <c:pt idx="5287">
                  <c:v>2948.75</c:v>
                </c:pt>
                <c:pt idx="5288">
                  <c:v>2949.232</c:v>
                </c:pt>
                <c:pt idx="5289">
                  <c:v>2949.7139999999999</c:v>
                </c:pt>
                <c:pt idx="5290">
                  <c:v>2950.1959999999999</c:v>
                </c:pt>
                <c:pt idx="5291">
                  <c:v>2950.6779999999999</c:v>
                </c:pt>
                <c:pt idx="5292">
                  <c:v>2951.1610000000001</c:v>
                </c:pt>
                <c:pt idx="5293">
                  <c:v>2951.643</c:v>
                </c:pt>
                <c:pt idx="5294">
                  <c:v>2952.125</c:v>
                </c:pt>
                <c:pt idx="5295">
                  <c:v>2952.607</c:v>
                </c:pt>
                <c:pt idx="5296">
                  <c:v>2953.0889999999999</c:v>
                </c:pt>
                <c:pt idx="5297">
                  <c:v>2953.5709999999999</c:v>
                </c:pt>
                <c:pt idx="5298">
                  <c:v>2954.0529999999999</c:v>
                </c:pt>
                <c:pt idx="5299">
                  <c:v>2954.5360000000001</c:v>
                </c:pt>
                <c:pt idx="5300">
                  <c:v>2955.018</c:v>
                </c:pt>
                <c:pt idx="5301">
                  <c:v>2955.5</c:v>
                </c:pt>
                <c:pt idx="5302">
                  <c:v>2955.982</c:v>
                </c:pt>
                <c:pt idx="5303">
                  <c:v>2956.4639999999999</c:v>
                </c:pt>
                <c:pt idx="5304">
                  <c:v>2956.9459999999999</c:v>
                </c:pt>
                <c:pt idx="5305">
                  <c:v>2957.4279999999999</c:v>
                </c:pt>
                <c:pt idx="5306">
                  <c:v>2957.9110000000001</c:v>
                </c:pt>
                <c:pt idx="5307">
                  <c:v>2958.393</c:v>
                </c:pt>
                <c:pt idx="5308">
                  <c:v>2958.875</c:v>
                </c:pt>
                <c:pt idx="5309">
                  <c:v>2959.357</c:v>
                </c:pt>
                <c:pt idx="5310">
                  <c:v>2959.8389999999999</c:v>
                </c:pt>
                <c:pt idx="5311">
                  <c:v>2960.3209999999999</c:v>
                </c:pt>
                <c:pt idx="5312">
                  <c:v>2960.8029999999999</c:v>
                </c:pt>
                <c:pt idx="5313">
                  <c:v>2961.2849999999999</c:v>
                </c:pt>
                <c:pt idx="5314">
                  <c:v>2961.768</c:v>
                </c:pt>
                <c:pt idx="5315">
                  <c:v>2962.25</c:v>
                </c:pt>
                <c:pt idx="5316">
                  <c:v>2962.732</c:v>
                </c:pt>
                <c:pt idx="5317">
                  <c:v>2963.2139999999999</c:v>
                </c:pt>
                <c:pt idx="5318">
                  <c:v>2963.6959999999999</c:v>
                </c:pt>
                <c:pt idx="5319">
                  <c:v>2964.1779999999999</c:v>
                </c:pt>
                <c:pt idx="5320">
                  <c:v>2964.66</c:v>
                </c:pt>
                <c:pt idx="5321">
                  <c:v>2965.143</c:v>
                </c:pt>
                <c:pt idx="5322">
                  <c:v>2965.625</c:v>
                </c:pt>
                <c:pt idx="5323">
                  <c:v>2966.107</c:v>
                </c:pt>
                <c:pt idx="5324">
                  <c:v>2966.5889999999999</c:v>
                </c:pt>
                <c:pt idx="5325">
                  <c:v>2967.0709999999999</c:v>
                </c:pt>
                <c:pt idx="5326">
                  <c:v>2967.5529999999999</c:v>
                </c:pt>
                <c:pt idx="5327">
                  <c:v>2968.0349999999999</c:v>
                </c:pt>
                <c:pt idx="5328">
                  <c:v>2968.518</c:v>
                </c:pt>
                <c:pt idx="5329">
                  <c:v>2969</c:v>
                </c:pt>
                <c:pt idx="5330">
                  <c:v>2969.482</c:v>
                </c:pt>
                <c:pt idx="5331">
                  <c:v>2969.9639999999999</c:v>
                </c:pt>
                <c:pt idx="5332">
                  <c:v>2970.4459999999999</c:v>
                </c:pt>
                <c:pt idx="5333">
                  <c:v>2970.9279999999999</c:v>
                </c:pt>
                <c:pt idx="5334">
                  <c:v>2971.41</c:v>
                </c:pt>
                <c:pt idx="5335">
                  <c:v>2971.893</c:v>
                </c:pt>
                <c:pt idx="5336">
                  <c:v>2972.375</c:v>
                </c:pt>
                <c:pt idx="5337">
                  <c:v>2972.857</c:v>
                </c:pt>
                <c:pt idx="5338">
                  <c:v>2973.3389999999999</c:v>
                </c:pt>
                <c:pt idx="5339">
                  <c:v>2973.8209999999999</c:v>
                </c:pt>
                <c:pt idx="5340">
                  <c:v>2974.3029999999999</c:v>
                </c:pt>
                <c:pt idx="5341">
                  <c:v>2974.7849999999999</c:v>
                </c:pt>
                <c:pt idx="5342">
                  <c:v>2975.268</c:v>
                </c:pt>
                <c:pt idx="5343">
                  <c:v>2975.75</c:v>
                </c:pt>
                <c:pt idx="5344">
                  <c:v>2976.232</c:v>
                </c:pt>
                <c:pt idx="5345">
                  <c:v>2976.7139999999999</c:v>
                </c:pt>
                <c:pt idx="5346">
                  <c:v>2977.1959999999999</c:v>
                </c:pt>
                <c:pt idx="5347">
                  <c:v>2977.6779999999999</c:v>
                </c:pt>
                <c:pt idx="5348">
                  <c:v>2978.16</c:v>
                </c:pt>
                <c:pt idx="5349">
                  <c:v>2978.6419999999998</c:v>
                </c:pt>
                <c:pt idx="5350">
                  <c:v>2979.125</c:v>
                </c:pt>
                <c:pt idx="5351">
                  <c:v>2979.607</c:v>
                </c:pt>
                <c:pt idx="5352">
                  <c:v>2980.0889999999999</c:v>
                </c:pt>
                <c:pt idx="5353">
                  <c:v>2980.5709999999999</c:v>
                </c:pt>
                <c:pt idx="5354">
                  <c:v>2981.0529999999999</c:v>
                </c:pt>
                <c:pt idx="5355">
                  <c:v>2981.5349999999999</c:v>
                </c:pt>
                <c:pt idx="5356">
                  <c:v>2982.0169999999998</c:v>
                </c:pt>
                <c:pt idx="5357">
                  <c:v>2982.5</c:v>
                </c:pt>
                <c:pt idx="5358">
                  <c:v>2982.982</c:v>
                </c:pt>
                <c:pt idx="5359">
                  <c:v>2983.4639999999999</c:v>
                </c:pt>
                <c:pt idx="5360">
                  <c:v>2983.9459999999999</c:v>
                </c:pt>
                <c:pt idx="5361">
                  <c:v>2984.4279999999999</c:v>
                </c:pt>
                <c:pt idx="5362">
                  <c:v>2984.91</c:v>
                </c:pt>
                <c:pt idx="5363">
                  <c:v>2985.3919999999998</c:v>
                </c:pt>
                <c:pt idx="5364">
                  <c:v>2985.875</c:v>
                </c:pt>
                <c:pt idx="5365">
                  <c:v>2986.357</c:v>
                </c:pt>
                <c:pt idx="5366">
                  <c:v>2986.8389999999999</c:v>
                </c:pt>
                <c:pt idx="5367">
                  <c:v>2987.3209999999999</c:v>
                </c:pt>
                <c:pt idx="5368">
                  <c:v>2987.8029999999999</c:v>
                </c:pt>
                <c:pt idx="5369">
                  <c:v>2988.2849999999999</c:v>
                </c:pt>
                <c:pt idx="5370">
                  <c:v>2988.7669999999998</c:v>
                </c:pt>
                <c:pt idx="5371">
                  <c:v>2989.25</c:v>
                </c:pt>
                <c:pt idx="5372">
                  <c:v>2989.732</c:v>
                </c:pt>
                <c:pt idx="5373">
                  <c:v>2990.2139999999999</c:v>
                </c:pt>
                <c:pt idx="5374">
                  <c:v>2990.6959999999999</c:v>
                </c:pt>
                <c:pt idx="5375">
                  <c:v>2991.1779999999999</c:v>
                </c:pt>
                <c:pt idx="5376">
                  <c:v>2991.66</c:v>
                </c:pt>
                <c:pt idx="5377">
                  <c:v>2992.1419999999998</c:v>
                </c:pt>
                <c:pt idx="5378">
                  <c:v>2992.625</c:v>
                </c:pt>
                <c:pt idx="5379">
                  <c:v>2993.1060000000002</c:v>
                </c:pt>
                <c:pt idx="5380">
                  <c:v>2993.5889999999999</c:v>
                </c:pt>
                <c:pt idx="5381">
                  <c:v>2994.0709999999999</c:v>
                </c:pt>
                <c:pt idx="5382">
                  <c:v>2994.5529999999999</c:v>
                </c:pt>
                <c:pt idx="5383">
                  <c:v>2995.0349999999999</c:v>
                </c:pt>
                <c:pt idx="5384">
                  <c:v>2995.5169999999998</c:v>
                </c:pt>
                <c:pt idx="5385">
                  <c:v>2995.9989999999998</c:v>
                </c:pt>
                <c:pt idx="5386">
                  <c:v>2996.4810000000002</c:v>
                </c:pt>
                <c:pt idx="5387">
                  <c:v>2996.9639999999999</c:v>
                </c:pt>
                <c:pt idx="5388">
                  <c:v>2997.4459999999999</c:v>
                </c:pt>
                <c:pt idx="5389">
                  <c:v>2997.9279999999999</c:v>
                </c:pt>
                <c:pt idx="5390">
                  <c:v>2998.41</c:v>
                </c:pt>
                <c:pt idx="5391">
                  <c:v>2998.8919999999998</c:v>
                </c:pt>
                <c:pt idx="5392">
                  <c:v>2999.3739999999998</c:v>
                </c:pt>
                <c:pt idx="5393">
                  <c:v>2999.8560000000002</c:v>
                </c:pt>
                <c:pt idx="5394">
                  <c:v>3000.3389999999999</c:v>
                </c:pt>
                <c:pt idx="5395">
                  <c:v>3000.8209999999999</c:v>
                </c:pt>
                <c:pt idx="5396">
                  <c:v>3001.3029999999999</c:v>
                </c:pt>
                <c:pt idx="5397">
                  <c:v>3001.7849999999999</c:v>
                </c:pt>
                <c:pt idx="5398">
                  <c:v>3002.2669999999998</c:v>
                </c:pt>
                <c:pt idx="5399">
                  <c:v>3002.7489999999998</c:v>
                </c:pt>
                <c:pt idx="5400">
                  <c:v>3003.2310000000002</c:v>
                </c:pt>
                <c:pt idx="5401">
                  <c:v>3003.7139999999999</c:v>
                </c:pt>
                <c:pt idx="5402">
                  <c:v>3004.1959999999999</c:v>
                </c:pt>
                <c:pt idx="5403">
                  <c:v>3004.6779999999999</c:v>
                </c:pt>
                <c:pt idx="5404">
                  <c:v>3005.16</c:v>
                </c:pt>
                <c:pt idx="5405">
                  <c:v>3005.6419999999998</c:v>
                </c:pt>
                <c:pt idx="5406">
                  <c:v>3006.1239999999998</c:v>
                </c:pt>
                <c:pt idx="5407">
                  <c:v>3006.6060000000002</c:v>
                </c:pt>
                <c:pt idx="5408">
                  <c:v>3007.0889999999999</c:v>
                </c:pt>
                <c:pt idx="5409">
                  <c:v>3007.5709999999999</c:v>
                </c:pt>
                <c:pt idx="5410">
                  <c:v>3008.0529999999999</c:v>
                </c:pt>
                <c:pt idx="5411">
                  <c:v>3008.5349999999999</c:v>
                </c:pt>
                <c:pt idx="5412">
                  <c:v>3009.0169999999998</c:v>
                </c:pt>
                <c:pt idx="5413">
                  <c:v>3009.4989999999998</c:v>
                </c:pt>
                <c:pt idx="5414">
                  <c:v>3009.9810000000002</c:v>
                </c:pt>
                <c:pt idx="5415">
                  <c:v>3010.4630000000002</c:v>
                </c:pt>
                <c:pt idx="5416">
                  <c:v>3010.9459999999999</c:v>
                </c:pt>
                <c:pt idx="5417">
                  <c:v>3011.4279999999999</c:v>
                </c:pt>
                <c:pt idx="5418">
                  <c:v>3011.91</c:v>
                </c:pt>
                <c:pt idx="5419">
                  <c:v>3012.3919999999998</c:v>
                </c:pt>
                <c:pt idx="5420">
                  <c:v>3012.8739999999998</c:v>
                </c:pt>
                <c:pt idx="5421">
                  <c:v>3013.3560000000002</c:v>
                </c:pt>
                <c:pt idx="5422">
                  <c:v>3013.8380000000002</c:v>
                </c:pt>
                <c:pt idx="5423">
                  <c:v>3014.3209999999999</c:v>
                </c:pt>
                <c:pt idx="5424">
                  <c:v>3014.8029999999999</c:v>
                </c:pt>
                <c:pt idx="5425">
                  <c:v>3015.2849999999999</c:v>
                </c:pt>
                <c:pt idx="5426">
                  <c:v>3015.7669999999998</c:v>
                </c:pt>
                <c:pt idx="5427">
                  <c:v>3016.2489999999998</c:v>
                </c:pt>
                <c:pt idx="5428">
                  <c:v>3016.7310000000002</c:v>
                </c:pt>
                <c:pt idx="5429">
                  <c:v>3017.2130000000002</c:v>
                </c:pt>
                <c:pt idx="5430">
                  <c:v>3017.6959999999999</c:v>
                </c:pt>
                <c:pt idx="5431">
                  <c:v>3018.1779999999999</c:v>
                </c:pt>
                <c:pt idx="5432">
                  <c:v>3018.66</c:v>
                </c:pt>
                <c:pt idx="5433">
                  <c:v>3019.1419999999998</c:v>
                </c:pt>
                <c:pt idx="5434">
                  <c:v>3019.6239999999998</c:v>
                </c:pt>
                <c:pt idx="5435">
                  <c:v>3020.1060000000002</c:v>
                </c:pt>
                <c:pt idx="5436">
                  <c:v>3020.5880000000002</c:v>
                </c:pt>
                <c:pt idx="5437">
                  <c:v>3021.0709999999999</c:v>
                </c:pt>
                <c:pt idx="5438">
                  <c:v>3021.5529999999999</c:v>
                </c:pt>
                <c:pt idx="5439">
                  <c:v>3022.0349999999999</c:v>
                </c:pt>
                <c:pt idx="5440">
                  <c:v>3022.5169999999998</c:v>
                </c:pt>
                <c:pt idx="5441">
                  <c:v>3022.9989999999998</c:v>
                </c:pt>
                <c:pt idx="5442">
                  <c:v>3023.4810000000002</c:v>
                </c:pt>
                <c:pt idx="5443">
                  <c:v>3023.9630000000002</c:v>
                </c:pt>
                <c:pt idx="5444">
                  <c:v>3024.4459999999999</c:v>
                </c:pt>
                <c:pt idx="5445">
                  <c:v>3024.9270000000001</c:v>
                </c:pt>
                <c:pt idx="5446">
                  <c:v>3025.41</c:v>
                </c:pt>
                <c:pt idx="5447">
                  <c:v>3025.8919999999998</c:v>
                </c:pt>
                <c:pt idx="5448">
                  <c:v>3026.3739999999998</c:v>
                </c:pt>
                <c:pt idx="5449">
                  <c:v>3026.8560000000002</c:v>
                </c:pt>
                <c:pt idx="5450">
                  <c:v>3027.3380000000002</c:v>
                </c:pt>
                <c:pt idx="5451">
                  <c:v>3027.82</c:v>
                </c:pt>
                <c:pt idx="5452">
                  <c:v>3028.3020000000001</c:v>
                </c:pt>
                <c:pt idx="5453">
                  <c:v>3028.7849999999999</c:v>
                </c:pt>
                <c:pt idx="5454">
                  <c:v>3029.2669999999998</c:v>
                </c:pt>
                <c:pt idx="5455">
                  <c:v>3029.7489999999998</c:v>
                </c:pt>
                <c:pt idx="5456">
                  <c:v>3030.2310000000002</c:v>
                </c:pt>
                <c:pt idx="5457">
                  <c:v>3030.7130000000002</c:v>
                </c:pt>
                <c:pt idx="5458">
                  <c:v>3031.1950000000002</c:v>
                </c:pt>
                <c:pt idx="5459">
                  <c:v>3031.6770000000001</c:v>
                </c:pt>
                <c:pt idx="5460">
                  <c:v>3032.16</c:v>
                </c:pt>
                <c:pt idx="5461">
                  <c:v>3032.6419999999998</c:v>
                </c:pt>
                <c:pt idx="5462">
                  <c:v>3033.1239999999998</c:v>
                </c:pt>
                <c:pt idx="5463">
                  <c:v>3033.6060000000002</c:v>
                </c:pt>
                <c:pt idx="5464">
                  <c:v>3034.0880000000002</c:v>
                </c:pt>
                <c:pt idx="5465">
                  <c:v>3034.57</c:v>
                </c:pt>
                <c:pt idx="5466">
                  <c:v>3035.0520000000001</c:v>
                </c:pt>
                <c:pt idx="5467">
                  <c:v>3035.5349999999999</c:v>
                </c:pt>
                <c:pt idx="5468">
                  <c:v>3036.0169999999998</c:v>
                </c:pt>
                <c:pt idx="5469">
                  <c:v>3036.4989999999998</c:v>
                </c:pt>
                <c:pt idx="5470">
                  <c:v>3036.9810000000002</c:v>
                </c:pt>
                <c:pt idx="5471">
                  <c:v>3037.4630000000002</c:v>
                </c:pt>
                <c:pt idx="5472">
                  <c:v>3037.9450000000002</c:v>
                </c:pt>
                <c:pt idx="5473">
                  <c:v>3038.4270000000001</c:v>
                </c:pt>
                <c:pt idx="5474">
                  <c:v>3038.91</c:v>
                </c:pt>
                <c:pt idx="5475">
                  <c:v>3039.3919999999998</c:v>
                </c:pt>
                <c:pt idx="5476">
                  <c:v>3039.8739999999998</c:v>
                </c:pt>
                <c:pt idx="5477">
                  <c:v>3040.3560000000002</c:v>
                </c:pt>
                <c:pt idx="5478">
                  <c:v>3040.8380000000002</c:v>
                </c:pt>
                <c:pt idx="5479">
                  <c:v>3041.32</c:v>
                </c:pt>
                <c:pt idx="5480">
                  <c:v>3041.8020000000001</c:v>
                </c:pt>
                <c:pt idx="5481">
                  <c:v>3042.2840000000001</c:v>
                </c:pt>
                <c:pt idx="5482">
                  <c:v>3042.7669999999998</c:v>
                </c:pt>
                <c:pt idx="5483">
                  <c:v>3043.2489999999998</c:v>
                </c:pt>
                <c:pt idx="5484">
                  <c:v>3043.7310000000002</c:v>
                </c:pt>
                <c:pt idx="5485">
                  <c:v>3044.2130000000002</c:v>
                </c:pt>
                <c:pt idx="5486">
                  <c:v>3044.6950000000002</c:v>
                </c:pt>
                <c:pt idx="5487">
                  <c:v>3045.1770000000001</c:v>
                </c:pt>
                <c:pt idx="5488">
                  <c:v>3045.6590000000001</c:v>
                </c:pt>
                <c:pt idx="5489">
                  <c:v>3046.1419999999998</c:v>
                </c:pt>
                <c:pt idx="5490">
                  <c:v>3046.6239999999998</c:v>
                </c:pt>
                <c:pt idx="5491">
                  <c:v>3047.1060000000002</c:v>
                </c:pt>
                <c:pt idx="5492">
                  <c:v>3047.5880000000002</c:v>
                </c:pt>
                <c:pt idx="5493">
                  <c:v>3048.07</c:v>
                </c:pt>
                <c:pt idx="5494">
                  <c:v>3048.5520000000001</c:v>
                </c:pt>
                <c:pt idx="5495">
                  <c:v>3049.0340000000001</c:v>
                </c:pt>
                <c:pt idx="5496">
                  <c:v>3049.5169999999998</c:v>
                </c:pt>
                <c:pt idx="5497">
                  <c:v>3049.9989999999998</c:v>
                </c:pt>
                <c:pt idx="5498">
                  <c:v>3050.4810000000002</c:v>
                </c:pt>
                <c:pt idx="5499">
                  <c:v>3050.9630000000002</c:v>
                </c:pt>
                <c:pt idx="5500">
                  <c:v>3051.4450000000002</c:v>
                </c:pt>
                <c:pt idx="5501">
                  <c:v>3051.9270000000001</c:v>
                </c:pt>
                <c:pt idx="5502">
                  <c:v>3052.4090000000001</c:v>
                </c:pt>
                <c:pt idx="5503">
                  <c:v>3052.8919999999998</c:v>
                </c:pt>
                <c:pt idx="5504">
                  <c:v>3053.3739999999998</c:v>
                </c:pt>
                <c:pt idx="5505">
                  <c:v>3053.8560000000002</c:v>
                </c:pt>
                <c:pt idx="5506">
                  <c:v>3054.3380000000002</c:v>
                </c:pt>
                <c:pt idx="5507">
                  <c:v>3054.82</c:v>
                </c:pt>
                <c:pt idx="5508">
                  <c:v>3055.3020000000001</c:v>
                </c:pt>
                <c:pt idx="5509">
                  <c:v>3055.7840000000001</c:v>
                </c:pt>
                <c:pt idx="5510">
                  <c:v>3056.2669999999998</c:v>
                </c:pt>
                <c:pt idx="5511">
                  <c:v>3056.7489999999998</c:v>
                </c:pt>
                <c:pt idx="5512">
                  <c:v>3057.2310000000002</c:v>
                </c:pt>
                <c:pt idx="5513">
                  <c:v>3057.7130000000002</c:v>
                </c:pt>
                <c:pt idx="5514">
                  <c:v>3058.1950000000002</c:v>
                </c:pt>
                <c:pt idx="5515">
                  <c:v>3058.6770000000001</c:v>
                </c:pt>
                <c:pt idx="5516">
                  <c:v>3059.1590000000001</c:v>
                </c:pt>
                <c:pt idx="5517">
                  <c:v>3059.6410000000001</c:v>
                </c:pt>
                <c:pt idx="5518">
                  <c:v>3060.1239999999998</c:v>
                </c:pt>
                <c:pt idx="5519">
                  <c:v>3060.6060000000002</c:v>
                </c:pt>
                <c:pt idx="5520">
                  <c:v>3061.0880000000002</c:v>
                </c:pt>
                <c:pt idx="5521">
                  <c:v>3061.57</c:v>
                </c:pt>
                <c:pt idx="5522">
                  <c:v>3062.0520000000001</c:v>
                </c:pt>
                <c:pt idx="5523">
                  <c:v>3062.5340000000001</c:v>
                </c:pt>
                <c:pt idx="5524">
                  <c:v>3063.0160000000001</c:v>
                </c:pt>
                <c:pt idx="5525">
                  <c:v>3063.4989999999998</c:v>
                </c:pt>
                <c:pt idx="5526">
                  <c:v>3063.9810000000002</c:v>
                </c:pt>
                <c:pt idx="5527">
                  <c:v>3064.4630000000002</c:v>
                </c:pt>
                <c:pt idx="5528">
                  <c:v>3064.9450000000002</c:v>
                </c:pt>
                <c:pt idx="5529">
                  <c:v>3065.4270000000001</c:v>
                </c:pt>
                <c:pt idx="5530">
                  <c:v>3065.9090000000001</c:v>
                </c:pt>
                <c:pt idx="5531">
                  <c:v>3066.3910000000001</c:v>
                </c:pt>
                <c:pt idx="5532">
                  <c:v>3066.8739999999998</c:v>
                </c:pt>
                <c:pt idx="5533">
                  <c:v>3067.3560000000002</c:v>
                </c:pt>
                <c:pt idx="5534">
                  <c:v>3067.8380000000002</c:v>
                </c:pt>
                <c:pt idx="5535">
                  <c:v>3068.32</c:v>
                </c:pt>
                <c:pt idx="5536">
                  <c:v>3068.8020000000001</c:v>
                </c:pt>
                <c:pt idx="5537">
                  <c:v>3069.2840000000001</c:v>
                </c:pt>
                <c:pt idx="5538">
                  <c:v>3069.7660000000001</c:v>
                </c:pt>
                <c:pt idx="5539">
                  <c:v>3070.2489999999998</c:v>
                </c:pt>
                <c:pt idx="5540">
                  <c:v>3070.7310000000002</c:v>
                </c:pt>
                <c:pt idx="5541">
                  <c:v>3071.2130000000002</c:v>
                </c:pt>
                <c:pt idx="5542">
                  <c:v>3071.6950000000002</c:v>
                </c:pt>
                <c:pt idx="5543">
                  <c:v>3072.1770000000001</c:v>
                </c:pt>
                <c:pt idx="5544">
                  <c:v>3072.6590000000001</c:v>
                </c:pt>
                <c:pt idx="5545">
                  <c:v>3073.1410000000001</c:v>
                </c:pt>
                <c:pt idx="5546">
                  <c:v>3073.6239999999998</c:v>
                </c:pt>
                <c:pt idx="5547">
                  <c:v>3074.105</c:v>
                </c:pt>
                <c:pt idx="5548">
                  <c:v>3074.5880000000002</c:v>
                </c:pt>
                <c:pt idx="5549">
                  <c:v>3075.07</c:v>
                </c:pt>
                <c:pt idx="5550">
                  <c:v>3075.5520000000001</c:v>
                </c:pt>
                <c:pt idx="5551">
                  <c:v>3076.0340000000001</c:v>
                </c:pt>
                <c:pt idx="5552">
                  <c:v>3076.5160000000001</c:v>
                </c:pt>
                <c:pt idx="5553">
                  <c:v>3076.998</c:v>
                </c:pt>
                <c:pt idx="5554">
                  <c:v>3077.48</c:v>
                </c:pt>
                <c:pt idx="5555">
                  <c:v>3077.9630000000002</c:v>
                </c:pt>
                <c:pt idx="5556">
                  <c:v>3078.4450000000002</c:v>
                </c:pt>
                <c:pt idx="5557">
                  <c:v>3078.9270000000001</c:v>
                </c:pt>
                <c:pt idx="5558">
                  <c:v>3079.4090000000001</c:v>
                </c:pt>
                <c:pt idx="5559">
                  <c:v>3079.8910000000001</c:v>
                </c:pt>
                <c:pt idx="5560">
                  <c:v>3080.373</c:v>
                </c:pt>
                <c:pt idx="5561">
                  <c:v>3080.855</c:v>
                </c:pt>
                <c:pt idx="5562">
                  <c:v>3081.3380000000002</c:v>
                </c:pt>
                <c:pt idx="5563">
                  <c:v>3081.82</c:v>
                </c:pt>
                <c:pt idx="5564">
                  <c:v>3082.3020000000001</c:v>
                </c:pt>
                <c:pt idx="5565">
                  <c:v>3082.7840000000001</c:v>
                </c:pt>
                <c:pt idx="5566">
                  <c:v>3083.2660000000001</c:v>
                </c:pt>
                <c:pt idx="5567">
                  <c:v>3083.748</c:v>
                </c:pt>
                <c:pt idx="5568">
                  <c:v>3084.23</c:v>
                </c:pt>
                <c:pt idx="5569">
                  <c:v>3084.7130000000002</c:v>
                </c:pt>
                <c:pt idx="5570">
                  <c:v>3085.1950000000002</c:v>
                </c:pt>
                <c:pt idx="5571">
                  <c:v>3085.6770000000001</c:v>
                </c:pt>
                <c:pt idx="5572">
                  <c:v>3086.1590000000001</c:v>
                </c:pt>
                <c:pt idx="5573">
                  <c:v>3086.6410000000001</c:v>
                </c:pt>
                <c:pt idx="5574">
                  <c:v>3087.123</c:v>
                </c:pt>
                <c:pt idx="5575">
                  <c:v>3087.605</c:v>
                </c:pt>
                <c:pt idx="5576">
                  <c:v>3088.0880000000002</c:v>
                </c:pt>
                <c:pt idx="5577">
                  <c:v>3088.57</c:v>
                </c:pt>
                <c:pt idx="5578">
                  <c:v>3089.0520000000001</c:v>
                </c:pt>
                <c:pt idx="5579">
                  <c:v>3089.5340000000001</c:v>
                </c:pt>
                <c:pt idx="5580">
                  <c:v>3090.0160000000001</c:v>
                </c:pt>
                <c:pt idx="5581">
                  <c:v>3090.498</c:v>
                </c:pt>
                <c:pt idx="5582">
                  <c:v>3090.98</c:v>
                </c:pt>
                <c:pt idx="5583">
                  <c:v>3091.462</c:v>
                </c:pt>
                <c:pt idx="5584">
                  <c:v>3091.9450000000002</c:v>
                </c:pt>
                <c:pt idx="5585">
                  <c:v>3092.4270000000001</c:v>
                </c:pt>
                <c:pt idx="5586">
                  <c:v>3092.9090000000001</c:v>
                </c:pt>
                <c:pt idx="5587">
                  <c:v>3093.3910000000001</c:v>
                </c:pt>
                <c:pt idx="5588">
                  <c:v>3093.873</c:v>
                </c:pt>
                <c:pt idx="5589">
                  <c:v>3094.355</c:v>
                </c:pt>
                <c:pt idx="5590">
                  <c:v>3094.837</c:v>
                </c:pt>
                <c:pt idx="5591">
                  <c:v>3095.32</c:v>
                </c:pt>
                <c:pt idx="5592">
                  <c:v>3095.8020000000001</c:v>
                </c:pt>
                <c:pt idx="5593">
                  <c:v>3096.2840000000001</c:v>
                </c:pt>
                <c:pt idx="5594">
                  <c:v>3096.7660000000001</c:v>
                </c:pt>
                <c:pt idx="5595">
                  <c:v>3097.248</c:v>
                </c:pt>
                <c:pt idx="5596">
                  <c:v>3097.73</c:v>
                </c:pt>
                <c:pt idx="5597">
                  <c:v>3098.212</c:v>
                </c:pt>
                <c:pt idx="5598">
                  <c:v>3098.6950000000002</c:v>
                </c:pt>
                <c:pt idx="5599">
                  <c:v>3099.1770000000001</c:v>
                </c:pt>
                <c:pt idx="5600">
                  <c:v>3099.6590000000001</c:v>
                </c:pt>
                <c:pt idx="5601">
                  <c:v>3100.1410000000001</c:v>
                </c:pt>
                <c:pt idx="5602">
                  <c:v>3100.623</c:v>
                </c:pt>
                <c:pt idx="5603">
                  <c:v>3101.105</c:v>
                </c:pt>
                <c:pt idx="5604">
                  <c:v>3101.587</c:v>
                </c:pt>
                <c:pt idx="5605">
                  <c:v>3102.07</c:v>
                </c:pt>
                <c:pt idx="5606">
                  <c:v>3102.5520000000001</c:v>
                </c:pt>
                <c:pt idx="5607">
                  <c:v>3103.0340000000001</c:v>
                </c:pt>
                <c:pt idx="5608">
                  <c:v>3103.5160000000001</c:v>
                </c:pt>
                <c:pt idx="5609">
                  <c:v>3103.998</c:v>
                </c:pt>
                <c:pt idx="5610">
                  <c:v>3104.48</c:v>
                </c:pt>
                <c:pt idx="5611">
                  <c:v>3104.962</c:v>
                </c:pt>
                <c:pt idx="5612">
                  <c:v>3105.4450000000002</c:v>
                </c:pt>
                <c:pt idx="5613">
                  <c:v>3105.9270000000001</c:v>
                </c:pt>
                <c:pt idx="5614">
                  <c:v>3106.4090000000001</c:v>
                </c:pt>
                <c:pt idx="5615">
                  <c:v>3106.8910000000001</c:v>
                </c:pt>
                <c:pt idx="5616">
                  <c:v>3107.373</c:v>
                </c:pt>
                <c:pt idx="5617">
                  <c:v>3107.855</c:v>
                </c:pt>
                <c:pt idx="5618">
                  <c:v>3108.337</c:v>
                </c:pt>
                <c:pt idx="5619">
                  <c:v>3108.819</c:v>
                </c:pt>
                <c:pt idx="5620">
                  <c:v>3109.3020000000001</c:v>
                </c:pt>
                <c:pt idx="5621">
                  <c:v>3109.7840000000001</c:v>
                </c:pt>
                <c:pt idx="5622">
                  <c:v>3110.2660000000001</c:v>
                </c:pt>
                <c:pt idx="5623">
                  <c:v>3110.748</c:v>
                </c:pt>
                <c:pt idx="5624">
                  <c:v>3111.23</c:v>
                </c:pt>
                <c:pt idx="5625">
                  <c:v>3111.712</c:v>
                </c:pt>
                <c:pt idx="5626">
                  <c:v>3112.194</c:v>
                </c:pt>
                <c:pt idx="5627">
                  <c:v>3112.6770000000001</c:v>
                </c:pt>
                <c:pt idx="5628">
                  <c:v>3113.1590000000001</c:v>
                </c:pt>
                <c:pt idx="5629">
                  <c:v>3113.6410000000001</c:v>
                </c:pt>
                <c:pt idx="5630">
                  <c:v>3114.123</c:v>
                </c:pt>
                <c:pt idx="5631">
                  <c:v>3114.605</c:v>
                </c:pt>
                <c:pt idx="5632">
                  <c:v>3115.087</c:v>
                </c:pt>
                <c:pt idx="5633">
                  <c:v>3115.569</c:v>
                </c:pt>
                <c:pt idx="5634">
                  <c:v>3116.0520000000001</c:v>
                </c:pt>
                <c:pt idx="5635">
                  <c:v>3116.5340000000001</c:v>
                </c:pt>
                <c:pt idx="5636">
                  <c:v>3117.0160000000001</c:v>
                </c:pt>
                <c:pt idx="5637">
                  <c:v>3117.498</c:v>
                </c:pt>
                <c:pt idx="5638">
                  <c:v>3117.98</c:v>
                </c:pt>
                <c:pt idx="5639">
                  <c:v>3118.462</c:v>
                </c:pt>
                <c:pt idx="5640">
                  <c:v>3118.944</c:v>
                </c:pt>
                <c:pt idx="5641">
                  <c:v>3119.4270000000001</c:v>
                </c:pt>
                <c:pt idx="5642">
                  <c:v>3119.9090000000001</c:v>
                </c:pt>
                <c:pt idx="5643">
                  <c:v>3120.3910000000001</c:v>
                </c:pt>
                <c:pt idx="5644">
                  <c:v>3120.873</c:v>
                </c:pt>
                <c:pt idx="5645">
                  <c:v>3121.355</c:v>
                </c:pt>
                <c:pt idx="5646">
                  <c:v>3121.837</c:v>
                </c:pt>
                <c:pt idx="5647">
                  <c:v>3122.319</c:v>
                </c:pt>
                <c:pt idx="5648">
                  <c:v>3122.8020000000001</c:v>
                </c:pt>
                <c:pt idx="5649">
                  <c:v>3123.2829999999999</c:v>
                </c:pt>
                <c:pt idx="5650">
                  <c:v>3123.7660000000001</c:v>
                </c:pt>
                <c:pt idx="5651">
                  <c:v>3124.248</c:v>
                </c:pt>
                <c:pt idx="5652">
                  <c:v>3124.73</c:v>
                </c:pt>
                <c:pt idx="5653">
                  <c:v>3125.212</c:v>
                </c:pt>
                <c:pt idx="5654">
                  <c:v>3125.694</c:v>
                </c:pt>
                <c:pt idx="5655">
                  <c:v>3126.1759999999999</c:v>
                </c:pt>
                <c:pt idx="5656">
                  <c:v>3126.6579999999999</c:v>
                </c:pt>
                <c:pt idx="5657">
                  <c:v>3127.1410000000001</c:v>
                </c:pt>
                <c:pt idx="5658">
                  <c:v>3127.623</c:v>
                </c:pt>
                <c:pt idx="5659">
                  <c:v>3128.105</c:v>
                </c:pt>
                <c:pt idx="5660">
                  <c:v>3128.587</c:v>
                </c:pt>
                <c:pt idx="5661">
                  <c:v>3129.069</c:v>
                </c:pt>
                <c:pt idx="5662">
                  <c:v>3129.5509999999999</c:v>
                </c:pt>
                <c:pt idx="5663">
                  <c:v>3130.0329999999999</c:v>
                </c:pt>
                <c:pt idx="5664">
                  <c:v>3130.5160000000001</c:v>
                </c:pt>
                <c:pt idx="5665">
                  <c:v>3130.998</c:v>
                </c:pt>
                <c:pt idx="5666">
                  <c:v>3131.48</c:v>
                </c:pt>
                <c:pt idx="5667">
                  <c:v>3131.962</c:v>
                </c:pt>
                <c:pt idx="5668">
                  <c:v>3132.444</c:v>
                </c:pt>
                <c:pt idx="5669">
                  <c:v>3132.9259999999999</c:v>
                </c:pt>
                <c:pt idx="5670">
                  <c:v>3133.4079999999999</c:v>
                </c:pt>
                <c:pt idx="5671">
                  <c:v>3133.8910000000001</c:v>
                </c:pt>
                <c:pt idx="5672">
                  <c:v>3134.373</c:v>
                </c:pt>
                <c:pt idx="5673">
                  <c:v>3134.855</c:v>
                </c:pt>
                <c:pt idx="5674">
                  <c:v>3135.337</c:v>
                </c:pt>
                <c:pt idx="5675">
                  <c:v>3135.819</c:v>
                </c:pt>
                <c:pt idx="5676">
                  <c:v>3136.3009999999999</c:v>
                </c:pt>
                <c:pt idx="5677">
                  <c:v>3136.7829999999999</c:v>
                </c:pt>
                <c:pt idx="5678">
                  <c:v>3137.2660000000001</c:v>
                </c:pt>
                <c:pt idx="5679">
                  <c:v>3137.748</c:v>
                </c:pt>
                <c:pt idx="5680">
                  <c:v>3138.23</c:v>
                </c:pt>
                <c:pt idx="5681">
                  <c:v>3138.712</c:v>
                </c:pt>
                <c:pt idx="5682">
                  <c:v>3139.194</c:v>
                </c:pt>
                <c:pt idx="5683">
                  <c:v>3139.6759999999999</c:v>
                </c:pt>
                <c:pt idx="5684">
                  <c:v>3140.1579999999999</c:v>
                </c:pt>
                <c:pt idx="5685">
                  <c:v>3140.64</c:v>
                </c:pt>
                <c:pt idx="5686">
                  <c:v>3141.123</c:v>
                </c:pt>
                <c:pt idx="5687">
                  <c:v>3141.605</c:v>
                </c:pt>
                <c:pt idx="5688">
                  <c:v>3142.087</c:v>
                </c:pt>
                <c:pt idx="5689">
                  <c:v>3142.569</c:v>
                </c:pt>
                <c:pt idx="5690">
                  <c:v>3143.0509999999999</c:v>
                </c:pt>
                <c:pt idx="5691">
                  <c:v>3143.5329999999999</c:v>
                </c:pt>
                <c:pt idx="5692">
                  <c:v>3144.0149999999999</c:v>
                </c:pt>
                <c:pt idx="5693">
                  <c:v>3144.498</c:v>
                </c:pt>
                <c:pt idx="5694">
                  <c:v>3144.98</c:v>
                </c:pt>
                <c:pt idx="5695">
                  <c:v>3145.462</c:v>
                </c:pt>
                <c:pt idx="5696">
                  <c:v>3145.944</c:v>
                </c:pt>
                <c:pt idx="5697">
                  <c:v>3146.4259999999999</c:v>
                </c:pt>
                <c:pt idx="5698">
                  <c:v>3146.9079999999999</c:v>
                </c:pt>
                <c:pt idx="5699">
                  <c:v>3147.39</c:v>
                </c:pt>
                <c:pt idx="5700">
                  <c:v>3147.873</c:v>
                </c:pt>
                <c:pt idx="5701">
                  <c:v>3148.355</c:v>
                </c:pt>
                <c:pt idx="5702">
                  <c:v>3148.837</c:v>
                </c:pt>
                <c:pt idx="5703">
                  <c:v>3149.319</c:v>
                </c:pt>
                <c:pt idx="5704">
                  <c:v>3149.8009999999999</c:v>
                </c:pt>
                <c:pt idx="5705">
                  <c:v>3150.2829999999999</c:v>
                </c:pt>
                <c:pt idx="5706">
                  <c:v>3150.7649999999999</c:v>
                </c:pt>
                <c:pt idx="5707">
                  <c:v>3151.248</c:v>
                </c:pt>
                <c:pt idx="5708">
                  <c:v>3151.73</c:v>
                </c:pt>
                <c:pt idx="5709">
                  <c:v>3152.212</c:v>
                </c:pt>
                <c:pt idx="5710">
                  <c:v>3152.694</c:v>
                </c:pt>
                <c:pt idx="5711">
                  <c:v>3153.1759999999999</c:v>
                </c:pt>
                <c:pt idx="5712">
                  <c:v>3153.6579999999999</c:v>
                </c:pt>
                <c:pt idx="5713">
                  <c:v>3154.14</c:v>
                </c:pt>
                <c:pt idx="5714">
                  <c:v>3154.623</c:v>
                </c:pt>
                <c:pt idx="5715">
                  <c:v>3155.1039999999998</c:v>
                </c:pt>
                <c:pt idx="5716">
                  <c:v>3155.587</c:v>
                </c:pt>
                <c:pt idx="5717">
                  <c:v>3156.069</c:v>
                </c:pt>
                <c:pt idx="5718">
                  <c:v>3156.5509999999999</c:v>
                </c:pt>
                <c:pt idx="5719">
                  <c:v>3157.0329999999999</c:v>
                </c:pt>
                <c:pt idx="5720">
                  <c:v>3157.5149999999999</c:v>
                </c:pt>
                <c:pt idx="5721">
                  <c:v>3157.9969999999998</c:v>
                </c:pt>
                <c:pt idx="5722">
                  <c:v>3158.4789999999998</c:v>
                </c:pt>
                <c:pt idx="5723">
                  <c:v>3158.962</c:v>
                </c:pt>
                <c:pt idx="5724">
                  <c:v>3159.444</c:v>
                </c:pt>
                <c:pt idx="5725">
                  <c:v>3159.9259999999999</c:v>
                </c:pt>
                <c:pt idx="5726">
                  <c:v>3160.4079999999999</c:v>
                </c:pt>
                <c:pt idx="5727">
                  <c:v>3160.89</c:v>
                </c:pt>
                <c:pt idx="5728">
                  <c:v>3161.3719999999998</c:v>
                </c:pt>
                <c:pt idx="5729">
                  <c:v>3161.8539999999998</c:v>
                </c:pt>
                <c:pt idx="5730">
                  <c:v>3162.337</c:v>
                </c:pt>
                <c:pt idx="5731">
                  <c:v>3162.819</c:v>
                </c:pt>
                <c:pt idx="5732">
                  <c:v>3163.3009999999999</c:v>
                </c:pt>
                <c:pt idx="5733">
                  <c:v>3163.7829999999999</c:v>
                </c:pt>
                <c:pt idx="5734">
                  <c:v>3164.2649999999999</c:v>
                </c:pt>
                <c:pt idx="5735">
                  <c:v>3164.7469999999998</c:v>
                </c:pt>
                <c:pt idx="5736">
                  <c:v>3165.2289999999998</c:v>
                </c:pt>
                <c:pt idx="5737">
                  <c:v>3165.712</c:v>
                </c:pt>
                <c:pt idx="5738">
                  <c:v>3166.194</c:v>
                </c:pt>
                <c:pt idx="5739">
                  <c:v>3166.6759999999999</c:v>
                </c:pt>
                <c:pt idx="5740">
                  <c:v>3167.1579999999999</c:v>
                </c:pt>
                <c:pt idx="5741">
                  <c:v>3167.64</c:v>
                </c:pt>
                <c:pt idx="5742">
                  <c:v>3168.1219999999998</c:v>
                </c:pt>
                <c:pt idx="5743">
                  <c:v>3168.6039999999998</c:v>
                </c:pt>
                <c:pt idx="5744">
                  <c:v>3169.0859999999998</c:v>
                </c:pt>
                <c:pt idx="5745">
                  <c:v>3169.569</c:v>
                </c:pt>
                <c:pt idx="5746">
                  <c:v>3170.0509999999999</c:v>
                </c:pt>
                <c:pt idx="5747">
                  <c:v>3170.5329999999999</c:v>
                </c:pt>
                <c:pt idx="5748">
                  <c:v>3171.0149999999999</c:v>
                </c:pt>
                <c:pt idx="5749">
                  <c:v>3171.4969999999998</c:v>
                </c:pt>
                <c:pt idx="5750">
                  <c:v>3171.9789999999998</c:v>
                </c:pt>
                <c:pt idx="5751">
                  <c:v>3172.4609999999998</c:v>
                </c:pt>
                <c:pt idx="5752">
                  <c:v>3172.944</c:v>
                </c:pt>
                <c:pt idx="5753">
                  <c:v>3173.4259999999999</c:v>
                </c:pt>
                <c:pt idx="5754">
                  <c:v>3173.9079999999999</c:v>
                </c:pt>
                <c:pt idx="5755">
                  <c:v>3174.39</c:v>
                </c:pt>
                <c:pt idx="5756">
                  <c:v>3174.8719999999998</c:v>
                </c:pt>
                <c:pt idx="5757">
                  <c:v>3175.3539999999998</c:v>
                </c:pt>
                <c:pt idx="5758">
                  <c:v>3175.8359999999998</c:v>
                </c:pt>
                <c:pt idx="5759">
                  <c:v>3176.319</c:v>
                </c:pt>
                <c:pt idx="5760">
                  <c:v>3176.8009999999999</c:v>
                </c:pt>
                <c:pt idx="5761">
                  <c:v>3177.2829999999999</c:v>
                </c:pt>
                <c:pt idx="5762">
                  <c:v>3177.7649999999999</c:v>
                </c:pt>
                <c:pt idx="5763">
                  <c:v>3178.2469999999998</c:v>
                </c:pt>
                <c:pt idx="5764">
                  <c:v>3178.7289999999998</c:v>
                </c:pt>
                <c:pt idx="5765">
                  <c:v>3179.2109999999998</c:v>
                </c:pt>
                <c:pt idx="5766">
                  <c:v>3179.694</c:v>
                </c:pt>
                <c:pt idx="5767">
                  <c:v>3180.1759999999999</c:v>
                </c:pt>
                <c:pt idx="5768">
                  <c:v>3180.6579999999999</c:v>
                </c:pt>
                <c:pt idx="5769">
                  <c:v>3181.14</c:v>
                </c:pt>
                <c:pt idx="5770">
                  <c:v>3181.6219999999998</c:v>
                </c:pt>
                <c:pt idx="5771">
                  <c:v>3182.1039999999998</c:v>
                </c:pt>
                <c:pt idx="5772">
                  <c:v>3182.5859999999998</c:v>
                </c:pt>
                <c:pt idx="5773">
                  <c:v>3183.069</c:v>
                </c:pt>
                <c:pt idx="5774">
                  <c:v>3183.5509999999999</c:v>
                </c:pt>
                <c:pt idx="5775">
                  <c:v>3184.0329999999999</c:v>
                </c:pt>
                <c:pt idx="5776">
                  <c:v>3184.5149999999999</c:v>
                </c:pt>
                <c:pt idx="5777">
                  <c:v>3184.9969999999998</c:v>
                </c:pt>
                <c:pt idx="5778">
                  <c:v>3185.4789999999998</c:v>
                </c:pt>
                <c:pt idx="5779">
                  <c:v>3185.9609999999998</c:v>
                </c:pt>
                <c:pt idx="5780">
                  <c:v>3186.4430000000002</c:v>
                </c:pt>
                <c:pt idx="5781">
                  <c:v>3186.9259999999999</c:v>
                </c:pt>
                <c:pt idx="5782">
                  <c:v>3187.4079999999999</c:v>
                </c:pt>
                <c:pt idx="5783">
                  <c:v>3187.89</c:v>
                </c:pt>
                <c:pt idx="5784">
                  <c:v>3188.3719999999998</c:v>
                </c:pt>
                <c:pt idx="5785">
                  <c:v>3188.8539999999998</c:v>
                </c:pt>
                <c:pt idx="5786">
                  <c:v>3189.3359999999998</c:v>
                </c:pt>
                <c:pt idx="5787">
                  <c:v>3189.8180000000002</c:v>
                </c:pt>
                <c:pt idx="5788">
                  <c:v>3190.3009999999999</c:v>
                </c:pt>
                <c:pt idx="5789">
                  <c:v>3190.7829999999999</c:v>
                </c:pt>
                <c:pt idx="5790">
                  <c:v>3191.2649999999999</c:v>
                </c:pt>
                <c:pt idx="5791">
                  <c:v>3191.7469999999998</c:v>
                </c:pt>
                <c:pt idx="5792">
                  <c:v>3192.2289999999998</c:v>
                </c:pt>
                <c:pt idx="5793">
                  <c:v>3192.7109999999998</c:v>
                </c:pt>
                <c:pt idx="5794">
                  <c:v>3193.1930000000002</c:v>
                </c:pt>
                <c:pt idx="5795">
                  <c:v>3193.6759999999999</c:v>
                </c:pt>
                <c:pt idx="5796">
                  <c:v>3194.1579999999999</c:v>
                </c:pt>
                <c:pt idx="5797">
                  <c:v>3194.64</c:v>
                </c:pt>
                <c:pt idx="5798">
                  <c:v>3195.1219999999998</c:v>
                </c:pt>
                <c:pt idx="5799">
                  <c:v>3195.6039999999998</c:v>
                </c:pt>
                <c:pt idx="5800">
                  <c:v>3196.0859999999998</c:v>
                </c:pt>
                <c:pt idx="5801">
                  <c:v>3196.5680000000002</c:v>
                </c:pt>
                <c:pt idx="5802">
                  <c:v>3197.0509999999999</c:v>
                </c:pt>
                <c:pt idx="5803">
                  <c:v>3197.5329999999999</c:v>
                </c:pt>
                <c:pt idx="5804">
                  <c:v>3198.0149999999999</c:v>
                </c:pt>
                <c:pt idx="5805">
                  <c:v>3198.4969999999998</c:v>
                </c:pt>
                <c:pt idx="5806">
                  <c:v>3198.9789999999998</c:v>
                </c:pt>
                <c:pt idx="5807">
                  <c:v>3199.4609999999998</c:v>
                </c:pt>
                <c:pt idx="5808">
                  <c:v>3199.9430000000002</c:v>
                </c:pt>
                <c:pt idx="5809">
                  <c:v>3200.4259999999999</c:v>
                </c:pt>
                <c:pt idx="5810">
                  <c:v>3200.9070000000002</c:v>
                </c:pt>
                <c:pt idx="5811">
                  <c:v>3201.39</c:v>
                </c:pt>
                <c:pt idx="5812">
                  <c:v>3201.8719999999998</c:v>
                </c:pt>
                <c:pt idx="5813">
                  <c:v>3202.3539999999998</c:v>
                </c:pt>
                <c:pt idx="5814">
                  <c:v>3202.8359999999998</c:v>
                </c:pt>
                <c:pt idx="5815">
                  <c:v>3203.3180000000002</c:v>
                </c:pt>
                <c:pt idx="5816">
                  <c:v>3203.8</c:v>
                </c:pt>
                <c:pt idx="5817">
                  <c:v>3204.2820000000002</c:v>
                </c:pt>
                <c:pt idx="5818">
                  <c:v>3204.7649999999999</c:v>
                </c:pt>
                <c:pt idx="5819">
                  <c:v>3205.2469999999998</c:v>
                </c:pt>
                <c:pt idx="5820">
                  <c:v>3205.7289999999998</c:v>
                </c:pt>
                <c:pt idx="5821">
                  <c:v>3206.2109999999998</c:v>
                </c:pt>
                <c:pt idx="5822">
                  <c:v>3206.6930000000002</c:v>
                </c:pt>
                <c:pt idx="5823">
                  <c:v>3207.1750000000002</c:v>
                </c:pt>
                <c:pt idx="5824">
                  <c:v>3207.6570000000002</c:v>
                </c:pt>
                <c:pt idx="5825">
                  <c:v>3208.14</c:v>
                </c:pt>
                <c:pt idx="5826">
                  <c:v>3208.6219999999998</c:v>
                </c:pt>
                <c:pt idx="5827">
                  <c:v>3209.1039999999998</c:v>
                </c:pt>
                <c:pt idx="5828">
                  <c:v>3209.5859999999998</c:v>
                </c:pt>
                <c:pt idx="5829">
                  <c:v>3210.0680000000002</c:v>
                </c:pt>
                <c:pt idx="5830">
                  <c:v>3210.55</c:v>
                </c:pt>
                <c:pt idx="5831">
                  <c:v>3211.0320000000002</c:v>
                </c:pt>
                <c:pt idx="5832">
                  <c:v>3211.5149999999999</c:v>
                </c:pt>
                <c:pt idx="5833">
                  <c:v>3211.9969999999998</c:v>
                </c:pt>
                <c:pt idx="5834">
                  <c:v>3212.4789999999998</c:v>
                </c:pt>
                <c:pt idx="5835">
                  <c:v>3212.9609999999998</c:v>
                </c:pt>
                <c:pt idx="5836">
                  <c:v>3213.4430000000002</c:v>
                </c:pt>
                <c:pt idx="5837">
                  <c:v>3213.9250000000002</c:v>
                </c:pt>
                <c:pt idx="5838">
                  <c:v>3214.4070000000002</c:v>
                </c:pt>
                <c:pt idx="5839">
                  <c:v>3214.89</c:v>
                </c:pt>
                <c:pt idx="5840">
                  <c:v>3215.3719999999998</c:v>
                </c:pt>
                <c:pt idx="5841">
                  <c:v>3215.8539999999998</c:v>
                </c:pt>
                <c:pt idx="5842">
                  <c:v>3216.3359999999998</c:v>
                </c:pt>
                <c:pt idx="5843">
                  <c:v>3216.8180000000002</c:v>
                </c:pt>
                <c:pt idx="5844">
                  <c:v>3217.3</c:v>
                </c:pt>
                <c:pt idx="5845">
                  <c:v>3217.7820000000002</c:v>
                </c:pt>
                <c:pt idx="5846">
                  <c:v>3218.2640000000001</c:v>
                </c:pt>
                <c:pt idx="5847">
                  <c:v>3218.7469999999998</c:v>
                </c:pt>
                <c:pt idx="5848">
                  <c:v>3219.2289999999998</c:v>
                </c:pt>
                <c:pt idx="5849">
                  <c:v>3219.7109999999998</c:v>
                </c:pt>
                <c:pt idx="5850">
                  <c:v>3220.1930000000002</c:v>
                </c:pt>
                <c:pt idx="5851">
                  <c:v>3220.6750000000002</c:v>
                </c:pt>
                <c:pt idx="5852">
                  <c:v>3221.1570000000002</c:v>
                </c:pt>
                <c:pt idx="5853">
                  <c:v>3221.6390000000001</c:v>
                </c:pt>
                <c:pt idx="5854">
                  <c:v>3222.1219999999998</c:v>
                </c:pt>
                <c:pt idx="5855">
                  <c:v>3222.6039999999998</c:v>
                </c:pt>
                <c:pt idx="5856">
                  <c:v>3223.0859999999998</c:v>
                </c:pt>
                <c:pt idx="5857">
                  <c:v>3223.5680000000002</c:v>
                </c:pt>
                <c:pt idx="5858">
                  <c:v>3224.05</c:v>
                </c:pt>
                <c:pt idx="5859">
                  <c:v>3224.5320000000002</c:v>
                </c:pt>
                <c:pt idx="5860">
                  <c:v>3225.0140000000001</c:v>
                </c:pt>
                <c:pt idx="5861">
                  <c:v>3225.4969999999998</c:v>
                </c:pt>
                <c:pt idx="5862">
                  <c:v>3225.9789999999998</c:v>
                </c:pt>
                <c:pt idx="5863">
                  <c:v>3226.4609999999998</c:v>
                </c:pt>
                <c:pt idx="5864">
                  <c:v>3226.9430000000002</c:v>
                </c:pt>
                <c:pt idx="5865">
                  <c:v>3227.4250000000002</c:v>
                </c:pt>
                <c:pt idx="5866">
                  <c:v>3227.9070000000002</c:v>
                </c:pt>
                <c:pt idx="5867">
                  <c:v>3228.3890000000001</c:v>
                </c:pt>
                <c:pt idx="5868">
                  <c:v>3228.8719999999998</c:v>
                </c:pt>
                <c:pt idx="5869">
                  <c:v>3229.3539999999998</c:v>
                </c:pt>
                <c:pt idx="5870">
                  <c:v>3229.8359999999998</c:v>
                </c:pt>
                <c:pt idx="5871">
                  <c:v>3230.3180000000002</c:v>
                </c:pt>
                <c:pt idx="5872">
                  <c:v>3230.8</c:v>
                </c:pt>
                <c:pt idx="5873">
                  <c:v>3231.2820000000002</c:v>
                </c:pt>
                <c:pt idx="5874">
                  <c:v>3231.7640000000001</c:v>
                </c:pt>
                <c:pt idx="5875">
                  <c:v>3232.2469999999998</c:v>
                </c:pt>
                <c:pt idx="5876">
                  <c:v>3232.7289999999998</c:v>
                </c:pt>
                <c:pt idx="5877">
                  <c:v>3233.2109999999998</c:v>
                </c:pt>
                <c:pt idx="5878">
                  <c:v>3233.6930000000002</c:v>
                </c:pt>
                <c:pt idx="5879">
                  <c:v>3234.1750000000002</c:v>
                </c:pt>
                <c:pt idx="5880">
                  <c:v>3234.6570000000002</c:v>
                </c:pt>
                <c:pt idx="5881">
                  <c:v>3235.1390000000001</c:v>
                </c:pt>
                <c:pt idx="5882">
                  <c:v>3235.6210000000001</c:v>
                </c:pt>
                <c:pt idx="5883">
                  <c:v>3236.1039999999998</c:v>
                </c:pt>
                <c:pt idx="5884">
                  <c:v>3236.5859999999998</c:v>
                </c:pt>
                <c:pt idx="5885">
                  <c:v>3237.0680000000002</c:v>
                </c:pt>
                <c:pt idx="5886">
                  <c:v>3237.55</c:v>
                </c:pt>
                <c:pt idx="5887">
                  <c:v>3238.0320000000002</c:v>
                </c:pt>
                <c:pt idx="5888">
                  <c:v>3238.5140000000001</c:v>
                </c:pt>
                <c:pt idx="5889">
                  <c:v>3238.9960000000001</c:v>
                </c:pt>
                <c:pt idx="5890">
                  <c:v>3239.4789999999998</c:v>
                </c:pt>
                <c:pt idx="5891">
                  <c:v>3239.9609999999998</c:v>
                </c:pt>
                <c:pt idx="5892">
                  <c:v>3240.4430000000002</c:v>
                </c:pt>
                <c:pt idx="5893">
                  <c:v>3240.9250000000002</c:v>
                </c:pt>
                <c:pt idx="5894">
                  <c:v>3241.4070000000002</c:v>
                </c:pt>
                <c:pt idx="5895">
                  <c:v>3241.8890000000001</c:v>
                </c:pt>
                <c:pt idx="5896">
                  <c:v>3242.3710000000001</c:v>
                </c:pt>
                <c:pt idx="5897">
                  <c:v>3242.8539999999998</c:v>
                </c:pt>
                <c:pt idx="5898">
                  <c:v>3243.3359999999998</c:v>
                </c:pt>
                <c:pt idx="5899">
                  <c:v>3243.8180000000002</c:v>
                </c:pt>
                <c:pt idx="5900">
                  <c:v>3244.3</c:v>
                </c:pt>
                <c:pt idx="5901">
                  <c:v>3244.7820000000002</c:v>
                </c:pt>
                <c:pt idx="5902">
                  <c:v>3245.2640000000001</c:v>
                </c:pt>
                <c:pt idx="5903">
                  <c:v>3245.7460000000001</c:v>
                </c:pt>
                <c:pt idx="5904">
                  <c:v>3246.2289999999998</c:v>
                </c:pt>
                <c:pt idx="5905">
                  <c:v>3246.7109999999998</c:v>
                </c:pt>
                <c:pt idx="5906">
                  <c:v>3247.1930000000002</c:v>
                </c:pt>
                <c:pt idx="5907">
                  <c:v>3247.6750000000002</c:v>
                </c:pt>
                <c:pt idx="5908">
                  <c:v>3248.1570000000002</c:v>
                </c:pt>
                <c:pt idx="5909">
                  <c:v>3248.6390000000001</c:v>
                </c:pt>
                <c:pt idx="5910">
                  <c:v>3249.1210000000001</c:v>
                </c:pt>
                <c:pt idx="5911">
                  <c:v>3249.6039999999998</c:v>
                </c:pt>
                <c:pt idx="5912">
                  <c:v>3250.085</c:v>
                </c:pt>
                <c:pt idx="5913">
                  <c:v>3250.5680000000002</c:v>
                </c:pt>
                <c:pt idx="5914">
                  <c:v>3251.05</c:v>
                </c:pt>
                <c:pt idx="5915">
                  <c:v>3251.5320000000002</c:v>
                </c:pt>
                <c:pt idx="5916">
                  <c:v>3252.0140000000001</c:v>
                </c:pt>
                <c:pt idx="5917">
                  <c:v>3252.4960000000001</c:v>
                </c:pt>
                <c:pt idx="5918">
                  <c:v>3252.9780000000001</c:v>
                </c:pt>
                <c:pt idx="5919">
                  <c:v>3253.46</c:v>
                </c:pt>
                <c:pt idx="5920">
                  <c:v>3253.9430000000002</c:v>
                </c:pt>
                <c:pt idx="5921">
                  <c:v>3254.4250000000002</c:v>
                </c:pt>
                <c:pt idx="5922">
                  <c:v>3254.9070000000002</c:v>
                </c:pt>
                <c:pt idx="5923">
                  <c:v>3255.3890000000001</c:v>
                </c:pt>
                <c:pt idx="5924">
                  <c:v>3255.8710000000001</c:v>
                </c:pt>
                <c:pt idx="5925">
                  <c:v>3256.3530000000001</c:v>
                </c:pt>
                <c:pt idx="5926">
                  <c:v>3256.835</c:v>
                </c:pt>
                <c:pt idx="5927">
                  <c:v>3257.3180000000002</c:v>
                </c:pt>
                <c:pt idx="5928">
                  <c:v>3257.8</c:v>
                </c:pt>
                <c:pt idx="5929">
                  <c:v>3258.2820000000002</c:v>
                </c:pt>
                <c:pt idx="5930">
                  <c:v>3258.7640000000001</c:v>
                </c:pt>
                <c:pt idx="5931">
                  <c:v>3259.2460000000001</c:v>
                </c:pt>
                <c:pt idx="5932">
                  <c:v>3259.7280000000001</c:v>
                </c:pt>
                <c:pt idx="5933">
                  <c:v>3260.21</c:v>
                </c:pt>
                <c:pt idx="5934">
                  <c:v>3260.6930000000002</c:v>
                </c:pt>
                <c:pt idx="5935">
                  <c:v>3261.1750000000002</c:v>
                </c:pt>
                <c:pt idx="5936">
                  <c:v>3261.6570000000002</c:v>
                </c:pt>
                <c:pt idx="5937">
                  <c:v>3262.1390000000001</c:v>
                </c:pt>
                <c:pt idx="5938">
                  <c:v>3262.6210000000001</c:v>
                </c:pt>
                <c:pt idx="5939">
                  <c:v>3263.1030000000001</c:v>
                </c:pt>
                <c:pt idx="5940">
                  <c:v>3263.585</c:v>
                </c:pt>
                <c:pt idx="5941">
                  <c:v>3264.0680000000002</c:v>
                </c:pt>
                <c:pt idx="5942">
                  <c:v>3264.55</c:v>
                </c:pt>
                <c:pt idx="5943">
                  <c:v>3265.0320000000002</c:v>
                </c:pt>
                <c:pt idx="5944">
                  <c:v>3265.5140000000001</c:v>
                </c:pt>
                <c:pt idx="5945">
                  <c:v>3265.9960000000001</c:v>
                </c:pt>
                <c:pt idx="5946">
                  <c:v>3266.4780000000001</c:v>
                </c:pt>
                <c:pt idx="5947">
                  <c:v>3266.96</c:v>
                </c:pt>
                <c:pt idx="5948">
                  <c:v>3267.442</c:v>
                </c:pt>
                <c:pt idx="5949">
                  <c:v>3267.9250000000002</c:v>
                </c:pt>
                <c:pt idx="5950">
                  <c:v>3268.4070000000002</c:v>
                </c:pt>
                <c:pt idx="5951">
                  <c:v>3268.8890000000001</c:v>
                </c:pt>
                <c:pt idx="5952">
                  <c:v>3269.3710000000001</c:v>
                </c:pt>
                <c:pt idx="5953">
                  <c:v>3269.8530000000001</c:v>
                </c:pt>
                <c:pt idx="5954">
                  <c:v>3270.335</c:v>
                </c:pt>
                <c:pt idx="5955">
                  <c:v>3270.817</c:v>
                </c:pt>
                <c:pt idx="5956">
                  <c:v>3271.3</c:v>
                </c:pt>
                <c:pt idx="5957">
                  <c:v>3271.7820000000002</c:v>
                </c:pt>
                <c:pt idx="5958">
                  <c:v>3272.2640000000001</c:v>
                </c:pt>
                <c:pt idx="5959">
                  <c:v>3272.7460000000001</c:v>
                </c:pt>
                <c:pt idx="5960">
                  <c:v>3273.2280000000001</c:v>
                </c:pt>
                <c:pt idx="5961">
                  <c:v>3273.71</c:v>
                </c:pt>
                <c:pt idx="5962">
                  <c:v>3274.192</c:v>
                </c:pt>
                <c:pt idx="5963">
                  <c:v>3274.6750000000002</c:v>
                </c:pt>
                <c:pt idx="5964">
                  <c:v>3275.1570000000002</c:v>
                </c:pt>
                <c:pt idx="5965">
                  <c:v>3275.6390000000001</c:v>
                </c:pt>
                <c:pt idx="5966">
                  <c:v>3276.1210000000001</c:v>
                </c:pt>
                <c:pt idx="5967">
                  <c:v>3276.6030000000001</c:v>
                </c:pt>
                <c:pt idx="5968">
                  <c:v>3277.085</c:v>
                </c:pt>
                <c:pt idx="5969">
                  <c:v>3277.567</c:v>
                </c:pt>
                <c:pt idx="5970">
                  <c:v>3278.05</c:v>
                </c:pt>
                <c:pt idx="5971">
                  <c:v>3278.5320000000002</c:v>
                </c:pt>
                <c:pt idx="5972">
                  <c:v>3279.0140000000001</c:v>
                </c:pt>
                <c:pt idx="5973">
                  <c:v>3279.4960000000001</c:v>
                </c:pt>
                <c:pt idx="5974">
                  <c:v>3279.9780000000001</c:v>
                </c:pt>
                <c:pt idx="5975">
                  <c:v>3280.46</c:v>
                </c:pt>
                <c:pt idx="5976">
                  <c:v>3280.942</c:v>
                </c:pt>
                <c:pt idx="5977">
                  <c:v>3281.4250000000002</c:v>
                </c:pt>
                <c:pt idx="5978">
                  <c:v>3281.9059999999999</c:v>
                </c:pt>
                <c:pt idx="5979">
                  <c:v>3282.3890000000001</c:v>
                </c:pt>
                <c:pt idx="5980">
                  <c:v>3282.8710000000001</c:v>
                </c:pt>
                <c:pt idx="5981">
                  <c:v>3283.3530000000001</c:v>
                </c:pt>
                <c:pt idx="5982">
                  <c:v>3283.835</c:v>
                </c:pt>
                <c:pt idx="5983">
                  <c:v>3284.317</c:v>
                </c:pt>
                <c:pt idx="5984">
                  <c:v>3284.799</c:v>
                </c:pt>
                <c:pt idx="5985">
                  <c:v>3285.2809999999999</c:v>
                </c:pt>
                <c:pt idx="5986">
                  <c:v>3285.7640000000001</c:v>
                </c:pt>
                <c:pt idx="5987">
                  <c:v>3286.2460000000001</c:v>
                </c:pt>
                <c:pt idx="5988">
                  <c:v>3286.7280000000001</c:v>
                </c:pt>
                <c:pt idx="5989">
                  <c:v>3287.21</c:v>
                </c:pt>
                <c:pt idx="5990">
                  <c:v>3287.692</c:v>
                </c:pt>
                <c:pt idx="5991">
                  <c:v>3288.174</c:v>
                </c:pt>
                <c:pt idx="5992">
                  <c:v>3288.6559999999999</c:v>
                </c:pt>
                <c:pt idx="5993">
                  <c:v>3289.1390000000001</c:v>
                </c:pt>
                <c:pt idx="5994">
                  <c:v>3289.6210000000001</c:v>
                </c:pt>
                <c:pt idx="5995">
                  <c:v>3290.1030000000001</c:v>
                </c:pt>
                <c:pt idx="5996">
                  <c:v>3290.585</c:v>
                </c:pt>
                <c:pt idx="5997">
                  <c:v>3291.067</c:v>
                </c:pt>
                <c:pt idx="5998">
                  <c:v>3291.549</c:v>
                </c:pt>
                <c:pt idx="5999">
                  <c:v>3292.0309999999999</c:v>
                </c:pt>
                <c:pt idx="6000">
                  <c:v>3292.5140000000001</c:v>
                </c:pt>
                <c:pt idx="6001">
                  <c:v>3292.9960000000001</c:v>
                </c:pt>
                <c:pt idx="6002">
                  <c:v>3293.4780000000001</c:v>
                </c:pt>
                <c:pt idx="6003">
                  <c:v>3293.96</c:v>
                </c:pt>
                <c:pt idx="6004">
                  <c:v>3294.442</c:v>
                </c:pt>
                <c:pt idx="6005">
                  <c:v>3294.924</c:v>
                </c:pt>
                <c:pt idx="6006">
                  <c:v>3295.4059999999999</c:v>
                </c:pt>
                <c:pt idx="6007">
                  <c:v>3295.8890000000001</c:v>
                </c:pt>
                <c:pt idx="6008">
                  <c:v>3296.3710000000001</c:v>
                </c:pt>
                <c:pt idx="6009">
                  <c:v>3296.8530000000001</c:v>
                </c:pt>
                <c:pt idx="6010">
                  <c:v>3297.335</c:v>
                </c:pt>
                <c:pt idx="6011">
                  <c:v>3297.817</c:v>
                </c:pt>
                <c:pt idx="6012">
                  <c:v>3298.299</c:v>
                </c:pt>
                <c:pt idx="6013">
                  <c:v>3298.7809999999999</c:v>
                </c:pt>
                <c:pt idx="6014">
                  <c:v>3299.2629999999999</c:v>
                </c:pt>
                <c:pt idx="6015">
                  <c:v>3299.7460000000001</c:v>
                </c:pt>
                <c:pt idx="6016">
                  <c:v>3300.2280000000001</c:v>
                </c:pt>
                <c:pt idx="6017">
                  <c:v>3300.71</c:v>
                </c:pt>
                <c:pt idx="6018">
                  <c:v>3301.192</c:v>
                </c:pt>
                <c:pt idx="6019">
                  <c:v>3301.674</c:v>
                </c:pt>
                <c:pt idx="6020">
                  <c:v>3302.1559999999999</c:v>
                </c:pt>
                <c:pt idx="6021">
                  <c:v>3302.6379999999999</c:v>
                </c:pt>
                <c:pt idx="6022">
                  <c:v>3303.1210000000001</c:v>
                </c:pt>
                <c:pt idx="6023">
                  <c:v>3303.6030000000001</c:v>
                </c:pt>
                <c:pt idx="6024">
                  <c:v>3304.085</c:v>
                </c:pt>
                <c:pt idx="6025">
                  <c:v>3304.567</c:v>
                </c:pt>
                <c:pt idx="6026">
                  <c:v>3305.049</c:v>
                </c:pt>
                <c:pt idx="6027">
                  <c:v>3305.5309999999999</c:v>
                </c:pt>
                <c:pt idx="6028">
                  <c:v>3306.0129999999999</c:v>
                </c:pt>
                <c:pt idx="6029">
                  <c:v>3306.4960000000001</c:v>
                </c:pt>
                <c:pt idx="6030">
                  <c:v>3306.9780000000001</c:v>
                </c:pt>
                <c:pt idx="6031">
                  <c:v>3307.46</c:v>
                </c:pt>
                <c:pt idx="6032">
                  <c:v>3307.942</c:v>
                </c:pt>
                <c:pt idx="6033">
                  <c:v>3308.424</c:v>
                </c:pt>
                <c:pt idx="6034">
                  <c:v>3308.9059999999999</c:v>
                </c:pt>
                <c:pt idx="6035">
                  <c:v>3309.3879999999999</c:v>
                </c:pt>
                <c:pt idx="6036">
                  <c:v>3309.8710000000001</c:v>
                </c:pt>
                <c:pt idx="6037">
                  <c:v>3310.3530000000001</c:v>
                </c:pt>
                <c:pt idx="6038">
                  <c:v>3310.835</c:v>
                </c:pt>
                <c:pt idx="6039">
                  <c:v>3311.317</c:v>
                </c:pt>
                <c:pt idx="6040">
                  <c:v>3311.799</c:v>
                </c:pt>
                <c:pt idx="6041">
                  <c:v>3312.2809999999999</c:v>
                </c:pt>
                <c:pt idx="6042">
                  <c:v>3312.7629999999999</c:v>
                </c:pt>
                <c:pt idx="6043">
                  <c:v>3313.2460000000001</c:v>
                </c:pt>
                <c:pt idx="6044">
                  <c:v>3313.7280000000001</c:v>
                </c:pt>
                <c:pt idx="6045">
                  <c:v>3314.21</c:v>
                </c:pt>
                <c:pt idx="6046">
                  <c:v>3314.692</c:v>
                </c:pt>
                <c:pt idx="6047">
                  <c:v>3315.174</c:v>
                </c:pt>
                <c:pt idx="6048">
                  <c:v>3315.6559999999999</c:v>
                </c:pt>
                <c:pt idx="6049">
                  <c:v>3316.1379999999999</c:v>
                </c:pt>
                <c:pt idx="6050">
                  <c:v>3316.62</c:v>
                </c:pt>
                <c:pt idx="6051">
                  <c:v>3317.1030000000001</c:v>
                </c:pt>
                <c:pt idx="6052">
                  <c:v>3317.585</c:v>
                </c:pt>
                <c:pt idx="6053">
                  <c:v>3318.067</c:v>
                </c:pt>
                <c:pt idx="6054">
                  <c:v>3318.549</c:v>
                </c:pt>
                <c:pt idx="6055">
                  <c:v>3319.0309999999999</c:v>
                </c:pt>
                <c:pt idx="6056">
                  <c:v>3319.5129999999999</c:v>
                </c:pt>
                <c:pt idx="6057">
                  <c:v>3319.9949999999999</c:v>
                </c:pt>
                <c:pt idx="6058">
                  <c:v>3320.4780000000001</c:v>
                </c:pt>
                <c:pt idx="6059">
                  <c:v>3320.96</c:v>
                </c:pt>
                <c:pt idx="6060">
                  <c:v>3321.442</c:v>
                </c:pt>
                <c:pt idx="6061">
                  <c:v>3321.924</c:v>
                </c:pt>
                <c:pt idx="6062">
                  <c:v>3322.4059999999999</c:v>
                </c:pt>
                <c:pt idx="6063">
                  <c:v>3322.8879999999999</c:v>
                </c:pt>
                <c:pt idx="6064">
                  <c:v>3323.37</c:v>
                </c:pt>
                <c:pt idx="6065">
                  <c:v>3323.8530000000001</c:v>
                </c:pt>
                <c:pt idx="6066">
                  <c:v>3324.335</c:v>
                </c:pt>
                <c:pt idx="6067">
                  <c:v>3324.817</c:v>
                </c:pt>
                <c:pt idx="6068">
                  <c:v>3325.299</c:v>
                </c:pt>
                <c:pt idx="6069">
                  <c:v>3325.7809999999999</c:v>
                </c:pt>
                <c:pt idx="6070">
                  <c:v>3326.2629999999999</c:v>
                </c:pt>
                <c:pt idx="6071">
                  <c:v>3326.7449999999999</c:v>
                </c:pt>
                <c:pt idx="6072">
                  <c:v>3327.2280000000001</c:v>
                </c:pt>
                <c:pt idx="6073">
                  <c:v>3327.71</c:v>
                </c:pt>
                <c:pt idx="6074">
                  <c:v>3328.192</c:v>
                </c:pt>
                <c:pt idx="6075">
                  <c:v>3328.674</c:v>
                </c:pt>
                <c:pt idx="6076">
                  <c:v>3329.1559999999999</c:v>
                </c:pt>
                <c:pt idx="6077">
                  <c:v>3329.6379999999999</c:v>
                </c:pt>
                <c:pt idx="6078">
                  <c:v>3330.12</c:v>
                </c:pt>
                <c:pt idx="6079">
                  <c:v>3330.6030000000001</c:v>
                </c:pt>
                <c:pt idx="6080">
                  <c:v>3331.0839999999998</c:v>
                </c:pt>
                <c:pt idx="6081">
                  <c:v>3331.567</c:v>
                </c:pt>
                <c:pt idx="6082">
                  <c:v>3332.049</c:v>
                </c:pt>
                <c:pt idx="6083">
                  <c:v>3332.5309999999999</c:v>
                </c:pt>
                <c:pt idx="6084">
                  <c:v>3333.0129999999999</c:v>
                </c:pt>
                <c:pt idx="6085">
                  <c:v>3333.4949999999999</c:v>
                </c:pt>
                <c:pt idx="6086">
                  <c:v>3333.9769999999999</c:v>
                </c:pt>
                <c:pt idx="6087">
                  <c:v>3334.4589999999998</c:v>
                </c:pt>
                <c:pt idx="6088">
                  <c:v>3334.942</c:v>
                </c:pt>
                <c:pt idx="6089">
                  <c:v>3335.424</c:v>
                </c:pt>
                <c:pt idx="6090">
                  <c:v>3335.9059999999999</c:v>
                </c:pt>
                <c:pt idx="6091">
                  <c:v>3336.3879999999999</c:v>
                </c:pt>
                <c:pt idx="6092">
                  <c:v>3336.87</c:v>
                </c:pt>
                <c:pt idx="6093">
                  <c:v>3337.3519999999999</c:v>
                </c:pt>
                <c:pt idx="6094">
                  <c:v>3337.8339999999998</c:v>
                </c:pt>
                <c:pt idx="6095">
                  <c:v>3338.317</c:v>
                </c:pt>
                <c:pt idx="6096">
                  <c:v>3338.799</c:v>
                </c:pt>
                <c:pt idx="6097">
                  <c:v>3339.2809999999999</c:v>
                </c:pt>
                <c:pt idx="6098">
                  <c:v>3339.7629999999999</c:v>
                </c:pt>
                <c:pt idx="6099">
                  <c:v>3340.2449999999999</c:v>
                </c:pt>
                <c:pt idx="6100">
                  <c:v>3340.7269999999999</c:v>
                </c:pt>
                <c:pt idx="6101">
                  <c:v>3341.2089999999998</c:v>
                </c:pt>
                <c:pt idx="6102">
                  <c:v>3341.692</c:v>
                </c:pt>
                <c:pt idx="6103">
                  <c:v>3342.174</c:v>
                </c:pt>
                <c:pt idx="6104">
                  <c:v>3342.6559999999999</c:v>
                </c:pt>
                <c:pt idx="6105">
                  <c:v>3343.1379999999999</c:v>
                </c:pt>
                <c:pt idx="6106">
                  <c:v>3343.62</c:v>
                </c:pt>
                <c:pt idx="6107">
                  <c:v>3344.1019999999999</c:v>
                </c:pt>
                <c:pt idx="6108">
                  <c:v>3344.5839999999998</c:v>
                </c:pt>
                <c:pt idx="6109">
                  <c:v>3345.067</c:v>
                </c:pt>
                <c:pt idx="6110">
                  <c:v>3345.549</c:v>
                </c:pt>
                <c:pt idx="6111">
                  <c:v>3346.0309999999999</c:v>
                </c:pt>
                <c:pt idx="6112">
                  <c:v>3346.5129999999999</c:v>
                </c:pt>
                <c:pt idx="6113">
                  <c:v>3346.9949999999999</c:v>
                </c:pt>
                <c:pt idx="6114">
                  <c:v>3347.4769999999999</c:v>
                </c:pt>
                <c:pt idx="6115">
                  <c:v>3347.9589999999998</c:v>
                </c:pt>
                <c:pt idx="6116">
                  <c:v>3348.4409999999998</c:v>
                </c:pt>
                <c:pt idx="6117">
                  <c:v>3348.924</c:v>
                </c:pt>
                <c:pt idx="6118">
                  <c:v>3349.4059999999999</c:v>
                </c:pt>
                <c:pt idx="6119">
                  <c:v>3349.8879999999999</c:v>
                </c:pt>
                <c:pt idx="6120">
                  <c:v>3350.37</c:v>
                </c:pt>
                <c:pt idx="6121">
                  <c:v>3350.8519999999999</c:v>
                </c:pt>
                <c:pt idx="6122">
                  <c:v>3351.3339999999998</c:v>
                </c:pt>
                <c:pt idx="6123">
                  <c:v>3351.8159999999998</c:v>
                </c:pt>
                <c:pt idx="6124">
                  <c:v>3352.299</c:v>
                </c:pt>
                <c:pt idx="6125">
                  <c:v>3352.7809999999999</c:v>
                </c:pt>
                <c:pt idx="6126">
                  <c:v>3353.2629999999999</c:v>
                </c:pt>
                <c:pt idx="6127">
                  <c:v>3353.7449999999999</c:v>
                </c:pt>
                <c:pt idx="6128">
                  <c:v>3354.2269999999999</c:v>
                </c:pt>
                <c:pt idx="6129">
                  <c:v>3354.7089999999998</c:v>
                </c:pt>
                <c:pt idx="6130">
                  <c:v>3355.1909999999998</c:v>
                </c:pt>
                <c:pt idx="6131">
                  <c:v>3355.674</c:v>
                </c:pt>
                <c:pt idx="6132">
                  <c:v>3356.1559999999999</c:v>
                </c:pt>
                <c:pt idx="6133">
                  <c:v>3356.6379999999999</c:v>
                </c:pt>
                <c:pt idx="6134">
                  <c:v>3357.12</c:v>
                </c:pt>
                <c:pt idx="6135">
                  <c:v>3357.6019999999999</c:v>
                </c:pt>
                <c:pt idx="6136">
                  <c:v>3358.0839999999998</c:v>
                </c:pt>
                <c:pt idx="6137">
                  <c:v>3358.5659999999998</c:v>
                </c:pt>
                <c:pt idx="6138">
                  <c:v>3359.049</c:v>
                </c:pt>
                <c:pt idx="6139">
                  <c:v>3359.5309999999999</c:v>
                </c:pt>
                <c:pt idx="6140">
                  <c:v>3360.0129999999999</c:v>
                </c:pt>
                <c:pt idx="6141">
                  <c:v>3360.4949999999999</c:v>
                </c:pt>
                <c:pt idx="6142">
                  <c:v>3360.9769999999999</c:v>
                </c:pt>
                <c:pt idx="6143">
                  <c:v>3361.4589999999998</c:v>
                </c:pt>
                <c:pt idx="6144">
                  <c:v>3361.9409999999998</c:v>
                </c:pt>
                <c:pt idx="6145">
                  <c:v>3362.424</c:v>
                </c:pt>
                <c:pt idx="6146">
                  <c:v>3362.9059999999999</c:v>
                </c:pt>
                <c:pt idx="6147">
                  <c:v>3363.3879999999999</c:v>
                </c:pt>
                <c:pt idx="6148">
                  <c:v>3363.87</c:v>
                </c:pt>
                <c:pt idx="6149">
                  <c:v>3364.3519999999999</c:v>
                </c:pt>
                <c:pt idx="6150">
                  <c:v>3364.8339999999998</c:v>
                </c:pt>
                <c:pt idx="6151">
                  <c:v>3365.3159999999998</c:v>
                </c:pt>
                <c:pt idx="6152">
                  <c:v>3365.7979999999998</c:v>
                </c:pt>
                <c:pt idx="6153">
                  <c:v>3366.2809999999999</c:v>
                </c:pt>
                <c:pt idx="6154">
                  <c:v>3366.7629999999999</c:v>
                </c:pt>
                <c:pt idx="6155">
                  <c:v>3367.2449999999999</c:v>
                </c:pt>
                <c:pt idx="6156">
                  <c:v>3367.7269999999999</c:v>
                </c:pt>
                <c:pt idx="6157">
                  <c:v>3368.2089999999998</c:v>
                </c:pt>
                <c:pt idx="6158">
                  <c:v>3368.6909999999998</c:v>
                </c:pt>
                <c:pt idx="6159">
                  <c:v>3369.1729999999998</c:v>
                </c:pt>
                <c:pt idx="6160">
                  <c:v>3369.6559999999999</c:v>
                </c:pt>
                <c:pt idx="6161">
                  <c:v>3370.1379999999999</c:v>
                </c:pt>
                <c:pt idx="6162">
                  <c:v>3370.62</c:v>
                </c:pt>
                <c:pt idx="6163">
                  <c:v>3371.1019999999999</c:v>
                </c:pt>
                <c:pt idx="6164">
                  <c:v>3371.5839999999998</c:v>
                </c:pt>
                <c:pt idx="6165">
                  <c:v>3372.0659999999998</c:v>
                </c:pt>
                <c:pt idx="6166">
                  <c:v>3372.5479999999998</c:v>
                </c:pt>
                <c:pt idx="6167">
                  <c:v>3373.0309999999999</c:v>
                </c:pt>
                <c:pt idx="6168">
                  <c:v>3373.5129999999999</c:v>
                </c:pt>
                <c:pt idx="6169">
                  <c:v>3373.9949999999999</c:v>
                </c:pt>
                <c:pt idx="6170">
                  <c:v>3374.4769999999999</c:v>
                </c:pt>
                <c:pt idx="6171">
                  <c:v>3374.9589999999998</c:v>
                </c:pt>
                <c:pt idx="6172">
                  <c:v>3375.4409999999998</c:v>
                </c:pt>
                <c:pt idx="6173">
                  <c:v>3375.9229999999998</c:v>
                </c:pt>
                <c:pt idx="6174">
                  <c:v>3376.4059999999999</c:v>
                </c:pt>
                <c:pt idx="6175">
                  <c:v>3376.8879999999999</c:v>
                </c:pt>
                <c:pt idx="6176">
                  <c:v>3377.37</c:v>
                </c:pt>
                <c:pt idx="6177">
                  <c:v>3377.8519999999999</c:v>
                </c:pt>
                <c:pt idx="6178">
                  <c:v>3378.3339999999998</c:v>
                </c:pt>
                <c:pt idx="6179">
                  <c:v>3378.8159999999998</c:v>
                </c:pt>
                <c:pt idx="6180">
                  <c:v>3379.2979999999998</c:v>
                </c:pt>
                <c:pt idx="6181">
                  <c:v>3379.7809999999999</c:v>
                </c:pt>
                <c:pt idx="6182">
                  <c:v>3380.2620000000002</c:v>
                </c:pt>
                <c:pt idx="6183">
                  <c:v>3380.7449999999999</c:v>
                </c:pt>
                <c:pt idx="6184">
                  <c:v>3381.2269999999999</c:v>
                </c:pt>
                <c:pt idx="6185">
                  <c:v>3381.7089999999998</c:v>
                </c:pt>
                <c:pt idx="6186">
                  <c:v>3382.1909999999998</c:v>
                </c:pt>
                <c:pt idx="6187">
                  <c:v>3382.6729999999998</c:v>
                </c:pt>
                <c:pt idx="6188">
                  <c:v>3383.1550000000002</c:v>
                </c:pt>
                <c:pt idx="6189">
                  <c:v>3383.6370000000002</c:v>
                </c:pt>
                <c:pt idx="6190">
                  <c:v>3384.12</c:v>
                </c:pt>
                <c:pt idx="6191">
                  <c:v>3384.6019999999999</c:v>
                </c:pt>
                <c:pt idx="6192">
                  <c:v>3385.0839999999998</c:v>
                </c:pt>
                <c:pt idx="6193">
                  <c:v>3385.5659999999998</c:v>
                </c:pt>
                <c:pt idx="6194">
                  <c:v>3386.0479999999998</c:v>
                </c:pt>
                <c:pt idx="6195">
                  <c:v>3386.53</c:v>
                </c:pt>
                <c:pt idx="6196">
                  <c:v>3387.0120000000002</c:v>
                </c:pt>
                <c:pt idx="6197">
                  <c:v>3387.4949999999999</c:v>
                </c:pt>
                <c:pt idx="6198">
                  <c:v>3387.9769999999999</c:v>
                </c:pt>
                <c:pt idx="6199">
                  <c:v>3388.4589999999998</c:v>
                </c:pt>
                <c:pt idx="6200">
                  <c:v>3388.9409999999998</c:v>
                </c:pt>
                <c:pt idx="6201">
                  <c:v>3389.4229999999998</c:v>
                </c:pt>
                <c:pt idx="6202">
                  <c:v>3389.9050000000002</c:v>
                </c:pt>
                <c:pt idx="6203">
                  <c:v>3390.3870000000002</c:v>
                </c:pt>
                <c:pt idx="6204">
                  <c:v>3390.87</c:v>
                </c:pt>
                <c:pt idx="6205">
                  <c:v>3391.3519999999999</c:v>
                </c:pt>
                <c:pt idx="6206">
                  <c:v>3391.8339999999998</c:v>
                </c:pt>
                <c:pt idx="6207">
                  <c:v>3392.3159999999998</c:v>
                </c:pt>
                <c:pt idx="6208">
                  <c:v>3392.7979999999998</c:v>
                </c:pt>
                <c:pt idx="6209">
                  <c:v>3393.28</c:v>
                </c:pt>
                <c:pt idx="6210">
                  <c:v>3393.7620000000002</c:v>
                </c:pt>
                <c:pt idx="6211">
                  <c:v>3394.2449999999999</c:v>
                </c:pt>
                <c:pt idx="6212">
                  <c:v>3394.7269999999999</c:v>
                </c:pt>
                <c:pt idx="6213">
                  <c:v>3395.2089999999998</c:v>
                </c:pt>
                <c:pt idx="6214">
                  <c:v>3395.6909999999998</c:v>
                </c:pt>
                <c:pt idx="6215">
                  <c:v>3396.1729999999998</c:v>
                </c:pt>
                <c:pt idx="6216">
                  <c:v>3396.6550000000002</c:v>
                </c:pt>
                <c:pt idx="6217">
                  <c:v>3397.1370000000002</c:v>
                </c:pt>
                <c:pt idx="6218">
                  <c:v>3397.6190000000001</c:v>
                </c:pt>
                <c:pt idx="6219">
                  <c:v>3398.1019999999999</c:v>
                </c:pt>
                <c:pt idx="6220">
                  <c:v>3398.5839999999998</c:v>
                </c:pt>
                <c:pt idx="6221">
                  <c:v>3399.0659999999998</c:v>
                </c:pt>
                <c:pt idx="6222">
                  <c:v>3399.5479999999998</c:v>
                </c:pt>
                <c:pt idx="6223">
                  <c:v>3400.03</c:v>
                </c:pt>
                <c:pt idx="6224">
                  <c:v>3400.5120000000002</c:v>
                </c:pt>
                <c:pt idx="6225">
                  <c:v>3400.9940000000001</c:v>
                </c:pt>
                <c:pt idx="6226">
                  <c:v>3401.4769999999999</c:v>
                </c:pt>
                <c:pt idx="6227">
                  <c:v>3401.9589999999998</c:v>
                </c:pt>
                <c:pt idx="6228">
                  <c:v>3402.4409999999998</c:v>
                </c:pt>
                <c:pt idx="6229">
                  <c:v>3402.9229999999998</c:v>
                </c:pt>
                <c:pt idx="6230">
                  <c:v>3403.4050000000002</c:v>
                </c:pt>
                <c:pt idx="6231">
                  <c:v>3403.8870000000002</c:v>
                </c:pt>
                <c:pt idx="6232">
                  <c:v>3404.3690000000001</c:v>
                </c:pt>
                <c:pt idx="6233">
                  <c:v>3404.8519999999999</c:v>
                </c:pt>
                <c:pt idx="6234">
                  <c:v>3405.3339999999998</c:v>
                </c:pt>
                <c:pt idx="6235">
                  <c:v>3405.8159999999998</c:v>
                </c:pt>
                <c:pt idx="6236">
                  <c:v>3406.2979999999998</c:v>
                </c:pt>
                <c:pt idx="6237">
                  <c:v>3406.78</c:v>
                </c:pt>
                <c:pt idx="6238">
                  <c:v>3407.2620000000002</c:v>
                </c:pt>
                <c:pt idx="6239">
                  <c:v>3407.7440000000001</c:v>
                </c:pt>
                <c:pt idx="6240">
                  <c:v>3408.2269999999999</c:v>
                </c:pt>
                <c:pt idx="6241">
                  <c:v>3408.7089999999998</c:v>
                </c:pt>
                <c:pt idx="6242">
                  <c:v>3409.1909999999998</c:v>
                </c:pt>
                <c:pt idx="6243">
                  <c:v>3409.6729999999998</c:v>
                </c:pt>
                <c:pt idx="6244">
                  <c:v>3410.1550000000002</c:v>
                </c:pt>
                <c:pt idx="6245">
                  <c:v>3410.6370000000002</c:v>
                </c:pt>
                <c:pt idx="6246">
                  <c:v>3411.1190000000001</c:v>
                </c:pt>
                <c:pt idx="6247">
                  <c:v>3411.6019999999999</c:v>
                </c:pt>
                <c:pt idx="6248">
                  <c:v>3412.0830000000001</c:v>
                </c:pt>
                <c:pt idx="6249">
                  <c:v>3412.5659999999998</c:v>
                </c:pt>
                <c:pt idx="6250">
                  <c:v>3413.0479999999998</c:v>
                </c:pt>
                <c:pt idx="6251">
                  <c:v>3413.53</c:v>
                </c:pt>
                <c:pt idx="6252">
                  <c:v>3414.0120000000002</c:v>
                </c:pt>
                <c:pt idx="6253">
                  <c:v>3414.4940000000001</c:v>
                </c:pt>
                <c:pt idx="6254">
                  <c:v>3414.9760000000001</c:v>
                </c:pt>
                <c:pt idx="6255">
                  <c:v>3415.4580000000001</c:v>
                </c:pt>
                <c:pt idx="6256">
                  <c:v>3415.9409999999998</c:v>
                </c:pt>
                <c:pt idx="6257">
                  <c:v>3416.4229999999998</c:v>
                </c:pt>
                <c:pt idx="6258">
                  <c:v>3416.9050000000002</c:v>
                </c:pt>
                <c:pt idx="6259">
                  <c:v>3417.3870000000002</c:v>
                </c:pt>
                <c:pt idx="6260">
                  <c:v>3417.8690000000001</c:v>
                </c:pt>
                <c:pt idx="6261">
                  <c:v>3418.3510000000001</c:v>
                </c:pt>
                <c:pt idx="6262">
                  <c:v>3418.8330000000001</c:v>
                </c:pt>
                <c:pt idx="6263">
                  <c:v>3419.3159999999998</c:v>
                </c:pt>
                <c:pt idx="6264">
                  <c:v>3419.7979999999998</c:v>
                </c:pt>
                <c:pt idx="6265">
                  <c:v>3420.28</c:v>
                </c:pt>
                <c:pt idx="6266">
                  <c:v>3420.7620000000002</c:v>
                </c:pt>
                <c:pt idx="6267">
                  <c:v>3421.2440000000001</c:v>
                </c:pt>
                <c:pt idx="6268">
                  <c:v>3421.7260000000001</c:v>
                </c:pt>
                <c:pt idx="6269">
                  <c:v>3422.2080000000001</c:v>
                </c:pt>
                <c:pt idx="6270">
                  <c:v>3422.6909999999998</c:v>
                </c:pt>
                <c:pt idx="6271">
                  <c:v>3423.1729999999998</c:v>
                </c:pt>
                <c:pt idx="6272">
                  <c:v>3423.6550000000002</c:v>
                </c:pt>
                <c:pt idx="6273">
                  <c:v>3424.1370000000002</c:v>
                </c:pt>
                <c:pt idx="6274">
                  <c:v>3424.6190000000001</c:v>
                </c:pt>
                <c:pt idx="6275">
                  <c:v>3425.1010000000001</c:v>
                </c:pt>
                <c:pt idx="6276">
                  <c:v>3425.5830000000001</c:v>
                </c:pt>
                <c:pt idx="6277">
                  <c:v>3426.0659999999998</c:v>
                </c:pt>
                <c:pt idx="6278">
                  <c:v>3426.5479999999998</c:v>
                </c:pt>
                <c:pt idx="6279">
                  <c:v>3427.03</c:v>
                </c:pt>
                <c:pt idx="6280">
                  <c:v>3427.5120000000002</c:v>
                </c:pt>
                <c:pt idx="6281">
                  <c:v>3427.9940000000001</c:v>
                </c:pt>
                <c:pt idx="6282">
                  <c:v>3428.4760000000001</c:v>
                </c:pt>
                <c:pt idx="6283">
                  <c:v>3428.9580000000001</c:v>
                </c:pt>
                <c:pt idx="6284">
                  <c:v>3429.44</c:v>
                </c:pt>
                <c:pt idx="6285">
                  <c:v>3429.9229999999998</c:v>
                </c:pt>
                <c:pt idx="6286">
                  <c:v>3430.4050000000002</c:v>
                </c:pt>
                <c:pt idx="6287">
                  <c:v>3430.8870000000002</c:v>
                </c:pt>
                <c:pt idx="6288">
                  <c:v>3431.3690000000001</c:v>
                </c:pt>
                <c:pt idx="6289">
                  <c:v>3431.8510000000001</c:v>
                </c:pt>
                <c:pt idx="6290">
                  <c:v>3432.3330000000001</c:v>
                </c:pt>
                <c:pt idx="6291">
                  <c:v>3432.8150000000001</c:v>
                </c:pt>
                <c:pt idx="6292">
                  <c:v>3433.2979999999998</c:v>
                </c:pt>
                <c:pt idx="6293">
                  <c:v>3433.78</c:v>
                </c:pt>
                <c:pt idx="6294">
                  <c:v>3434.2620000000002</c:v>
                </c:pt>
                <c:pt idx="6295">
                  <c:v>3434.7440000000001</c:v>
                </c:pt>
                <c:pt idx="6296">
                  <c:v>3435.2260000000001</c:v>
                </c:pt>
                <c:pt idx="6297">
                  <c:v>3435.7080000000001</c:v>
                </c:pt>
                <c:pt idx="6298">
                  <c:v>3436.19</c:v>
                </c:pt>
                <c:pt idx="6299">
                  <c:v>3436.6729999999998</c:v>
                </c:pt>
                <c:pt idx="6300">
                  <c:v>3437.1550000000002</c:v>
                </c:pt>
                <c:pt idx="6301">
                  <c:v>3437.6370000000002</c:v>
                </c:pt>
                <c:pt idx="6302">
                  <c:v>3438.1190000000001</c:v>
                </c:pt>
                <c:pt idx="6303">
                  <c:v>3438.6010000000001</c:v>
                </c:pt>
                <c:pt idx="6304">
                  <c:v>3439.0830000000001</c:v>
                </c:pt>
                <c:pt idx="6305">
                  <c:v>3439.5650000000001</c:v>
                </c:pt>
                <c:pt idx="6306">
                  <c:v>3440.0479999999998</c:v>
                </c:pt>
                <c:pt idx="6307">
                  <c:v>3440.53</c:v>
                </c:pt>
                <c:pt idx="6308">
                  <c:v>3441.0120000000002</c:v>
                </c:pt>
                <c:pt idx="6309">
                  <c:v>3441.4940000000001</c:v>
                </c:pt>
                <c:pt idx="6310">
                  <c:v>3441.9760000000001</c:v>
                </c:pt>
                <c:pt idx="6311">
                  <c:v>3442.4580000000001</c:v>
                </c:pt>
                <c:pt idx="6312">
                  <c:v>3442.94</c:v>
                </c:pt>
                <c:pt idx="6313">
                  <c:v>3443.4229999999998</c:v>
                </c:pt>
                <c:pt idx="6314">
                  <c:v>3443.9050000000002</c:v>
                </c:pt>
                <c:pt idx="6315">
                  <c:v>3444.3870000000002</c:v>
                </c:pt>
                <c:pt idx="6316">
                  <c:v>3444.8690000000001</c:v>
                </c:pt>
                <c:pt idx="6317">
                  <c:v>3445.3510000000001</c:v>
                </c:pt>
                <c:pt idx="6318">
                  <c:v>3445.8330000000001</c:v>
                </c:pt>
                <c:pt idx="6319">
                  <c:v>3446.3150000000001</c:v>
                </c:pt>
                <c:pt idx="6320">
                  <c:v>3446.797</c:v>
                </c:pt>
                <c:pt idx="6321">
                  <c:v>3447.28</c:v>
                </c:pt>
                <c:pt idx="6322">
                  <c:v>3447.7620000000002</c:v>
                </c:pt>
                <c:pt idx="6323">
                  <c:v>3448.2440000000001</c:v>
                </c:pt>
                <c:pt idx="6324">
                  <c:v>3448.7260000000001</c:v>
                </c:pt>
                <c:pt idx="6325">
                  <c:v>3449.2080000000001</c:v>
                </c:pt>
                <c:pt idx="6326">
                  <c:v>3449.69</c:v>
                </c:pt>
                <c:pt idx="6327">
                  <c:v>3450.172</c:v>
                </c:pt>
                <c:pt idx="6328">
                  <c:v>3450.6550000000002</c:v>
                </c:pt>
                <c:pt idx="6329">
                  <c:v>3451.1370000000002</c:v>
                </c:pt>
                <c:pt idx="6330">
                  <c:v>3451.6190000000001</c:v>
                </c:pt>
                <c:pt idx="6331">
                  <c:v>3452.1010000000001</c:v>
                </c:pt>
                <c:pt idx="6332">
                  <c:v>3452.5830000000001</c:v>
                </c:pt>
                <c:pt idx="6333">
                  <c:v>3453.0650000000001</c:v>
                </c:pt>
                <c:pt idx="6334">
                  <c:v>3453.547</c:v>
                </c:pt>
                <c:pt idx="6335">
                  <c:v>3454.03</c:v>
                </c:pt>
                <c:pt idx="6336">
                  <c:v>3454.5120000000002</c:v>
                </c:pt>
                <c:pt idx="6337">
                  <c:v>3454.9940000000001</c:v>
                </c:pt>
                <c:pt idx="6338">
                  <c:v>3455.4760000000001</c:v>
                </c:pt>
                <c:pt idx="6339">
                  <c:v>3455.9580000000001</c:v>
                </c:pt>
                <c:pt idx="6340">
                  <c:v>3456.44</c:v>
                </c:pt>
                <c:pt idx="6341">
                  <c:v>3456.922</c:v>
                </c:pt>
                <c:pt idx="6342">
                  <c:v>3457.4050000000002</c:v>
                </c:pt>
                <c:pt idx="6343">
                  <c:v>3457.8870000000002</c:v>
                </c:pt>
                <c:pt idx="6344">
                  <c:v>3458.3690000000001</c:v>
                </c:pt>
                <c:pt idx="6345">
                  <c:v>3458.8510000000001</c:v>
                </c:pt>
                <c:pt idx="6346">
                  <c:v>3459.3330000000001</c:v>
                </c:pt>
                <c:pt idx="6347">
                  <c:v>3459.8150000000001</c:v>
                </c:pt>
                <c:pt idx="6348">
                  <c:v>3460.297</c:v>
                </c:pt>
                <c:pt idx="6349">
                  <c:v>3460.78</c:v>
                </c:pt>
                <c:pt idx="6350">
                  <c:v>3461.261</c:v>
                </c:pt>
                <c:pt idx="6351">
                  <c:v>3461.7440000000001</c:v>
                </c:pt>
                <c:pt idx="6352">
                  <c:v>3462.2260000000001</c:v>
                </c:pt>
                <c:pt idx="6353">
                  <c:v>3462.7080000000001</c:v>
                </c:pt>
                <c:pt idx="6354">
                  <c:v>3463.19</c:v>
                </c:pt>
                <c:pt idx="6355">
                  <c:v>3463.672</c:v>
                </c:pt>
                <c:pt idx="6356">
                  <c:v>3464.154</c:v>
                </c:pt>
                <c:pt idx="6357">
                  <c:v>3464.636</c:v>
                </c:pt>
                <c:pt idx="6358">
                  <c:v>3465.1190000000001</c:v>
                </c:pt>
                <c:pt idx="6359">
                  <c:v>3465.6010000000001</c:v>
                </c:pt>
                <c:pt idx="6360">
                  <c:v>3466.0830000000001</c:v>
                </c:pt>
                <c:pt idx="6361">
                  <c:v>3466.5650000000001</c:v>
                </c:pt>
                <c:pt idx="6362">
                  <c:v>3467.047</c:v>
                </c:pt>
                <c:pt idx="6363">
                  <c:v>3467.529</c:v>
                </c:pt>
                <c:pt idx="6364">
                  <c:v>3468.011</c:v>
                </c:pt>
                <c:pt idx="6365">
                  <c:v>3468.4940000000001</c:v>
                </c:pt>
                <c:pt idx="6366">
                  <c:v>3468.9760000000001</c:v>
                </c:pt>
                <c:pt idx="6367">
                  <c:v>3469.4580000000001</c:v>
                </c:pt>
                <c:pt idx="6368">
                  <c:v>3469.94</c:v>
                </c:pt>
                <c:pt idx="6369">
                  <c:v>3470.422</c:v>
                </c:pt>
                <c:pt idx="6370">
                  <c:v>3470.904</c:v>
                </c:pt>
                <c:pt idx="6371">
                  <c:v>3471.386</c:v>
                </c:pt>
                <c:pt idx="6372">
                  <c:v>3471.8690000000001</c:v>
                </c:pt>
                <c:pt idx="6373">
                  <c:v>3472.3510000000001</c:v>
                </c:pt>
                <c:pt idx="6374">
                  <c:v>3472.8330000000001</c:v>
                </c:pt>
                <c:pt idx="6375">
                  <c:v>3473.3150000000001</c:v>
                </c:pt>
                <c:pt idx="6376">
                  <c:v>3473.797</c:v>
                </c:pt>
                <c:pt idx="6377">
                  <c:v>3474.279</c:v>
                </c:pt>
                <c:pt idx="6378">
                  <c:v>3474.761</c:v>
                </c:pt>
                <c:pt idx="6379">
                  <c:v>3475.2440000000001</c:v>
                </c:pt>
                <c:pt idx="6380">
                  <c:v>3475.7260000000001</c:v>
                </c:pt>
                <c:pt idx="6381">
                  <c:v>3476.2080000000001</c:v>
                </c:pt>
                <c:pt idx="6382">
                  <c:v>3476.69</c:v>
                </c:pt>
                <c:pt idx="6383">
                  <c:v>3477.172</c:v>
                </c:pt>
                <c:pt idx="6384">
                  <c:v>3477.654</c:v>
                </c:pt>
                <c:pt idx="6385">
                  <c:v>3478.136</c:v>
                </c:pt>
                <c:pt idx="6386">
                  <c:v>3478.6179999999999</c:v>
                </c:pt>
                <c:pt idx="6387">
                  <c:v>3479.1010000000001</c:v>
                </c:pt>
                <c:pt idx="6388">
                  <c:v>3479.5830000000001</c:v>
                </c:pt>
                <c:pt idx="6389">
                  <c:v>3480.0650000000001</c:v>
                </c:pt>
                <c:pt idx="6390">
                  <c:v>3480.547</c:v>
                </c:pt>
                <c:pt idx="6391">
                  <c:v>3481.029</c:v>
                </c:pt>
                <c:pt idx="6392">
                  <c:v>3481.511</c:v>
                </c:pt>
                <c:pt idx="6393">
                  <c:v>3481.9929999999999</c:v>
                </c:pt>
                <c:pt idx="6394">
                  <c:v>3482.4760000000001</c:v>
                </c:pt>
                <c:pt idx="6395">
                  <c:v>3482.9580000000001</c:v>
                </c:pt>
                <c:pt idx="6396">
                  <c:v>3483.44</c:v>
                </c:pt>
                <c:pt idx="6397">
                  <c:v>3483.922</c:v>
                </c:pt>
                <c:pt idx="6398">
                  <c:v>3484.404</c:v>
                </c:pt>
                <c:pt idx="6399">
                  <c:v>3484.886</c:v>
                </c:pt>
                <c:pt idx="6400">
                  <c:v>3485.3679999999999</c:v>
                </c:pt>
                <c:pt idx="6401">
                  <c:v>3485.8510000000001</c:v>
                </c:pt>
                <c:pt idx="6402">
                  <c:v>3486.3330000000001</c:v>
                </c:pt>
                <c:pt idx="6403">
                  <c:v>3486.8150000000001</c:v>
                </c:pt>
                <c:pt idx="6404">
                  <c:v>3487.297</c:v>
                </c:pt>
                <c:pt idx="6405">
                  <c:v>3487.779</c:v>
                </c:pt>
                <c:pt idx="6406">
                  <c:v>3488.261</c:v>
                </c:pt>
                <c:pt idx="6407">
                  <c:v>3488.7429999999999</c:v>
                </c:pt>
                <c:pt idx="6408">
                  <c:v>3489.2260000000001</c:v>
                </c:pt>
                <c:pt idx="6409">
                  <c:v>3489.7080000000001</c:v>
                </c:pt>
                <c:pt idx="6410">
                  <c:v>3490.19</c:v>
                </c:pt>
                <c:pt idx="6411">
                  <c:v>3490.672</c:v>
                </c:pt>
                <c:pt idx="6412">
                  <c:v>3491.154</c:v>
                </c:pt>
                <c:pt idx="6413">
                  <c:v>3491.636</c:v>
                </c:pt>
                <c:pt idx="6414">
                  <c:v>3492.1179999999999</c:v>
                </c:pt>
                <c:pt idx="6415">
                  <c:v>3492.6010000000001</c:v>
                </c:pt>
                <c:pt idx="6416">
                  <c:v>3493.0830000000001</c:v>
                </c:pt>
                <c:pt idx="6417">
                  <c:v>3493.5650000000001</c:v>
                </c:pt>
                <c:pt idx="6418">
                  <c:v>3494.047</c:v>
                </c:pt>
                <c:pt idx="6419">
                  <c:v>3494.529</c:v>
                </c:pt>
                <c:pt idx="6420">
                  <c:v>3495.011</c:v>
                </c:pt>
                <c:pt idx="6421">
                  <c:v>3495.4929999999999</c:v>
                </c:pt>
                <c:pt idx="6422">
                  <c:v>3495.9749999999999</c:v>
                </c:pt>
                <c:pt idx="6423">
                  <c:v>3496.4580000000001</c:v>
                </c:pt>
                <c:pt idx="6424">
                  <c:v>3496.94</c:v>
                </c:pt>
                <c:pt idx="6425">
                  <c:v>3497.422</c:v>
                </c:pt>
                <c:pt idx="6426">
                  <c:v>3497.904</c:v>
                </c:pt>
                <c:pt idx="6427">
                  <c:v>3498.386</c:v>
                </c:pt>
                <c:pt idx="6428">
                  <c:v>3498.8679999999999</c:v>
                </c:pt>
                <c:pt idx="6429">
                  <c:v>3499.35</c:v>
                </c:pt>
                <c:pt idx="6430">
                  <c:v>3499.8330000000001</c:v>
                </c:pt>
                <c:pt idx="6431">
                  <c:v>3500.3150000000001</c:v>
                </c:pt>
                <c:pt idx="6432">
                  <c:v>3500.797</c:v>
                </c:pt>
                <c:pt idx="6433">
                  <c:v>3501.279</c:v>
                </c:pt>
                <c:pt idx="6434">
                  <c:v>3501.761</c:v>
                </c:pt>
                <c:pt idx="6435">
                  <c:v>3502.2429999999999</c:v>
                </c:pt>
                <c:pt idx="6436">
                  <c:v>3502.7249999999999</c:v>
                </c:pt>
                <c:pt idx="6437">
                  <c:v>3503.2080000000001</c:v>
                </c:pt>
                <c:pt idx="6438">
                  <c:v>3503.69</c:v>
                </c:pt>
                <c:pt idx="6439">
                  <c:v>3504.172</c:v>
                </c:pt>
                <c:pt idx="6440">
                  <c:v>3504.654</c:v>
                </c:pt>
                <c:pt idx="6441">
                  <c:v>3505.136</c:v>
                </c:pt>
                <c:pt idx="6442">
                  <c:v>3505.6179999999999</c:v>
                </c:pt>
                <c:pt idx="6443">
                  <c:v>3506.1</c:v>
                </c:pt>
                <c:pt idx="6444">
                  <c:v>3506.5830000000001</c:v>
                </c:pt>
                <c:pt idx="6445">
                  <c:v>3507.0650000000001</c:v>
                </c:pt>
                <c:pt idx="6446">
                  <c:v>3507.547</c:v>
                </c:pt>
                <c:pt idx="6447">
                  <c:v>3508.029</c:v>
                </c:pt>
                <c:pt idx="6448">
                  <c:v>3508.511</c:v>
                </c:pt>
                <c:pt idx="6449">
                  <c:v>3508.9929999999999</c:v>
                </c:pt>
                <c:pt idx="6450">
                  <c:v>3509.4749999999999</c:v>
                </c:pt>
                <c:pt idx="6451">
                  <c:v>3509.9580000000001</c:v>
                </c:pt>
                <c:pt idx="6452">
                  <c:v>3510.4389999999999</c:v>
                </c:pt>
                <c:pt idx="6453">
                  <c:v>3510.922</c:v>
                </c:pt>
                <c:pt idx="6454">
                  <c:v>3511.404</c:v>
                </c:pt>
                <c:pt idx="6455">
                  <c:v>3511.886</c:v>
                </c:pt>
                <c:pt idx="6456">
                  <c:v>3512.3679999999999</c:v>
                </c:pt>
                <c:pt idx="6457">
                  <c:v>3512.85</c:v>
                </c:pt>
                <c:pt idx="6458">
                  <c:v>3513.3319999999999</c:v>
                </c:pt>
                <c:pt idx="6459">
                  <c:v>3513.8139999999999</c:v>
                </c:pt>
                <c:pt idx="6460">
                  <c:v>3514.297</c:v>
                </c:pt>
                <c:pt idx="6461">
                  <c:v>3514.779</c:v>
                </c:pt>
                <c:pt idx="6462">
                  <c:v>3515.261</c:v>
                </c:pt>
                <c:pt idx="6463">
                  <c:v>3515.7429999999999</c:v>
                </c:pt>
                <c:pt idx="6464">
                  <c:v>3516.2249999999999</c:v>
                </c:pt>
                <c:pt idx="6465">
                  <c:v>3516.7069999999999</c:v>
                </c:pt>
                <c:pt idx="6466">
                  <c:v>3517.1889999999999</c:v>
                </c:pt>
                <c:pt idx="6467">
                  <c:v>3517.672</c:v>
                </c:pt>
                <c:pt idx="6468">
                  <c:v>3518.154</c:v>
                </c:pt>
                <c:pt idx="6469">
                  <c:v>3518.636</c:v>
                </c:pt>
                <c:pt idx="6470">
                  <c:v>3519.1179999999999</c:v>
                </c:pt>
                <c:pt idx="6471">
                  <c:v>3519.6</c:v>
                </c:pt>
                <c:pt idx="6472">
                  <c:v>3520.0819999999999</c:v>
                </c:pt>
                <c:pt idx="6473">
                  <c:v>3520.5639999999999</c:v>
                </c:pt>
                <c:pt idx="6474">
                  <c:v>3521.047</c:v>
                </c:pt>
                <c:pt idx="6475">
                  <c:v>3521.529</c:v>
                </c:pt>
                <c:pt idx="6476">
                  <c:v>3522.011</c:v>
                </c:pt>
                <c:pt idx="6477">
                  <c:v>3522.4929999999999</c:v>
                </c:pt>
                <c:pt idx="6478">
                  <c:v>3522.9749999999999</c:v>
                </c:pt>
                <c:pt idx="6479">
                  <c:v>3523.4569999999999</c:v>
                </c:pt>
                <c:pt idx="6480">
                  <c:v>3523.9389999999999</c:v>
                </c:pt>
                <c:pt idx="6481">
                  <c:v>3524.422</c:v>
                </c:pt>
                <c:pt idx="6482">
                  <c:v>3524.904</c:v>
                </c:pt>
                <c:pt idx="6483">
                  <c:v>3525.386</c:v>
                </c:pt>
                <c:pt idx="6484">
                  <c:v>3525.8679999999999</c:v>
                </c:pt>
                <c:pt idx="6485">
                  <c:v>3526.35</c:v>
                </c:pt>
                <c:pt idx="6486">
                  <c:v>3526.8319999999999</c:v>
                </c:pt>
                <c:pt idx="6487">
                  <c:v>3527.3139999999999</c:v>
                </c:pt>
                <c:pt idx="6488">
                  <c:v>3527.7959999999998</c:v>
                </c:pt>
                <c:pt idx="6489">
                  <c:v>3528.279</c:v>
                </c:pt>
                <c:pt idx="6490">
                  <c:v>3528.761</c:v>
                </c:pt>
                <c:pt idx="6491">
                  <c:v>3529.2429999999999</c:v>
                </c:pt>
                <c:pt idx="6492">
                  <c:v>3529.7249999999999</c:v>
                </c:pt>
                <c:pt idx="6493">
                  <c:v>3530.2069999999999</c:v>
                </c:pt>
                <c:pt idx="6494">
                  <c:v>3530.6889999999999</c:v>
                </c:pt>
                <c:pt idx="6495">
                  <c:v>3531.1709999999998</c:v>
                </c:pt>
                <c:pt idx="6496">
                  <c:v>3531.654</c:v>
                </c:pt>
                <c:pt idx="6497">
                  <c:v>3532.136</c:v>
                </c:pt>
                <c:pt idx="6498">
                  <c:v>3532.6179999999999</c:v>
                </c:pt>
                <c:pt idx="6499">
                  <c:v>3533.1</c:v>
                </c:pt>
                <c:pt idx="6500">
                  <c:v>3533.5819999999999</c:v>
                </c:pt>
                <c:pt idx="6501">
                  <c:v>3534.0639999999999</c:v>
                </c:pt>
                <c:pt idx="6502">
                  <c:v>3534.5459999999998</c:v>
                </c:pt>
                <c:pt idx="6503">
                  <c:v>3535.029</c:v>
                </c:pt>
                <c:pt idx="6504">
                  <c:v>3535.511</c:v>
                </c:pt>
                <c:pt idx="6505">
                  <c:v>3535.9929999999999</c:v>
                </c:pt>
                <c:pt idx="6506">
                  <c:v>3536.4749999999999</c:v>
                </c:pt>
                <c:pt idx="6507">
                  <c:v>3536.9569999999999</c:v>
                </c:pt>
                <c:pt idx="6508">
                  <c:v>3537.4389999999999</c:v>
                </c:pt>
                <c:pt idx="6509">
                  <c:v>3537.9209999999998</c:v>
                </c:pt>
                <c:pt idx="6510">
                  <c:v>3538.404</c:v>
                </c:pt>
                <c:pt idx="6511">
                  <c:v>3538.886</c:v>
                </c:pt>
                <c:pt idx="6512">
                  <c:v>3539.3679999999999</c:v>
                </c:pt>
                <c:pt idx="6513">
                  <c:v>3539.85</c:v>
                </c:pt>
                <c:pt idx="6514">
                  <c:v>3540.3319999999999</c:v>
                </c:pt>
                <c:pt idx="6515">
                  <c:v>3540.8139999999999</c:v>
                </c:pt>
                <c:pt idx="6516">
                  <c:v>3541.2959999999998</c:v>
                </c:pt>
                <c:pt idx="6517">
                  <c:v>3541.779</c:v>
                </c:pt>
                <c:pt idx="6518">
                  <c:v>3542.26</c:v>
                </c:pt>
                <c:pt idx="6519">
                  <c:v>3542.7429999999999</c:v>
                </c:pt>
                <c:pt idx="6520">
                  <c:v>3543.2249999999999</c:v>
                </c:pt>
                <c:pt idx="6521">
                  <c:v>3543.7069999999999</c:v>
                </c:pt>
                <c:pt idx="6522">
                  <c:v>3544.1889999999999</c:v>
                </c:pt>
                <c:pt idx="6523">
                  <c:v>3544.6709999999998</c:v>
                </c:pt>
                <c:pt idx="6524">
                  <c:v>3545.1529999999998</c:v>
                </c:pt>
                <c:pt idx="6525">
                  <c:v>3545.6350000000002</c:v>
                </c:pt>
                <c:pt idx="6526">
                  <c:v>3546.1179999999999</c:v>
                </c:pt>
                <c:pt idx="6527">
                  <c:v>3546.6</c:v>
                </c:pt>
                <c:pt idx="6528">
                  <c:v>3547.0819999999999</c:v>
                </c:pt>
                <c:pt idx="6529">
                  <c:v>3547.5639999999999</c:v>
                </c:pt>
                <c:pt idx="6530">
                  <c:v>3548.0459999999998</c:v>
                </c:pt>
                <c:pt idx="6531">
                  <c:v>3548.5279999999998</c:v>
                </c:pt>
                <c:pt idx="6532">
                  <c:v>3549.01</c:v>
                </c:pt>
                <c:pt idx="6533">
                  <c:v>3549.4929999999999</c:v>
                </c:pt>
                <c:pt idx="6534">
                  <c:v>3549.9749999999999</c:v>
                </c:pt>
                <c:pt idx="6535">
                  <c:v>3550.4569999999999</c:v>
                </c:pt>
                <c:pt idx="6536">
                  <c:v>3550.9389999999999</c:v>
                </c:pt>
                <c:pt idx="6537">
                  <c:v>3551.4209999999998</c:v>
                </c:pt>
                <c:pt idx="6538">
                  <c:v>3551.9029999999998</c:v>
                </c:pt>
                <c:pt idx="6539">
                  <c:v>3552.3850000000002</c:v>
                </c:pt>
                <c:pt idx="6540">
                  <c:v>3552.8679999999999</c:v>
                </c:pt>
                <c:pt idx="6541">
                  <c:v>3553.35</c:v>
                </c:pt>
                <c:pt idx="6542">
                  <c:v>3553.8319999999999</c:v>
                </c:pt>
                <c:pt idx="6543">
                  <c:v>3554.3139999999999</c:v>
                </c:pt>
                <c:pt idx="6544">
                  <c:v>3554.7959999999998</c:v>
                </c:pt>
                <c:pt idx="6545">
                  <c:v>3555.2779999999998</c:v>
                </c:pt>
                <c:pt idx="6546">
                  <c:v>3555.76</c:v>
                </c:pt>
                <c:pt idx="6547">
                  <c:v>3556.2429999999999</c:v>
                </c:pt>
                <c:pt idx="6548">
                  <c:v>3556.7249999999999</c:v>
                </c:pt>
                <c:pt idx="6549">
                  <c:v>3557.2069999999999</c:v>
                </c:pt>
                <c:pt idx="6550">
                  <c:v>3557.6889999999999</c:v>
                </c:pt>
                <c:pt idx="6551">
                  <c:v>3558.1709999999998</c:v>
                </c:pt>
                <c:pt idx="6552">
                  <c:v>3558.6529999999998</c:v>
                </c:pt>
                <c:pt idx="6553">
                  <c:v>3559.1350000000002</c:v>
                </c:pt>
                <c:pt idx="6554">
                  <c:v>3559.6170000000002</c:v>
                </c:pt>
                <c:pt idx="6555">
                  <c:v>3560.1</c:v>
                </c:pt>
                <c:pt idx="6556">
                  <c:v>3560.5819999999999</c:v>
                </c:pt>
                <c:pt idx="6557">
                  <c:v>3561.0639999999999</c:v>
                </c:pt>
                <c:pt idx="6558">
                  <c:v>3561.5459999999998</c:v>
                </c:pt>
                <c:pt idx="6559">
                  <c:v>3562.0279999999998</c:v>
                </c:pt>
                <c:pt idx="6560">
                  <c:v>3562.51</c:v>
                </c:pt>
                <c:pt idx="6561">
                  <c:v>3562.9920000000002</c:v>
                </c:pt>
                <c:pt idx="6562">
                  <c:v>3563.4749999999999</c:v>
                </c:pt>
                <c:pt idx="6563">
                  <c:v>3563.9569999999999</c:v>
                </c:pt>
                <c:pt idx="6564">
                  <c:v>3564.4389999999999</c:v>
                </c:pt>
                <c:pt idx="6565">
                  <c:v>3564.9209999999998</c:v>
                </c:pt>
                <c:pt idx="6566">
                  <c:v>3565.4029999999998</c:v>
                </c:pt>
                <c:pt idx="6567">
                  <c:v>3565.8850000000002</c:v>
                </c:pt>
                <c:pt idx="6568">
                  <c:v>3566.3670000000002</c:v>
                </c:pt>
                <c:pt idx="6569">
                  <c:v>3566.85</c:v>
                </c:pt>
                <c:pt idx="6570">
                  <c:v>3567.3319999999999</c:v>
                </c:pt>
                <c:pt idx="6571">
                  <c:v>3567.8139999999999</c:v>
                </c:pt>
                <c:pt idx="6572">
                  <c:v>3568.2959999999998</c:v>
                </c:pt>
                <c:pt idx="6573">
                  <c:v>3568.7779999999998</c:v>
                </c:pt>
                <c:pt idx="6574">
                  <c:v>3569.26</c:v>
                </c:pt>
                <c:pt idx="6575">
                  <c:v>3569.7420000000002</c:v>
                </c:pt>
                <c:pt idx="6576">
                  <c:v>3570.2249999999999</c:v>
                </c:pt>
                <c:pt idx="6577">
                  <c:v>3570.7069999999999</c:v>
                </c:pt>
                <c:pt idx="6578">
                  <c:v>3571.1889999999999</c:v>
                </c:pt>
                <c:pt idx="6579">
                  <c:v>3571.6709999999998</c:v>
                </c:pt>
                <c:pt idx="6580">
                  <c:v>3572.1529999999998</c:v>
                </c:pt>
                <c:pt idx="6581">
                  <c:v>3572.6350000000002</c:v>
                </c:pt>
                <c:pt idx="6582">
                  <c:v>3573.1170000000002</c:v>
                </c:pt>
                <c:pt idx="6583">
                  <c:v>3573.5990000000002</c:v>
                </c:pt>
                <c:pt idx="6584">
                  <c:v>3574.0819999999999</c:v>
                </c:pt>
                <c:pt idx="6585">
                  <c:v>3574.5639999999999</c:v>
                </c:pt>
                <c:pt idx="6586">
                  <c:v>3575.0459999999998</c:v>
                </c:pt>
                <c:pt idx="6587">
                  <c:v>3575.5279999999998</c:v>
                </c:pt>
                <c:pt idx="6588">
                  <c:v>3576.01</c:v>
                </c:pt>
                <c:pt idx="6589">
                  <c:v>3576.4920000000002</c:v>
                </c:pt>
                <c:pt idx="6590">
                  <c:v>3576.9740000000002</c:v>
                </c:pt>
                <c:pt idx="6591">
                  <c:v>3577.4569999999999</c:v>
                </c:pt>
                <c:pt idx="6592">
                  <c:v>3577.9389999999999</c:v>
                </c:pt>
                <c:pt idx="6593">
                  <c:v>3578.4209999999998</c:v>
                </c:pt>
                <c:pt idx="6594">
                  <c:v>3578.9029999999998</c:v>
                </c:pt>
                <c:pt idx="6595">
                  <c:v>3579.3850000000002</c:v>
                </c:pt>
                <c:pt idx="6596">
                  <c:v>3579.8670000000002</c:v>
                </c:pt>
                <c:pt idx="6597">
                  <c:v>3580.3490000000002</c:v>
                </c:pt>
                <c:pt idx="6598">
                  <c:v>3580.8319999999999</c:v>
                </c:pt>
                <c:pt idx="6599">
                  <c:v>3581.3139999999999</c:v>
                </c:pt>
                <c:pt idx="6600">
                  <c:v>3581.7959999999998</c:v>
                </c:pt>
                <c:pt idx="6601">
                  <c:v>3582.2779999999998</c:v>
                </c:pt>
                <c:pt idx="6602">
                  <c:v>3582.76</c:v>
                </c:pt>
                <c:pt idx="6603">
                  <c:v>3583.2420000000002</c:v>
                </c:pt>
                <c:pt idx="6604">
                  <c:v>3583.7240000000002</c:v>
                </c:pt>
                <c:pt idx="6605">
                  <c:v>3584.2069999999999</c:v>
                </c:pt>
                <c:pt idx="6606">
                  <c:v>3584.6889999999999</c:v>
                </c:pt>
                <c:pt idx="6607">
                  <c:v>3585.1709999999998</c:v>
                </c:pt>
                <c:pt idx="6608">
                  <c:v>3585.6529999999998</c:v>
                </c:pt>
                <c:pt idx="6609">
                  <c:v>3586.1350000000002</c:v>
                </c:pt>
                <c:pt idx="6610">
                  <c:v>3586.6170000000002</c:v>
                </c:pt>
                <c:pt idx="6611">
                  <c:v>3587.0990000000002</c:v>
                </c:pt>
                <c:pt idx="6612">
                  <c:v>3587.5819999999999</c:v>
                </c:pt>
                <c:pt idx="6613">
                  <c:v>3588.0630000000001</c:v>
                </c:pt>
                <c:pt idx="6614">
                  <c:v>3588.5459999999998</c:v>
                </c:pt>
                <c:pt idx="6615">
                  <c:v>3589.0279999999998</c:v>
                </c:pt>
                <c:pt idx="6616">
                  <c:v>3589.51</c:v>
                </c:pt>
                <c:pt idx="6617">
                  <c:v>3589.9920000000002</c:v>
                </c:pt>
                <c:pt idx="6618">
                  <c:v>3590.4740000000002</c:v>
                </c:pt>
                <c:pt idx="6619">
                  <c:v>3590.9560000000001</c:v>
                </c:pt>
                <c:pt idx="6620">
                  <c:v>3591.4380000000001</c:v>
                </c:pt>
                <c:pt idx="6621">
                  <c:v>3591.9209999999998</c:v>
                </c:pt>
                <c:pt idx="6622">
                  <c:v>3592.4029999999998</c:v>
                </c:pt>
                <c:pt idx="6623">
                  <c:v>3592.8850000000002</c:v>
                </c:pt>
                <c:pt idx="6624">
                  <c:v>3593.3670000000002</c:v>
                </c:pt>
                <c:pt idx="6625">
                  <c:v>3593.8490000000002</c:v>
                </c:pt>
                <c:pt idx="6626">
                  <c:v>3594.3310000000001</c:v>
                </c:pt>
                <c:pt idx="6627">
                  <c:v>3594.8130000000001</c:v>
                </c:pt>
                <c:pt idx="6628">
                  <c:v>3595.2959999999998</c:v>
                </c:pt>
                <c:pt idx="6629">
                  <c:v>3595.7779999999998</c:v>
                </c:pt>
                <c:pt idx="6630">
                  <c:v>3596.26</c:v>
                </c:pt>
                <c:pt idx="6631">
                  <c:v>3596.7420000000002</c:v>
                </c:pt>
                <c:pt idx="6632">
                  <c:v>3597.2240000000002</c:v>
                </c:pt>
                <c:pt idx="6633">
                  <c:v>3597.7060000000001</c:v>
                </c:pt>
                <c:pt idx="6634">
                  <c:v>3598.1880000000001</c:v>
                </c:pt>
                <c:pt idx="6635">
                  <c:v>3598.6709999999998</c:v>
                </c:pt>
                <c:pt idx="6636">
                  <c:v>3599.1529999999998</c:v>
                </c:pt>
                <c:pt idx="6637">
                  <c:v>3599.6350000000002</c:v>
                </c:pt>
                <c:pt idx="6638">
                  <c:v>3600.1170000000002</c:v>
                </c:pt>
                <c:pt idx="6639">
                  <c:v>3600.5990000000002</c:v>
                </c:pt>
                <c:pt idx="6640">
                  <c:v>3601.0810000000001</c:v>
                </c:pt>
                <c:pt idx="6641">
                  <c:v>3601.5630000000001</c:v>
                </c:pt>
                <c:pt idx="6642">
                  <c:v>3602.0459999999998</c:v>
                </c:pt>
                <c:pt idx="6643">
                  <c:v>3602.5279999999998</c:v>
                </c:pt>
                <c:pt idx="6644">
                  <c:v>3603.01</c:v>
                </c:pt>
                <c:pt idx="6645">
                  <c:v>3603.4920000000002</c:v>
                </c:pt>
                <c:pt idx="6646">
                  <c:v>3603.9740000000002</c:v>
                </c:pt>
                <c:pt idx="6647">
                  <c:v>3604.4560000000001</c:v>
                </c:pt>
                <c:pt idx="6648">
                  <c:v>3604.9380000000001</c:v>
                </c:pt>
                <c:pt idx="6649">
                  <c:v>3605.42</c:v>
                </c:pt>
                <c:pt idx="6650">
                  <c:v>3605.9029999999998</c:v>
                </c:pt>
                <c:pt idx="6651">
                  <c:v>3606.3850000000002</c:v>
                </c:pt>
                <c:pt idx="6652">
                  <c:v>3606.8670000000002</c:v>
                </c:pt>
                <c:pt idx="6653">
                  <c:v>3607.3490000000002</c:v>
                </c:pt>
                <c:pt idx="6654">
                  <c:v>3607.8310000000001</c:v>
                </c:pt>
                <c:pt idx="6655">
                  <c:v>3608.3130000000001</c:v>
                </c:pt>
                <c:pt idx="6656">
                  <c:v>3608.7950000000001</c:v>
                </c:pt>
                <c:pt idx="6657">
                  <c:v>3609.2779999999998</c:v>
                </c:pt>
                <c:pt idx="6658">
                  <c:v>3609.76</c:v>
                </c:pt>
                <c:pt idx="6659">
                  <c:v>3610.2420000000002</c:v>
                </c:pt>
                <c:pt idx="6660">
                  <c:v>3610.7240000000002</c:v>
                </c:pt>
                <c:pt idx="6661">
                  <c:v>3611.2060000000001</c:v>
                </c:pt>
                <c:pt idx="6662">
                  <c:v>3611.6880000000001</c:v>
                </c:pt>
                <c:pt idx="6663">
                  <c:v>3612.17</c:v>
                </c:pt>
                <c:pt idx="6664">
                  <c:v>3612.6529999999998</c:v>
                </c:pt>
                <c:pt idx="6665">
                  <c:v>3613.1350000000002</c:v>
                </c:pt>
                <c:pt idx="6666">
                  <c:v>3613.6170000000002</c:v>
                </c:pt>
                <c:pt idx="6667">
                  <c:v>3614.0990000000002</c:v>
                </c:pt>
                <c:pt idx="6668">
                  <c:v>3614.5810000000001</c:v>
                </c:pt>
                <c:pt idx="6669">
                  <c:v>3615.0630000000001</c:v>
                </c:pt>
                <c:pt idx="6670">
                  <c:v>3615.5450000000001</c:v>
                </c:pt>
                <c:pt idx="6671">
                  <c:v>3616.0279999999998</c:v>
                </c:pt>
                <c:pt idx="6672">
                  <c:v>3616.51</c:v>
                </c:pt>
                <c:pt idx="6673">
                  <c:v>3616.9920000000002</c:v>
                </c:pt>
                <c:pt idx="6674">
                  <c:v>3617.4740000000002</c:v>
                </c:pt>
                <c:pt idx="6675">
                  <c:v>3617.9560000000001</c:v>
                </c:pt>
                <c:pt idx="6676">
                  <c:v>3618.4380000000001</c:v>
                </c:pt>
                <c:pt idx="6677">
                  <c:v>3618.92</c:v>
                </c:pt>
                <c:pt idx="6678">
                  <c:v>3619.4029999999998</c:v>
                </c:pt>
                <c:pt idx="6679">
                  <c:v>3619.8850000000002</c:v>
                </c:pt>
                <c:pt idx="6680">
                  <c:v>3620.3670000000002</c:v>
                </c:pt>
                <c:pt idx="6681">
                  <c:v>3620.8490000000002</c:v>
                </c:pt>
                <c:pt idx="6682">
                  <c:v>3621.3310000000001</c:v>
                </c:pt>
                <c:pt idx="6683">
                  <c:v>3621.8130000000001</c:v>
                </c:pt>
                <c:pt idx="6684">
                  <c:v>3622.2950000000001</c:v>
                </c:pt>
                <c:pt idx="6685">
                  <c:v>3622.777</c:v>
                </c:pt>
                <c:pt idx="6686">
                  <c:v>3623.26</c:v>
                </c:pt>
                <c:pt idx="6687">
                  <c:v>3623.7420000000002</c:v>
                </c:pt>
                <c:pt idx="6688">
                  <c:v>3624.2240000000002</c:v>
                </c:pt>
                <c:pt idx="6689">
                  <c:v>3624.7060000000001</c:v>
                </c:pt>
                <c:pt idx="6690">
                  <c:v>3625.1880000000001</c:v>
                </c:pt>
                <c:pt idx="6691">
                  <c:v>3625.67</c:v>
                </c:pt>
                <c:pt idx="6692">
                  <c:v>3626.152</c:v>
                </c:pt>
                <c:pt idx="6693">
                  <c:v>3626.6350000000002</c:v>
                </c:pt>
                <c:pt idx="6694">
                  <c:v>3627.1170000000002</c:v>
                </c:pt>
                <c:pt idx="6695">
                  <c:v>3627.5990000000002</c:v>
                </c:pt>
                <c:pt idx="6696">
                  <c:v>3628.0810000000001</c:v>
                </c:pt>
                <c:pt idx="6697">
                  <c:v>3628.5630000000001</c:v>
                </c:pt>
                <c:pt idx="6698">
                  <c:v>3629.0450000000001</c:v>
                </c:pt>
                <c:pt idx="6699">
                  <c:v>3629.527</c:v>
                </c:pt>
                <c:pt idx="6700">
                  <c:v>3630.01</c:v>
                </c:pt>
                <c:pt idx="6701">
                  <c:v>3630.4920000000002</c:v>
                </c:pt>
                <c:pt idx="6702">
                  <c:v>3630.9740000000002</c:v>
                </c:pt>
                <c:pt idx="6703">
                  <c:v>3631.4560000000001</c:v>
                </c:pt>
                <c:pt idx="6704">
                  <c:v>3631.9380000000001</c:v>
                </c:pt>
                <c:pt idx="6705">
                  <c:v>3632.42</c:v>
                </c:pt>
                <c:pt idx="6706">
                  <c:v>3632.902</c:v>
                </c:pt>
                <c:pt idx="6707">
                  <c:v>3633.3850000000002</c:v>
                </c:pt>
                <c:pt idx="6708">
                  <c:v>3633.8670000000002</c:v>
                </c:pt>
                <c:pt idx="6709">
                  <c:v>3634.3490000000002</c:v>
                </c:pt>
                <c:pt idx="6710">
                  <c:v>3634.8310000000001</c:v>
                </c:pt>
                <c:pt idx="6711">
                  <c:v>3635.3130000000001</c:v>
                </c:pt>
                <c:pt idx="6712">
                  <c:v>3635.7950000000001</c:v>
                </c:pt>
                <c:pt idx="6713">
                  <c:v>3636.277</c:v>
                </c:pt>
                <c:pt idx="6714">
                  <c:v>3636.76</c:v>
                </c:pt>
                <c:pt idx="6715">
                  <c:v>3637.241</c:v>
                </c:pt>
                <c:pt idx="6716">
                  <c:v>3637.7240000000002</c:v>
                </c:pt>
                <c:pt idx="6717">
                  <c:v>3638.2060000000001</c:v>
                </c:pt>
                <c:pt idx="6718">
                  <c:v>3638.6880000000001</c:v>
                </c:pt>
                <c:pt idx="6719">
                  <c:v>3639.17</c:v>
                </c:pt>
                <c:pt idx="6720">
                  <c:v>3639.652</c:v>
                </c:pt>
                <c:pt idx="6721">
                  <c:v>3640.134</c:v>
                </c:pt>
                <c:pt idx="6722">
                  <c:v>3640.616</c:v>
                </c:pt>
                <c:pt idx="6723">
                  <c:v>3641.0990000000002</c:v>
                </c:pt>
                <c:pt idx="6724">
                  <c:v>3641.5810000000001</c:v>
                </c:pt>
                <c:pt idx="6725">
                  <c:v>3642.0630000000001</c:v>
                </c:pt>
                <c:pt idx="6726">
                  <c:v>3642.5450000000001</c:v>
                </c:pt>
                <c:pt idx="6727">
                  <c:v>3643.027</c:v>
                </c:pt>
                <c:pt idx="6728">
                  <c:v>3643.509</c:v>
                </c:pt>
                <c:pt idx="6729">
                  <c:v>3643.991</c:v>
                </c:pt>
                <c:pt idx="6730">
                  <c:v>3644.4740000000002</c:v>
                </c:pt>
                <c:pt idx="6731">
                  <c:v>3644.9560000000001</c:v>
                </c:pt>
                <c:pt idx="6732">
                  <c:v>3645.4380000000001</c:v>
                </c:pt>
                <c:pt idx="6733">
                  <c:v>3645.92</c:v>
                </c:pt>
                <c:pt idx="6734">
                  <c:v>3646.402</c:v>
                </c:pt>
                <c:pt idx="6735">
                  <c:v>3646.884</c:v>
                </c:pt>
                <c:pt idx="6736">
                  <c:v>3647.366</c:v>
                </c:pt>
                <c:pt idx="6737">
                  <c:v>3647.8490000000002</c:v>
                </c:pt>
                <c:pt idx="6738">
                  <c:v>3648.3310000000001</c:v>
                </c:pt>
                <c:pt idx="6739">
                  <c:v>3648.8130000000001</c:v>
                </c:pt>
                <c:pt idx="6740">
                  <c:v>3649.2950000000001</c:v>
                </c:pt>
                <c:pt idx="6741">
                  <c:v>3649.777</c:v>
                </c:pt>
                <c:pt idx="6742">
                  <c:v>3650.259</c:v>
                </c:pt>
                <c:pt idx="6743">
                  <c:v>3650.741</c:v>
                </c:pt>
                <c:pt idx="6744">
                  <c:v>3651.2240000000002</c:v>
                </c:pt>
                <c:pt idx="6745">
                  <c:v>3651.7060000000001</c:v>
                </c:pt>
                <c:pt idx="6746">
                  <c:v>3652.1880000000001</c:v>
                </c:pt>
                <c:pt idx="6747">
                  <c:v>3652.67</c:v>
                </c:pt>
                <c:pt idx="6748">
                  <c:v>3653.152</c:v>
                </c:pt>
                <c:pt idx="6749">
                  <c:v>3653.634</c:v>
                </c:pt>
                <c:pt idx="6750">
                  <c:v>3654.116</c:v>
                </c:pt>
                <c:pt idx="6751">
                  <c:v>3654.598</c:v>
                </c:pt>
                <c:pt idx="6752">
                  <c:v>3655.0810000000001</c:v>
                </c:pt>
                <c:pt idx="6753">
                  <c:v>3655.5630000000001</c:v>
                </c:pt>
                <c:pt idx="6754">
                  <c:v>3656.0450000000001</c:v>
                </c:pt>
                <c:pt idx="6755">
                  <c:v>3656.527</c:v>
                </c:pt>
                <c:pt idx="6756">
                  <c:v>3657.009</c:v>
                </c:pt>
                <c:pt idx="6757">
                  <c:v>3657.491</c:v>
                </c:pt>
                <c:pt idx="6758">
                  <c:v>3657.973</c:v>
                </c:pt>
                <c:pt idx="6759">
                  <c:v>3658.4560000000001</c:v>
                </c:pt>
                <c:pt idx="6760">
                  <c:v>3658.9380000000001</c:v>
                </c:pt>
                <c:pt idx="6761">
                  <c:v>3659.42</c:v>
                </c:pt>
                <c:pt idx="6762">
                  <c:v>3659.902</c:v>
                </c:pt>
                <c:pt idx="6763">
                  <c:v>3660.384</c:v>
                </c:pt>
                <c:pt idx="6764">
                  <c:v>3660.866</c:v>
                </c:pt>
                <c:pt idx="6765">
                  <c:v>3661.348</c:v>
                </c:pt>
                <c:pt idx="6766">
                  <c:v>3661.8310000000001</c:v>
                </c:pt>
                <c:pt idx="6767">
                  <c:v>3662.3130000000001</c:v>
                </c:pt>
                <c:pt idx="6768">
                  <c:v>3662.7950000000001</c:v>
                </c:pt>
                <c:pt idx="6769">
                  <c:v>3663.277</c:v>
                </c:pt>
                <c:pt idx="6770">
                  <c:v>3663.759</c:v>
                </c:pt>
                <c:pt idx="6771">
                  <c:v>3664.241</c:v>
                </c:pt>
                <c:pt idx="6772">
                  <c:v>3664.723</c:v>
                </c:pt>
                <c:pt idx="6773">
                  <c:v>3665.2060000000001</c:v>
                </c:pt>
                <c:pt idx="6774">
                  <c:v>3665.6880000000001</c:v>
                </c:pt>
                <c:pt idx="6775">
                  <c:v>3666.17</c:v>
                </c:pt>
                <c:pt idx="6776">
                  <c:v>3666.652</c:v>
                </c:pt>
                <c:pt idx="6777">
                  <c:v>3667.134</c:v>
                </c:pt>
                <c:pt idx="6778">
                  <c:v>3667.616</c:v>
                </c:pt>
                <c:pt idx="6779">
                  <c:v>3668.098</c:v>
                </c:pt>
                <c:pt idx="6780">
                  <c:v>3668.5810000000001</c:v>
                </c:pt>
                <c:pt idx="6781">
                  <c:v>3669.0630000000001</c:v>
                </c:pt>
                <c:pt idx="6782">
                  <c:v>3669.5450000000001</c:v>
                </c:pt>
                <c:pt idx="6783">
                  <c:v>3670.027</c:v>
                </c:pt>
                <c:pt idx="6784">
                  <c:v>3670.509</c:v>
                </c:pt>
                <c:pt idx="6785">
                  <c:v>3670.991</c:v>
                </c:pt>
                <c:pt idx="6786">
                  <c:v>3671.473</c:v>
                </c:pt>
                <c:pt idx="6787">
                  <c:v>3671.9549999999999</c:v>
                </c:pt>
                <c:pt idx="6788">
                  <c:v>3672.4380000000001</c:v>
                </c:pt>
                <c:pt idx="6789">
                  <c:v>3672.92</c:v>
                </c:pt>
                <c:pt idx="6790">
                  <c:v>3673.402</c:v>
                </c:pt>
                <c:pt idx="6791">
                  <c:v>3673.884</c:v>
                </c:pt>
                <c:pt idx="6792">
                  <c:v>3674.366</c:v>
                </c:pt>
                <c:pt idx="6793">
                  <c:v>3674.848</c:v>
                </c:pt>
                <c:pt idx="6794">
                  <c:v>3675.33</c:v>
                </c:pt>
                <c:pt idx="6795">
                  <c:v>3675.8130000000001</c:v>
                </c:pt>
                <c:pt idx="6796">
                  <c:v>3676.2950000000001</c:v>
                </c:pt>
                <c:pt idx="6797">
                  <c:v>3676.777</c:v>
                </c:pt>
                <c:pt idx="6798">
                  <c:v>3677.259</c:v>
                </c:pt>
                <c:pt idx="6799">
                  <c:v>3677.741</c:v>
                </c:pt>
                <c:pt idx="6800">
                  <c:v>3678.223</c:v>
                </c:pt>
                <c:pt idx="6801">
                  <c:v>3678.7049999999999</c:v>
                </c:pt>
                <c:pt idx="6802">
                  <c:v>3679.1880000000001</c:v>
                </c:pt>
                <c:pt idx="6803">
                  <c:v>3679.67</c:v>
                </c:pt>
                <c:pt idx="6804">
                  <c:v>3680.152</c:v>
                </c:pt>
                <c:pt idx="6805">
                  <c:v>3680.634</c:v>
                </c:pt>
                <c:pt idx="6806">
                  <c:v>3681.116</c:v>
                </c:pt>
                <c:pt idx="6807">
                  <c:v>3681.598</c:v>
                </c:pt>
                <c:pt idx="6808">
                  <c:v>3682.08</c:v>
                </c:pt>
                <c:pt idx="6809">
                  <c:v>3682.5630000000001</c:v>
                </c:pt>
                <c:pt idx="6810">
                  <c:v>3683.0450000000001</c:v>
                </c:pt>
                <c:pt idx="6811">
                  <c:v>3683.527</c:v>
                </c:pt>
                <c:pt idx="6812">
                  <c:v>3684.009</c:v>
                </c:pt>
                <c:pt idx="6813">
                  <c:v>3684.491</c:v>
                </c:pt>
                <c:pt idx="6814">
                  <c:v>3684.973</c:v>
                </c:pt>
                <c:pt idx="6815">
                  <c:v>3685.4549999999999</c:v>
                </c:pt>
                <c:pt idx="6816">
                  <c:v>3685.9380000000001</c:v>
                </c:pt>
                <c:pt idx="6817">
                  <c:v>3686.4189999999999</c:v>
                </c:pt>
                <c:pt idx="6818">
                  <c:v>3686.902</c:v>
                </c:pt>
                <c:pt idx="6819">
                  <c:v>3687.384</c:v>
                </c:pt>
                <c:pt idx="6820">
                  <c:v>3687.866</c:v>
                </c:pt>
                <c:pt idx="6821">
                  <c:v>3688.348</c:v>
                </c:pt>
                <c:pt idx="6822">
                  <c:v>3688.83</c:v>
                </c:pt>
                <c:pt idx="6823">
                  <c:v>3689.3119999999999</c:v>
                </c:pt>
                <c:pt idx="6824">
                  <c:v>3689.7939999999999</c:v>
                </c:pt>
                <c:pt idx="6825">
                  <c:v>3690.277</c:v>
                </c:pt>
                <c:pt idx="6826">
                  <c:v>3690.759</c:v>
                </c:pt>
                <c:pt idx="6827">
                  <c:v>3691.241</c:v>
                </c:pt>
                <c:pt idx="6828">
                  <c:v>3691.723</c:v>
                </c:pt>
                <c:pt idx="6829">
                  <c:v>3692.2049999999999</c:v>
                </c:pt>
                <c:pt idx="6830">
                  <c:v>3692.6869999999999</c:v>
                </c:pt>
                <c:pt idx="6831">
                  <c:v>3693.1689999999999</c:v>
                </c:pt>
                <c:pt idx="6832">
                  <c:v>3693.652</c:v>
                </c:pt>
                <c:pt idx="6833">
                  <c:v>3694.134</c:v>
                </c:pt>
                <c:pt idx="6834">
                  <c:v>3694.616</c:v>
                </c:pt>
                <c:pt idx="6835">
                  <c:v>3695.098</c:v>
                </c:pt>
                <c:pt idx="6836">
                  <c:v>3695.58</c:v>
                </c:pt>
                <c:pt idx="6837">
                  <c:v>3696.0619999999999</c:v>
                </c:pt>
                <c:pt idx="6838">
                  <c:v>3696.5439999999999</c:v>
                </c:pt>
                <c:pt idx="6839">
                  <c:v>3697.027</c:v>
                </c:pt>
                <c:pt idx="6840">
                  <c:v>3697.509</c:v>
                </c:pt>
                <c:pt idx="6841">
                  <c:v>3697.991</c:v>
                </c:pt>
                <c:pt idx="6842">
                  <c:v>3698.473</c:v>
                </c:pt>
                <c:pt idx="6843">
                  <c:v>3698.9549999999999</c:v>
                </c:pt>
                <c:pt idx="6844">
                  <c:v>3699.4369999999999</c:v>
                </c:pt>
                <c:pt idx="6845">
                  <c:v>3699.9189999999999</c:v>
                </c:pt>
                <c:pt idx="6846">
                  <c:v>3700.402</c:v>
                </c:pt>
                <c:pt idx="6847">
                  <c:v>3700.884</c:v>
                </c:pt>
                <c:pt idx="6848">
                  <c:v>3701.366</c:v>
                </c:pt>
                <c:pt idx="6849">
                  <c:v>3701.848</c:v>
                </c:pt>
                <c:pt idx="6850">
                  <c:v>3702.33</c:v>
                </c:pt>
                <c:pt idx="6851">
                  <c:v>3702.8119999999999</c:v>
                </c:pt>
                <c:pt idx="6852">
                  <c:v>3703.2939999999999</c:v>
                </c:pt>
                <c:pt idx="6853">
                  <c:v>3703.7759999999998</c:v>
                </c:pt>
                <c:pt idx="6854">
                  <c:v>3704.259</c:v>
                </c:pt>
                <c:pt idx="6855">
                  <c:v>3704.741</c:v>
                </c:pt>
                <c:pt idx="6856">
                  <c:v>3705.223</c:v>
                </c:pt>
                <c:pt idx="6857">
                  <c:v>3705.7049999999999</c:v>
                </c:pt>
                <c:pt idx="6858">
                  <c:v>3706.1869999999999</c:v>
                </c:pt>
                <c:pt idx="6859">
                  <c:v>3706.6689999999999</c:v>
                </c:pt>
                <c:pt idx="6860">
                  <c:v>3707.1509999999998</c:v>
                </c:pt>
                <c:pt idx="6861">
                  <c:v>3707.634</c:v>
                </c:pt>
                <c:pt idx="6862">
                  <c:v>3708.116</c:v>
                </c:pt>
                <c:pt idx="6863">
                  <c:v>3708.598</c:v>
                </c:pt>
                <c:pt idx="6864">
                  <c:v>3709.08</c:v>
                </c:pt>
                <c:pt idx="6865">
                  <c:v>3709.5619999999999</c:v>
                </c:pt>
                <c:pt idx="6866">
                  <c:v>3710.0439999999999</c:v>
                </c:pt>
                <c:pt idx="6867">
                  <c:v>3710.5259999999998</c:v>
                </c:pt>
                <c:pt idx="6868">
                  <c:v>3711.009</c:v>
                </c:pt>
                <c:pt idx="6869">
                  <c:v>3711.491</c:v>
                </c:pt>
                <c:pt idx="6870">
                  <c:v>3711.973</c:v>
                </c:pt>
                <c:pt idx="6871">
                  <c:v>3712.4549999999999</c:v>
                </c:pt>
                <c:pt idx="6872">
                  <c:v>3712.9369999999999</c:v>
                </c:pt>
                <c:pt idx="6873">
                  <c:v>3713.4189999999999</c:v>
                </c:pt>
                <c:pt idx="6874">
                  <c:v>3713.9009999999998</c:v>
                </c:pt>
                <c:pt idx="6875">
                  <c:v>3714.384</c:v>
                </c:pt>
                <c:pt idx="6876">
                  <c:v>3714.866</c:v>
                </c:pt>
                <c:pt idx="6877">
                  <c:v>3715.348</c:v>
                </c:pt>
                <c:pt idx="6878">
                  <c:v>3715.83</c:v>
                </c:pt>
                <c:pt idx="6879">
                  <c:v>3716.3119999999999</c:v>
                </c:pt>
                <c:pt idx="6880">
                  <c:v>3716.7939999999999</c:v>
                </c:pt>
                <c:pt idx="6881">
                  <c:v>3717.2759999999998</c:v>
                </c:pt>
                <c:pt idx="6882">
                  <c:v>3717.759</c:v>
                </c:pt>
                <c:pt idx="6883">
                  <c:v>3718.24</c:v>
                </c:pt>
                <c:pt idx="6884">
                  <c:v>3718.723</c:v>
                </c:pt>
                <c:pt idx="6885">
                  <c:v>3719.2049999999999</c:v>
                </c:pt>
                <c:pt idx="6886">
                  <c:v>3719.6869999999999</c:v>
                </c:pt>
                <c:pt idx="6887">
                  <c:v>3720.1689999999999</c:v>
                </c:pt>
                <c:pt idx="6888">
                  <c:v>3720.6509999999998</c:v>
                </c:pt>
                <c:pt idx="6889">
                  <c:v>3721.1329999999998</c:v>
                </c:pt>
                <c:pt idx="6890">
                  <c:v>3721.6149999999998</c:v>
                </c:pt>
                <c:pt idx="6891">
                  <c:v>3722.098</c:v>
                </c:pt>
                <c:pt idx="6892">
                  <c:v>3722.58</c:v>
                </c:pt>
                <c:pt idx="6893">
                  <c:v>3723.0619999999999</c:v>
                </c:pt>
                <c:pt idx="6894">
                  <c:v>3723.5439999999999</c:v>
                </c:pt>
                <c:pt idx="6895">
                  <c:v>3724.0259999999998</c:v>
                </c:pt>
                <c:pt idx="6896">
                  <c:v>3724.5079999999998</c:v>
                </c:pt>
                <c:pt idx="6897">
                  <c:v>3724.99</c:v>
                </c:pt>
                <c:pt idx="6898">
                  <c:v>3725.473</c:v>
                </c:pt>
                <c:pt idx="6899">
                  <c:v>3725.9549999999999</c:v>
                </c:pt>
                <c:pt idx="6900">
                  <c:v>3726.4369999999999</c:v>
                </c:pt>
                <c:pt idx="6901">
                  <c:v>3726.9189999999999</c:v>
                </c:pt>
                <c:pt idx="6902">
                  <c:v>3727.4009999999998</c:v>
                </c:pt>
                <c:pt idx="6903">
                  <c:v>3727.8829999999998</c:v>
                </c:pt>
                <c:pt idx="6904">
                  <c:v>3728.3649999999998</c:v>
                </c:pt>
                <c:pt idx="6905">
                  <c:v>3728.848</c:v>
                </c:pt>
                <c:pt idx="6906">
                  <c:v>3729.33</c:v>
                </c:pt>
                <c:pt idx="6907">
                  <c:v>3729.8119999999999</c:v>
                </c:pt>
                <c:pt idx="6908">
                  <c:v>3730.2939999999999</c:v>
                </c:pt>
                <c:pt idx="6909">
                  <c:v>3730.7759999999998</c:v>
                </c:pt>
                <c:pt idx="6910">
                  <c:v>3731.2579999999998</c:v>
                </c:pt>
                <c:pt idx="6911">
                  <c:v>3731.74</c:v>
                </c:pt>
                <c:pt idx="6912">
                  <c:v>3732.223</c:v>
                </c:pt>
                <c:pt idx="6913">
                  <c:v>3732.7049999999999</c:v>
                </c:pt>
                <c:pt idx="6914">
                  <c:v>3733.1869999999999</c:v>
                </c:pt>
                <c:pt idx="6915">
                  <c:v>3733.6689999999999</c:v>
                </c:pt>
                <c:pt idx="6916">
                  <c:v>3734.1509999999998</c:v>
                </c:pt>
                <c:pt idx="6917">
                  <c:v>3734.6329999999998</c:v>
                </c:pt>
                <c:pt idx="6918">
                  <c:v>3735.1149999999998</c:v>
                </c:pt>
                <c:pt idx="6919">
                  <c:v>3735.5970000000002</c:v>
                </c:pt>
                <c:pt idx="6920">
                  <c:v>3736.08</c:v>
                </c:pt>
                <c:pt idx="6921">
                  <c:v>3736.5619999999999</c:v>
                </c:pt>
                <c:pt idx="6922">
                  <c:v>3737.0439999999999</c:v>
                </c:pt>
                <c:pt idx="6923">
                  <c:v>3737.5259999999998</c:v>
                </c:pt>
                <c:pt idx="6924">
                  <c:v>3738.0079999999998</c:v>
                </c:pt>
                <c:pt idx="6925">
                  <c:v>3738.49</c:v>
                </c:pt>
                <c:pt idx="6926">
                  <c:v>3738.9720000000002</c:v>
                </c:pt>
                <c:pt idx="6927">
                  <c:v>3739.4549999999999</c:v>
                </c:pt>
                <c:pt idx="6928">
                  <c:v>3739.9369999999999</c:v>
                </c:pt>
                <c:pt idx="6929">
                  <c:v>3740.4189999999999</c:v>
                </c:pt>
                <c:pt idx="6930">
                  <c:v>3740.9009999999998</c:v>
                </c:pt>
                <c:pt idx="6931">
                  <c:v>3741.3829999999998</c:v>
                </c:pt>
                <c:pt idx="6932">
                  <c:v>3741.8649999999998</c:v>
                </c:pt>
                <c:pt idx="6933">
                  <c:v>3742.3470000000002</c:v>
                </c:pt>
                <c:pt idx="6934">
                  <c:v>3742.83</c:v>
                </c:pt>
                <c:pt idx="6935">
                  <c:v>3743.3119999999999</c:v>
                </c:pt>
                <c:pt idx="6936">
                  <c:v>3743.7939999999999</c:v>
                </c:pt>
                <c:pt idx="6937">
                  <c:v>3744.2759999999998</c:v>
                </c:pt>
                <c:pt idx="6938">
                  <c:v>3744.7579999999998</c:v>
                </c:pt>
                <c:pt idx="6939">
                  <c:v>3745.24</c:v>
                </c:pt>
                <c:pt idx="6940">
                  <c:v>3745.7220000000002</c:v>
                </c:pt>
                <c:pt idx="6941">
                  <c:v>3746.2049999999999</c:v>
                </c:pt>
                <c:pt idx="6942">
                  <c:v>3746.6869999999999</c:v>
                </c:pt>
                <c:pt idx="6943">
                  <c:v>3747.1689999999999</c:v>
                </c:pt>
                <c:pt idx="6944">
                  <c:v>3747.6509999999998</c:v>
                </c:pt>
                <c:pt idx="6945">
                  <c:v>3748.1329999999998</c:v>
                </c:pt>
                <c:pt idx="6946">
                  <c:v>3748.6149999999998</c:v>
                </c:pt>
                <c:pt idx="6947">
                  <c:v>3749.0970000000002</c:v>
                </c:pt>
                <c:pt idx="6948">
                  <c:v>3749.58</c:v>
                </c:pt>
                <c:pt idx="6949">
                  <c:v>3750.0619999999999</c:v>
                </c:pt>
                <c:pt idx="6950">
                  <c:v>3750.5439999999999</c:v>
                </c:pt>
                <c:pt idx="6951">
                  <c:v>3751.0259999999998</c:v>
                </c:pt>
                <c:pt idx="6952">
                  <c:v>3751.5079999999998</c:v>
                </c:pt>
                <c:pt idx="6953">
                  <c:v>3751.99</c:v>
                </c:pt>
                <c:pt idx="6954">
                  <c:v>3752.4720000000002</c:v>
                </c:pt>
                <c:pt idx="6955">
                  <c:v>3752.9540000000002</c:v>
                </c:pt>
                <c:pt idx="6956">
                  <c:v>3753.4369999999999</c:v>
                </c:pt>
                <c:pt idx="6957">
                  <c:v>3753.9189999999999</c:v>
                </c:pt>
                <c:pt idx="6958">
                  <c:v>3754.4009999999998</c:v>
                </c:pt>
                <c:pt idx="6959">
                  <c:v>3754.8829999999998</c:v>
                </c:pt>
                <c:pt idx="6960">
                  <c:v>3755.3649999999998</c:v>
                </c:pt>
                <c:pt idx="6961">
                  <c:v>3755.8470000000002</c:v>
                </c:pt>
                <c:pt idx="6962">
                  <c:v>3756.3290000000002</c:v>
                </c:pt>
                <c:pt idx="6963">
                  <c:v>3756.8119999999999</c:v>
                </c:pt>
                <c:pt idx="6964">
                  <c:v>3757.2939999999999</c:v>
                </c:pt>
                <c:pt idx="6965">
                  <c:v>3757.7759999999998</c:v>
                </c:pt>
                <c:pt idx="6966">
                  <c:v>3758.2579999999998</c:v>
                </c:pt>
                <c:pt idx="6967">
                  <c:v>3758.74</c:v>
                </c:pt>
                <c:pt idx="6968">
                  <c:v>3759.2220000000002</c:v>
                </c:pt>
                <c:pt idx="6969">
                  <c:v>3759.7040000000002</c:v>
                </c:pt>
                <c:pt idx="6970">
                  <c:v>3760.1869999999999</c:v>
                </c:pt>
                <c:pt idx="6971">
                  <c:v>3760.6689999999999</c:v>
                </c:pt>
                <c:pt idx="6972">
                  <c:v>3761.1509999999998</c:v>
                </c:pt>
                <c:pt idx="6973">
                  <c:v>3761.6329999999998</c:v>
                </c:pt>
                <c:pt idx="6974">
                  <c:v>3762.1149999999998</c:v>
                </c:pt>
                <c:pt idx="6975">
                  <c:v>3762.5970000000002</c:v>
                </c:pt>
                <c:pt idx="6976">
                  <c:v>3763.0790000000002</c:v>
                </c:pt>
                <c:pt idx="6977">
                  <c:v>3763.5619999999999</c:v>
                </c:pt>
                <c:pt idx="6978">
                  <c:v>3764.0439999999999</c:v>
                </c:pt>
                <c:pt idx="6979">
                  <c:v>3764.5259999999998</c:v>
                </c:pt>
                <c:pt idx="6980">
                  <c:v>3765.0079999999998</c:v>
                </c:pt>
                <c:pt idx="6981">
                  <c:v>3765.49</c:v>
                </c:pt>
                <c:pt idx="6982">
                  <c:v>3765.9720000000002</c:v>
                </c:pt>
                <c:pt idx="6983">
                  <c:v>3766.4540000000002</c:v>
                </c:pt>
                <c:pt idx="6984">
                  <c:v>3766.9369999999999</c:v>
                </c:pt>
                <c:pt idx="6985">
                  <c:v>3767.4180000000001</c:v>
                </c:pt>
                <c:pt idx="6986">
                  <c:v>3767.9009999999998</c:v>
                </c:pt>
                <c:pt idx="6987">
                  <c:v>3768.3829999999998</c:v>
                </c:pt>
                <c:pt idx="6988">
                  <c:v>3768.8649999999998</c:v>
                </c:pt>
                <c:pt idx="6989">
                  <c:v>3769.3470000000002</c:v>
                </c:pt>
                <c:pt idx="6990">
                  <c:v>3769.8290000000002</c:v>
                </c:pt>
                <c:pt idx="6991">
                  <c:v>3770.3110000000001</c:v>
                </c:pt>
                <c:pt idx="6992">
                  <c:v>3770.7930000000001</c:v>
                </c:pt>
                <c:pt idx="6993">
                  <c:v>3771.2759999999998</c:v>
                </c:pt>
                <c:pt idx="6994">
                  <c:v>3771.7579999999998</c:v>
                </c:pt>
                <c:pt idx="6995">
                  <c:v>3772.24</c:v>
                </c:pt>
                <c:pt idx="6996">
                  <c:v>3772.7220000000002</c:v>
                </c:pt>
                <c:pt idx="6997">
                  <c:v>3773.2040000000002</c:v>
                </c:pt>
                <c:pt idx="6998">
                  <c:v>3773.6860000000001</c:v>
                </c:pt>
                <c:pt idx="6999">
                  <c:v>3774.1680000000001</c:v>
                </c:pt>
                <c:pt idx="7000">
                  <c:v>3774.6509999999998</c:v>
                </c:pt>
                <c:pt idx="7001">
                  <c:v>3775.1329999999998</c:v>
                </c:pt>
                <c:pt idx="7002">
                  <c:v>3775.6149999999998</c:v>
                </c:pt>
                <c:pt idx="7003">
                  <c:v>3776.0970000000002</c:v>
                </c:pt>
                <c:pt idx="7004">
                  <c:v>3776.5790000000002</c:v>
                </c:pt>
                <c:pt idx="7005">
                  <c:v>3777.0610000000001</c:v>
                </c:pt>
                <c:pt idx="7006">
                  <c:v>3777.5430000000001</c:v>
                </c:pt>
                <c:pt idx="7007">
                  <c:v>3778.0259999999998</c:v>
                </c:pt>
                <c:pt idx="7008">
                  <c:v>3778.5079999999998</c:v>
                </c:pt>
                <c:pt idx="7009">
                  <c:v>3778.99</c:v>
                </c:pt>
                <c:pt idx="7010">
                  <c:v>3779.4720000000002</c:v>
                </c:pt>
                <c:pt idx="7011">
                  <c:v>3779.9540000000002</c:v>
                </c:pt>
                <c:pt idx="7012">
                  <c:v>3780.4360000000001</c:v>
                </c:pt>
                <c:pt idx="7013">
                  <c:v>3780.9180000000001</c:v>
                </c:pt>
                <c:pt idx="7014">
                  <c:v>3781.4009999999998</c:v>
                </c:pt>
                <c:pt idx="7015">
                  <c:v>3781.8829999999998</c:v>
                </c:pt>
                <c:pt idx="7016">
                  <c:v>3782.3649999999998</c:v>
                </c:pt>
                <c:pt idx="7017">
                  <c:v>3782.8470000000002</c:v>
                </c:pt>
                <c:pt idx="7018">
                  <c:v>3783.3290000000002</c:v>
                </c:pt>
                <c:pt idx="7019">
                  <c:v>3783.8110000000001</c:v>
                </c:pt>
                <c:pt idx="7020">
                  <c:v>3784.2930000000001</c:v>
                </c:pt>
                <c:pt idx="7021">
                  <c:v>3784.7750000000001</c:v>
                </c:pt>
                <c:pt idx="7022">
                  <c:v>3785.2579999999998</c:v>
                </c:pt>
                <c:pt idx="7023">
                  <c:v>3785.74</c:v>
                </c:pt>
                <c:pt idx="7024">
                  <c:v>3786.2220000000002</c:v>
                </c:pt>
                <c:pt idx="7025">
                  <c:v>3786.7040000000002</c:v>
                </c:pt>
                <c:pt idx="7026">
                  <c:v>3787.1860000000001</c:v>
                </c:pt>
                <c:pt idx="7027">
                  <c:v>3787.6680000000001</c:v>
                </c:pt>
                <c:pt idx="7028">
                  <c:v>3788.15</c:v>
                </c:pt>
                <c:pt idx="7029">
                  <c:v>3788.6329999999998</c:v>
                </c:pt>
                <c:pt idx="7030">
                  <c:v>3789.1149999999998</c:v>
                </c:pt>
                <c:pt idx="7031">
                  <c:v>3789.5970000000002</c:v>
                </c:pt>
                <c:pt idx="7032">
                  <c:v>3790.0790000000002</c:v>
                </c:pt>
                <c:pt idx="7033">
                  <c:v>3790.5610000000001</c:v>
                </c:pt>
                <c:pt idx="7034">
                  <c:v>3791.0430000000001</c:v>
                </c:pt>
                <c:pt idx="7035">
                  <c:v>3791.5250000000001</c:v>
                </c:pt>
                <c:pt idx="7036">
                  <c:v>3792.0079999999998</c:v>
                </c:pt>
                <c:pt idx="7037">
                  <c:v>3792.49</c:v>
                </c:pt>
                <c:pt idx="7038">
                  <c:v>3792.9720000000002</c:v>
                </c:pt>
                <c:pt idx="7039">
                  <c:v>3793.4540000000002</c:v>
                </c:pt>
                <c:pt idx="7040">
                  <c:v>3793.9360000000001</c:v>
                </c:pt>
                <c:pt idx="7041">
                  <c:v>3794.4180000000001</c:v>
                </c:pt>
                <c:pt idx="7042">
                  <c:v>3794.9</c:v>
                </c:pt>
                <c:pt idx="7043">
                  <c:v>3795.3829999999998</c:v>
                </c:pt>
                <c:pt idx="7044">
                  <c:v>3795.8649999999998</c:v>
                </c:pt>
                <c:pt idx="7045">
                  <c:v>3796.3470000000002</c:v>
                </c:pt>
                <c:pt idx="7046">
                  <c:v>3796.8290000000002</c:v>
                </c:pt>
                <c:pt idx="7047">
                  <c:v>3797.3110000000001</c:v>
                </c:pt>
                <c:pt idx="7048">
                  <c:v>3797.7930000000001</c:v>
                </c:pt>
                <c:pt idx="7049">
                  <c:v>3798.2750000000001</c:v>
                </c:pt>
                <c:pt idx="7050">
                  <c:v>3798.7579999999998</c:v>
                </c:pt>
                <c:pt idx="7051">
                  <c:v>3799.24</c:v>
                </c:pt>
                <c:pt idx="7052">
                  <c:v>3799.7220000000002</c:v>
                </c:pt>
                <c:pt idx="7053">
                  <c:v>3800.2040000000002</c:v>
                </c:pt>
                <c:pt idx="7054">
                  <c:v>3800.6860000000001</c:v>
                </c:pt>
                <c:pt idx="7055">
                  <c:v>3801.1680000000001</c:v>
                </c:pt>
                <c:pt idx="7056">
                  <c:v>3801.65</c:v>
                </c:pt>
                <c:pt idx="7057">
                  <c:v>3802.1320000000001</c:v>
                </c:pt>
                <c:pt idx="7058">
                  <c:v>3802.6149999999998</c:v>
                </c:pt>
                <c:pt idx="7059">
                  <c:v>3803.0970000000002</c:v>
                </c:pt>
                <c:pt idx="7060">
                  <c:v>3803.5790000000002</c:v>
                </c:pt>
                <c:pt idx="7061">
                  <c:v>3804.0610000000001</c:v>
                </c:pt>
                <c:pt idx="7062">
                  <c:v>3804.5430000000001</c:v>
                </c:pt>
                <c:pt idx="7063">
                  <c:v>3805.0250000000001</c:v>
                </c:pt>
                <c:pt idx="7064">
                  <c:v>3805.5070000000001</c:v>
                </c:pt>
                <c:pt idx="7065">
                  <c:v>3805.99</c:v>
                </c:pt>
                <c:pt idx="7066">
                  <c:v>3806.4720000000002</c:v>
                </c:pt>
                <c:pt idx="7067">
                  <c:v>3806.9540000000002</c:v>
                </c:pt>
                <c:pt idx="7068">
                  <c:v>3807.4360000000001</c:v>
                </c:pt>
                <c:pt idx="7069">
                  <c:v>3807.9180000000001</c:v>
                </c:pt>
                <c:pt idx="7070">
                  <c:v>3808.4</c:v>
                </c:pt>
                <c:pt idx="7071">
                  <c:v>3808.8820000000001</c:v>
                </c:pt>
                <c:pt idx="7072">
                  <c:v>3809.3649999999998</c:v>
                </c:pt>
                <c:pt idx="7073">
                  <c:v>3809.8470000000002</c:v>
                </c:pt>
                <c:pt idx="7074">
                  <c:v>3810.3290000000002</c:v>
                </c:pt>
                <c:pt idx="7075">
                  <c:v>3810.8110000000001</c:v>
                </c:pt>
                <c:pt idx="7076">
                  <c:v>3811.2930000000001</c:v>
                </c:pt>
                <c:pt idx="7077">
                  <c:v>3811.7750000000001</c:v>
                </c:pt>
                <c:pt idx="7078">
                  <c:v>3812.2570000000001</c:v>
                </c:pt>
                <c:pt idx="7079">
                  <c:v>3812.74</c:v>
                </c:pt>
                <c:pt idx="7080">
                  <c:v>3813.2220000000002</c:v>
                </c:pt>
                <c:pt idx="7081">
                  <c:v>3813.7040000000002</c:v>
                </c:pt>
                <c:pt idx="7082">
                  <c:v>3814.1860000000001</c:v>
                </c:pt>
                <c:pt idx="7083">
                  <c:v>3814.6680000000001</c:v>
                </c:pt>
                <c:pt idx="7084">
                  <c:v>3815.15</c:v>
                </c:pt>
                <c:pt idx="7085">
                  <c:v>3815.6320000000001</c:v>
                </c:pt>
                <c:pt idx="7086">
                  <c:v>3816.1149999999998</c:v>
                </c:pt>
                <c:pt idx="7087">
                  <c:v>3816.596</c:v>
                </c:pt>
                <c:pt idx="7088">
                  <c:v>3817.0790000000002</c:v>
                </c:pt>
                <c:pt idx="7089">
                  <c:v>3817.5610000000001</c:v>
                </c:pt>
                <c:pt idx="7090">
                  <c:v>3818.0430000000001</c:v>
                </c:pt>
                <c:pt idx="7091">
                  <c:v>3818.5250000000001</c:v>
                </c:pt>
                <c:pt idx="7092">
                  <c:v>3819.0070000000001</c:v>
                </c:pt>
                <c:pt idx="7093">
                  <c:v>3819.489</c:v>
                </c:pt>
                <c:pt idx="7094">
                  <c:v>3819.971</c:v>
                </c:pt>
                <c:pt idx="7095">
                  <c:v>3820.4540000000002</c:v>
                </c:pt>
                <c:pt idx="7096">
                  <c:v>3820.9360000000001</c:v>
                </c:pt>
                <c:pt idx="7097">
                  <c:v>3821.4180000000001</c:v>
                </c:pt>
                <c:pt idx="7098">
                  <c:v>3821.9</c:v>
                </c:pt>
                <c:pt idx="7099">
                  <c:v>3822.3820000000001</c:v>
                </c:pt>
                <c:pt idx="7100">
                  <c:v>3822.864</c:v>
                </c:pt>
                <c:pt idx="7101">
                  <c:v>3823.346</c:v>
                </c:pt>
                <c:pt idx="7102">
                  <c:v>3823.8290000000002</c:v>
                </c:pt>
                <c:pt idx="7103">
                  <c:v>3824.3110000000001</c:v>
                </c:pt>
                <c:pt idx="7104">
                  <c:v>3824.7930000000001</c:v>
                </c:pt>
                <c:pt idx="7105">
                  <c:v>3825.2750000000001</c:v>
                </c:pt>
                <c:pt idx="7106">
                  <c:v>3825.7570000000001</c:v>
                </c:pt>
                <c:pt idx="7107">
                  <c:v>3826.239</c:v>
                </c:pt>
                <c:pt idx="7108">
                  <c:v>3826.721</c:v>
                </c:pt>
                <c:pt idx="7109">
                  <c:v>3827.2040000000002</c:v>
                </c:pt>
                <c:pt idx="7110">
                  <c:v>3827.6860000000001</c:v>
                </c:pt>
                <c:pt idx="7111">
                  <c:v>3828.1680000000001</c:v>
                </c:pt>
                <c:pt idx="7112">
                  <c:v>3828.65</c:v>
                </c:pt>
                <c:pt idx="7113">
                  <c:v>3829.1320000000001</c:v>
                </c:pt>
                <c:pt idx="7114">
                  <c:v>3829.614</c:v>
                </c:pt>
                <c:pt idx="7115">
                  <c:v>3830.096</c:v>
                </c:pt>
                <c:pt idx="7116">
                  <c:v>3830.5790000000002</c:v>
                </c:pt>
                <c:pt idx="7117">
                  <c:v>3831.0610000000001</c:v>
                </c:pt>
                <c:pt idx="7118">
                  <c:v>3831.5430000000001</c:v>
                </c:pt>
                <c:pt idx="7119">
                  <c:v>3832.0250000000001</c:v>
                </c:pt>
                <c:pt idx="7120">
                  <c:v>3832.5070000000001</c:v>
                </c:pt>
                <c:pt idx="7121">
                  <c:v>3832.989</c:v>
                </c:pt>
                <c:pt idx="7122">
                  <c:v>3833.471</c:v>
                </c:pt>
                <c:pt idx="7123">
                  <c:v>3833.953</c:v>
                </c:pt>
                <c:pt idx="7124">
                  <c:v>3834.4360000000001</c:v>
                </c:pt>
                <c:pt idx="7125">
                  <c:v>3834.9180000000001</c:v>
                </c:pt>
                <c:pt idx="7126">
                  <c:v>3835.4</c:v>
                </c:pt>
                <c:pt idx="7127">
                  <c:v>3835.8820000000001</c:v>
                </c:pt>
                <c:pt idx="7128">
                  <c:v>3836.364</c:v>
                </c:pt>
                <c:pt idx="7129">
                  <c:v>3836.846</c:v>
                </c:pt>
                <c:pt idx="7130">
                  <c:v>3837.328</c:v>
                </c:pt>
                <c:pt idx="7131">
                  <c:v>3837.8110000000001</c:v>
                </c:pt>
                <c:pt idx="7132">
                  <c:v>3838.2930000000001</c:v>
                </c:pt>
                <c:pt idx="7133">
                  <c:v>3838.7750000000001</c:v>
                </c:pt>
                <c:pt idx="7134">
                  <c:v>3839.2570000000001</c:v>
                </c:pt>
                <c:pt idx="7135">
                  <c:v>3839.739</c:v>
                </c:pt>
                <c:pt idx="7136">
                  <c:v>3840.221</c:v>
                </c:pt>
                <c:pt idx="7137">
                  <c:v>3840.703</c:v>
                </c:pt>
                <c:pt idx="7138">
                  <c:v>3841.1860000000001</c:v>
                </c:pt>
                <c:pt idx="7139">
                  <c:v>3841.6680000000001</c:v>
                </c:pt>
                <c:pt idx="7140">
                  <c:v>3842.15</c:v>
                </c:pt>
                <c:pt idx="7141">
                  <c:v>3842.6320000000001</c:v>
                </c:pt>
                <c:pt idx="7142">
                  <c:v>3843.114</c:v>
                </c:pt>
                <c:pt idx="7143">
                  <c:v>3843.596</c:v>
                </c:pt>
                <c:pt idx="7144">
                  <c:v>3844.078</c:v>
                </c:pt>
                <c:pt idx="7145">
                  <c:v>3844.5610000000001</c:v>
                </c:pt>
                <c:pt idx="7146">
                  <c:v>3845.0430000000001</c:v>
                </c:pt>
                <c:pt idx="7147">
                  <c:v>3845.5250000000001</c:v>
                </c:pt>
                <c:pt idx="7148">
                  <c:v>3846.0070000000001</c:v>
                </c:pt>
                <c:pt idx="7149">
                  <c:v>3846.489</c:v>
                </c:pt>
                <c:pt idx="7150">
                  <c:v>3846.971</c:v>
                </c:pt>
                <c:pt idx="7151">
                  <c:v>3847.453</c:v>
                </c:pt>
                <c:pt idx="7152">
                  <c:v>3847.9360000000001</c:v>
                </c:pt>
                <c:pt idx="7153">
                  <c:v>3848.4169999999999</c:v>
                </c:pt>
                <c:pt idx="7154">
                  <c:v>3848.9</c:v>
                </c:pt>
                <c:pt idx="7155">
                  <c:v>3849.3820000000001</c:v>
                </c:pt>
                <c:pt idx="7156">
                  <c:v>3849.864</c:v>
                </c:pt>
                <c:pt idx="7157">
                  <c:v>3850.346</c:v>
                </c:pt>
                <c:pt idx="7158">
                  <c:v>3850.828</c:v>
                </c:pt>
                <c:pt idx="7159">
                  <c:v>3851.31</c:v>
                </c:pt>
                <c:pt idx="7160">
                  <c:v>3851.7919999999999</c:v>
                </c:pt>
                <c:pt idx="7161">
                  <c:v>3852.2750000000001</c:v>
                </c:pt>
                <c:pt idx="7162">
                  <c:v>3852.7570000000001</c:v>
                </c:pt>
                <c:pt idx="7163">
                  <c:v>3853.239</c:v>
                </c:pt>
                <c:pt idx="7164">
                  <c:v>3853.721</c:v>
                </c:pt>
                <c:pt idx="7165">
                  <c:v>3854.203</c:v>
                </c:pt>
                <c:pt idx="7166">
                  <c:v>3854.6849999999999</c:v>
                </c:pt>
                <c:pt idx="7167">
                  <c:v>3855.1669999999999</c:v>
                </c:pt>
                <c:pt idx="7168">
                  <c:v>3855.65</c:v>
                </c:pt>
                <c:pt idx="7169">
                  <c:v>3856.1320000000001</c:v>
                </c:pt>
                <c:pt idx="7170">
                  <c:v>3856.614</c:v>
                </c:pt>
                <c:pt idx="7171">
                  <c:v>3857.096</c:v>
                </c:pt>
                <c:pt idx="7172">
                  <c:v>3857.578</c:v>
                </c:pt>
                <c:pt idx="7173">
                  <c:v>3858.06</c:v>
                </c:pt>
                <c:pt idx="7174">
                  <c:v>3858.5419999999999</c:v>
                </c:pt>
                <c:pt idx="7175">
                  <c:v>3859.0250000000001</c:v>
                </c:pt>
                <c:pt idx="7176">
                  <c:v>3859.5070000000001</c:v>
                </c:pt>
                <c:pt idx="7177">
                  <c:v>3859.989</c:v>
                </c:pt>
                <c:pt idx="7178">
                  <c:v>3860.471</c:v>
                </c:pt>
                <c:pt idx="7179">
                  <c:v>3860.953</c:v>
                </c:pt>
                <c:pt idx="7180">
                  <c:v>3861.4349999999999</c:v>
                </c:pt>
                <c:pt idx="7181">
                  <c:v>3861.9169999999999</c:v>
                </c:pt>
                <c:pt idx="7182">
                  <c:v>3862.4</c:v>
                </c:pt>
                <c:pt idx="7183">
                  <c:v>3862.8820000000001</c:v>
                </c:pt>
                <c:pt idx="7184">
                  <c:v>3863.364</c:v>
                </c:pt>
                <c:pt idx="7185">
                  <c:v>3863.846</c:v>
                </c:pt>
                <c:pt idx="7186">
                  <c:v>3864.328</c:v>
                </c:pt>
                <c:pt idx="7187">
                  <c:v>3864.81</c:v>
                </c:pt>
                <c:pt idx="7188">
                  <c:v>3865.2919999999999</c:v>
                </c:pt>
                <c:pt idx="7189">
                  <c:v>3865.7739999999999</c:v>
                </c:pt>
                <c:pt idx="7190">
                  <c:v>3866.2570000000001</c:v>
                </c:pt>
                <c:pt idx="7191">
                  <c:v>3866.739</c:v>
                </c:pt>
                <c:pt idx="7192">
                  <c:v>3867.221</c:v>
                </c:pt>
                <c:pt idx="7193">
                  <c:v>3867.703</c:v>
                </c:pt>
                <c:pt idx="7194">
                  <c:v>3868.1849999999999</c:v>
                </c:pt>
                <c:pt idx="7195">
                  <c:v>3868.6669999999999</c:v>
                </c:pt>
                <c:pt idx="7196">
                  <c:v>3869.1489999999999</c:v>
                </c:pt>
                <c:pt idx="7197">
                  <c:v>3869.6320000000001</c:v>
                </c:pt>
                <c:pt idx="7198">
                  <c:v>3870.114</c:v>
                </c:pt>
                <c:pt idx="7199">
                  <c:v>3870.596</c:v>
                </c:pt>
                <c:pt idx="7200">
                  <c:v>3871.078</c:v>
                </c:pt>
                <c:pt idx="7201">
                  <c:v>3871.56</c:v>
                </c:pt>
                <c:pt idx="7202">
                  <c:v>3872.0419999999999</c:v>
                </c:pt>
                <c:pt idx="7203">
                  <c:v>3872.5239999999999</c:v>
                </c:pt>
                <c:pt idx="7204">
                  <c:v>3873.0070000000001</c:v>
                </c:pt>
                <c:pt idx="7205">
                  <c:v>3873.489</c:v>
                </c:pt>
                <c:pt idx="7206">
                  <c:v>3873.971</c:v>
                </c:pt>
                <c:pt idx="7207">
                  <c:v>3874.453</c:v>
                </c:pt>
                <c:pt idx="7208">
                  <c:v>3874.9349999999999</c:v>
                </c:pt>
                <c:pt idx="7209">
                  <c:v>3875.4169999999999</c:v>
                </c:pt>
                <c:pt idx="7210">
                  <c:v>3875.8989999999999</c:v>
                </c:pt>
                <c:pt idx="7211">
                  <c:v>3876.3820000000001</c:v>
                </c:pt>
                <c:pt idx="7212">
                  <c:v>3876.864</c:v>
                </c:pt>
                <c:pt idx="7213">
                  <c:v>3877.346</c:v>
                </c:pt>
                <c:pt idx="7214">
                  <c:v>3877.828</c:v>
                </c:pt>
                <c:pt idx="7215">
                  <c:v>3878.31</c:v>
                </c:pt>
                <c:pt idx="7216">
                  <c:v>3878.7919999999999</c:v>
                </c:pt>
                <c:pt idx="7217">
                  <c:v>3879.2739999999999</c:v>
                </c:pt>
                <c:pt idx="7218">
                  <c:v>3879.7570000000001</c:v>
                </c:pt>
                <c:pt idx="7219">
                  <c:v>3880.239</c:v>
                </c:pt>
                <c:pt idx="7220">
                  <c:v>3880.721</c:v>
                </c:pt>
                <c:pt idx="7221">
                  <c:v>3881.203</c:v>
                </c:pt>
                <c:pt idx="7222">
                  <c:v>3881.6849999999999</c:v>
                </c:pt>
                <c:pt idx="7223">
                  <c:v>3882.1669999999999</c:v>
                </c:pt>
                <c:pt idx="7224">
                  <c:v>3882.6489999999999</c:v>
                </c:pt>
                <c:pt idx="7225">
                  <c:v>3883.1309999999999</c:v>
                </c:pt>
                <c:pt idx="7226">
                  <c:v>3883.614</c:v>
                </c:pt>
                <c:pt idx="7227">
                  <c:v>3884.096</c:v>
                </c:pt>
                <c:pt idx="7228">
                  <c:v>3884.578</c:v>
                </c:pt>
                <c:pt idx="7229">
                  <c:v>3885.06</c:v>
                </c:pt>
                <c:pt idx="7230">
                  <c:v>3885.5419999999999</c:v>
                </c:pt>
                <c:pt idx="7231">
                  <c:v>3886.0239999999999</c:v>
                </c:pt>
                <c:pt idx="7232">
                  <c:v>3886.5059999999999</c:v>
                </c:pt>
                <c:pt idx="7233">
                  <c:v>3886.989</c:v>
                </c:pt>
                <c:pt idx="7234">
                  <c:v>3887.471</c:v>
                </c:pt>
                <c:pt idx="7235">
                  <c:v>3887.953</c:v>
                </c:pt>
                <c:pt idx="7236">
                  <c:v>3888.4349999999999</c:v>
                </c:pt>
                <c:pt idx="7237">
                  <c:v>3888.9169999999999</c:v>
                </c:pt>
                <c:pt idx="7238">
                  <c:v>3889.3989999999999</c:v>
                </c:pt>
                <c:pt idx="7239">
                  <c:v>3889.8809999999999</c:v>
                </c:pt>
                <c:pt idx="7240">
                  <c:v>3890.364</c:v>
                </c:pt>
                <c:pt idx="7241">
                  <c:v>3890.846</c:v>
                </c:pt>
                <c:pt idx="7242">
                  <c:v>3891.328</c:v>
                </c:pt>
                <c:pt idx="7243">
                  <c:v>3891.81</c:v>
                </c:pt>
                <c:pt idx="7244">
                  <c:v>3892.2919999999999</c:v>
                </c:pt>
                <c:pt idx="7245">
                  <c:v>3892.7739999999999</c:v>
                </c:pt>
                <c:pt idx="7246">
                  <c:v>3893.2559999999999</c:v>
                </c:pt>
                <c:pt idx="7247">
                  <c:v>3893.739</c:v>
                </c:pt>
                <c:pt idx="7248">
                  <c:v>3894.221</c:v>
                </c:pt>
                <c:pt idx="7249">
                  <c:v>3894.703</c:v>
                </c:pt>
                <c:pt idx="7250">
                  <c:v>3895.1849999999999</c:v>
                </c:pt>
                <c:pt idx="7251">
                  <c:v>3895.6669999999999</c:v>
                </c:pt>
                <c:pt idx="7252">
                  <c:v>3896.1489999999999</c:v>
                </c:pt>
                <c:pt idx="7253">
                  <c:v>3896.6309999999999</c:v>
                </c:pt>
                <c:pt idx="7254">
                  <c:v>3897.114</c:v>
                </c:pt>
                <c:pt idx="7255">
                  <c:v>3897.5949999999998</c:v>
                </c:pt>
                <c:pt idx="7256">
                  <c:v>3898.078</c:v>
                </c:pt>
                <c:pt idx="7257">
                  <c:v>3898.56</c:v>
                </c:pt>
                <c:pt idx="7258">
                  <c:v>3899.0419999999999</c:v>
                </c:pt>
                <c:pt idx="7259">
                  <c:v>3899.5239999999999</c:v>
                </c:pt>
                <c:pt idx="7260">
                  <c:v>3900.0059999999999</c:v>
                </c:pt>
                <c:pt idx="7261">
                  <c:v>3900.4879999999998</c:v>
                </c:pt>
                <c:pt idx="7262">
                  <c:v>3900.97</c:v>
                </c:pt>
                <c:pt idx="7263">
                  <c:v>3901.453</c:v>
                </c:pt>
                <c:pt idx="7264">
                  <c:v>3901.9349999999999</c:v>
                </c:pt>
                <c:pt idx="7265">
                  <c:v>3902.4169999999999</c:v>
                </c:pt>
                <c:pt idx="7266">
                  <c:v>3902.8989999999999</c:v>
                </c:pt>
                <c:pt idx="7267">
                  <c:v>3903.3809999999999</c:v>
                </c:pt>
                <c:pt idx="7268">
                  <c:v>3903.8629999999998</c:v>
                </c:pt>
                <c:pt idx="7269">
                  <c:v>3904.3449999999998</c:v>
                </c:pt>
                <c:pt idx="7270">
                  <c:v>3904.828</c:v>
                </c:pt>
                <c:pt idx="7271">
                  <c:v>3905.31</c:v>
                </c:pt>
                <c:pt idx="7272">
                  <c:v>3905.7919999999999</c:v>
                </c:pt>
                <c:pt idx="7273">
                  <c:v>3906.2739999999999</c:v>
                </c:pt>
                <c:pt idx="7274">
                  <c:v>3906.7559999999999</c:v>
                </c:pt>
                <c:pt idx="7275">
                  <c:v>3907.2379999999998</c:v>
                </c:pt>
                <c:pt idx="7276">
                  <c:v>3907.72</c:v>
                </c:pt>
                <c:pt idx="7277">
                  <c:v>3908.203</c:v>
                </c:pt>
                <c:pt idx="7278">
                  <c:v>3908.6849999999999</c:v>
                </c:pt>
                <c:pt idx="7279">
                  <c:v>3909.1669999999999</c:v>
                </c:pt>
                <c:pt idx="7280">
                  <c:v>3909.6489999999999</c:v>
                </c:pt>
                <c:pt idx="7281">
                  <c:v>3910.1309999999999</c:v>
                </c:pt>
                <c:pt idx="7282">
                  <c:v>3910.6129999999998</c:v>
                </c:pt>
                <c:pt idx="7283">
                  <c:v>3911.0949999999998</c:v>
                </c:pt>
                <c:pt idx="7284">
                  <c:v>3911.578</c:v>
                </c:pt>
                <c:pt idx="7285">
                  <c:v>3912.06</c:v>
                </c:pt>
                <c:pt idx="7286">
                  <c:v>3912.5419999999999</c:v>
                </c:pt>
                <c:pt idx="7287">
                  <c:v>3913.0239999999999</c:v>
                </c:pt>
                <c:pt idx="7288">
                  <c:v>3913.5059999999999</c:v>
                </c:pt>
                <c:pt idx="7289">
                  <c:v>3913.9879999999998</c:v>
                </c:pt>
                <c:pt idx="7290">
                  <c:v>3914.47</c:v>
                </c:pt>
                <c:pt idx="7291">
                  <c:v>3914.9520000000002</c:v>
                </c:pt>
                <c:pt idx="7292">
                  <c:v>3915.4349999999999</c:v>
                </c:pt>
                <c:pt idx="7293">
                  <c:v>3915.9169999999999</c:v>
                </c:pt>
                <c:pt idx="7294">
                  <c:v>3916.3989999999999</c:v>
                </c:pt>
                <c:pt idx="7295">
                  <c:v>3916.8809999999999</c:v>
                </c:pt>
                <c:pt idx="7296">
                  <c:v>3917.3629999999998</c:v>
                </c:pt>
                <c:pt idx="7297">
                  <c:v>3917.8449999999998</c:v>
                </c:pt>
                <c:pt idx="7298">
                  <c:v>3918.3270000000002</c:v>
                </c:pt>
                <c:pt idx="7299">
                  <c:v>3918.81</c:v>
                </c:pt>
                <c:pt idx="7300">
                  <c:v>3919.2919999999999</c:v>
                </c:pt>
                <c:pt idx="7301">
                  <c:v>3919.7739999999999</c:v>
                </c:pt>
                <c:pt idx="7302">
                  <c:v>3920.2559999999999</c:v>
                </c:pt>
                <c:pt idx="7303">
                  <c:v>3920.7379999999998</c:v>
                </c:pt>
                <c:pt idx="7304">
                  <c:v>3921.22</c:v>
                </c:pt>
                <c:pt idx="7305">
                  <c:v>3921.7020000000002</c:v>
                </c:pt>
                <c:pt idx="7306">
                  <c:v>3922.1849999999999</c:v>
                </c:pt>
                <c:pt idx="7307">
                  <c:v>3922.6669999999999</c:v>
                </c:pt>
                <c:pt idx="7308">
                  <c:v>3923.1489999999999</c:v>
                </c:pt>
                <c:pt idx="7309">
                  <c:v>3923.6309999999999</c:v>
                </c:pt>
                <c:pt idx="7310">
                  <c:v>3924.1129999999998</c:v>
                </c:pt>
                <c:pt idx="7311">
                  <c:v>3924.5949999999998</c:v>
                </c:pt>
                <c:pt idx="7312">
                  <c:v>3925.0770000000002</c:v>
                </c:pt>
                <c:pt idx="7313">
                  <c:v>3925.56</c:v>
                </c:pt>
                <c:pt idx="7314">
                  <c:v>3926.0419999999999</c:v>
                </c:pt>
                <c:pt idx="7315">
                  <c:v>3926.5239999999999</c:v>
                </c:pt>
                <c:pt idx="7316">
                  <c:v>3927.0059999999999</c:v>
                </c:pt>
                <c:pt idx="7317">
                  <c:v>3927.4879999999998</c:v>
                </c:pt>
                <c:pt idx="7318">
                  <c:v>3927.97</c:v>
                </c:pt>
                <c:pt idx="7319">
                  <c:v>3928.4520000000002</c:v>
                </c:pt>
                <c:pt idx="7320">
                  <c:v>3928.9349999999999</c:v>
                </c:pt>
                <c:pt idx="7321">
                  <c:v>3929.4169999999999</c:v>
                </c:pt>
                <c:pt idx="7322">
                  <c:v>3929.8989999999999</c:v>
                </c:pt>
                <c:pt idx="7323">
                  <c:v>3930.3809999999999</c:v>
                </c:pt>
                <c:pt idx="7324">
                  <c:v>3930.8629999999998</c:v>
                </c:pt>
                <c:pt idx="7325">
                  <c:v>3931.3449999999998</c:v>
                </c:pt>
                <c:pt idx="7326">
                  <c:v>3931.8270000000002</c:v>
                </c:pt>
                <c:pt idx="7327">
                  <c:v>3932.3090000000002</c:v>
                </c:pt>
                <c:pt idx="7328">
                  <c:v>3932.7919999999999</c:v>
                </c:pt>
                <c:pt idx="7329">
                  <c:v>3933.2739999999999</c:v>
                </c:pt>
                <c:pt idx="7330">
                  <c:v>3933.7559999999999</c:v>
                </c:pt>
                <c:pt idx="7331">
                  <c:v>3934.2379999999998</c:v>
                </c:pt>
                <c:pt idx="7332">
                  <c:v>3934.72</c:v>
                </c:pt>
                <c:pt idx="7333">
                  <c:v>3935.2020000000002</c:v>
                </c:pt>
                <c:pt idx="7334">
                  <c:v>3935.6840000000002</c:v>
                </c:pt>
                <c:pt idx="7335">
                  <c:v>3936.1669999999999</c:v>
                </c:pt>
                <c:pt idx="7336">
                  <c:v>3936.6489999999999</c:v>
                </c:pt>
                <c:pt idx="7337">
                  <c:v>3937.1309999999999</c:v>
                </c:pt>
                <c:pt idx="7338">
                  <c:v>3937.6129999999998</c:v>
                </c:pt>
                <c:pt idx="7339">
                  <c:v>3938.0949999999998</c:v>
                </c:pt>
                <c:pt idx="7340">
                  <c:v>3938.5770000000002</c:v>
                </c:pt>
                <c:pt idx="7341">
                  <c:v>3939.0590000000002</c:v>
                </c:pt>
                <c:pt idx="7342">
                  <c:v>3939.5419999999999</c:v>
                </c:pt>
                <c:pt idx="7343">
                  <c:v>3940.0239999999999</c:v>
                </c:pt>
                <c:pt idx="7344">
                  <c:v>3940.5059999999999</c:v>
                </c:pt>
                <c:pt idx="7345">
                  <c:v>3940.9879999999998</c:v>
                </c:pt>
                <c:pt idx="7346">
                  <c:v>3941.47</c:v>
                </c:pt>
                <c:pt idx="7347">
                  <c:v>3941.9520000000002</c:v>
                </c:pt>
                <c:pt idx="7348">
                  <c:v>3942.4340000000002</c:v>
                </c:pt>
                <c:pt idx="7349">
                  <c:v>3942.9169999999999</c:v>
                </c:pt>
                <c:pt idx="7350">
                  <c:v>3943.3989999999999</c:v>
                </c:pt>
                <c:pt idx="7351">
                  <c:v>3943.8809999999999</c:v>
                </c:pt>
                <c:pt idx="7352">
                  <c:v>3944.3629999999998</c:v>
                </c:pt>
                <c:pt idx="7353">
                  <c:v>3944.8449999999998</c:v>
                </c:pt>
                <c:pt idx="7354">
                  <c:v>3945.3270000000002</c:v>
                </c:pt>
                <c:pt idx="7355">
                  <c:v>3945.8090000000002</c:v>
                </c:pt>
                <c:pt idx="7356">
                  <c:v>3946.2919999999999</c:v>
                </c:pt>
                <c:pt idx="7357">
                  <c:v>3946.7730000000001</c:v>
                </c:pt>
                <c:pt idx="7358">
                  <c:v>3947.2559999999999</c:v>
                </c:pt>
                <c:pt idx="7359">
                  <c:v>3947.7379999999998</c:v>
                </c:pt>
                <c:pt idx="7360">
                  <c:v>3948.22</c:v>
                </c:pt>
                <c:pt idx="7361">
                  <c:v>3948.7020000000002</c:v>
                </c:pt>
                <c:pt idx="7362">
                  <c:v>3949.1840000000002</c:v>
                </c:pt>
                <c:pt idx="7363">
                  <c:v>3949.6660000000002</c:v>
                </c:pt>
                <c:pt idx="7364">
                  <c:v>3950.1480000000001</c:v>
                </c:pt>
                <c:pt idx="7365">
                  <c:v>3950.6309999999999</c:v>
                </c:pt>
                <c:pt idx="7366">
                  <c:v>3951.1129999999998</c:v>
                </c:pt>
                <c:pt idx="7367">
                  <c:v>3951.5949999999998</c:v>
                </c:pt>
                <c:pt idx="7368">
                  <c:v>3952.0770000000002</c:v>
                </c:pt>
                <c:pt idx="7369">
                  <c:v>3952.5590000000002</c:v>
                </c:pt>
                <c:pt idx="7370">
                  <c:v>3953.0410000000002</c:v>
                </c:pt>
                <c:pt idx="7371">
                  <c:v>3953.5230000000001</c:v>
                </c:pt>
                <c:pt idx="7372">
                  <c:v>3954.0059999999999</c:v>
                </c:pt>
                <c:pt idx="7373">
                  <c:v>3954.4879999999998</c:v>
                </c:pt>
                <c:pt idx="7374">
                  <c:v>3954.97</c:v>
                </c:pt>
                <c:pt idx="7375">
                  <c:v>3955.4520000000002</c:v>
                </c:pt>
                <c:pt idx="7376">
                  <c:v>3955.9340000000002</c:v>
                </c:pt>
                <c:pt idx="7377">
                  <c:v>3956.4160000000002</c:v>
                </c:pt>
                <c:pt idx="7378">
                  <c:v>3956.8980000000001</c:v>
                </c:pt>
                <c:pt idx="7379">
                  <c:v>3957.3809999999999</c:v>
                </c:pt>
                <c:pt idx="7380">
                  <c:v>3957.8629999999998</c:v>
                </c:pt>
                <c:pt idx="7381">
                  <c:v>3958.3449999999998</c:v>
                </c:pt>
                <c:pt idx="7382">
                  <c:v>3958.8270000000002</c:v>
                </c:pt>
                <c:pt idx="7383">
                  <c:v>3959.3090000000002</c:v>
                </c:pt>
                <c:pt idx="7384">
                  <c:v>3959.7910000000002</c:v>
                </c:pt>
                <c:pt idx="7385">
                  <c:v>3960.2730000000001</c:v>
                </c:pt>
                <c:pt idx="7386">
                  <c:v>3960.7550000000001</c:v>
                </c:pt>
                <c:pt idx="7387">
                  <c:v>3961.2379999999998</c:v>
                </c:pt>
                <c:pt idx="7388">
                  <c:v>3961.72</c:v>
                </c:pt>
                <c:pt idx="7389">
                  <c:v>3962.2020000000002</c:v>
                </c:pt>
                <c:pt idx="7390">
                  <c:v>3962.6840000000002</c:v>
                </c:pt>
                <c:pt idx="7391">
                  <c:v>3963.1660000000002</c:v>
                </c:pt>
                <c:pt idx="7392">
                  <c:v>3963.6480000000001</c:v>
                </c:pt>
                <c:pt idx="7393">
                  <c:v>3964.13</c:v>
                </c:pt>
                <c:pt idx="7394">
                  <c:v>3964.6129999999998</c:v>
                </c:pt>
                <c:pt idx="7395">
                  <c:v>3965.0949999999998</c:v>
                </c:pt>
                <c:pt idx="7396">
                  <c:v>3965.5770000000002</c:v>
                </c:pt>
                <c:pt idx="7397">
                  <c:v>3966.0590000000002</c:v>
                </c:pt>
                <c:pt idx="7398">
                  <c:v>3966.5410000000002</c:v>
                </c:pt>
                <c:pt idx="7399">
                  <c:v>3967.0230000000001</c:v>
                </c:pt>
                <c:pt idx="7400">
                  <c:v>3967.5050000000001</c:v>
                </c:pt>
                <c:pt idx="7401">
                  <c:v>3967.9879999999998</c:v>
                </c:pt>
                <c:pt idx="7402">
                  <c:v>3968.47</c:v>
                </c:pt>
                <c:pt idx="7403">
                  <c:v>3968.9520000000002</c:v>
                </c:pt>
                <c:pt idx="7404">
                  <c:v>3969.4340000000002</c:v>
                </c:pt>
                <c:pt idx="7405">
                  <c:v>3969.9160000000002</c:v>
                </c:pt>
                <c:pt idx="7406">
                  <c:v>3970.3980000000001</c:v>
                </c:pt>
                <c:pt idx="7407">
                  <c:v>3970.88</c:v>
                </c:pt>
                <c:pt idx="7408">
                  <c:v>3971.3629999999998</c:v>
                </c:pt>
                <c:pt idx="7409">
                  <c:v>3971.8449999999998</c:v>
                </c:pt>
                <c:pt idx="7410">
                  <c:v>3972.3270000000002</c:v>
                </c:pt>
                <c:pt idx="7411">
                  <c:v>3972.8090000000002</c:v>
                </c:pt>
                <c:pt idx="7412">
                  <c:v>3973.2910000000002</c:v>
                </c:pt>
                <c:pt idx="7413">
                  <c:v>3973.7730000000001</c:v>
                </c:pt>
                <c:pt idx="7414">
                  <c:v>3974.2550000000001</c:v>
                </c:pt>
                <c:pt idx="7415">
                  <c:v>3974.7379999999998</c:v>
                </c:pt>
                <c:pt idx="7416">
                  <c:v>3975.2190000000001</c:v>
                </c:pt>
                <c:pt idx="7417">
                  <c:v>3975.7020000000002</c:v>
                </c:pt>
                <c:pt idx="7418">
                  <c:v>3976.1840000000002</c:v>
                </c:pt>
                <c:pt idx="7419">
                  <c:v>3976.6660000000002</c:v>
                </c:pt>
                <c:pt idx="7420">
                  <c:v>3977.1480000000001</c:v>
                </c:pt>
                <c:pt idx="7421">
                  <c:v>3977.63</c:v>
                </c:pt>
                <c:pt idx="7422">
                  <c:v>3978.1120000000001</c:v>
                </c:pt>
                <c:pt idx="7423">
                  <c:v>3978.5940000000001</c:v>
                </c:pt>
                <c:pt idx="7424">
                  <c:v>3979.0770000000002</c:v>
                </c:pt>
                <c:pt idx="7425">
                  <c:v>3979.5590000000002</c:v>
                </c:pt>
                <c:pt idx="7426">
                  <c:v>3980.0410000000002</c:v>
                </c:pt>
                <c:pt idx="7427">
                  <c:v>3980.5230000000001</c:v>
                </c:pt>
                <c:pt idx="7428">
                  <c:v>3981.0050000000001</c:v>
                </c:pt>
                <c:pt idx="7429">
                  <c:v>3981.4870000000001</c:v>
                </c:pt>
                <c:pt idx="7430">
                  <c:v>3981.9690000000001</c:v>
                </c:pt>
                <c:pt idx="7431">
                  <c:v>3982.4520000000002</c:v>
                </c:pt>
                <c:pt idx="7432">
                  <c:v>3982.9340000000002</c:v>
                </c:pt>
                <c:pt idx="7433">
                  <c:v>3983.4160000000002</c:v>
                </c:pt>
                <c:pt idx="7434">
                  <c:v>3983.8980000000001</c:v>
                </c:pt>
                <c:pt idx="7435">
                  <c:v>3984.38</c:v>
                </c:pt>
                <c:pt idx="7436">
                  <c:v>3984.8620000000001</c:v>
                </c:pt>
                <c:pt idx="7437">
                  <c:v>3985.3440000000001</c:v>
                </c:pt>
                <c:pt idx="7438">
                  <c:v>3985.8270000000002</c:v>
                </c:pt>
                <c:pt idx="7439">
                  <c:v>3986.3090000000002</c:v>
                </c:pt>
                <c:pt idx="7440">
                  <c:v>3986.7910000000002</c:v>
                </c:pt>
                <c:pt idx="7441">
                  <c:v>3987.2730000000001</c:v>
                </c:pt>
                <c:pt idx="7442">
                  <c:v>3987.7550000000001</c:v>
                </c:pt>
                <c:pt idx="7443">
                  <c:v>3988.2370000000001</c:v>
                </c:pt>
                <c:pt idx="7444">
                  <c:v>3988.7190000000001</c:v>
                </c:pt>
                <c:pt idx="7445">
                  <c:v>3989.2020000000002</c:v>
                </c:pt>
                <c:pt idx="7446">
                  <c:v>3989.6840000000002</c:v>
                </c:pt>
                <c:pt idx="7447">
                  <c:v>3990.1660000000002</c:v>
                </c:pt>
                <c:pt idx="7448">
                  <c:v>3990.6480000000001</c:v>
                </c:pt>
                <c:pt idx="7449">
                  <c:v>3991.13</c:v>
                </c:pt>
                <c:pt idx="7450">
                  <c:v>3991.6120000000001</c:v>
                </c:pt>
                <c:pt idx="7451">
                  <c:v>3992.0940000000001</c:v>
                </c:pt>
                <c:pt idx="7452">
                  <c:v>3992.576</c:v>
                </c:pt>
                <c:pt idx="7453">
                  <c:v>3993.0590000000002</c:v>
                </c:pt>
                <c:pt idx="7454">
                  <c:v>3993.5410000000002</c:v>
                </c:pt>
                <c:pt idx="7455">
                  <c:v>3994.0230000000001</c:v>
                </c:pt>
                <c:pt idx="7456">
                  <c:v>3994.5050000000001</c:v>
                </c:pt>
                <c:pt idx="7457">
                  <c:v>3994.9870000000001</c:v>
                </c:pt>
                <c:pt idx="7458">
                  <c:v>3995.4690000000001</c:v>
                </c:pt>
                <c:pt idx="7459">
                  <c:v>3995.951</c:v>
                </c:pt>
                <c:pt idx="7460">
                  <c:v>3996.4340000000002</c:v>
                </c:pt>
                <c:pt idx="7461">
                  <c:v>3996.9160000000002</c:v>
                </c:pt>
                <c:pt idx="7462">
                  <c:v>3997.3980000000001</c:v>
                </c:pt>
                <c:pt idx="7463">
                  <c:v>3997.88</c:v>
                </c:pt>
                <c:pt idx="7464">
                  <c:v>3998.3620000000001</c:v>
                </c:pt>
                <c:pt idx="7465">
                  <c:v>3998.8440000000001</c:v>
                </c:pt>
                <c:pt idx="7466">
                  <c:v>3999.326</c:v>
                </c:pt>
                <c:pt idx="7467">
                  <c:v>3999.8090000000002</c:v>
                </c:pt>
                <c:pt idx="7468">
                  <c:v>4000.2910000000002</c:v>
                </c:pt>
              </c:numCache>
            </c:numRef>
          </c:xVal>
          <c:yVal>
            <c:numRef>
              <c:f>'flexible thermoplastic 6-11-26'!$C$2:$C$7470</c:f>
              <c:numCache>
                <c:formatCode>General</c:formatCode>
                <c:ptCount val="7469"/>
                <c:pt idx="0">
                  <c:v>100</c:v>
                </c:pt>
                <c:pt idx="1">
                  <c:v>8.419707414612537</c:v>
                </c:pt>
                <c:pt idx="2">
                  <c:v>8.0659402395285635</c:v>
                </c:pt>
                <c:pt idx="3">
                  <c:v>7.7217902404366976</c:v>
                </c:pt>
                <c:pt idx="4">
                  <c:v>7.407539909487264</c:v>
                </c:pt>
                <c:pt idx="5">
                  <c:v>7.2083522313288784</c:v>
                </c:pt>
                <c:pt idx="6">
                  <c:v>7.2418245697246526</c:v>
                </c:pt>
                <c:pt idx="7">
                  <c:v>7.5716930548906101</c:v>
                </c:pt>
                <c:pt idx="8">
                  <c:v>8.1558832443041691</c:v>
                </c:pt>
                <c:pt idx="9">
                  <c:v>8.8502186431123153</c:v>
                </c:pt>
                <c:pt idx="10">
                  <c:v>9.4780282758881143</c:v>
                </c:pt>
                <c:pt idx="11">
                  <c:v>9.9103273502308618</c:v>
                </c:pt>
                <c:pt idx="12">
                  <c:v>10.117015142065897</c:v>
                </c:pt>
                <c:pt idx="13">
                  <c:v>10.166215230991083</c:v>
                </c:pt>
                <c:pt idx="14">
                  <c:v>10.184924172634449</c:v>
                </c:pt>
                <c:pt idx="15">
                  <c:v>10.289860806666699</c:v>
                </c:pt>
                <c:pt idx="16">
                  <c:v>10.529486691268845</c:v>
                </c:pt>
                <c:pt idx="17">
                  <c:v>10.863115572180163</c:v>
                </c:pt>
                <c:pt idx="18">
                  <c:v>11.192175202753798</c:v>
                </c:pt>
                <c:pt idx="19">
                  <c:v>11.416976312549764</c:v>
                </c:pt>
                <c:pt idx="20">
                  <c:v>11.488332589728953</c:v>
                </c:pt>
                <c:pt idx="21">
                  <c:v>11.417970063343789</c:v>
                </c:pt>
                <c:pt idx="22">
                  <c:v>11.263028939460952</c:v>
                </c:pt>
                <c:pt idx="23">
                  <c:v>11.084543192098311</c:v>
                </c:pt>
                <c:pt idx="24">
                  <c:v>10.916140078412768</c:v>
                </c:pt>
                <c:pt idx="25">
                  <c:v>10.748956367806855</c:v>
                </c:pt>
                <c:pt idx="26">
                  <c:v>10.546952740530743</c:v>
                </c:pt>
                <c:pt idx="27">
                  <c:v>10.273511230137483</c:v>
                </c:pt>
                <c:pt idx="28">
                  <c:v>9.9198704395189097</c:v>
                </c:pt>
                <c:pt idx="29">
                  <c:v>9.5116311390061128</c:v>
                </c:pt>
                <c:pt idx="30">
                  <c:v>9.1027999824282944</c:v>
                </c:pt>
                <c:pt idx="31">
                  <c:v>8.751107120837645</c:v>
                </c:pt>
                <c:pt idx="32">
                  <c:v>8.4965183559166846</c:v>
                </c:pt>
                <c:pt idx="33">
                  <c:v>8.3512214488764105</c:v>
                </c:pt>
                <c:pt idx="34">
                  <c:v>8.306938591814399</c:v>
                </c:pt>
                <c:pt idx="35">
                  <c:v>8.3497216905146843</c:v>
                </c:pt>
                <c:pt idx="36">
                  <c:v>8.4731325427033948</c:v>
                </c:pt>
                <c:pt idx="37">
                  <c:v>8.6767283335449896</c:v>
                </c:pt>
                <c:pt idx="38">
                  <c:v>8.9582256963912581</c:v>
                </c:pt>
                <c:pt idx="39">
                  <c:v>9.2999154458870823</c:v>
                </c:pt>
                <c:pt idx="40">
                  <c:v>9.6670062638682825</c:v>
                </c:pt>
                <c:pt idx="41">
                  <c:v>10.015503798486421</c:v>
                </c:pt>
                <c:pt idx="42">
                  <c:v>10.310981318496184</c:v>
                </c:pt>
                <c:pt idx="43">
                  <c:v>10.542810489465285</c:v>
                </c:pt>
                <c:pt idx="44">
                  <c:v>10.729394159315058</c:v>
                </c:pt>
                <c:pt idx="45">
                  <c:v>10.904739617760189</c:v>
                </c:pt>
                <c:pt idx="46">
                  <c:v>11.100120668705538</c:v>
                </c:pt>
                <c:pt idx="47">
                  <c:v>11.323557767491948</c:v>
                </c:pt>
                <c:pt idx="48">
                  <c:v>11.554737935138713</c:v>
                </c:pt>
                <c:pt idx="49">
                  <c:v>11.755418638530852</c:v>
                </c:pt>
                <c:pt idx="50">
                  <c:v>11.891060808169009</c:v>
                </c:pt>
                <c:pt idx="51">
                  <c:v>11.951370224567535</c:v>
                </c:pt>
                <c:pt idx="52">
                  <c:v>11.958998185706569</c:v>
                </c:pt>
                <c:pt idx="53">
                  <c:v>11.957514054475569</c:v>
                </c:pt>
                <c:pt idx="54">
                  <c:v>11.991726090543773</c:v>
                </c:pt>
                <c:pt idx="55">
                  <c:v>12.084709082058911</c:v>
                </c:pt>
                <c:pt idx="56">
                  <c:v>12.228390528580075</c:v>
                </c:pt>
                <c:pt idx="57">
                  <c:v>12.388847298937263</c:v>
                </c:pt>
                <c:pt idx="58">
                  <c:v>12.526567991409628</c:v>
                </c:pt>
                <c:pt idx="59">
                  <c:v>12.618783812573467</c:v>
                </c:pt>
                <c:pt idx="60">
                  <c:v>12.67241830068753</c:v>
                </c:pt>
                <c:pt idx="61">
                  <c:v>12.72179227453017</c:v>
                </c:pt>
                <c:pt idx="62">
                  <c:v>12.812544890131349</c:v>
                </c:pt>
                <c:pt idx="63">
                  <c:v>12.978511910315085</c:v>
                </c:pt>
                <c:pt idx="64">
                  <c:v>13.226203483923479</c:v>
                </c:pt>
                <c:pt idx="65">
                  <c:v>13.532215335057273</c:v>
                </c:pt>
                <c:pt idx="66">
                  <c:v>13.856211380137681</c:v>
                </c:pt>
                <c:pt idx="67">
                  <c:v>14.160268881195694</c:v>
                </c:pt>
                <c:pt idx="68">
                  <c:v>14.425411144249967</c:v>
                </c:pt>
                <c:pt idx="69">
                  <c:v>14.656122962517355</c:v>
                </c:pt>
                <c:pt idx="70">
                  <c:v>14.873668574312463</c:v>
                </c:pt>
                <c:pt idx="71">
                  <c:v>15.101820362808152</c:v>
                </c:pt>
                <c:pt idx="72">
                  <c:v>15.354270945040321</c:v>
                </c:pt>
                <c:pt idx="73">
                  <c:v>15.629324204872431</c:v>
                </c:pt>
                <c:pt idx="74">
                  <c:v>15.915778997046036</c:v>
                </c:pt>
                <c:pt idx="75">
                  <c:v>16.202472760778875</c:v>
                </c:pt>
                <c:pt idx="76">
                  <c:v>16.487814778381139</c:v>
                </c:pt>
                <c:pt idx="77">
                  <c:v>16.781191754565388</c:v>
                </c:pt>
                <c:pt idx="78">
                  <c:v>17.098609737896041</c:v>
                </c:pt>
                <c:pt idx="79">
                  <c:v>17.452361492790921</c:v>
                </c:pt>
                <c:pt idx="80">
                  <c:v>17.844426714692339</c:v>
                </c:pt>
                <c:pt idx="81">
                  <c:v>18.264227159080065</c:v>
                </c:pt>
                <c:pt idx="82">
                  <c:v>18.694923829212676</c:v>
                </c:pt>
                <c:pt idx="83">
                  <c:v>19.12147103678986</c:v>
                </c:pt>
                <c:pt idx="84">
                  <c:v>19.537725338735964</c:v>
                </c:pt>
                <c:pt idx="85">
                  <c:v>19.946711211466368</c:v>
                </c:pt>
                <c:pt idx="86">
                  <c:v>20.356340186191314</c:v>
                </c:pt>
                <c:pt idx="87">
                  <c:v>20.771984985287954</c:v>
                </c:pt>
                <c:pt idx="88">
                  <c:v>21.191456157175889</c:v>
                </c:pt>
                <c:pt idx="89">
                  <c:v>21.604757699560739</c:v>
                </c:pt>
                <c:pt idx="90">
                  <c:v>21.999879395324712</c:v>
                </c:pt>
                <c:pt idx="91">
                  <c:v>22.370011120932443</c:v>
                </c:pt>
                <c:pt idx="92">
                  <c:v>22.718706448375329</c:v>
                </c:pt>
                <c:pt idx="93">
                  <c:v>23.05780170654176</c:v>
                </c:pt>
                <c:pt idx="94">
                  <c:v>23.40189357661464</c:v>
                </c:pt>
                <c:pt idx="95">
                  <c:v>23.760473990244581</c:v>
                </c:pt>
                <c:pt idx="96">
                  <c:v>24.13275478431807</c:v>
                </c:pt>
                <c:pt idx="97">
                  <c:v>24.507928238103631</c:v>
                </c:pt>
                <c:pt idx="98">
                  <c:v>24.871884943031993</c:v>
                </c:pt>
                <c:pt idx="99">
                  <c:v>25.214066853291701</c:v>
                </c:pt>
                <c:pt idx="100">
                  <c:v>25.532997340537889</c:v>
                </c:pt>
                <c:pt idx="101">
                  <c:v>25.83427629485513</c:v>
                </c:pt>
                <c:pt idx="102">
                  <c:v>26.125619657204837</c:v>
                </c:pt>
                <c:pt idx="103">
                  <c:v>26.408680354967238</c:v>
                </c:pt>
                <c:pt idx="104">
                  <c:v>26.674814010547887</c:v>
                </c:pt>
                <c:pt idx="105">
                  <c:v>26.90657382685534</c:v>
                </c:pt>
                <c:pt idx="106">
                  <c:v>27.085053639186267</c:v>
                </c:pt>
                <c:pt idx="107">
                  <c:v>27.198377670573958</c:v>
                </c:pt>
                <c:pt idx="108">
                  <c:v>27.248857641954054</c:v>
                </c:pt>
                <c:pt idx="109">
                  <c:v>27.252264789716111</c:v>
                </c:pt>
                <c:pt idx="110">
                  <c:v>27.232392629897838</c:v>
                </c:pt>
                <c:pt idx="111">
                  <c:v>27.211570026495956</c:v>
                </c:pt>
                <c:pt idx="112">
                  <c:v>27.202680456864474</c:v>
                </c:pt>
                <c:pt idx="113">
                  <c:v>27.206595518975931</c:v>
                </c:pt>
                <c:pt idx="114">
                  <c:v>27.215824766370517</c:v>
                </c:pt>
                <c:pt idx="115">
                  <c:v>27.221553110301766</c:v>
                </c:pt>
                <c:pt idx="116">
                  <c:v>27.220681873044857</c:v>
                </c:pt>
                <c:pt idx="117">
                  <c:v>27.217491753034285</c:v>
                </c:pt>
                <c:pt idx="118">
                  <c:v>27.22132746344435</c:v>
                </c:pt>
                <c:pt idx="119">
                  <c:v>27.240187964634782</c:v>
                </c:pt>
                <c:pt idx="120">
                  <c:v>27.276082791807738</c:v>
                </c:pt>
                <c:pt idx="121">
                  <c:v>27.323523312092984</c:v>
                </c:pt>
                <c:pt idx="122">
                  <c:v>27.373586335962091</c:v>
                </c:pt>
                <c:pt idx="123">
                  <c:v>27.420129402283809</c:v>
                </c:pt>
                <c:pt idx="124">
                  <c:v>27.464841686885084</c:v>
                </c:pt>
                <c:pt idx="125">
                  <c:v>27.517520583102741</c:v>
                </c:pt>
                <c:pt idx="126">
                  <c:v>27.592229903794259</c:v>
                </c:pt>
                <c:pt idx="127">
                  <c:v>27.700365530691279</c:v>
                </c:pt>
                <c:pt idx="128">
                  <c:v>27.845800030000294</c:v>
                </c:pt>
                <c:pt idx="129">
                  <c:v>28.023572552161724</c:v>
                </c:pt>
                <c:pt idx="130">
                  <c:v>28.224613270587497</c:v>
                </c:pt>
                <c:pt idx="131">
                  <c:v>28.441067954131437</c:v>
                </c:pt>
                <c:pt idx="132">
                  <c:v>28.670581404542382</c:v>
                </c:pt>
                <c:pt idx="133">
                  <c:v>28.918815466352303</c:v>
                </c:pt>
                <c:pt idx="134">
                  <c:v>29.192252041109107</c:v>
                </c:pt>
                <c:pt idx="135">
                  <c:v>29.492351409472473</c:v>
                </c:pt>
                <c:pt idx="136">
                  <c:v>29.811525493521096</c:v>
                </c:pt>
                <c:pt idx="137">
                  <c:v>30.133133800938083</c:v>
                </c:pt>
                <c:pt idx="138">
                  <c:v>30.437788852310465</c:v>
                </c:pt>
                <c:pt idx="139">
                  <c:v>30.710981755159722</c:v>
                </c:pt>
                <c:pt idx="140">
                  <c:v>30.949483093828889</c:v>
                </c:pt>
                <c:pt idx="141">
                  <c:v>31.162120313543667</c:v>
                </c:pt>
                <c:pt idx="142">
                  <c:v>31.365498912891088</c:v>
                </c:pt>
                <c:pt idx="143">
                  <c:v>31.576013567933991</c:v>
                </c:pt>
                <c:pt idx="144">
                  <c:v>31.802612676770849</c:v>
                </c:pt>
                <c:pt idx="145">
                  <c:v>32.043710541774836</c:v>
                </c:pt>
                <c:pt idx="146">
                  <c:v>32.28926059173947</c:v>
                </c:pt>
                <c:pt idx="147">
                  <c:v>32.526430068664411</c:v>
                </c:pt>
                <c:pt idx="148">
                  <c:v>32.745075792959433</c:v>
                </c:pt>
                <c:pt idx="149">
                  <c:v>32.940379629798841</c:v>
                </c:pt>
                <c:pt idx="150">
                  <c:v>33.11185411714338</c:v>
                </c:pt>
                <c:pt idx="151">
                  <c:v>33.259261364634938</c:v>
                </c:pt>
                <c:pt idx="152">
                  <c:v>33.379182805015098</c:v>
                </c:pt>
                <c:pt idx="153">
                  <c:v>33.463210087647965</c:v>
                </c:pt>
                <c:pt idx="154">
                  <c:v>33.500207726667377</c:v>
                </c:pt>
                <c:pt idx="155">
                  <c:v>33.479518239862799</c:v>
                </c:pt>
                <c:pt idx="156">
                  <c:v>33.394250452938081</c:v>
                </c:pt>
                <c:pt idx="157">
                  <c:v>33.24108569966819</c:v>
                </c:pt>
                <c:pt idx="158">
                  <c:v>33.017979990159574</c:v>
                </c:pt>
                <c:pt idx="159">
                  <c:v>32.720128456002122</c:v>
                </c:pt>
                <c:pt idx="160">
                  <c:v>32.337794733917654</c:v>
                </c:pt>
                <c:pt idx="161">
                  <c:v>31.85697245427545</c:v>
                </c:pt>
                <c:pt idx="162">
                  <c:v>31.264385711407876</c:v>
                </c:pt>
                <c:pt idx="163">
                  <c:v>30.5539103497103</c:v>
                </c:pt>
                <c:pt idx="164">
                  <c:v>29.732463882733317</c:v>
                </c:pt>
                <c:pt idx="165">
                  <c:v>28.821136347926419</c:v>
                </c:pt>
                <c:pt idx="166">
                  <c:v>27.852764042069015</c:v>
                </c:pt>
                <c:pt idx="167">
                  <c:v>26.864898248116738</c:v>
                </c:pt>
                <c:pt idx="168">
                  <c:v>25.892816885406649</c:v>
                </c:pt>
                <c:pt idx="169">
                  <c:v>24.964536085649417</c:v>
                </c:pt>
                <c:pt idx="170">
                  <c:v>24.099914399123506</c:v>
                </c:pt>
                <c:pt idx="171">
                  <c:v>23.312824805782171</c:v>
                </c:pt>
                <c:pt idx="172">
                  <c:v>22.614089153827301</c:v>
                </c:pt>
                <c:pt idx="173">
                  <c:v>22.01225828269175</c:v>
                </c:pt>
                <c:pt idx="174">
                  <c:v>21.512272968593241</c:v>
                </c:pt>
                <c:pt idx="175">
                  <c:v>21.112015691433378</c:v>
                </c:pt>
                <c:pt idx="176">
                  <c:v>20.800553900607788</c:v>
                </c:pt>
                <c:pt idx="177">
                  <c:v>20.559251534747627</c:v>
                </c:pt>
                <c:pt idx="178">
                  <c:v>20.366640614891203</c:v>
                </c:pt>
                <c:pt idx="179">
                  <c:v>20.204816009775683</c:v>
                </c:pt>
                <c:pt idx="180">
                  <c:v>20.06439643115429</c:v>
                </c:pt>
                <c:pt idx="181">
                  <c:v>19.944975170822136</c:v>
                </c:pt>
                <c:pt idx="182">
                  <c:v>19.851453006664713</c:v>
                </c:pt>
                <c:pt idx="183">
                  <c:v>19.78803181741317</c:v>
                </c:pt>
                <c:pt idx="184">
                  <c:v>19.752774235924033</c:v>
                </c:pt>
                <c:pt idx="185">
                  <c:v>19.735689326606501</c:v>
                </c:pt>
                <c:pt idx="186">
                  <c:v>19.721652401676828</c:v>
                </c:pt>
                <c:pt idx="187">
                  <c:v>19.695943964078069</c:v>
                </c:pt>
                <c:pt idx="188">
                  <c:v>19.649508876066175</c:v>
                </c:pt>
                <c:pt idx="189">
                  <c:v>19.580906786821011</c:v>
                </c:pt>
                <c:pt idx="190">
                  <c:v>19.49464809559538</c:v>
                </c:pt>
                <c:pt idx="191">
                  <c:v>19.396211004284876</c:v>
                </c:pt>
                <c:pt idx="192">
                  <c:v>19.287360590867312</c:v>
                </c:pt>
                <c:pt idx="193">
                  <c:v>19.163900177360134</c:v>
                </c:pt>
                <c:pt idx="194">
                  <c:v>19.017358782864736</c:v>
                </c:pt>
                <c:pt idx="195">
                  <c:v>18.839093432059094</c:v>
                </c:pt>
                <c:pt idx="196">
                  <c:v>18.624752061696789</c:v>
                </c:pt>
                <c:pt idx="197">
                  <c:v>18.377020508564613</c:v>
                </c:pt>
                <c:pt idx="198">
                  <c:v>18.103485562599744</c:v>
                </c:pt>
                <c:pt idx="199">
                  <c:v>17.812779831696528</c:v>
                </c:pt>
                <c:pt idx="200">
                  <c:v>17.510615022250359</c:v>
                </c:pt>
                <c:pt idx="201">
                  <c:v>17.197289410548084</c:v>
                </c:pt>
                <c:pt idx="202">
                  <c:v>16.868967441279942</c:v>
                </c:pt>
                <c:pt idx="203">
                  <c:v>16.521006421287503</c:v>
                </c:pt>
                <c:pt idx="204">
                  <c:v>16.151583241454855</c:v>
                </c:pt>
                <c:pt idx="205">
                  <c:v>15.763113404145738</c:v>
                </c:pt>
                <c:pt idx="206">
                  <c:v>15.361392995704758</c:v>
                </c:pt>
                <c:pt idx="207">
                  <c:v>14.952165656902631</c:v>
                </c:pt>
                <c:pt idx="208">
                  <c:v>14.538245557096863</c:v>
                </c:pt>
                <c:pt idx="209">
                  <c:v>14.11825754421826</c:v>
                </c:pt>
                <c:pt idx="210">
                  <c:v>13.688706125862149</c:v>
                </c:pt>
                <c:pt idx="211">
                  <c:v>13.247566248074147</c:v>
                </c:pt>
                <c:pt idx="212">
                  <c:v>12.797849539724151</c:v>
                </c:pt>
                <c:pt idx="213">
                  <c:v>12.348098921840549</c:v>
                </c:pt>
                <c:pt idx="214">
                  <c:v>11.910486467278531</c:v>
                </c:pt>
                <c:pt idx="215">
                  <c:v>11.496109717481856</c:v>
                </c:pt>
                <c:pt idx="216">
                  <c:v>11.111405575717608</c:v>
                </c:pt>
                <c:pt idx="217">
                  <c:v>10.756111610016026</c:v>
                </c:pt>
                <c:pt idx="218">
                  <c:v>10.425692223791934</c:v>
                </c:pt>
                <c:pt idx="219">
                  <c:v>10.114977009668349</c:v>
                </c:pt>
                <c:pt idx="220">
                  <c:v>9.8222277502907023</c:v>
                </c:pt>
                <c:pt idx="221">
                  <c:v>9.5502557086644817</c:v>
                </c:pt>
                <c:pt idx="222">
                  <c:v>9.304841935027401</c:v>
                </c:pt>
                <c:pt idx="223">
                  <c:v>9.0906513130084843</c:v>
                </c:pt>
                <c:pt idx="224">
                  <c:v>8.9079957261988518</c:v>
                </c:pt>
                <c:pt idx="225">
                  <c:v>8.751147421268044</c:v>
                </c:pt>
                <c:pt idx="226">
                  <c:v>8.6109883169934864</c:v>
                </c:pt>
                <c:pt idx="227">
                  <c:v>8.4788314100549176</c:v>
                </c:pt>
                <c:pt idx="228">
                  <c:v>8.3506253588126444</c:v>
                </c:pt>
                <c:pt idx="229">
                  <c:v>8.2279188556650791</c:v>
                </c:pt>
                <c:pt idx="230">
                  <c:v>8.1164851799098763</c:v>
                </c:pt>
                <c:pt idx="231">
                  <c:v>8.0221540959241224</c:v>
                </c:pt>
                <c:pt idx="232">
                  <c:v>7.9470509981745918</c:v>
                </c:pt>
                <c:pt idx="233">
                  <c:v>7.8880381068421057</c:v>
                </c:pt>
                <c:pt idx="234">
                  <c:v>7.8384645760698968</c:v>
                </c:pt>
                <c:pt idx="235">
                  <c:v>7.791498654384001</c:v>
                </c:pt>
                <c:pt idx="236">
                  <c:v>7.7439225362168944</c:v>
                </c:pt>
                <c:pt idx="237">
                  <c:v>7.6969736537552045</c:v>
                </c:pt>
                <c:pt idx="238">
                  <c:v>7.6551023206865878</c:v>
                </c:pt>
                <c:pt idx="239">
                  <c:v>7.6222466834043896</c:v>
                </c:pt>
                <c:pt idx="240">
                  <c:v>7.5986422837892977</c:v>
                </c:pt>
                <c:pt idx="241">
                  <c:v>7.5795077263070221</c:v>
                </c:pt>
                <c:pt idx="242">
                  <c:v>7.5570448551821299</c:v>
                </c:pt>
                <c:pt idx="243">
                  <c:v>7.5237438268657195</c:v>
                </c:pt>
                <c:pt idx="244">
                  <c:v>7.4762015335385348</c:v>
                </c:pt>
                <c:pt idx="245">
                  <c:v>7.4159364582540857</c:v>
                </c:pt>
                <c:pt idx="246">
                  <c:v>7.3485051013433074</c:v>
                </c:pt>
                <c:pt idx="247">
                  <c:v>7.2800942191705884</c:v>
                </c:pt>
                <c:pt idx="248">
                  <c:v>7.2149279752124196</c:v>
                </c:pt>
                <c:pt idx="249">
                  <c:v>7.1535563083616731</c:v>
                </c:pt>
                <c:pt idx="250">
                  <c:v>7.0945033807815419</c:v>
                </c:pt>
                <c:pt idx="251">
                  <c:v>7.0366184061893833</c:v>
                </c:pt>
                <c:pt idx="252">
                  <c:v>6.9813273134143969</c:v>
                </c:pt>
                <c:pt idx="253">
                  <c:v>6.9326136830870304</c:v>
                </c:pt>
                <c:pt idx="254">
                  <c:v>6.8953132388651746</c:v>
                </c:pt>
                <c:pt idx="255">
                  <c:v>6.8716178633407772</c:v>
                </c:pt>
                <c:pt idx="256">
                  <c:v>6.8591294622119063</c:v>
                </c:pt>
                <c:pt idx="257">
                  <c:v>6.8506850194135982</c:v>
                </c:pt>
                <c:pt idx="258">
                  <c:v>6.8371797864197656</c:v>
                </c:pt>
                <c:pt idx="259">
                  <c:v>6.8114096454190003</c:v>
                </c:pt>
                <c:pt idx="260">
                  <c:v>6.7712679520118506</c:v>
                </c:pt>
                <c:pt idx="261">
                  <c:v>6.7201505103403738</c:v>
                </c:pt>
                <c:pt idx="262">
                  <c:v>6.6648134822963137</c:v>
                </c:pt>
                <c:pt idx="263">
                  <c:v>6.6113781782020524</c:v>
                </c:pt>
                <c:pt idx="264">
                  <c:v>6.5625707727131095</c:v>
                </c:pt>
                <c:pt idx="265">
                  <c:v>6.5165390186712493</c:v>
                </c:pt>
                <c:pt idx="266">
                  <c:v>6.4689828532982521</c:v>
                </c:pt>
                <c:pt idx="267">
                  <c:v>6.4163493221410643</c:v>
                </c:pt>
                <c:pt idx="268">
                  <c:v>6.3586218782528947</c:v>
                </c:pt>
                <c:pt idx="269">
                  <c:v>6.2996438886681743</c:v>
                </c:pt>
                <c:pt idx="270">
                  <c:v>6.245223712295001</c:v>
                </c:pt>
                <c:pt idx="271">
                  <c:v>6.1996047165606072</c:v>
                </c:pt>
                <c:pt idx="272">
                  <c:v>6.162798951394544</c:v>
                </c:pt>
                <c:pt idx="273">
                  <c:v>6.1302050283733376</c:v>
                </c:pt>
                <c:pt idx="274">
                  <c:v>6.094779526463638</c:v>
                </c:pt>
                <c:pt idx="275">
                  <c:v>6.0508585414308271</c:v>
                </c:pt>
                <c:pt idx="276">
                  <c:v>5.9971236043175153</c:v>
                </c:pt>
                <c:pt idx="277">
                  <c:v>5.937204391392509</c:v>
                </c:pt>
                <c:pt idx="278">
                  <c:v>5.8777755771922306</c:v>
                </c:pt>
                <c:pt idx="279">
                  <c:v>5.8248399944285207</c:v>
                </c:pt>
                <c:pt idx="280">
                  <c:v>5.7808406749178012</c:v>
                </c:pt>
                <c:pt idx="281">
                  <c:v>5.7434256050989729</c:v>
                </c:pt>
                <c:pt idx="282">
                  <c:v>5.7073564889834305</c:v>
                </c:pt>
                <c:pt idx="283">
                  <c:v>5.6676235995890831</c:v>
                </c:pt>
                <c:pt idx="284">
                  <c:v>5.6225846161594903</c:v>
                </c:pt>
                <c:pt idx="285">
                  <c:v>5.574603716532839</c:v>
                </c:pt>
                <c:pt idx="286">
                  <c:v>5.5288015281617113</c:v>
                </c:pt>
                <c:pt idx="287">
                  <c:v>5.4899830045743414</c:v>
                </c:pt>
                <c:pt idx="288">
                  <c:v>5.4600673529454493</c:v>
                </c:pt>
                <c:pt idx="289">
                  <c:v>5.4372086607413568</c:v>
                </c:pt>
                <c:pt idx="290">
                  <c:v>5.4175883185450582</c:v>
                </c:pt>
                <c:pt idx="291">
                  <c:v>5.3982376517454407</c:v>
                </c:pt>
                <c:pt idx="292">
                  <c:v>5.3796992836875948</c:v>
                </c:pt>
                <c:pt idx="293">
                  <c:v>5.3661894363503526</c:v>
                </c:pt>
                <c:pt idx="294">
                  <c:v>5.3642128232299306</c:v>
                </c:pt>
                <c:pt idx="295">
                  <c:v>5.3788446337211848</c:v>
                </c:pt>
                <c:pt idx="296">
                  <c:v>5.4113546785541029</c:v>
                </c:pt>
                <c:pt idx="297">
                  <c:v>5.4579807549809658</c:v>
                </c:pt>
                <c:pt idx="298">
                  <c:v>5.5115531520756189</c:v>
                </c:pt>
                <c:pt idx="299">
                  <c:v>5.5644468690636302</c:v>
                </c:pt>
                <c:pt idx="300">
                  <c:v>5.6114358186968936</c:v>
                </c:pt>
                <c:pt idx="301">
                  <c:v>5.6505926469914822</c:v>
                </c:pt>
                <c:pt idx="302">
                  <c:v>5.6826904551025441</c:v>
                </c:pt>
                <c:pt idx="303">
                  <c:v>5.7087628213350099</c:v>
                </c:pt>
                <c:pt idx="304">
                  <c:v>5.7284747084795393</c:v>
                </c:pt>
                <c:pt idx="305">
                  <c:v>5.7395388513386294</c:v>
                </c:pt>
                <c:pt idx="306">
                  <c:v>5.7389573866239232</c:v>
                </c:pt>
                <c:pt idx="307">
                  <c:v>5.7252308133801888</c:v>
                </c:pt>
                <c:pt idx="308">
                  <c:v>5.6999362709414205</c:v>
                </c:pt>
                <c:pt idx="309">
                  <c:v>5.6672321075425041</c:v>
                </c:pt>
                <c:pt idx="310">
                  <c:v>5.6320564619099072</c:v>
                </c:pt>
                <c:pt idx="311">
                  <c:v>5.5973569080229719</c:v>
                </c:pt>
                <c:pt idx="312">
                  <c:v>5.5623075741306458</c:v>
                </c:pt>
                <c:pt idx="313">
                  <c:v>5.5225035027135227</c:v>
                </c:pt>
                <c:pt idx="314">
                  <c:v>5.4723012844396521</c:v>
                </c:pt>
                <c:pt idx="315">
                  <c:v>5.4082903607704127</c:v>
                </c:pt>
                <c:pt idx="316">
                  <c:v>5.3316913463996176</c:v>
                </c:pt>
                <c:pt idx="317">
                  <c:v>5.2485338198449565</c:v>
                </c:pt>
                <c:pt idx="318">
                  <c:v>5.1678035983515791</c:v>
                </c:pt>
                <c:pt idx="319">
                  <c:v>5.0979785051433728</c:v>
                </c:pt>
                <c:pt idx="320">
                  <c:v>5.0440920099914992</c:v>
                </c:pt>
                <c:pt idx="321">
                  <c:v>5.0067510780091995</c:v>
                </c:pt>
                <c:pt idx="322">
                  <c:v>4.9833684692058311</c:v>
                </c:pt>
                <c:pt idx="323">
                  <c:v>4.9706936745218941</c:v>
                </c:pt>
                <c:pt idx="324">
                  <c:v>4.9673412900736524</c:v>
                </c:pt>
                <c:pt idx="325">
                  <c:v>4.97417430790453</c:v>
                </c:pt>
                <c:pt idx="326">
                  <c:v>4.9934533850515894</c:v>
                </c:pt>
                <c:pt idx="327">
                  <c:v>5.0263763120447278</c:v>
                </c:pt>
                <c:pt idx="328">
                  <c:v>5.0714015612070718</c:v>
                </c:pt>
                <c:pt idx="329">
                  <c:v>5.1239631763251552</c:v>
                </c:pt>
                <c:pt idx="330">
                  <c:v>5.1783809935287515</c:v>
                </c:pt>
                <c:pt idx="331">
                  <c:v>5.2303048187054806</c:v>
                </c:pt>
                <c:pt idx="332">
                  <c:v>5.2791256634582409</c:v>
                </c:pt>
                <c:pt idx="333">
                  <c:v>5.3278010610242204</c:v>
                </c:pt>
                <c:pt idx="334">
                  <c:v>5.3816196447394882</c:v>
                </c:pt>
                <c:pt idx="335">
                  <c:v>5.4454152090404584</c:v>
                </c:pt>
                <c:pt idx="336">
                  <c:v>5.5213337514664733</c:v>
                </c:pt>
                <c:pt idx="337">
                  <c:v>5.6083485950284571</c:v>
                </c:pt>
                <c:pt idx="338">
                  <c:v>5.7037962062617691</c:v>
                </c:pt>
                <c:pt idx="339">
                  <c:v>5.8059193666462239</c:v>
                </c:pt>
                <c:pt idx="340">
                  <c:v>5.9159568818062853</c:v>
                </c:pt>
                <c:pt idx="341">
                  <c:v>6.0383738817351285</c:v>
                </c:pt>
                <c:pt idx="342">
                  <c:v>6.17958058443004</c:v>
                </c:pt>
                <c:pt idx="343">
                  <c:v>6.3450346777102666</c:v>
                </c:pt>
                <c:pt idx="344">
                  <c:v>6.5371281695388621</c:v>
                </c:pt>
                <c:pt idx="345">
                  <c:v>6.75413909082065</c:v>
                </c:pt>
                <c:pt idx="346">
                  <c:v>6.9913814838620896</c:v>
                </c:pt>
                <c:pt idx="347">
                  <c:v>7.2432253982456398</c:v>
                </c:pt>
                <c:pt idx="348">
                  <c:v>7.5053508696073346</c:v>
                </c:pt>
                <c:pt idx="349">
                  <c:v>7.7752793267595086</c:v>
                </c:pt>
                <c:pt idx="350">
                  <c:v>8.0518745525120234</c:v>
                </c:pt>
                <c:pt idx="351">
                  <c:v>8.3339712898652465</c:v>
                </c:pt>
                <c:pt idx="352">
                  <c:v>8.6191412904195985</c:v>
                </c:pt>
                <c:pt idx="353">
                  <c:v>8.9036073639895594</c:v>
                </c:pt>
                <c:pt idx="354">
                  <c:v>9.183558567065699</c:v>
                </c:pt>
                <c:pt idx="355">
                  <c:v>9.4565995771493849</c:v>
                </c:pt>
                <c:pt idx="356">
                  <c:v>9.7230607668715834</c:v>
                </c:pt>
                <c:pt idx="357">
                  <c:v>9.9855502154973816</c:v>
                </c:pt>
                <c:pt idx="358">
                  <c:v>10.247763638872993</c:v>
                </c:pt>
                <c:pt idx="359">
                  <c:v>10.512739428235216</c:v>
                </c:pt>
                <c:pt idx="360">
                  <c:v>10.78191987304111</c:v>
                </c:pt>
                <c:pt idx="361">
                  <c:v>11.055701388189172</c:v>
                </c:pt>
                <c:pt idx="362">
                  <c:v>11.335213381917722</c:v>
                </c:pt>
                <c:pt idx="363">
                  <c:v>11.624088291131168</c:v>
                </c:pt>
                <c:pt idx="364">
                  <c:v>11.929339542501351</c:v>
                </c:pt>
                <c:pt idx="365">
                  <c:v>12.260012133625109</c:v>
                </c:pt>
                <c:pt idx="366">
                  <c:v>12.624555618724123</c:v>
                </c:pt>
                <c:pt idx="367">
                  <c:v>13.027581536739097</c:v>
                </c:pt>
                <c:pt idx="368">
                  <c:v>13.468012165207782</c:v>
                </c:pt>
                <c:pt idx="369">
                  <c:v>13.939390992804308</c:v>
                </c:pt>
                <c:pt idx="370">
                  <c:v>14.432570911717196</c:v>
                </c:pt>
                <c:pt idx="371">
                  <c:v>14.939243292206717</c:v>
                </c:pt>
                <c:pt idx="372">
                  <c:v>15.455063721257472</c:v>
                </c:pt>
                <c:pt idx="373">
                  <c:v>15.980335761539651</c:v>
                </c:pt>
                <c:pt idx="374">
                  <c:v>16.518765956958362</c:v>
                </c:pt>
                <c:pt idx="375">
                  <c:v>17.074445158683396</c:v>
                </c:pt>
                <c:pt idx="376">
                  <c:v>17.648934852533646</c:v>
                </c:pt>
                <c:pt idx="377">
                  <c:v>18.239645782909982</c:v>
                </c:pt>
                <c:pt idx="378">
                  <c:v>18.840273367355671</c:v>
                </c:pt>
                <c:pt idx="379">
                  <c:v>19.442835421520464</c:v>
                </c:pt>
                <c:pt idx="380">
                  <c:v>20.039948448428181</c:v>
                </c:pt>
                <c:pt idx="381">
                  <c:v>20.626460051338881</c:v>
                </c:pt>
                <c:pt idx="382">
                  <c:v>21.19983593755666</c:v>
                </c:pt>
                <c:pt idx="383">
                  <c:v>21.759223847570791</c:v>
                </c:pt>
                <c:pt idx="384">
                  <c:v>22.304284702774503</c:v>
                </c:pt>
                <c:pt idx="385">
                  <c:v>22.834347184875732</c:v>
                </c:pt>
                <c:pt idx="386">
                  <c:v>23.348377154209587</c:v>
                </c:pt>
                <c:pt idx="387">
                  <c:v>23.845756233140445</c:v>
                </c:pt>
                <c:pt idx="388">
                  <c:v>24.326957700988281</c:v>
                </c:pt>
                <c:pt idx="389">
                  <c:v>24.793549169558844</c:v>
                </c:pt>
                <c:pt idx="390">
                  <c:v>25.247791786257167</c:v>
                </c:pt>
                <c:pt idx="391">
                  <c:v>25.69134848079273</c:v>
                </c:pt>
                <c:pt idx="392">
                  <c:v>26.124597017359797</c:v>
                </c:pt>
                <c:pt idx="393">
                  <c:v>26.546165644176899</c:v>
                </c:pt>
                <c:pt idx="394">
                  <c:v>26.953644746719302</c:v>
                </c:pt>
                <c:pt idx="395">
                  <c:v>27.344658250733879</c:v>
                </c:pt>
                <c:pt idx="396">
                  <c:v>27.71771979069549</c:v>
                </c:pt>
                <c:pt idx="397">
                  <c:v>28.07250707761072</c:v>
                </c:pt>
                <c:pt idx="398">
                  <c:v>28.409369803107271</c:v>
                </c:pt>
                <c:pt idx="399">
                  <c:v>28.728615710560984</c:v>
                </c:pt>
                <c:pt idx="400">
                  <c:v>29.029723545596802</c:v>
                </c:pt>
                <c:pt idx="401">
                  <c:v>29.311416053969076</c:v>
                </c:pt>
                <c:pt idx="402">
                  <c:v>29.572327012125783</c:v>
                </c:pt>
                <c:pt idx="403">
                  <c:v>29.811992273479976</c:v>
                </c:pt>
                <c:pt idx="404">
                  <c:v>30.031622763205917</c:v>
                </c:pt>
                <c:pt idx="405">
                  <c:v>30.23404812308263</c:v>
                </c:pt>
                <c:pt idx="406">
                  <c:v>30.422976362112674</c:v>
                </c:pt>
                <c:pt idx="407">
                  <c:v>30.601780801274746</c:v>
                </c:pt>
                <c:pt idx="408">
                  <c:v>30.77269270432879</c:v>
                </c:pt>
                <c:pt idx="409">
                  <c:v>30.936309218379748</c:v>
                </c:pt>
                <c:pt idx="410">
                  <c:v>31.092310779925025</c:v>
                </c:pt>
                <c:pt idx="411">
                  <c:v>31.240321885986589</c:v>
                </c:pt>
                <c:pt idx="412">
                  <c:v>31.380741400416674</c:v>
                </c:pt>
                <c:pt idx="413">
                  <c:v>31.514941115555079</c:v>
                </c:pt>
                <c:pt idx="414">
                  <c:v>31.644825122980709</c:v>
                </c:pt>
                <c:pt idx="415">
                  <c:v>31.772003374228468</c:v>
                </c:pt>
                <c:pt idx="416">
                  <c:v>31.897092659393333</c:v>
                </c:pt>
                <c:pt idx="417">
                  <c:v>32.019467123574927</c:v>
                </c:pt>
                <c:pt idx="418">
                  <c:v>32.137767164518003</c:v>
                </c:pt>
                <c:pt idx="419">
                  <c:v>32.250629793511187</c:v>
                </c:pt>
                <c:pt idx="420">
                  <c:v>32.357428485931351</c:v>
                </c:pt>
                <c:pt idx="421">
                  <c:v>32.458339614250086</c:v>
                </c:pt>
                <c:pt idx="422">
                  <c:v>32.554093012445307</c:v>
                </c:pt>
                <c:pt idx="423">
                  <c:v>32.645355325025321</c:v>
                </c:pt>
                <c:pt idx="424">
                  <c:v>32.732366102847088</c:v>
                </c:pt>
                <c:pt idx="425">
                  <c:v>32.814938903316069</c:v>
                </c:pt>
                <c:pt idx="426">
                  <c:v>32.893076872287111</c:v>
                </c:pt>
                <c:pt idx="427">
                  <c:v>32.967400188493841</c:v>
                </c:pt>
                <c:pt idx="428">
                  <c:v>33.039609067248264</c:v>
                </c:pt>
                <c:pt idx="429">
                  <c:v>33.111907487189576</c:v>
                </c:pt>
                <c:pt idx="430">
                  <c:v>33.186335545012554</c:v>
                </c:pt>
                <c:pt idx="431">
                  <c:v>33.263665137222034</c:v>
                </c:pt>
                <c:pt idx="432">
                  <c:v>33.342833212547838</c:v>
                </c:pt>
                <c:pt idx="433">
                  <c:v>33.421050758564405</c:v>
                </c:pt>
                <c:pt idx="434">
                  <c:v>33.494476931935445</c:v>
                </c:pt>
                <c:pt idx="435">
                  <c:v>33.559246412937135</c:v>
                </c:pt>
                <c:pt idx="436">
                  <c:v>33.612351769767393</c:v>
                </c:pt>
                <c:pt idx="437">
                  <c:v>33.651730328861319</c:v>
                </c:pt>
                <c:pt idx="438">
                  <c:v>33.676139509920247</c:v>
                </c:pt>
                <c:pt idx="439">
                  <c:v>33.684600424109107</c:v>
                </c:pt>
                <c:pt idx="440">
                  <c:v>33.676317857399205</c:v>
                </c:pt>
                <c:pt idx="441">
                  <c:v>33.650730774659785</c:v>
                </c:pt>
                <c:pt idx="442">
                  <c:v>33.608211376239929</c:v>
                </c:pt>
                <c:pt idx="443">
                  <c:v>33.550701105012834</c:v>
                </c:pt>
                <c:pt idx="444">
                  <c:v>33.481753908254284</c:v>
                </c:pt>
                <c:pt idx="445">
                  <c:v>33.406086398548993</c:v>
                </c:pt>
                <c:pt idx="446">
                  <c:v>33.328594544804737</c:v>
                </c:pt>
                <c:pt idx="447">
                  <c:v>33.253342081237342</c:v>
                </c:pt>
                <c:pt idx="448">
                  <c:v>33.183019327423921</c:v>
                </c:pt>
                <c:pt idx="449">
                  <c:v>33.119105607211843</c:v>
                </c:pt>
                <c:pt idx="450">
                  <c:v>33.062554099046572</c:v>
                </c:pt>
                <c:pt idx="451">
                  <c:v>33.014657790144604</c:v>
                </c:pt>
                <c:pt idx="452">
                  <c:v>32.977497797062455</c:v>
                </c:pt>
                <c:pt idx="453">
                  <c:v>32.953132151018458</c:v>
                </c:pt>
                <c:pt idx="454">
                  <c:v>32.942890295170294</c:v>
                </c:pt>
                <c:pt idx="455">
                  <c:v>32.946091481398362</c:v>
                </c:pt>
                <c:pt idx="456">
                  <c:v>32.959438165491157</c:v>
                </c:pt>
                <c:pt idx="457">
                  <c:v>32.9773155571784</c:v>
                </c:pt>
                <c:pt idx="458">
                  <c:v>32.992999465635926</c:v>
                </c:pt>
                <c:pt idx="459">
                  <c:v>32.999981772809853</c:v>
                </c:pt>
                <c:pt idx="460">
                  <c:v>32.993143807410277</c:v>
                </c:pt>
                <c:pt idx="461">
                  <c:v>32.968705870549833</c:v>
                </c:pt>
                <c:pt idx="462">
                  <c:v>32.923712451497366</c:v>
                </c:pt>
                <c:pt idx="463">
                  <c:v>32.854744940175564</c:v>
                </c:pt>
                <c:pt idx="464">
                  <c:v>32.756983352756009</c:v>
                </c:pt>
                <c:pt idx="465">
                  <c:v>32.623789032418081</c:v>
                </c:pt>
                <c:pt idx="466">
                  <c:v>32.447130836707949</c:v>
                </c:pt>
                <c:pt idx="467">
                  <c:v>32.218565501617576</c:v>
                </c:pt>
                <c:pt idx="468">
                  <c:v>31.930300076683743</c:v>
                </c:pt>
                <c:pt idx="469">
                  <c:v>31.575948132189467</c:v>
                </c:pt>
                <c:pt idx="470">
                  <c:v>31.151158317394344</c:v>
                </c:pt>
                <c:pt idx="471">
                  <c:v>30.654179771905632</c:v>
                </c:pt>
                <c:pt idx="472">
                  <c:v>30.086820845732166</c:v>
                </c:pt>
                <c:pt idx="473">
                  <c:v>29.45562213879878</c:v>
                </c:pt>
                <c:pt idx="474">
                  <c:v>28.773387862612527</c:v>
                </c:pt>
                <c:pt idx="475">
                  <c:v>28.060202445422938</c:v>
                </c:pt>
                <c:pt idx="476">
                  <c:v>27.343424195892709</c:v>
                </c:pt>
                <c:pt idx="477">
                  <c:v>26.656068759896833</c:v>
                </c:pt>
                <c:pt idx="478">
                  <c:v>26.03397599106756</c:v>
                </c:pt>
                <c:pt idx="479">
                  <c:v>25.512099497970208</c:v>
                </c:pt>
                <c:pt idx="480">
                  <c:v>25.120686288329697</c:v>
                </c:pt>
                <c:pt idx="481">
                  <c:v>24.882424787808986</c:v>
                </c:pt>
                <c:pt idx="482">
                  <c:v>24.810773269414742</c:v>
                </c:pt>
                <c:pt idx="483">
                  <c:v>24.909327348142199</c:v>
                </c:pt>
                <c:pt idx="484">
                  <c:v>25.17206241934808</c:v>
                </c:pt>
                <c:pt idx="485">
                  <c:v>25.583655594643005</c:v>
                </c:pt>
                <c:pt idx="486">
                  <c:v>26.12048881485703</c:v>
                </c:pt>
                <c:pt idx="487">
                  <c:v>26.75191648706674</c:v>
                </c:pt>
                <c:pt idx="488">
                  <c:v>27.44259649699103</c:v>
                </c:pt>
                <c:pt idx="489">
                  <c:v>28.155814807160557</c:v>
                </c:pt>
                <c:pt idx="490">
                  <c:v>28.857313661654622</c:v>
                </c:pt>
                <c:pt idx="491">
                  <c:v>29.518820489771791</c:v>
                </c:pt>
                <c:pt idx="492">
                  <c:v>30.120550152554664</c:v>
                </c:pt>
                <c:pt idx="493">
                  <c:v>30.651667089569116</c:v>
                </c:pt>
                <c:pt idx="494">
                  <c:v>31.109297204645991</c:v>
                </c:pt>
                <c:pt idx="495">
                  <c:v>31.496311717841756</c:v>
                </c:pt>
                <c:pt idx="496">
                  <c:v>31.818785579049884</c:v>
                </c:pt>
                <c:pt idx="497">
                  <c:v>32.084125023196542</c:v>
                </c:pt>
                <c:pt idx="498">
                  <c:v>32.299976027117097</c:v>
                </c:pt>
                <c:pt idx="499">
                  <c:v>32.47407579528123</c:v>
                </c:pt>
                <c:pt idx="500">
                  <c:v>32.614317895242067</c:v>
                </c:pt>
                <c:pt idx="501">
                  <c:v>32.728582794783165</c:v>
                </c:pt>
                <c:pt idx="502">
                  <c:v>32.824347370871727</c:v>
                </c:pt>
                <c:pt idx="503">
                  <c:v>32.90795539717746</c:v>
                </c:pt>
                <c:pt idx="504">
                  <c:v>32.984013534528238</c:v>
                </c:pt>
                <c:pt idx="505">
                  <c:v>33.055261712206573</c:v>
                </c:pt>
                <c:pt idx="506">
                  <c:v>33.122949312005822</c:v>
                </c:pt>
                <c:pt idx="507">
                  <c:v>33.187733957290774</c:v>
                </c:pt>
                <c:pt idx="508">
                  <c:v>33.250310100940183</c:v>
                </c:pt>
                <c:pt idx="509">
                  <c:v>33.311631223587099</c:v>
                </c:pt>
                <c:pt idx="510">
                  <c:v>33.372781113525711</c:v>
                </c:pt>
                <c:pt idx="511">
                  <c:v>33.43444357880945</c:v>
                </c:pt>
                <c:pt idx="512">
                  <c:v>33.496513064339894</c:v>
                </c:pt>
                <c:pt idx="513">
                  <c:v>33.558265059925333</c:v>
                </c:pt>
                <c:pt idx="514">
                  <c:v>33.618791675580866</c:v>
                </c:pt>
                <c:pt idx="515">
                  <c:v>33.677892008714736</c:v>
                </c:pt>
                <c:pt idx="516">
                  <c:v>33.736630145603094</c:v>
                </c:pt>
                <c:pt idx="517">
                  <c:v>33.797034885425163</c:v>
                </c:pt>
                <c:pt idx="518">
                  <c:v>33.861718889434492</c:v>
                </c:pt>
                <c:pt idx="519">
                  <c:v>33.932862711219229</c:v>
                </c:pt>
                <c:pt idx="520">
                  <c:v>34.011383630730101</c:v>
                </c:pt>
                <c:pt idx="521">
                  <c:v>34.096680493235795</c:v>
                </c:pt>
                <c:pt idx="522">
                  <c:v>34.187039990976196</c:v>
                </c:pt>
                <c:pt idx="523">
                  <c:v>34.280472553010213</c:v>
                </c:pt>
                <c:pt idx="524">
                  <c:v>34.375418963512502</c:v>
                </c:pt>
                <c:pt idx="525">
                  <c:v>34.471064892810972</c:v>
                </c:pt>
                <c:pt idx="526">
                  <c:v>34.567223687123963</c:v>
                </c:pt>
                <c:pt idx="527">
                  <c:v>34.663762463887657</c:v>
                </c:pt>
                <c:pt idx="528">
                  <c:v>34.760138643724403</c:v>
                </c:pt>
                <c:pt idx="529">
                  <c:v>34.855306013951477</c:v>
                </c:pt>
                <c:pt idx="530">
                  <c:v>34.948062200743749</c:v>
                </c:pt>
                <c:pt idx="531">
                  <c:v>35.03765241754369</c:v>
                </c:pt>
                <c:pt idx="532">
                  <c:v>35.124301791588991</c:v>
                </c:pt>
                <c:pt idx="533">
                  <c:v>35.209252094408356</c:v>
                </c:pt>
                <c:pt idx="534">
                  <c:v>35.294359093812233</c:v>
                </c:pt>
                <c:pt idx="535">
                  <c:v>35.381374465211351</c:v>
                </c:pt>
                <c:pt idx="536">
                  <c:v>35.471373069349625</c:v>
                </c:pt>
                <c:pt idx="537">
                  <c:v>35.564458453264479</c:v>
                </c:pt>
                <c:pt idx="538">
                  <c:v>35.660070710131045</c:v>
                </c:pt>
                <c:pt idx="539">
                  <c:v>35.757701941881251</c:v>
                </c:pt>
                <c:pt idx="540">
                  <c:v>35.857375567620259</c:v>
                </c:pt>
                <c:pt idx="541">
                  <c:v>35.959918601681814</c:v>
                </c:pt>
                <c:pt idx="542">
                  <c:v>36.066724296805511</c:v>
                </c:pt>
                <c:pt idx="543">
                  <c:v>36.179086750760945</c:v>
                </c:pt>
                <c:pt idx="544">
                  <c:v>36.297540625839382</c:v>
                </c:pt>
                <c:pt idx="545">
                  <c:v>36.421422173551512</c:v>
                </c:pt>
                <c:pt idx="546">
                  <c:v>36.548831776123905</c:v>
                </c:pt>
                <c:pt idx="547">
                  <c:v>36.677050225537414</c:v>
                </c:pt>
                <c:pt idx="548">
                  <c:v>36.803133750981353</c:v>
                </c:pt>
                <c:pt idx="549">
                  <c:v>36.924353492474808</c:v>
                </c:pt>
                <c:pt idx="550">
                  <c:v>37.038790809148054</c:v>
                </c:pt>
                <c:pt idx="551">
                  <c:v>37.145499266148882</c:v>
                </c:pt>
                <c:pt idx="552">
                  <c:v>37.24477028367825</c:v>
                </c:pt>
                <c:pt idx="553">
                  <c:v>37.33813314219465</c:v>
                </c:pt>
                <c:pt idx="554">
                  <c:v>37.428179187875152</c:v>
                </c:pt>
                <c:pt idx="555">
                  <c:v>37.518148669153653</c:v>
                </c:pt>
                <c:pt idx="556">
                  <c:v>37.611088284197095</c:v>
                </c:pt>
                <c:pt idx="557">
                  <c:v>37.708868406892812</c:v>
                </c:pt>
                <c:pt idx="558">
                  <c:v>37.811377555657906</c:v>
                </c:pt>
                <c:pt idx="559">
                  <c:v>37.916356677174086</c:v>
                </c:pt>
                <c:pt idx="560">
                  <c:v>38.019911358938593</c:v>
                </c:pt>
                <c:pt idx="561">
                  <c:v>38.117753743019463</c:v>
                </c:pt>
                <c:pt idx="562">
                  <c:v>38.206723902477769</c:v>
                </c:pt>
                <c:pt idx="563">
                  <c:v>38.285947546224037</c:v>
                </c:pt>
                <c:pt idx="564">
                  <c:v>38.357253256150642</c:v>
                </c:pt>
                <c:pt idx="565">
                  <c:v>38.424471250889965</c:v>
                </c:pt>
                <c:pt idx="566">
                  <c:v>38.492250195603759</c:v>
                </c:pt>
                <c:pt idx="567">
                  <c:v>38.564517317370715</c:v>
                </c:pt>
                <c:pt idx="568">
                  <c:v>38.643664236845638</c:v>
                </c:pt>
                <c:pt idx="569">
                  <c:v>38.730249971122994</c:v>
                </c:pt>
                <c:pt idx="570">
                  <c:v>38.823671177044474</c:v>
                </c:pt>
                <c:pt idx="571">
                  <c:v>38.92316972557127</c:v>
                </c:pt>
                <c:pt idx="572">
                  <c:v>39.028422700048537</c:v>
                </c:pt>
                <c:pt idx="573">
                  <c:v>39.139673636305865</c:v>
                </c:pt>
                <c:pt idx="574">
                  <c:v>39.257342773033386</c:v>
                </c:pt>
                <c:pt idx="575">
                  <c:v>39.381259343604569</c:v>
                </c:pt>
                <c:pt idx="576">
                  <c:v>39.510215640643679</c:v>
                </c:pt>
                <c:pt idx="577">
                  <c:v>39.64201303538826</c:v>
                </c:pt>
                <c:pt idx="578">
                  <c:v>39.774103543789096</c:v>
                </c:pt>
                <c:pt idx="579">
                  <c:v>39.904438115995355</c:v>
                </c:pt>
                <c:pt idx="580">
                  <c:v>40.032176241748871</c:v>
                </c:pt>
                <c:pt idx="581">
                  <c:v>40.157355010576772</c:v>
                </c:pt>
                <c:pt idx="582">
                  <c:v>40.280662052558384</c:v>
                </c:pt>
                <c:pt idx="583">
                  <c:v>40.402524286687949</c:v>
                </c:pt>
                <c:pt idx="584">
                  <c:v>40.522478452651072</c:v>
                </c:pt>
                <c:pt idx="585">
                  <c:v>40.639073665444087</c:v>
                </c:pt>
                <c:pt idx="586">
                  <c:v>40.750449161194453</c:v>
                </c:pt>
                <c:pt idx="587">
                  <c:v>40.855205563623961</c:v>
                </c:pt>
                <c:pt idx="588">
                  <c:v>40.953026273571339</c:v>
                </c:pt>
                <c:pt idx="589">
                  <c:v>41.044984878279969</c:v>
                </c:pt>
                <c:pt idx="590">
                  <c:v>41.133115022572611</c:v>
                </c:pt>
                <c:pt idx="591">
                  <c:v>41.219631034475519</c:v>
                </c:pt>
                <c:pt idx="592">
                  <c:v>41.306348039315822</c:v>
                </c:pt>
                <c:pt idx="593">
                  <c:v>41.394229197422113</c:v>
                </c:pt>
                <c:pt idx="594">
                  <c:v>41.483701443339271</c:v>
                </c:pt>
                <c:pt idx="595">
                  <c:v>41.575090188115759</c:v>
                </c:pt>
                <c:pt idx="596">
                  <c:v>41.669241968125114</c:v>
                </c:pt>
                <c:pt idx="597">
                  <c:v>41.767559504198509</c:v>
                </c:pt>
                <c:pt idx="598">
                  <c:v>41.871758455500171</c:v>
                </c:pt>
                <c:pt idx="599">
                  <c:v>41.983225341795851</c:v>
                </c:pt>
                <c:pt idx="600">
                  <c:v>42.102617833547455</c:v>
                </c:pt>
                <c:pt idx="601">
                  <c:v>42.229525341849971</c:v>
                </c:pt>
                <c:pt idx="602">
                  <c:v>42.362891945712668</c:v>
                </c:pt>
                <c:pt idx="603">
                  <c:v>42.501553059532817</c:v>
                </c:pt>
                <c:pt idx="604">
                  <c:v>42.644772314250858</c:v>
                </c:pt>
                <c:pt idx="605">
                  <c:v>42.792523713098944</c:v>
                </c:pt>
                <c:pt idx="606">
                  <c:v>42.945226735153824</c:v>
                </c:pt>
                <c:pt idx="607">
                  <c:v>43.103496400999155</c:v>
                </c:pt>
                <c:pt idx="608">
                  <c:v>43.2675196913166</c:v>
                </c:pt>
                <c:pt idx="609">
                  <c:v>43.436827687159564</c:v>
                </c:pt>
                <c:pt idx="610">
                  <c:v>43.610443169687422</c:v>
                </c:pt>
                <c:pt idx="611">
                  <c:v>43.787111794765082</c:v>
                </c:pt>
                <c:pt idx="612">
                  <c:v>43.965629928406692</c:v>
                </c:pt>
                <c:pt idx="613">
                  <c:v>44.144835213732186</c:v>
                </c:pt>
                <c:pt idx="614">
                  <c:v>44.323566635406728</c:v>
                </c:pt>
                <c:pt idx="615">
                  <c:v>44.500511202957888</c:v>
                </c:pt>
                <c:pt idx="616">
                  <c:v>44.674088477770638</c:v>
                </c:pt>
                <c:pt idx="617">
                  <c:v>44.842839002513848</c:v>
                </c:pt>
                <c:pt idx="618">
                  <c:v>45.005832549934773</c:v>
                </c:pt>
                <c:pt idx="619">
                  <c:v>45.163116191995506</c:v>
                </c:pt>
                <c:pt idx="620">
                  <c:v>45.315972022851305</c:v>
                </c:pt>
                <c:pt idx="621">
                  <c:v>45.466570811724637</c:v>
                </c:pt>
                <c:pt idx="622">
                  <c:v>45.617302452777473</c:v>
                </c:pt>
                <c:pt idx="623">
                  <c:v>45.770104079733393</c:v>
                </c:pt>
                <c:pt idx="624">
                  <c:v>45.925796807025684</c:v>
                </c:pt>
                <c:pt idx="625">
                  <c:v>46.084098901809874</c:v>
                </c:pt>
                <c:pt idx="626">
                  <c:v>46.244000797069106</c:v>
                </c:pt>
                <c:pt idx="627">
                  <c:v>46.404468202479563</c:v>
                </c:pt>
                <c:pt idx="628">
                  <c:v>46.565031384239326</c:v>
                </c:pt>
                <c:pt idx="629">
                  <c:v>46.725848873833883</c:v>
                </c:pt>
                <c:pt idx="630">
                  <c:v>46.887599632312899</c:v>
                </c:pt>
                <c:pt idx="631">
                  <c:v>47.050842025458103</c:v>
                </c:pt>
                <c:pt idx="632">
                  <c:v>47.215576851154204</c:v>
                </c:pt>
                <c:pt idx="633">
                  <c:v>47.381008456416289</c:v>
                </c:pt>
                <c:pt idx="634">
                  <c:v>47.545662147014781</c:v>
                </c:pt>
                <c:pt idx="635">
                  <c:v>47.707899971121989</c:v>
                </c:pt>
                <c:pt idx="636">
                  <c:v>47.866150281895891</c:v>
                </c:pt>
                <c:pt idx="637">
                  <c:v>48.019197740641758</c:v>
                </c:pt>
                <c:pt idx="638">
                  <c:v>48.1659687981806</c:v>
                </c:pt>
                <c:pt idx="639">
                  <c:v>48.30519059282183</c:v>
                </c:pt>
                <c:pt idx="640">
                  <c:v>48.435244902952206</c:v>
                </c:pt>
                <c:pt idx="641">
                  <c:v>48.554065516482439</c:v>
                </c:pt>
                <c:pt idx="642">
                  <c:v>48.659551312087387</c:v>
                </c:pt>
                <c:pt idx="643">
                  <c:v>48.749997751100679</c:v>
                </c:pt>
                <c:pt idx="644">
                  <c:v>48.82470185772145</c:v>
                </c:pt>
                <c:pt idx="645">
                  <c:v>48.883804661467749</c:v>
                </c:pt>
                <c:pt idx="646">
                  <c:v>48.928420933038794</c:v>
                </c:pt>
                <c:pt idx="647">
                  <c:v>48.960156798531052</c:v>
                </c:pt>
                <c:pt idx="648">
                  <c:v>48.980926976500918</c:v>
                </c:pt>
                <c:pt idx="649">
                  <c:v>48.992420887335058</c:v>
                </c:pt>
                <c:pt idx="650">
                  <c:v>48.996346805411363</c:v>
                </c:pt>
                <c:pt idx="651">
                  <c:v>48.994485339519471</c:v>
                </c:pt>
                <c:pt idx="652">
                  <c:v>48.988754724928441</c:v>
                </c:pt>
                <c:pt idx="653">
                  <c:v>48.981051037685546</c:v>
                </c:pt>
                <c:pt idx="654">
                  <c:v>48.973100478842973</c:v>
                </c:pt>
                <c:pt idx="655">
                  <c:v>48.966087014816232</c:v>
                </c:pt>
                <c:pt idx="656">
                  <c:v>48.960517551627149</c:v>
                </c:pt>
                <c:pt idx="657">
                  <c:v>48.956481777837602</c:v>
                </c:pt>
                <c:pt idx="658">
                  <c:v>48.953990586343195</c:v>
                </c:pt>
                <c:pt idx="659">
                  <c:v>48.953584793400786</c:v>
                </c:pt>
                <c:pt idx="660">
                  <c:v>48.956515595788829</c:v>
                </c:pt>
                <c:pt idx="661">
                  <c:v>48.964891894431737</c:v>
                </c:pt>
                <c:pt idx="662">
                  <c:v>48.981107429236985</c:v>
                </c:pt>
                <c:pt idx="663">
                  <c:v>49.007471948477047</c:v>
                </c:pt>
                <c:pt idx="664">
                  <c:v>49.04570707629501</c:v>
                </c:pt>
                <c:pt idx="665">
                  <c:v>49.096654519461339</c:v>
                </c:pt>
                <c:pt idx="666">
                  <c:v>49.160534938602645</c:v>
                </c:pt>
                <c:pt idx="667">
                  <c:v>49.237205930657105</c:v>
                </c:pt>
                <c:pt idx="668">
                  <c:v>49.326318177781822</c:v>
                </c:pt>
                <c:pt idx="669">
                  <c:v>49.427494903683701</c:v>
                </c:pt>
                <c:pt idx="670">
                  <c:v>49.539988336357908</c:v>
                </c:pt>
                <c:pt idx="671">
                  <c:v>49.662479638072512</c:v>
                </c:pt>
                <c:pt idx="672">
                  <c:v>49.793058122047476</c:v>
                </c:pt>
                <c:pt idx="673">
                  <c:v>49.92934858880794</c:v>
                </c:pt>
                <c:pt idx="674">
                  <c:v>50.069113263121466</c:v>
                </c:pt>
                <c:pt idx="675">
                  <c:v>50.210714333277906</c:v>
                </c:pt>
                <c:pt idx="676">
                  <c:v>50.353631812641645</c:v>
                </c:pt>
                <c:pt idx="677">
                  <c:v>50.498200227964332</c:v>
                </c:pt>
                <c:pt idx="678">
                  <c:v>50.645341043604056</c:v>
                </c:pt>
                <c:pt idx="679">
                  <c:v>50.795834554830975</c:v>
                </c:pt>
                <c:pt idx="680">
                  <c:v>50.949766734738979</c:v>
                </c:pt>
                <c:pt idx="681">
                  <c:v>51.106412970879447</c:v>
                </c:pt>
                <c:pt idx="682">
                  <c:v>51.264367096808996</c:v>
                </c:pt>
                <c:pt idx="683">
                  <c:v>51.422134503800486</c:v>
                </c:pt>
                <c:pt idx="684">
                  <c:v>51.5785109401222</c:v>
                </c:pt>
                <c:pt idx="685">
                  <c:v>51.733004299706231</c:v>
                </c:pt>
                <c:pt idx="686">
                  <c:v>51.885606781418389</c:v>
                </c:pt>
                <c:pt idx="687">
                  <c:v>52.036574525189664</c:v>
                </c:pt>
                <c:pt idx="688">
                  <c:v>52.185926708895877</c:v>
                </c:pt>
                <c:pt idx="689">
                  <c:v>52.33338181254824</c:v>
                </c:pt>
                <c:pt idx="690">
                  <c:v>52.478123832466949</c:v>
                </c:pt>
                <c:pt idx="691">
                  <c:v>52.619158687934878</c:v>
                </c:pt>
                <c:pt idx="692">
                  <c:v>52.755482568682069</c:v>
                </c:pt>
                <c:pt idx="693">
                  <c:v>52.886119258084719</c:v>
                </c:pt>
                <c:pt idx="694">
                  <c:v>53.010158162404686</c:v>
                </c:pt>
                <c:pt idx="695">
                  <c:v>53.126646143642077</c:v>
                </c:pt>
                <c:pt idx="696">
                  <c:v>53.234318665750877</c:v>
                </c:pt>
                <c:pt idx="697">
                  <c:v>53.331770307901238</c:v>
                </c:pt>
                <c:pt idx="698">
                  <c:v>53.417468182396597</c:v>
                </c:pt>
                <c:pt idx="699">
                  <c:v>53.490148057797668</c:v>
                </c:pt>
                <c:pt idx="700">
                  <c:v>53.548942662812038</c:v>
                </c:pt>
                <c:pt idx="701">
                  <c:v>53.593460487333111</c:v>
                </c:pt>
                <c:pt idx="702">
                  <c:v>53.623851043156193</c:v>
                </c:pt>
                <c:pt idx="703">
                  <c:v>53.640732524574496</c:v>
                </c:pt>
                <c:pt idx="704">
                  <c:v>53.645117392249105</c:v>
                </c:pt>
                <c:pt idx="705">
                  <c:v>53.638484646885978</c:v>
                </c:pt>
                <c:pt idx="706">
                  <c:v>53.622887958660471</c:v>
                </c:pt>
                <c:pt idx="707">
                  <c:v>53.600914577257399</c:v>
                </c:pt>
                <c:pt idx="708">
                  <c:v>53.575569966132733</c:v>
                </c:pt>
                <c:pt idx="709">
                  <c:v>53.549756455576656</c:v>
                </c:pt>
                <c:pt idx="710">
                  <c:v>53.52586569010279</c:v>
                </c:pt>
                <c:pt idx="711">
                  <c:v>53.505422774891663</c:v>
                </c:pt>
                <c:pt idx="712">
                  <c:v>53.488891783251482</c:v>
                </c:pt>
                <c:pt idx="713">
                  <c:v>53.476084393412606</c:v>
                </c:pt>
                <c:pt idx="714">
                  <c:v>53.466480863532297</c:v>
                </c:pt>
                <c:pt idx="715">
                  <c:v>53.459968681810388</c:v>
                </c:pt>
                <c:pt idx="716">
                  <c:v>53.457002147461353</c:v>
                </c:pt>
                <c:pt idx="717">
                  <c:v>53.458651569477276</c:v>
                </c:pt>
                <c:pt idx="718">
                  <c:v>53.466025354321964</c:v>
                </c:pt>
                <c:pt idx="719">
                  <c:v>53.47993860254698</c:v>
                </c:pt>
                <c:pt idx="720">
                  <c:v>53.500359462059109</c:v>
                </c:pt>
                <c:pt idx="721">
                  <c:v>53.526469608025792</c:v>
                </c:pt>
                <c:pt idx="722">
                  <c:v>53.556785180461361</c:v>
                </c:pt>
                <c:pt idx="723">
                  <c:v>53.589746170603846</c:v>
                </c:pt>
                <c:pt idx="724">
                  <c:v>53.624011558920479</c:v>
                </c:pt>
                <c:pt idx="725">
                  <c:v>53.658657160906856</c:v>
                </c:pt>
                <c:pt idx="726">
                  <c:v>53.693127333697632</c:v>
                </c:pt>
                <c:pt idx="727">
                  <c:v>53.727075318158604</c:v>
                </c:pt>
                <c:pt idx="728">
                  <c:v>53.760339171714719</c:v>
                </c:pt>
                <c:pt idx="729">
                  <c:v>53.79297952880011</c:v>
                </c:pt>
                <c:pt idx="730">
                  <c:v>53.825478584027806</c:v>
                </c:pt>
                <c:pt idx="731">
                  <c:v>53.858989383686726</c:v>
                </c:pt>
                <c:pt idx="732">
                  <c:v>53.895139453827646</c:v>
                </c:pt>
                <c:pt idx="733">
                  <c:v>53.935685151647782</c:v>
                </c:pt>
                <c:pt idx="734">
                  <c:v>53.982016051513114</c:v>
                </c:pt>
                <c:pt idx="735">
                  <c:v>54.034619797653114</c:v>
                </c:pt>
                <c:pt idx="736">
                  <c:v>54.092929241096066</c:v>
                </c:pt>
                <c:pt idx="737">
                  <c:v>54.155603513171279</c:v>
                </c:pt>
                <c:pt idx="738">
                  <c:v>54.221221852650878</c:v>
                </c:pt>
                <c:pt idx="739">
                  <c:v>54.289144749526727</c:v>
                </c:pt>
                <c:pt idx="740">
                  <c:v>54.359793715093851</c:v>
                </c:pt>
                <c:pt idx="741">
                  <c:v>54.43477096995656</c:v>
                </c:pt>
                <c:pt idx="742">
                  <c:v>54.516190443188762</c:v>
                </c:pt>
                <c:pt idx="743">
                  <c:v>54.605916417618005</c:v>
                </c:pt>
                <c:pt idx="744">
                  <c:v>54.704871219511297</c:v>
                </c:pt>
                <c:pt idx="745">
                  <c:v>54.812650101011528</c:v>
                </c:pt>
                <c:pt idx="746">
                  <c:v>54.927900579314347</c:v>
                </c:pt>
                <c:pt idx="747">
                  <c:v>55.048704136266544</c:v>
                </c:pt>
                <c:pt idx="748">
                  <c:v>55.173317715130835</c:v>
                </c:pt>
                <c:pt idx="749">
                  <c:v>55.300390747423236</c:v>
                </c:pt>
                <c:pt idx="750">
                  <c:v>55.429058261334617</c:v>
                </c:pt>
                <c:pt idx="751">
                  <c:v>55.558664785255665</c:v>
                </c:pt>
                <c:pt idx="752">
                  <c:v>55.688394842064341</c:v>
                </c:pt>
                <c:pt idx="753">
                  <c:v>55.817258239364385</c:v>
                </c:pt>
                <c:pt idx="754">
                  <c:v>55.944152617046583</c:v>
                </c:pt>
                <c:pt idx="755">
                  <c:v>56.068353136020463</c:v>
                </c:pt>
                <c:pt idx="756">
                  <c:v>56.189775898100493</c:v>
                </c:pt>
                <c:pt idx="757">
                  <c:v>56.308959196090257</c:v>
                </c:pt>
                <c:pt idx="758">
                  <c:v>56.426888110420215</c:v>
                </c:pt>
                <c:pt idx="759">
                  <c:v>56.544478109336573</c:v>
                </c:pt>
                <c:pt idx="760">
                  <c:v>56.662117453875219</c:v>
                </c:pt>
                <c:pt idx="761">
                  <c:v>56.779387065704633</c:v>
                </c:pt>
                <c:pt idx="762">
                  <c:v>56.895301083258431</c:v>
                </c:pt>
                <c:pt idx="763">
                  <c:v>57.008760689306904</c:v>
                </c:pt>
                <c:pt idx="764">
                  <c:v>57.118974286679205</c:v>
                </c:pt>
                <c:pt idx="765">
                  <c:v>57.225895834516372</c:v>
                </c:pt>
                <c:pt idx="766">
                  <c:v>57.330152894289867</c:v>
                </c:pt>
                <c:pt idx="767">
                  <c:v>57.432774900756186</c:v>
                </c:pt>
                <c:pt idx="768">
                  <c:v>57.534692989489123</c:v>
                </c:pt>
                <c:pt idx="769">
                  <c:v>57.636420341379299</c:v>
                </c:pt>
                <c:pt idx="770">
                  <c:v>57.737809065282185</c:v>
                </c:pt>
                <c:pt idx="771">
                  <c:v>57.838257441065707</c:v>
                </c:pt>
                <c:pt idx="772">
                  <c:v>57.936946169063695</c:v>
                </c:pt>
                <c:pt idx="773">
                  <c:v>58.033157427739056</c:v>
                </c:pt>
                <c:pt idx="774">
                  <c:v>58.126396493598165</c:v>
                </c:pt>
                <c:pt idx="775">
                  <c:v>58.216554701953442</c:v>
                </c:pt>
                <c:pt idx="776">
                  <c:v>58.30387233425278</c:v>
                </c:pt>
                <c:pt idx="777">
                  <c:v>58.388941198259126</c:v>
                </c:pt>
                <c:pt idx="778">
                  <c:v>58.47269353474703</c:v>
                </c:pt>
                <c:pt idx="779">
                  <c:v>58.556458139413728</c:v>
                </c:pt>
                <c:pt idx="780">
                  <c:v>58.641882038540537</c:v>
                </c:pt>
                <c:pt idx="781">
                  <c:v>58.730716613737485</c:v>
                </c:pt>
                <c:pt idx="782">
                  <c:v>58.824521072857181</c:v>
                </c:pt>
                <c:pt idx="783">
                  <c:v>58.924404206251168</c:v>
                </c:pt>
                <c:pt idx="784">
                  <c:v>59.030654707903309</c:v>
                </c:pt>
                <c:pt idx="785">
                  <c:v>59.142911464762427</c:v>
                </c:pt>
                <c:pt idx="786">
                  <c:v>59.260170953937539</c:v>
                </c:pt>
                <c:pt idx="787">
                  <c:v>59.381258827908887</c:v>
                </c:pt>
                <c:pt idx="788">
                  <c:v>59.505032948107605</c:v>
                </c:pt>
                <c:pt idx="789">
                  <c:v>59.630547931914379</c:v>
                </c:pt>
                <c:pt idx="790">
                  <c:v>59.756878045275144</c:v>
                </c:pt>
                <c:pt idx="791">
                  <c:v>59.883117290304398</c:v>
                </c:pt>
                <c:pt idx="792">
                  <c:v>60.008089473710221</c:v>
                </c:pt>
                <c:pt idx="793">
                  <c:v>60.130484060067687</c:v>
                </c:pt>
                <c:pt idx="794">
                  <c:v>60.248813690766681</c:v>
                </c:pt>
                <c:pt idx="795">
                  <c:v>60.361885889456047</c:v>
                </c:pt>
                <c:pt idx="796">
                  <c:v>60.468765171679536</c:v>
                </c:pt>
                <c:pt idx="797">
                  <c:v>60.569125033687065</c:v>
                </c:pt>
                <c:pt idx="798">
                  <c:v>60.662848598535255</c:v>
                </c:pt>
                <c:pt idx="799">
                  <c:v>60.750142362270921</c:v>
                </c:pt>
                <c:pt idx="800">
                  <c:v>60.831244296461847</c:v>
                </c:pt>
                <c:pt idx="801">
                  <c:v>60.906451836686934</c:v>
                </c:pt>
                <c:pt idx="802">
                  <c:v>60.976234271998266</c:v>
                </c:pt>
                <c:pt idx="803">
                  <c:v>61.041402007770664</c:v>
                </c:pt>
                <c:pt idx="804">
                  <c:v>61.103135980737754</c:v>
                </c:pt>
                <c:pt idx="805">
                  <c:v>61.162819862665899</c:v>
                </c:pt>
                <c:pt idx="806">
                  <c:v>61.221673936628882</c:v>
                </c:pt>
                <c:pt idx="807">
                  <c:v>61.280485870516522</c:v>
                </c:pt>
                <c:pt idx="808">
                  <c:v>61.339311929737306</c:v>
                </c:pt>
                <c:pt idx="809">
                  <c:v>61.397558276639309</c:v>
                </c:pt>
                <c:pt idx="810">
                  <c:v>61.454246770299513</c:v>
                </c:pt>
                <c:pt idx="811">
                  <c:v>61.508650683286028</c:v>
                </c:pt>
                <c:pt idx="812">
                  <c:v>61.560678808187618</c:v>
                </c:pt>
                <c:pt idx="813">
                  <c:v>61.611062728719368</c:v>
                </c:pt>
                <c:pt idx="814">
                  <c:v>61.66133170692224</c:v>
                </c:pt>
                <c:pt idx="815">
                  <c:v>61.713332669213386</c:v>
                </c:pt>
                <c:pt idx="816">
                  <c:v>61.768733969650647</c:v>
                </c:pt>
                <c:pt idx="817">
                  <c:v>61.828640891002152</c:v>
                </c:pt>
                <c:pt idx="818">
                  <c:v>61.893379974382569</c:v>
                </c:pt>
                <c:pt idx="819">
                  <c:v>61.962638120900095</c:v>
                </c:pt>
                <c:pt idx="820">
                  <c:v>62.035687559189256</c:v>
                </c:pt>
                <c:pt idx="821">
                  <c:v>62.111712003805643</c:v>
                </c:pt>
                <c:pt idx="822">
                  <c:v>62.190006184207334</c:v>
                </c:pt>
                <c:pt idx="823">
                  <c:v>62.270148297083651</c:v>
                </c:pt>
                <c:pt idx="824">
                  <c:v>62.352030372605952</c:v>
                </c:pt>
                <c:pt idx="825">
                  <c:v>62.435889022233482</c:v>
                </c:pt>
                <c:pt idx="826">
                  <c:v>62.522207003251161</c:v>
                </c:pt>
                <c:pt idx="827">
                  <c:v>62.611772707102389</c:v>
                </c:pt>
                <c:pt idx="828">
                  <c:v>62.705480483932099</c:v>
                </c:pt>
                <c:pt idx="829">
                  <c:v>62.803970365457218</c:v>
                </c:pt>
                <c:pt idx="830">
                  <c:v>62.907539648468088</c:v>
                </c:pt>
                <c:pt idx="831">
                  <c:v>63.015864700294088</c:v>
                </c:pt>
                <c:pt idx="832">
                  <c:v>63.128053727962552</c:v>
                </c:pt>
                <c:pt idx="833">
                  <c:v>63.242786958219433</c:v>
                </c:pt>
                <c:pt idx="834">
                  <c:v>63.358793693324579</c:v>
                </c:pt>
                <c:pt idx="835">
                  <c:v>63.475130145887626</c:v>
                </c:pt>
                <c:pt idx="836">
                  <c:v>63.591402002626019</c:v>
                </c:pt>
                <c:pt idx="837">
                  <c:v>63.707681473063893</c:v>
                </c:pt>
                <c:pt idx="838">
                  <c:v>63.824232349516144</c:v>
                </c:pt>
                <c:pt idx="839">
                  <c:v>63.941099512332791</c:v>
                </c:pt>
                <c:pt idx="840">
                  <c:v>64.057856170183584</c:v>
                </c:pt>
                <c:pt idx="841">
                  <c:v>64.173599563413745</c:v>
                </c:pt>
                <c:pt idx="842">
                  <c:v>64.286991182982462</c:v>
                </c:pt>
                <c:pt idx="843">
                  <c:v>64.396816759453927</c:v>
                </c:pt>
                <c:pt idx="844">
                  <c:v>64.502077094200359</c:v>
                </c:pt>
                <c:pt idx="845">
                  <c:v>64.602302942787034</c:v>
                </c:pt>
                <c:pt idx="846">
                  <c:v>64.697455418893739</c:v>
                </c:pt>
                <c:pt idx="847">
                  <c:v>64.787899524612087</c:v>
                </c:pt>
                <c:pt idx="848">
                  <c:v>64.874257456669923</c:v>
                </c:pt>
                <c:pt idx="849">
                  <c:v>64.957380046017619</c:v>
                </c:pt>
                <c:pt idx="850">
                  <c:v>65.038302852538223</c:v>
                </c:pt>
                <c:pt idx="851">
                  <c:v>65.118366844536141</c:v>
                </c:pt>
                <c:pt idx="852">
                  <c:v>65.198904711559692</c:v>
                </c:pt>
                <c:pt idx="853">
                  <c:v>65.281165573715583</c:v>
                </c:pt>
                <c:pt idx="854">
                  <c:v>65.365908247333422</c:v>
                </c:pt>
                <c:pt idx="855">
                  <c:v>65.453292835835271</c:v>
                </c:pt>
                <c:pt idx="856">
                  <c:v>65.542831605275794</c:v>
                </c:pt>
                <c:pt idx="857">
                  <c:v>65.633777431894487</c:v>
                </c:pt>
                <c:pt idx="858">
                  <c:v>65.725303465734399</c:v>
                </c:pt>
                <c:pt idx="859">
                  <c:v>65.817048061803092</c:v>
                </c:pt>
                <c:pt idx="860">
                  <c:v>65.909133187862139</c:v>
                </c:pt>
                <c:pt idx="861">
                  <c:v>66.001909456064496</c:v>
                </c:pt>
                <c:pt idx="862">
                  <c:v>66.095592487908021</c:v>
                </c:pt>
                <c:pt idx="863">
                  <c:v>66.189911437505941</c:v>
                </c:pt>
                <c:pt idx="864">
                  <c:v>66.283846056717138</c:v>
                </c:pt>
                <c:pt idx="865">
                  <c:v>66.375957651605873</c:v>
                </c:pt>
                <c:pt idx="866">
                  <c:v>66.464922088655229</c:v>
                </c:pt>
                <c:pt idx="867">
                  <c:v>66.550159395719049</c:v>
                </c:pt>
                <c:pt idx="868">
                  <c:v>66.632253294783894</c:v>
                </c:pt>
                <c:pt idx="869">
                  <c:v>66.712881600265703</c:v>
                </c:pt>
                <c:pt idx="870">
                  <c:v>66.794376464215915</c:v>
                </c:pt>
                <c:pt idx="871">
                  <c:v>66.878942907327726</c:v>
                </c:pt>
                <c:pt idx="872">
                  <c:v>66.967995540435737</c:v>
                </c:pt>
                <c:pt idx="873">
                  <c:v>67.061752731881171</c:v>
                </c:pt>
                <c:pt idx="874">
                  <c:v>67.159383374647661</c:v>
                </c:pt>
                <c:pt idx="875">
                  <c:v>67.259510145360053</c:v>
                </c:pt>
                <c:pt idx="876">
                  <c:v>67.36084089276045</c:v>
                </c:pt>
                <c:pt idx="877">
                  <c:v>67.462712646876483</c:v>
                </c:pt>
                <c:pt idx="878">
                  <c:v>67.565174071973161</c:v>
                </c:pt>
                <c:pt idx="879">
                  <c:v>67.668944124141831</c:v>
                </c:pt>
                <c:pt idx="880">
                  <c:v>67.774964691559745</c:v>
                </c:pt>
                <c:pt idx="881">
                  <c:v>67.884168065178102</c:v>
                </c:pt>
                <c:pt idx="882">
                  <c:v>67.997336274317234</c:v>
                </c:pt>
                <c:pt idx="883">
                  <c:v>68.115225700773109</c:v>
                </c:pt>
                <c:pt idx="884">
                  <c:v>68.238724418459398</c:v>
                </c:pt>
                <c:pt idx="885">
                  <c:v>68.36902711920817</c:v>
                </c:pt>
                <c:pt idx="886">
                  <c:v>68.507560040647661</c:v>
                </c:pt>
                <c:pt idx="887">
                  <c:v>68.655842358343151</c:v>
                </c:pt>
                <c:pt idx="888">
                  <c:v>68.814934367143778</c:v>
                </c:pt>
                <c:pt idx="889">
                  <c:v>68.985402093729135</c:v>
                </c:pt>
                <c:pt idx="890">
                  <c:v>69.166977813269966</c:v>
                </c:pt>
                <c:pt idx="891">
                  <c:v>69.359012302309083</c:v>
                </c:pt>
                <c:pt idx="892">
                  <c:v>69.560468759822399</c:v>
                </c:pt>
                <c:pt idx="893">
                  <c:v>69.770365807460692</c:v>
                </c:pt>
                <c:pt idx="894">
                  <c:v>69.987938254219941</c:v>
                </c:pt>
                <c:pt idx="895">
                  <c:v>70.212558705049034</c:v>
                </c:pt>
                <c:pt idx="896">
                  <c:v>70.443641790243532</c:v>
                </c:pt>
                <c:pt idx="897">
                  <c:v>70.680302573687385</c:v>
                </c:pt>
                <c:pt idx="898">
                  <c:v>70.921285678930275</c:v>
                </c:pt>
                <c:pt idx="899">
                  <c:v>71.164876497632889</c:v>
                </c:pt>
                <c:pt idx="900">
                  <c:v>71.40905733048865</c:v>
                </c:pt>
                <c:pt idx="901">
                  <c:v>71.651667188528407</c:v>
                </c:pt>
                <c:pt idx="902">
                  <c:v>71.890648293837387</c:v>
                </c:pt>
                <c:pt idx="903">
                  <c:v>72.124215111582942</c:v>
                </c:pt>
                <c:pt idx="904">
                  <c:v>72.350910355370573</c:v>
                </c:pt>
                <c:pt idx="905">
                  <c:v>72.569611817364361</c:v>
                </c:pt>
                <c:pt idx="906">
                  <c:v>72.779505424844416</c:v>
                </c:pt>
                <c:pt idx="907">
                  <c:v>72.980141319202986</c:v>
                </c:pt>
                <c:pt idx="908">
                  <c:v>73.171439671429482</c:v>
                </c:pt>
                <c:pt idx="909">
                  <c:v>73.353645143901886</c:v>
                </c:pt>
                <c:pt idx="910">
                  <c:v>73.527449238400976</c:v>
                </c:pt>
                <c:pt idx="911">
                  <c:v>73.693977937863423</c:v>
                </c:pt>
                <c:pt idx="912">
                  <c:v>73.854438391458032</c:v>
                </c:pt>
                <c:pt idx="913">
                  <c:v>74.010254904581288</c:v>
                </c:pt>
                <c:pt idx="914">
                  <c:v>74.16264321336385</c:v>
                </c:pt>
                <c:pt idx="915">
                  <c:v>74.312607464065479</c:v>
                </c:pt>
                <c:pt idx="916">
                  <c:v>74.460954662593181</c:v>
                </c:pt>
                <c:pt idx="917">
                  <c:v>74.608223653598301</c:v>
                </c:pt>
                <c:pt idx="918">
                  <c:v>74.754940473586274</c:v>
                </c:pt>
                <c:pt idx="919">
                  <c:v>74.901687109996487</c:v>
                </c:pt>
                <c:pt idx="920">
                  <c:v>75.049153831744817</c:v>
                </c:pt>
                <c:pt idx="921">
                  <c:v>75.198070982291597</c:v>
                </c:pt>
                <c:pt idx="922">
                  <c:v>75.348949179731022</c:v>
                </c:pt>
                <c:pt idx="923">
                  <c:v>75.501920730383347</c:v>
                </c:pt>
                <c:pt idx="924">
                  <c:v>75.656526790954487</c:v>
                </c:pt>
                <c:pt idx="925">
                  <c:v>75.811728740163815</c:v>
                </c:pt>
                <c:pt idx="926">
                  <c:v>75.966007141619158</c:v>
                </c:pt>
                <c:pt idx="927">
                  <c:v>76.11804054305334</c:v>
                </c:pt>
                <c:pt idx="928">
                  <c:v>76.266883475452957</c:v>
                </c:pt>
                <c:pt idx="929">
                  <c:v>76.412428073573821</c:v>
                </c:pt>
                <c:pt idx="930">
                  <c:v>76.555518102570275</c:v>
                </c:pt>
                <c:pt idx="931">
                  <c:v>76.697569211210109</c:v>
                </c:pt>
                <c:pt idx="932">
                  <c:v>76.840078523687666</c:v>
                </c:pt>
                <c:pt idx="933">
                  <c:v>76.984075728924893</c:v>
                </c:pt>
                <c:pt idx="934">
                  <c:v>77.129514915943645</c:v>
                </c:pt>
                <c:pt idx="935">
                  <c:v>77.27538900799729</c:v>
                </c:pt>
                <c:pt idx="936">
                  <c:v>77.419756313614883</c:v>
                </c:pt>
                <c:pt idx="937">
                  <c:v>77.56039282306817</c:v>
                </c:pt>
                <c:pt idx="938">
                  <c:v>77.69529142332317</c:v>
                </c:pt>
                <c:pt idx="939">
                  <c:v>77.82305941810101</c:v>
                </c:pt>
                <c:pt idx="940">
                  <c:v>77.943301936593642</c:v>
                </c:pt>
                <c:pt idx="941">
                  <c:v>78.056109279524378</c:v>
                </c:pt>
                <c:pt idx="942">
                  <c:v>78.16213254628714</c:v>
                </c:pt>
                <c:pt idx="943">
                  <c:v>78.262100521443074</c:v>
                </c:pt>
                <c:pt idx="944">
                  <c:v>78.356693260530676</c:v>
                </c:pt>
                <c:pt idx="945">
                  <c:v>78.446595426530465</c:v>
                </c:pt>
                <c:pt idx="946">
                  <c:v>78.532459678495741</c:v>
                </c:pt>
                <c:pt idx="947">
                  <c:v>78.615050909754373</c:v>
                </c:pt>
                <c:pt idx="948">
                  <c:v>78.695119645709781</c:v>
                </c:pt>
                <c:pt idx="949">
                  <c:v>78.773220287218408</c:v>
                </c:pt>
                <c:pt idx="950">
                  <c:v>78.849600995527553</c:v>
                </c:pt>
                <c:pt idx="951">
                  <c:v>78.924020370598356</c:v>
                </c:pt>
                <c:pt idx="952">
                  <c:v>78.995999792693596</c:v>
                </c:pt>
                <c:pt idx="953">
                  <c:v>79.065059118265651</c:v>
                </c:pt>
                <c:pt idx="954">
                  <c:v>79.131063032348862</c:v>
                </c:pt>
                <c:pt idx="955">
                  <c:v>79.194550839186846</c:v>
                </c:pt>
                <c:pt idx="956">
                  <c:v>79.256556610520818</c:v>
                </c:pt>
                <c:pt idx="957">
                  <c:v>79.318556138248482</c:v>
                </c:pt>
                <c:pt idx="958">
                  <c:v>79.381773970389176</c:v>
                </c:pt>
                <c:pt idx="959">
                  <c:v>79.446959306628671</c:v>
                </c:pt>
                <c:pt idx="960">
                  <c:v>79.514160851060851</c:v>
                </c:pt>
                <c:pt idx="961">
                  <c:v>79.582861374442672</c:v>
                </c:pt>
                <c:pt idx="962">
                  <c:v>79.652252169771515</c:v>
                </c:pt>
                <c:pt idx="963">
                  <c:v>79.721672262898423</c:v>
                </c:pt>
                <c:pt idx="964">
                  <c:v>79.790741313388978</c:v>
                </c:pt>
                <c:pt idx="965">
                  <c:v>79.859412333527331</c:v>
                </c:pt>
                <c:pt idx="966">
                  <c:v>79.927597694083033</c:v>
                </c:pt>
                <c:pt idx="967">
                  <c:v>79.99497923409082</c:v>
                </c:pt>
                <c:pt idx="968">
                  <c:v>80.06069945041105</c:v>
                </c:pt>
                <c:pt idx="969">
                  <c:v>80.123673028399793</c:v>
                </c:pt>
                <c:pt idx="970">
                  <c:v>80.182746858131409</c:v>
                </c:pt>
                <c:pt idx="971">
                  <c:v>80.237297012814253</c:v>
                </c:pt>
                <c:pt idx="972">
                  <c:v>80.287452854373498</c:v>
                </c:pt>
                <c:pt idx="973">
                  <c:v>80.334129123650712</c:v>
                </c:pt>
                <c:pt idx="974">
                  <c:v>80.378655973928247</c:v>
                </c:pt>
                <c:pt idx="975">
                  <c:v>80.422294565609803</c:v>
                </c:pt>
                <c:pt idx="976">
                  <c:v>80.465714133178579</c:v>
                </c:pt>
                <c:pt idx="977">
                  <c:v>80.508843852526894</c:v>
                </c:pt>
                <c:pt idx="978">
                  <c:v>80.550926489505287</c:v>
                </c:pt>
                <c:pt idx="979">
                  <c:v>80.591095627451921</c:v>
                </c:pt>
                <c:pt idx="980">
                  <c:v>80.628769137845609</c:v>
                </c:pt>
                <c:pt idx="981">
                  <c:v>80.664214677148877</c:v>
                </c:pt>
                <c:pt idx="982">
                  <c:v>80.698432686830017</c:v>
                </c:pt>
                <c:pt idx="983">
                  <c:v>80.733183857352486</c:v>
                </c:pt>
                <c:pt idx="984">
                  <c:v>80.77044023745205</c:v>
                </c:pt>
                <c:pt idx="985">
                  <c:v>80.812002760259332</c:v>
                </c:pt>
                <c:pt idx="986">
                  <c:v>80.85928374210205</c:v>
                </c:pt>
                <c:pt idx="987">
                  <c:v>80.913254545737828</c:v>
                </c:pt>
                <c:pt idx="988">
                  <c:v>80.974381600899861</c:v>
                </c:pt>
                <c:pt idx="989">
                  <c:v>81.042938587909191</c:v>
                </c:pt>
                <c:pt idx="990">
                  <c:v>81.118927485590874</c:v>
                </c:pt>
                <c:pt idx="991">
                  <c:v>81.20207927389292</c:v>
                </c:pt>
                <c:pt idx="992">
                  <c:v>81.291863640648927</c:v>
                </c:pt>
                <c:pt idx="993">
                  <c:v>81.387404733501683</c:v>
                </c:pt>
                <c:pt idx="994">
                  <c:v>81.487480477232452</c:v>
                </c:pt>
                <c:pt idx="995">
                  <c:v>81.590888032161786</c:v>
                </c:pt>
                <c:pt idx="996">
                  <c:v>81.696441476682196</c:v>
                </c:pt>
                <c:pt idx="997">
                  <c:v>81.803131653235823</c:v>
                </c:pt>
                <c:pt idx="998">
                  <c:v>81.910210118662974</c:v>
                </c:pt>
                <c:pt idx="999">
                  <c:v>82.01692829083936</c:v>
                </c:pt>
                <c:pt idx="1000">
                  <c:v>82.122405106152172</c:v>
                </c:pt>
                <c:pt idx="1001">
                  <c:v>82.225508891486172</c:v>
                </c:pt>
                <c:pt idx="1002">
                  <c:v>82.324746106345188</c:v>
                </c:pt>
                <c:pt idx="1003">
                  <c:v>82.418502621005615</c:v>
                </c:pt>
                <c:pt idx="1004">
                  <c:v>82.50533271679798</c:v>
                </c:pt>
                <c:pt idx="1005">
                  <c:v>82.584153203198113</c:v>
                </c:pt>
                <c:pt idx="1006">
                  <c:v>82.65435858141575</c:v>
                </c:pt>
                <c:pt idx="1007">
                  <c:v>82.716056273171418</c:v>
                </c:pt>
                <c:pt idx="1008">
                  <c:v>82.769821765349263</c:v>
                </c:pt>
                <c:pt idx="1009">
                  <c:v>82.81653578275899</c:v>
                </c:pt>
                <c:pt idx="1010">
                  <c:v>82.85731579520214</c:v>
                </c:pt>
                <c:pt idx="1011">
                  <c:v>82.893561617410086</c:v>
                </c:pt>
                <c:pt idx="1012">
                  <c:v>82.926750918852676</c:v>
                </c:pt>
                <c:pt idx="1013">
                  <c:v>82.958709962585857</c:v>
                </c:pt>
                <c:pt idx="1014">
                  <c:v>82.991432322280829</c:v>
                </c:pt>
                <c:pt idx="1015">
                  <c:v>83.026998868127706</c:v>
                </c:pt>
                <c:pt idx="1016">
                  <c:v>83.067605173221565</c:v>
                </c:pt>
                <c:pt idx="1017">
                  <c:v>83.115294874858307</c:v>
                </c:pt>
                <c:pt idx="1018">
                  <c:v>83.171935864133772</c:v>
                </c:pt>
                <c:pt idx="1019">
                  <c:v>83.239355705669396</c:v>
                </c:pt>
                <c:pt idx="1020">
                  <c:v>83.319259212181549</c:v>
                </c:pt>
                <c:pt idx="1021">
                  <c:v>83.413291720242029</c:v>
                </c:pt>
                <c:pt idx="1022">
                  <c:v>83.522925950338433</c:v>
                </c:pt>
                <c:pt idx="1023">
                  <c:v>83.649186163979394</c:v>
                </c:pt>
                <c:pt idx="1024">
                  <c:v>83.79245792901628</c:v>
                </c:pt>
                <c:pt idx="1025">
                  <c:v>83.952132056699639</c:v>
                </c:pt>
                <c:pt idx="1026">
                  <c:v>84.126517259773763</c:v>
                </c:pt>
                <c:pt idx="1027">
                  <c:v>84.312958743181269</c:v>
                </c:pt>
                <c:pt idx="1028">
                  <c:v>84.508010966759457</c:v>
                </c:pt>
                <c:pt idx="1029">
                  <c:v>84.707971144050489</c:v>
                </c:pt>
                <c:pt idx="1030">
                  <c:v>84.909163038410725</c:v>
                </c:pt>
                <c:pt idx="1031">
                  <c:v>85.108398814483806</c:v>
                </c:pt>
                <c:pt idx="1032">
                  <c:v>85.30312275492949</c:v>
                </c:pt>
                <c:pt idx="1033">
                  <c:v>85.491494663933651</c:v>
                </c:pt>
                <c:pt idx="1034">
                  <c:v>85.67226324171402</c:v>
                </c:pt>
                <c:pt idx="1035">
                  <c:v>85.844832979986919</c:v>
                </c:pt>
                <c:pt idx="1036">
                  <c:v>86.008948847856175</c:v>
                </c:pt>
                <c:pt idx="1037">
                  <c:v>86.164741611433953</c:v>
                </c:pt>
                <c:pt idx="1038">
                  <c:v>86.312500810328956</c:v>
                </c:pt>
                <c:pt idx="1039">
                  <c:v>86.452751507759061</c:v>
                </c:pt>
                <c:pt idx="1040">
                  <c:v>86.585882954570081</c:v>
                </c:pt>
                <c:pt idx="1041">
                  <c:v>86.712272882222294</c:v>
                </c:pt>
                <c:pt idx="1042">
                  <c:v>86.831939171782778</c:v>
                </c:pt>
                <c:pt idx="1043">
                  <c:v>86.944641282511512</c:v>
                </c:pt>
                <c:pt idx="1044">
                  <c:v>87.049858599022556</c:v>
                </c:pt>
                <c:pt idx="1045">
                  <c:v>87.146927501837538</c:v>
                </c:pt>
                <c:pt idx="1046">
                  <c:v>87.235077252175415</c:v>
                </c:pt>
                <c:pt idx="1047">
                  <c:v>87.313773935912479</c:v>
                </c:pt>
                <c:pt idx="1048">
                  <c:v>87.382637695150365</c:v>
                </c:pt>
                <c:pt idx="1049">
                  <c:v>87.44166529453959</c:v>
                </c:pt>
                <c:pt idx="1050">
                  <c:v>87.491011999643788</c:v>
                </c:pt>
                <c:pt idx="1051">
                  <c:v>87.530983855332551</c:v>
                </c:pt>
                <c:pt idx="1052">
                  <c:v>87.56189662772772</c:v>
                </c:pt>
                <c:pt idx="1053">
                  <c:v>87.583960527209598</c:v>
                </c:pt>
                <c:pt idx="1054">
                  <c:v>87.597053891169736</c:v>
                </c:pt>
                <c:pt idx="1055">
                  <c:v>87.600966952174915</c:v>
                </c:pt>
                <c:pt idx="1056">
                  <c:v>87.595299121612825</c:v>
                </c:pt>
                <c:pt idx="1057">
                  <c:v>87.579596507481767</c:v>
                </c:pt>
                <c:pt idx="1058">
                  <c:v>87.553497594788425</c:v>
                </c:pt>
                <c:pt idx="1059">
                  <c:v>87.516997573683184</c:v>
                </c:pt>
                <c:pt idx="1060">
                  <c:v>87.470526373976497</c:v>
                </c:pt>
                <c:pt idx="1061">
                  <c:v>87.414947283595666</c:v>
                </c:pt>
                <c:pt idx="1062">
                  <c:v>87.351699708843483</c:v>
                </c:pt>
                <c:pt idx="1063">
                  <c:v>87.282562886659832</c:v>
                </c:pt>
                <c:pt idx="1064">
                  <c:v>87.209524790097319</c:v>
                </c:pt>
                <c:pt idx="1065">
                  <c:v>87.134703956048426</c:v>
                </c:pt>
                <c:pt idx="1066">
                  <c:v>87.060203906975772</c:v>
                </c:pt>
                <c:pt idx="1067">
                  <c:v>86.988121019724048</c:v>
                </c:pt>
                <c:pt idx="1068">
                  <c:v>86.920578879173348</c:v>
                </c:pt>
                <c:pt idx="1069">
                  <c:v>86.859800992457366</c:v>
                </c:pt>
                <c:pt idx="1070">
                  <c:v>86.808105843362412</c:v>
                </c:pt>
                <c:pt idx="1071">
                  <c:v>86.767882704679579</c:v>
                </c:pt>
                <c:pt idx="1072">
                  <c:v>86.74136457774361</c:v>
                </c:pt>
                <c:pt idx="1073">
                  <c:v>86.730545912332659</c:v>
                </c:pt>
                <c:pt idx="1074">
                  <c:v>86.736792892874178</c:v>
                </c:pt>
                <c:pt idx="1075">
                  <c:v>86.760902307739585</c:v>
                </c:pt>
                <c:pt idx="1076">
                  <c:v>86.802978994518654</c:v>
                </c:pt>
                <c:pt idx="1077">
                  <c:v>86.862389057966794</c:v>
                </c:pt>
                <c:pt idx="1078">
                  <c:v>86.937996983537303</c:v>
                </c:pt>
                <c:pt idx="1079">
                  <c:v>87.028243860594941</c:v>
                </c:pt>
                <c:pt idx="1080">
                  <c:v>87.131233038462284</c:v>
                </c:pt>
                <c:pt idx="1081">
                  <c:v>87.244857975154076</c:v>
                </c:pt>
                <c:pt idx="1082">
                  <c:v>87.366776057118471</c:v>
                </c:pt>
                <c:pt idx="1083">
                  <c:v>87.494507322387165</c:v>
                </c:pt>
                <c:pt idx="1084">
                  <c:v>87.625572815023162</c:v>
                </c:pt>
                <c:pt idx="1085">
                  <c:v>87.757477219105269</c:v>
                </c:pt>
                <c:pt idx="1086">
                  <c:v>87.888068466258986</c:v>
                </c:pt>
                <c:pt idx="1087">
                  <c:v>88.015449239987902</c:v>
                </c:pt>
                <c:pt idx="1088">
                  <c:v>88.138267601812004</c:v>
                </c:pt>
                <c:pt idx="1089">
                  <c:v>88.255676853179892</c:v>
                </c:pt>
                <c:pt idx="1090">
                  <c:v>88.367217463730128</c:v>
                </c:pt>
                <c:pt idx="1091">
                  <c:v>88.472693639111654</c:v>
                </c:pt>
                <c:pt idx="1092">
                  <c:v>88.572128204778352</c:v>
                </c:pt>
                <c:pt idx="1093">
                  <c:v>88.665451517613931</c:v>
                </c:pt>
                <c:pt idx="1094">
                  <c:v>88.752594986212969</c:v>
                </c:pt>
                <c:pt idx="1095">
                  <c:v>88.833564748547971</c:v>
                </c:pt>
                <c:pt idx="1096">
                  <c:v>88.908378559618157</c:v>
                </c:pt>
                <c:pt idx="1097">
                  <c:v>88.977416160702489</c:v>
                </c:pt>
                <c:pt idx="1098">
                  <c:v>89.041297527839291</c:v>
                </c:pt>
                <c:pt idx="1099">
                  <c:v>89.101096786318934</c:v>
                </c:pt>
                <c:pt idx="1100">
                  <c:v>89.158111313301248</c:v>
                </c:pt>
                <c:pt idx="1101">
                  <c:v>89.213896910946829</c:v>
                </c:pt>
                <c:pt idx="1102">
                  <c:v>89.269904464960732</c:v>
                </c:pt>
                <c:pt idx="1103">
                  <c:v>89.3276296630399</c:v>
                </c:pt>
                <c:pt idx="1104">
                  <c:v>89.388267504674829</c:v>
                </c:pt>
                <c:pt idx="1105">
                  <c:v>89.45275898018474</c:v>
                </c:pt>
                <c:pt idx="1106">
                  <c:v>89.521683351198973</c:v>
                </c:pt>
                <c:pt idx="1107">
                  <c:v>89.595428320747132</c:v>
                </c:pt>
                <c:pt idx="1108">
                  <c:v>89.673989193101818</c:v>
                </c:pt>
                <c:pt idx="1109">
                  <c:v>89.75718012002757</c:v>
                </c:pt>
                <c:pt idx="1110">
                  <c:v>89.844436674584728</c:v>
                </c:pt>
                <c:pt idx="1111">
                  <c:v>89.935020916654267</c:v>
                </c:pt>
                <c:pt idx="1112">
                  <c:v>90.028061719676074</c:v>
                </c:pt>
                <c:pt idx="1113">
                  <c:v>90.122504034763679</c:v>
                </c:pt>
                <c:pt idx="1114">
                  <c:v>90.217330016728909</c:v>
                </c:pt>
                <c:pt idx="1115">
                  <c:v>90.31153002527185</c:v>
                </c:pt>
                <c:pt idx="1116">
                  <c:v>90.404167234020406</c:v>
                </c:pt>
                <c:pt idx="1117">
                  <c:v>90.494446903707427</c:v>
                </c:pt>
                <c:pt idx="1118">
                  <c:v>90.581581722357853</c:v>
                </c:pt>
                <c:pt idx="1119">
                  <c:v>90.665084364296135</c:v>
                </c:pt>
                <c:pt idx="1120">
                  <c:v>90.74443898065752</c:v>
                </c:pt>
                <c:pt idx="1121">
                  <c:v>90.819458888016612</c:v>
                </c:pt>
                <c:pt idx="1122">
                  <c:v>90.890091367727194</c:v>
                </c:pt>
                <c:pt idx="1123">
                  <c:v>90.956688412442631</c:v>
                </c:pt>
                <c:pt idx="1124">
                  <c:v>91.019752449119821</c:v>
                </c:pt>
                <c:pt idx="1125">
                  <c:v>91.079972328968722</c:v>
                </c:pt>
                <c:pt idx="1126">
                  <c:v>91.138091523203599</c:v>
                </c:pt>
                <c:pt idx="1127">
                  <c:v>91.194710711205275</c:v>
                </c:pt>
                <c:pt idx="1128">
                  <c:v>91.250167431530897</c:v>
                </c:pt>
                <c:pt idx="1129">
                  <c:v>91.304602481913108</c:v>
                </c:pt>
                <c:pt idx="1130">
                  <c:v>91.357940368251562</c:v>
                </c:pt>
                <c:pt idx="1131">
                  <c:v>91.410004432202541</c:v>
                </c:pt>
                <c:pt idx="1132">
                  <c:v>91.460762977405977</c:v>
                </c:pt>
                <c:pt idx="1133">
                  <c:v>91.510308616114486</c:v>
                </c:pt>
                <c:pt idx="1134">
                  <c:v>91.558968229246958</c:v>
                </c:pt>
                <c:pt idx="1135">
                  <c:v>91.607214974061961</c:v>
                </c:pt>
                <c:pt idx="1136">
                  <c:v>91.65541749768775</c:v>
                </c:pt>
                <c:pt idx="1137">
                  <c:v>91.703803751575677</c:v>
                </c:pt>
                <c:pt idx="1138">
                  <c:v>91.752295830887405</c:v>
                </c:pt>
                <c:pt idx="1139">
                  <c:v>91.800652904299056</c:v>
                </c:pt>
                <c:pt idx="1140">
                  <c:v>91.848420029314909</c:v>
                </c:pt>
                <c:pt idx="1141">
                  <c:v>91.895316950486944</c:v>
                </c:pt>
                <c:pt idx="1142">
                  <c:v>91.941147543385981</c:v>
                </c:pt>
                <c:pt idx="1143">
                  <c:v>91.986022445917428</c:v>
                </c:pt>
                <c:pt idx="1144">
                  <c:v>92.030175453457588</c:v>
                </c:pt>
                <c:pt idx="1145">
                  <c:v>92.073965918769872</c:v>
                </c:pt>
                <c:pt idx="1146">
                  <c:v>92.117569354173128</c:v>
                </c:pt>
                <c:pt idx="1147">
                  <c:v>92.160949398824272</c:v>
                </c:pt>
                <c:pt idx="1148">
                  <c:v>92.203780887371067</c:v>
                </c:pt>
                <c:pt idx="1149">
                  <c:v>92.245612739883271</c:v>
                </c:pt>
                <c:pt idx="1150">
                  <c:v>92.28594208547068</c:v>
                </c:pt>
                <c:pt idx="1151">
                  <c:v>92.324477821177524</c:v>
                </c:pt>
                <c:pt idx="1152">
                  <c:v>92.361092210800294</c:v>
                </c:pt>
                <c:pt idx="1153">
                  <c:v>92.395965920440958</c:v>
                </c:pt>
                <c:pt idx="1154">
                  <c:v>92.42941195048185</c:v>
                </c:pt>
                <c:pt idx="1155">
                  <c:v>92.461745963197941</c:v>
                </c:pt>
                <c:pt idx="1156">
                  <c:v>92.493209572690034</c:v>
                </c:pt>
                <c:pt idx="1157">
                  <c:v>92.523827448079615</c:v>
                </c:pt>
                <c:pt idx="1158">
                  <c:v>92.553481530670396</c:v>
                </c:pt>
                <c:pt idx="1159">
                  <c:v>92.581961972854913</c:v>
                </c:pt>
                <c:pt idx="1160">
                  <c:v>92.609024591350845</c:v>
                </c:pt>
                <c:pt idx="1161">
                  <c:v>92.634544424381019</c:v>
                </c:pt>
                <c:pt idx="1162">
                  <c:v>92.65844765192837</c:v>
                </c:pt>
                <c:pt idx="1163">
                  <c:v>92.680869598525888</c:v>
                </c:pt>
                <c:pt idx="1164">
                  <c:v>92.701965007351987</c:v>
                </c:pt>
                <c:pt idx="1165">
                  <c:v>92.721955010134309</c:v>
                </c:pt>
                <c:pt idx="1166">
                  <c:v>92.741028943822784</c:v>
                </c:pt>
                <c:pt idx="1167">
                  <c:v>92.759414778565358</c:v>
                </c:pt>
                <c:pt idx="1168">
                  <c:v>92.777312913371219</c:v>
                </c:pt>
                <c:pt idx="1169">
                  <c:v>92.794868358725722</c:v>
                </c:pt>
                <c:pt idx="1170">
                  <c:v>92.812194183959903</c:v>
                </c:pt>
                <c:pt idx="1171">
                  <c:v>92.829444157436143</c:v>
                </c:pt>
                <c:pt idx="1172">
                  <c:v>92.846656717372554</c:v>
                </c:pt>
                <c:pt idx="1173">
                  <c:v>92.863930202184292</c:v>
                </c:pt>
                <c:pt idx="1174">
                  <c:v>92.881164127242982</c:v>
                </c:pt>
                <c:pt idx="1175">
                  <c:v>92.89843761472514</c:v>
                </c:pt>
                <c:pt idx="1176">
                  <c:v>92.915641572901265</c:v>
                </c:pt>
                <c:pt idx="1177">
                  <c:v>92.932686088036576</c:v>
                </c:pt>
                <c:pt idx="1178">
                  <c:v>92.949393431226142</c:v>
                </c:pt>
                <c:pt idx="1179">
                  <c:v>92.965577186118992</c:v>
                </c:pt>
                <c:pt idx="1180">
                  <c:v>92.980965175134926</c:v>
                </c:pt>
                <c:pt idx="1181">
                  <c:v>92.99534715486854</c:v>
                </c:pt>
                <c:pt idx="1182">
                  <c:v>93.00851492228972</c:v>
                </c:pt>
                <c:pt idx="1183">
                  <c:v>93.02038656978398</c:v>
                </c:pt>
                <c:pt idx="1184">
                  <c:v>93.031006585058137</c:v>
                </c:pt>
                <c:pt idx="1185">
                  <c:v>93.040618765467912</c:v>
                </c:pt>
                <c:pt idx="1186">
                  <c:v>93.049415626958051</c:v>
                </c:pt>
                <c:pt idx="1187">
                  <c:v>93.05779977140044</c:v>
                </c:pt>
                <c:pt idx="1188">
                  <c:v>93.066041095217955</c:v>
                </c:pt>
                <c:pt idx="1189">
                  <c:v>93.074469600052453</c:v>
                </c:pt>
                <c:pt idx="1190">
                  <c:v>93.083282522021889</c:v>
                </c:pt>
                <c:pt idx="1191">
                  <c:v>93.092567855093947</c:v>
                </c:pt>
                <c:pt idx="1192">
                  <c:v>93.10230215911109</c:v>
                </c:pt>
                <c:pt idx="1193">
                  <c:v>93.112335495242391</c:v>
                </c:pt>
                <c:pt idx="1194">
                  <c:v>93.122412797080116</c:v>
                </c:pt>
                <c:pt idx="1195">
                  <c:v>93.132233855330028</c:v>
                </c:pt>
                <c:pt idx="1196">
                  <c:v>93.141479033533585</c:v>
                </c:pt>
                <c:pt idx="1197">
                  <c:v>93.149925094668646</c:v>
                </c:pt>
                <c:pt idx="1198">
                  <c:v>93.157447409391054</c:v>
                </c:pt>
                <c:pt idx="1199">
                  <c:v>93.164101528527311</c:v>
                </c:pt>
                <c:pt idx="1200">
                  <c:v>93.170035292870978</c:v>
                </c:pt>
                <c:pt idx="1201">
                  <c:v>93.1755296177068</c:v>
                </c:pt>
                <c:pt idx="1202">
                  <c:v>93.180702431247809</c:v>
                </c:pt>
                <c:pt idx="1203">
                  <c:v>93.185729625564093</c:v>
                </c:pt>
                <c:pt idx="1204">
                  <c:v>93.190551094868184</c:v>
                </c:pt>
                <c:pt idx="1205">
                  <c:v>93.195053074674107</c:v>
                </c:pt>
                <c:pt idx="1206">
                  <c:v>93.199027357692813</c:v>
                </c:pt>
                <c:pt idx="1207">
                  <c:v>93.202308629440083</c:v>
                </c:pt>
                <c:pt idx="1208">
                  <c:v>93.20478092618923</c:v>
                </c:pt>
                <c:pt idx="1209">
                  <c:v>93.206474229770592</c:v>
                </c:pt>
                <c:pt idx="1210">
                  <c:v>93.207420690422126</c:v>
                </c:pt>
                <c:pt idx="1211">
                  <c:v>93.207809149843172</c:v>
                </c:pt>
                <c:pt idx="1212">
                  <c:v>93.20771686375673</c:v>
                </c:pt>
                <c:pt idx="1213">
                  <c:v>93.207238265285824</c:v>
                </c:pt>
                <c:pt idx="1214">
                  <c:v>93.20639696810089</c:v>
                </c:pt>
                <c:pt idx="1215">
                  <c:v>93.205169374608559</c:v>
                </c:pt>
                <c:pt idx="1216">
                  <c:v>93.203422442514594</c:v>
                </c:pt>
                <c:pt idx="1217">
                  <c:v>93.201042461186475</c:v>
                </c:pt>
                <c:pt idx="1218">
                  <c:v>93.197829904689314</c:v>
                </c:pt>
                <c:pt idx="1219">
                  <c:v>93.19364966964973</c:v>
                </c:pt>
                <c:pt idx="1220">
                  <c:v>93.188386016155761</c:v>
                </c:pt>
                <c:pt idx="1221">
                  <c:v>93.18198334233513</c:v>
                </c:pt>
                <c:pt idx="1222">
                  <c:v>93.174553444956217</c:v>
                </c:pt>
                <c:pt idx="1223">
                  <c:v>93.166411918957465</c:v>
                </c:pt>
                <c:pt idx="1224">
                  <c:v>93.157942912522657</c:v>
                </c:pt>
                <c:pt idx="1225">
                  <c:v>93.149605511629744</c:v>
                </c:pt>
                <c:pt idx="1226">
                  <c:v>93.141732103971179</c:v>
                </c:pt>
                <c:pt idx="1227">
                  <c:v>93.13455203347786</c:v>
                </c:pt>
                <c:pt idx="1228">
                  <c:v>93.127983654528208</c:v>
                </c:pt>
                <c:pt idx="1229">
                  <c:v>93.12178883033711</c:v>
                </c:pt>
                <c:pt idx="1230">
                  <c:v>93.115538672528444</c:v>
                </c:pt>
                <c:pt idx="1231">
                  <c:v>93.108885878016736</c:v>
                </c:pt>
                <c:pt idx="1232">
                  <c:v>93.101571139912835</c:v>
                </c:pt>
                <c:pt idx="1233">
                  <c:v>93.093596757863111</c:v>
                </c:pt>
                <c:pt idx="1234">
                  <c:v>93.085136513831273</c:v>
                </c:pt>
                <c:pt idx="1235">
                  <c:v>93.076606314084188</c:v>
                </c:pt>
                <c:pt idx="1236">
                  <c:v>93.068398342338313</c:v>
                </c:pt>
                <c:pt idx="1237">
                  <c:v>93.060874646961793</c:v>
                </c:pt>
                <c:pt idx="1238">
                  <c:v>93.054236471276553</c:v>
                </c:pt>
                <c:pt idx="1239">
                  <c:v>93.048554329071038</c:v>
                </c:pt>
                <c:pt idx="1240">
                  <c:v>93.04377020012285</c:v>
                </c:pt>
                <c:pt idx="1241">
                  <c:v>93.039740410452595</c:v>
                </c:pt>
                <c:pt idx="1242">
                  <c:v>93.036308478402944</c:v>
                </c:pt>
                <c:pt idx="1243">
                  <c:v>93.033317959189503</c:v>
                </c:pt>
                <c:pt idx="1244">
                  <c:v>93.030563167670351</c:v>
                </c:pt>
                <c:pt idx="1245">
                  <c:v>93.027891997493867</c:v>
                </c:pt>
                <c:pt idx="1246">
                  <c:v>93.025017415674199</c:v>
                </c:pt>
                <c:pt idx="1247">
                  <c:v>93.021720966579508</c:v>
                </c:pt>
                <c:pt idx="1248">
                  <c:v>93.017739251741943</c:v>
                </c:pt>
                <c:pt idx="1249">
                  <c:v>93.01298454929973</c:v>
                </c:pt>
                <c:pt idx="1250">
                  <c:v>93.00746982726389</c:v>
                </c:pt>
                <c:pt idx="1251">
                  <c:v>93.001420071445267</c:v>
                </c:pt>
                <c:pt idx="1252">
                  <c:v>92.995278633389745</c:v>
                </c:pt>
                <c:pt idx="1253">
                  <c:v>92.989563691516281</c:v>
                </c:pt>
                <c:pt idx="1254">
                  <c:v>92.984848968285235</c:v>
                </c:pt>
                <c:pt idx="1255">
                  <c:v>92.981590339262866</c:v>
                </c:pt>
                <c:pt idx="1256">
                  <c:v>92.98004884626917</c:v>
                </c:pt>
                <c:pt idx="1257">
                  <c:v>92.980247954343582</c:v>
                </c:pt>
                <c:pt idx="1258">
                  <c:v>92.981917909816332</c:v>
                </c:pt>
                <c:pt idx="1259">
                  <c:v>92.984649850358224</c:v>
                </c:pt>
                <c:pt idx="1260">
                  <c:v>92.987900022101599</c:v>
                </c:pt>
                <c:pt idx="1261">
                  <c:v>92.991171719457128</c:v>
                </c:pt>
                <c:pt idx="1262">
                  <c:v>92.994049537939347</c:v>
                </c:pt>
                <c:pt idx="1263">
                  <c:v>92.996300036915727</c:v>
                </c:pt>
                <c:pt idx="1264">
                  <c:v>92.997901757277532</c:v>
                </c:pt>
                <c:pt idx="1265">
                  <c:v>92.998976724113263</c:v>
                </c:pt>
                <c:pt idx="1266">
                  <c:v>92.999694089372539</c:v>
                </c:pt>
                <c:pt idx="1267">
                  <c:v>93.000267985564108</c:v>
                </c:pt>
                <c:pt idx="1268">
                  <c:v>93.000938249405536</c:v>
                </c:pt>
                <c:pt idx="1269">
                  <c:v>93.001884764399364</c:v>
                </c:pt>
                <c:pt idx="1270">
                  <c:v>93.003257442399217</c:v>
                </c:pt>
                <c:pt idx="1271">
                  <c:v>93.005272596103126</c:v>
                </c:pt>
                <c:pt idx="1272">
                  <c:v>93.008056620976106</c:v>
                </c:pt>
                <c:pt idx="1273">
                  <c:v>93.011817328424883</c:v>
                </c:pt>
                <c:pt idx="1274">
                  <c:v>93.016578396557662</c:v>
                </c:pt>
                <c:pt idx="1275">
                  <c:v>93.022331411302332</c:v>
                </c:pt>
                <c:pt idx="1276">
                  <c:v>93.028838786808862</c:v>
                </c:pt>
                <c:pt idx="1277">
                  <c:v>93.035775062129758</c:v>
                </c:pt>
                <c:pt idx="1278">
                  <c:v>93.042694715523339</c:v>
                </c:pt>
                <c:pt idx="1279">
                  <c:v>93.049201373007392</c:v>
                </c:pt>
                <c:pt idx="1280">
                  <c:v>93.055046397626697</c:v>
                </c:pt>
                <c:pt idx="1281">
                  <c:v>93.060126810732953</c:v>
                </c:pt>
                <c:pt idx="1282">
                  <c:v>93.064551774406482</c:v>
                </c:pt>
                <c:pt idx="1283">
                  <c:v>93.068574066787662</c:v>
                </c:pt>
                <c:pt idx="1284">
                  <c:v>93.072493665435786</c:v>
                </c:pt>
                <c:pt idx="1285">
                  <c:v>93.076599884580219</c:v>
                </c:pt>
                <c:pt idx="1286">
                  <c:v>93.080984909422696</c:v>
                </c:pt>
                <c:pt idx="1287">
                  <c:v>93.085631632342256</c:v>
                </c:pt>
                <c:pt idx="1288">
                  <c:v>93.090317169931993</c:v>
                </c:pt>
                <c:pt idx="1289">
                  <c:v>93.094810020322413</c:v>
                </c:pt>
                <c:pt idx="1290">
                  <c:v>93.098846482558869</c:v>
                </c:pt>
                <c:pt idx="1291">
                  <c:v>93.10227214647972</c:v>
                </c:pt>
                <c:pt idx="1292">
                  <c:v>93.104964746768985</c:v>
                </c:pt>
                <c:pt idx="1293">
                  <c:v>93.106857759990675</c:v>
                </c:pt>
                <c:pt idx="1294">
                  <c:v>93.107871813481523</c:v>
                </c:pt>
                <c:pt idx="1295">
                  <c:v>93.107979007942063</c:v>
                </c:pt>
                <c:pt idx="1296">
                  <c:v>93.107033557056056</c:v>
                </c:pt>
                <c:pt idx="1297">
                  <c:v>93.104934733279279</c:v>
                </c:pt>
                <c:pt idx="1298">
                  <c:v>93.101532552548647</c:v>
                </c:pt>
                <c:pt idx="1299">
                  <c:v>93.096908615862233</c:v>
                </c:pt>
                <c:pt idx="1300">
                  <c:v>93.091256020555875</c:v>
                </c:pt>
                <c:pt idx="1301">
                  <c:v>93.084945754588261</c:v>
                </c:pt>
                <c:pt idx="1302">
                  <c:v>93.078430167974162</c:v>
                </c:pt>
                <c:pt idx="1303">
                  <c:v>93.072212923248415</c:v>
                </c:pt>
                <c:pt idx="1304">
                  <c:v>93.066750406026117</c:v>
                </c:pt>
                <c:pt idx="1305">
                  <c:v>93.062385337331492</c:v>
                </c:pt>
                <c:pt idx="1306">
                  <c:v>93.059310411854597</c:v>
                </c:pt>
                <c:pt idx="1307">
                  <c:v>93.057639066412278</c:v>
                </c:pt>
                <c:pt idx="1308">
                  <c:v>93.057379796283129</c:v>
                </c:pt>
                <c:pt idx="1309">
                  <c:v>93.058547588929031</c:v>
                </c:pt>
                <c:pt idx="1310">
                  <c:v>93.061095356223674</c:v>
                </c:pt>
                <c:pt idx="1311">
                  <c:v>93.064980353492516</c:v>
                </c:pt>
                <c:pt idx="1312">
                  <c:v>93.070136314588609</c:v>
                </c:pt>
                <c:pt idx="1313">
                  <c:v>93.07640057017764</c:v>
                </c:pt>
                <c:pt idx="1314">
                  <c:v>93.08359544752885</c:v>
                </c:pt>
                <c:pt idx="1315">
                  <c:v>93.091613986643267</c:v>
                </c:pt>
                <c:pt idx="1316">
                  <c:v>93.100334208477364</c:v>
                </c:pt>
                <c:pt idx="1317">
                  <c:v>93.109818484114356</c:v>
                </c:pt>
                <c:pt idx="1318">
                  <c:v>93.120184976244929</c:v>
                </c:pt>
                <c:pt idx="1319">
                  <c:v>93.131592667306094</c:v>
                </c:pt>
                <c:pt idx="1320">
                  <c:v>93.144149175761612</c:v>
                </c:pt>
                <c:pt idx="1321">
                  <c:v>93.15779061474278</c:v>
                </c:pt>
                <c:pt idx="1322">
                  <c:v>93.172255724850089</c:v>
                </c:pt>
                <c:pt idx="1323">
                  <c:v>93.187126474181497</c:v>
                </c:pt>
                <c:pt idx="1324">
                  <c:v>93.201896586357662</c:v>
                </c:pt>
                <c:pt idx="1325">
                  <c:v>93.216095954386233</c:v>
                </c:pt>
                <c:pt idx="1326">
                  <c:v>93.229516087648875</c:v>
                </c:pt>
                <c:pt idx="1327">
                  <c:v>93.242186706711038</c:v>
                </c:pt>
                <c:pt idx="1328">
                  <c:v>93.254395238106312</c:v>
                </c:pt>
                <c:pt idx="1329">
                  <c:v>93.266532351576302</c:v>
                </c:pt>
                <c:pt idx="1330">
                  <c:v>93.278922340067709</c:v>
                </c:pt>
                <c:pt idx="1331">
                  <c:v>93.291655524922135</c:v>
                </c:pt>
                <c:pt idx="1332">
                  <c:v>93.30460314106783</c:v>
                </c:pt>
                <c:pt idx="1333">
                  <c:v>93.317374210904916</c:v>
                </c:pt>
                <c:pt idx="1334">
                  <c:v>93.329491584237942</c:v>
                </c:pt>
                <c:pt idx="1335">
                  <c:v>93.340484320335619</c:v>
                </c:pt>
                <c:pt idx="1336">
                  <c:v>93.350134925104911</c:v>
                </c:pt>
                <c:pt idx="1337">
                  <c:v>93.358505322092782</c:v>
                </c:pt>
                <c:pt idx="1338">
                  <c:v>93.365844546474946</c:v>
                </c:pt>
                <c:pt idx="1339">
                  <c:v>93.372612450361174</c:v>
                </c:pt>
                <c:pt idx="1340">
                  <c:v>93.37918948260176</c:v>
                </c:pt>
                <c:pt idx="1341">
                  <c:v>93.385818585015244</c:v>
                </c:pt>
                <c:pt idx="1342">
                  <c:v>93.392547078356287</c:v>
                </c:pt>
                <c:pt idx="1343">
                  <c:v>93.399138418330267</c:v>
                </c:pt>
                <c:pt idx="1344">
                  <c:v>93.405250608279118</c:v>
                </c:pt>
                <c:pt idx="1345">
                  <c:v>93.410507153444584</c:v>
                </c:pt>
                <c:pt idx="1346">
                  <c:v>93.414565907671289</c:v>
                </c:pt>
                <c:pt idx="1347">
                  <c:v>93.417312711037681</c:v>
                </c:pt>
                <c:pt idx="1348">
                  <c:v>93.418807677115723</c:v>
                </c:pt>
                <c:pt idx="1349">
                  <c:v>93.419334685249439</c:v>
                </c:pt>
                <c:pt idx="1350">
                  <c:v>93.419280908773075</c:v>
                </c:pt>
                <c:pt idx="1351">
                  <c:v>93.419052896857096</c:v>
                </c:pt>
                <c:pt idx="1352">
                  <c:v>93.418975458974501</c:v>
                </c:pt>
                <c:pt idx="1353">
                  <c:v>93.419242189729246</c:v>
                </c:pt>
                <c:pt idx="1354">
                  <c:v>93.419822977071661</c:v>
                </c:pt>
                <c:pt idx="1355">
                  <c:v>93.420562948397986</c:v>
                </c:pt>
                <c:pt idx="1356">
                  <c:v>93.421180312681329</c:v>
                </c:pt>
                <c:pt idx="1357">
                  <c:v>93.421348098801388</c:v>
                </c:pt>
                <c:pt idx="1358">
                  <c:v>93.420814626027877</c:v>
                </c:pt>
                <c:pt idx="1359">
                  <c:v>93.419526129756633</c:v>
                </c:pt>
                <c:pt idx="1360">
                  <c:v>93.417534265651412</c:v>
                </c:pt>
                <c:pt idx="1361">
                  <c:v>93.415084288028098</c:v>
                </c:pt>
                <c:pt idx="1362">
                  <c:v>93.412513924033689</c:v>
                </c:pt>
                <c:pt idx="1363">
                  <c:v>93.410231844229429</c:v>
                </c:pt>
                <c:pt idx="1364">
                  <c:v>93.408577855166243</c:v>
                </c:pt>
                <c:pt idx="1365">
                  <c:v>93.407829375592755</c:v>
                </c:pt>
                <c:pt idx="1366">
                  <c:v>93.408057360114995</c:v>
                </c:pt>
                <c:pt idx="1367">
                  <c:v>93.40921664851129</c:v>
                </c:pt>
                <c:pt idx="1368">
                  <c:v>93.411102942571006</c:v>
                </c:pt>
                <c:pt idx="1369">
                  <c:v>93.413499042628374</c:v>
                </c:pt>
                <c:pt idx="1370">
                  <c:v>93.416060829791988</c:v>
                </c:pt>
                <c:pt idx="1371">
                  <c:v>93.418549551767583</c:v>
                </c:pt>
                <c:pt idx="1372">
                  <c:v>93.420844741345249</c:v>
                </c:pt>
                <c:pt idx="1373">
                  <c:v>93.422866792006204</c:v>
                </c:pt>
                <c:pt idx="1374">
                  <c:v>93.424622139556263</c:v>
                </c:pt>
                <c:pt idx="1375">
                  <c:v>93.426338798102904</c:v>
                </c:pt>
                <c:pt idx="1376">
                  <c:v>93.428092059628085</c:v>
                </c:pt>
                <c:pt idx="1377">
                  <c:v>93.430144385469077</c:v>
                </c:pt>
                <c:pt idx="1378">
                  <c:v>93.432525914415805</c:v>
                </c:pt>
                <c:pt idx="1379">
                  <c:v>93.435324880140627</c:v>
                </c:pt>
                <c:pt idx="1380">
                  <c:v>93.438545623159158</c:v>
                </c:pt>
                <c:pt idx="1381">
                  <c:v>93.442252734680793</c:v>
                </c:pt>
                <c:pt idx="1382">
                  <c:v>93.446418300698113</c:v>
                </c:pt>
                <c:pt idx="1383">
                  <c:v>93.451081114733583</c:v>
                </c:pt>
                <c:pt idx="1384">
                  <c:v>93.456221884019826</c:v>
                </c:pt>
                <c:pt idx="1385">
                  <c:v>93.461745997765306</c:v>
                </c:pt>
                <c:pt idx="1386">
                  <c:v>93.467537306683241</c:v>
                </c:pt>
                <c:pt idx="1387">
                  <c:v>93.473395695871574</c:v>
                </c:pt>
                <c:pt idx="1388">
                  <c:v>93.4791403730365</c:v>
                </c:pt>
                <c:pt idx="1389">
                  <c:v>93.484801453102477</c:v>
                </c:pt>
                <c:pt idx="1390">
                  <c:v>93.490409058581406</c:v>
                </c:pt>
                <c:pt idx="1391">
                  <c:v>93.496376522952403</c:v>
                </c:pt>
                <c:pt idx="1392">
                  <c:v>93.503074228256992</c:v>
                </c:pt>
                <c:pt idx="1393">
                  <c:v>93.51093296414119</c:v>
                </c:pt>
                <c:pt idx="1394">
                  <c:v>93.520202815272427</c:v>
                </c:pt>
                <c:pt idx="1395">
                  <c:v>93.530899276565307</c:v>
                </c:pt>
                <c:pt idx="1396">
                  <c:v>93.542740675822529</c:v>
                </c:pt>
                <c:pt idx="1397">
                  <c:v>93.555251370540802</c:v>
                </c:pt>
                <c:pt idx="1398">
                  <c:v>93.567832681779535</c:v>
                </c:pt>
                <c:pt idx="1399">
                  <c:v>93.580023517871226</c:v>
                </c:pt>
                <c:pt idx="1400">
                  <c:v>93.591522021851361</c:v>
                </c:pt>
                <c:pt idx="1401">
                  <c:v>93.602248193057335</c:v>
                </c:pt>
                <c:pt idx="1402">
                  <c:v>93.612350495294223</c:v>
                </c:pt>
                <c:pt idx="1403">
                  <c:v>93.621932201032351</c:v>
                </c:pt>
                <c:pt idx="1404">
                  <c:v>93.631150533459888</c:v>
                </c:pt>
                <c:pt idx="1405">
                  <c:v>93.639962262244438</c:v>
                </c:pt>
                <c:pt idx="1406">
                  <c:v>93.648216329208879</c:v>
                </c:pt>
                <c:pt idx="1407">
                  <c:v>93.655677527766628</c:v>
                </c:pt>
                <c:pt idx="1408">
                  <c:v>93.662138629626895</c:v>
                </c:pt>
                <c:pt idx="1409">
                  <c:v>93.667586487074189</c:v>
                </c:pt>
                <c:pt idx="1410">
                  <c:v>93.672012295743755</c:v>
                </c:pt>
                <c:pt idx="1411">
                  <c:v>93.67562944963656</c:v>
                </c:pt>
                <c:pt idx="1412">
                  <c:v>93.678711797729548</c:v>
                </c:pt>
                <c:pt idx="1413">
                  <c:v>93.681548337823031</c:v>
                </c:pt>
                <c:pt idx="1414">
                  <c:v>93.684249062654956</c:v>
                </c:pt>
                <c:pt idx="1415">
                  <c:v>93.686928293130549</c:v>
                </c:pt>
                <c:pt idx="1416">
                  <c:v>93.689506207984948</c:v>
                </c:pt>
                <c:pt idx="1417">
                  <c:v>93.691902977392203</c:v>
                </c:pt>
                <c:pt idx="1418">
                  <c:v>93.693954626192721</c:v>
                </c:pt>
                <c:pt idx="1419">
                  <c:v>93.695602881327176</c:v>
                </c:pt>
                <c:pt idx="1420">
                  <c:v>93.696791627830706</c:v>
                </c:pt>
                <c:pt idx="1421">
                  <c:v>93.697533793004681</c:v>
                </c:pt>
                <c:pt idx="1422">
                  <c:v>93.697807791516922</c:v>
                </c:pt>
                <c:pt idx="1423">
                  <c:v>93.697730122565929</c:v>
                </c:pt>
                <c:pt idx="1424">
                  <c:v>93.697311574327315</c:v>
                </c:pt>
                <c:pt idx="1425">
                  <c:v>93.696610402344021</c:v>
                </c:pt>
                <c:pt idx="1426">
                  <c:v>93.695609353590342</c:v>
                </c:pt>
                <c:pt idx="1427">
                  <c:v>93.69437315943577</c:v>
                </c:pt>
                <c:pt idx="1428">
                  <c:v>93.692955763173231</c:v>
                </c:pt>
                <c:pt idx="1429">
                  <c:v>93.691361487673362</c:v>
                </c:pt>
                <c:pt idx="1430">
                  <c:v>93.689659375033003</c:v>
                </c:pt>
                <c:pt idx="1431">
                  <c:v>93.687896890476509</c:v>
                </c:pt>
                <c:pt idx="1432">
                  <c:v>93.686110709846176</c:v>
                </c:pt>
                <c:pt idx="1433">
                  <c:v>93.684311620302907</c:v>
                </c:pt>
                <c:pt idx="1434">
                  <c:v>93.682480208520275</c:v>
                </c:pt>
                <c:pt idx="1435">
                  <c:v>93.680610005167708</c:v>
                </c:pt>
                <c:pt idx="1436">
                  <c:v>93.678634144607827</c:v>
                </c:pt>
                <c:pt idx="1437">
                  <c:v>93.676535377670476</c:v>
                </c:pt>
                <c:pt idx="1438">
                  <c:v>93.674339595791338</c:v>
                </c:pt>
                <c:pt idx="1439">
                  <c:v>93.672066217704057</c:v>
                </c:pt>
                <c:pt idx="1440">
                  <c:v>93.669844658644081</c:v>
                </c:pt>
                <c:pt idx="1441">
                  <c:v>93.667724520832422</c:v>
                </c:pt>
                <c:pt idx="1442">
                  <c:v>93.665848141843028</c:v>
                </c:pt>
                <c:pt idx="1443">
                  <c:v>93.66423707401367</c:v>
                </c:pt>
                <c:pt idx="1444">
                  <c:v>93.662895616991008</c:v>
                </c:pt>
                <c:pt idx="1445">
                  <c:v>93.661789252906928</c:v>
                </c:pt>
                <c:pt idx="1446">
                  <c:v>93.660851118162469</c:v>
                </c:pt>
                <c:pt idx="1447">
                  <c:v>93.660027292641601</c:v>
                </c:pt>
                <c:pt idx="1448">
                  <c:v>93.659285424551413</c:v>
                </c:pt>
                <c:pt idx="1449">
                  <c:v>93.658623355374942</c:v>
                </c:pt>
                <c:pt idx="1450">
                  <c:v>93.65813381537788</c:v>
                </c:pt>
                <c:pt idx="1451">
                  <c:v>93.657920316356709</c:v>
                </c:pt>
                <c:pt idx="1452">
                  <c:v>93.658073431766979</c:v>
                </c:pt>
                <c:pt idx="1453">
                  <c:v>93.658660017063596</c:v>
                </c:pt>
                <c:pt idx="1454">
                  <c:v>93.659630478746109</c:v>
                </c:pt>
                <c:pt idx="1455">
                  <c:v>93.660920130053356</c:v>
                </c:pt>
                <c:pt idx="1456">
                  <c:v>93.662239992252495</c:v>
                </c:pt>
                <c:pt idx="1457">
                  <c:v>93.663344204982621</c:v>
                </c:pt>
                <c:pt idx="1458">
                  <c:v>93.663879062703671</c:v>
                </c:pt>
                <c:pt idx="1459">
                  <c:v>93.663581439885192</c:v>
                </c:pt>
                <c:pt idx="1460">
                  <c:v>93.662192545903451</c:v>
                </c:pt>
                <c:pt idx="1461">
                  <c:v>93.659729682062363</c:v>
                </c:pt>
                <c:pt idx="1462">
                  <c:v>93.656173524463995</c:v>
                </c:pt>
                <c:pt idx="1463">
                  <c:v>93.651839033457748</c:v>
                </c:pt>
                <c:pt idx="1464">
                  <c:v>93.646920383924609</c:v>
                </c:pt>
                <c:pt idx="1465">
                  <c:v>93.641853215952281</c:v>
                </c:pt>
                <c:pt idx="1466">
                  <c:v>93.636818663166608</c:v>
                </c:pt>
                <c:pt idx="1467">
                  <c:v>93.63210346242532</c:v>
                </c:pt>
                <c:pt idx="1468">
                  <c:v>93.627806735014417</c:v>
                </c:pt>
                <c:pt idx="1469">
                  <c:v>93.624098729377963</c:v>
                </c:pt>
                <c:pt idx="1470">
                  <c:v>93.620940572942843</c:v>
                </c:pt>
                <c:pt idx="1471">
                  <c:v>93.618407657567147</c:v>
                </c:pt>
                <c:pt idx="1472">
                  <c:v>93.616568911720009</c:v>
                </c:pt>
                <c:pt idx="1473">
                  <c:v>93.615486806191555</c:v>
                </c:pt>
                <c:pt idx="1474">
                  <c:v>93.615189337142496</c:v>
                </c:pt>
                <c:pt idx="1475">
                  <c:v>93.615814454353995</c:v>
                </c:pt>
                <c:pt idx="1476">
                  <c:v>93.61737079878597</c:v>
                </c:pt>
                <c:pt idx="1477">
                  <c:v>93.620033026874808</c:v>
                </c:pt>
                <c:pt idx="1478">
                  <c:v>93.623893931020575</c:v>
                </c:pt>
                <c:pt idx="1479">
                  <c:v>93.629143377706271</c:v>
                </c:pt>
                <c:pt idx="1480">
                  <c:v>93.635926055505863</c:v>
                </c:pt>
                <c:pt idx="1481">
                  <c:v>93.644324234676759</c:v>
                </c:pt>
                <c:pt idx="1482">
                  <c:v>93.654318941568874</c:v>
                </c:pt>
                <c:pt idx="1483">
                  <c:v>93.665787753258513</c:v>
                </c:pt>
                <c:pt idx="1484">
                  <c:v>93.678405499678746</c:v>
                </c:pt>
                <c:pt idx="1485">
                  <c:v>93.691818841334126</c:v>
                </c:pt>
                <c:pt idx="1486">
                  <c:v>93.705626795382358</c:v>
                </c:pt>
                <c:pt idx="1487">
                  <c:v>93.719527419170447</c:v>
                </c:pt>
                <c:pt idx="1488">
                  <c:v>93.733361039707987</c:v>
                </c:pt>
                <c:pt idx="1489">
                  <c:v>93.747084454579635</c:v>
                </c:pt>
                <c:pt idx="1490">
                  <c:v>93.760758064559724</c:v>
                </c:pt>
                <c:pt idx="1491">
                  <c:v>93.774520038408028</c:v>
                </c:pt>
                <c:pt idx="1492">
                  <c:v>93.788543179168727</c:v>
                </c:pt>
                <c:pt idx="1493">
                  <c:v>93.802825443507771</c:v>
                </c:pt>
                <c:pt idx="1494">
                  <c:v>93.817405833212675</c:v>
                </c:pt>
                <c:pt idx="1495">
                  <c:v>93.832221830162496</c:v>
                </c:pt>
                <c:pt idx="1496">
                  <c:v>93.847167660566271</c:v>
                </c:pt>
                <c:pt idx="1497">
                  <c:v>93.862213128108536</c:v>
                </c:pt>
                <c:pt idx="1498">
                  <c:v>93.877349633520822</c:v>
                </c:pt>
                <c:pt idx="1499">
                  <c:v>93.892546952680078</c:v>
                </c:pt>
                <c:pt idx="1500">
                  <c:v>93.907859172022583</c:v>
                </c:pt>
                <c:pt idx="1501">
                  <c:v>93.923286346957525</c:v>
                </c:pt>
                <c:pt idx="1502">
                  <c:v>93.938674958917815</c:v>
                </c:pt>
                <c:pt idx="1503">
                  <c:v>93.953841101732564</c:v>
                </c:pt>
                <c:pt idx="1504">
                  <c:v>93.96851420332834</c:v>
                </c:pt>
                <c:pt idx="1505">
                  <c:v>93.982406216204097</c:v>
                </c:pt>
                <c:pt idx="1506">
                  <c:v>93.995231102582352</c:v>
                </c:pt>
                <c:pt idx="1507">
                  <c:v>94.006836903822943</c:v>
                </c:pt>
                <c:pt idx="1508">
                  <c:v>94.017188530728021</c:v>
                </c:pt>
                <c:pt idx="1509">
                  <c:v>94.026374335174694</c:v>
                </c:pt>
                <c:pt idx="1510">
                  <c:v>94.034645141319743</c:v>
                </c:pt>
                <c:pt idx="1511">
                  <c:v>94.042312525254815</c:v>
                </c:pt>
                <c:pt idx="1512">
                  <c:v>94.049681684692032</c:v>
                </c:pt>
                <c:pt idx="1513">
                  <c:v>94.057105565183562</c:v>
                </c:pt>
                <c:pt idx="1514">
                  <c:v>94.064675148158202</c:v>
                </c:pt>
                <c:pt idx="1515">
                  <c:v>94.072485777007714</c:v>
                </c:pt>
                <c:pt idx="1516">
                  <c:v>94.080420532388217</c:v>
                </c:pt>
                <c:pt idx="1517">
                  <c:v>94.088349457650395</c:v>
                </c:pt>
                <c:pt idx="1518">
                  <c:v>94.096047220215709</c:v>
                </c:pt>
                <c:pt idx="1519">
                  <c:v>94.103401089005814</c:v>
                </c:pt>
                <c:pt idx="1520">
                  <c:v>94.110337306266629</c:v>
                </c:pt>
                <c:pt idx="1521">
                  <c:v>94.117011812381705</c:v>
                </c:pt>
                <c:pt idx="1522">
                  <c:v>94.123565424378342</c:v>
                </c:pt>
                <c:pt idx="1523">
                  <c:v>94.130240868659797</c:v>
                </c:pt>
                <c:pt idx="1524">
                  <c:v>94.137192069772397</c:v>
                </c:pt>
                <c:pt idx="1525">
                  <c:v>94.144447269559834</c:v>
                </c:pt>
                <c:pt idx="1526">
                  <c:v>94.15185478324689</c:v>
                </c:pt>
                <c:pt idx="1527">
                  <c:v>94.159217349745944</c:v>
                </c:pt>
                <c:pt idx="1528">
                  <c:v>94.166129493815063</c:v>
                </c:pt>
                <c:pt idx="1529">
                  <c:v>94.172339581643868</c:v>
                </c:pt>
                <c:pt idx="1530">
                  <c:v>94.177643633134494</c:v>
                </c:pt>
                <c:pt idx="1531">
                  <c:v>94.182030652045484</c:v>
                </c:pt>
                <c:pt idx="1532">
                  <c:v>94.185569908666139</c:v>
                </c:pt>
                <c:pt idx="1533">
                  <c:v>94.188545416034685</c:v>
                </c:pt>
                <c:pt idx="1534">
                  <c:v>94.191063393293533</c:v>
                </c:pt>
                <c:pt idx="1535">
                  <c:v>94.193336353912997</c:v>
                </c:pt>
                <c:pt idx="1536">
                  <c:v>94.195290536615033</c:v>
                </c:pt>
                <c:pt idx="1537">
                  <c:v>94.196930259485711</c:v>
                </c:pt>
                <c:pt idx="1538">
                  <c:v>94.198036437862569</c:v>
                </c:pt>
                <c:pt idx="1539">
                  <c:v>94.19852446186438</c:v>
                </c:pt>
                <c:pt idx="1540">
                  <c:v>94.198324913966971</c:v>
                </c:pt>
                <c:pt idx="1541">
                  <c:v>94.197509374780495</c:v>
                </c:pt>
                <c:pt idx="1542">
                  <c:v>94.196067015580482</c:v>
                </c:pt>
                <c:pt idx="1543">
                  <c:v>94.194145350269224</c:v>
                </c:pt>
                <c:pt idx="1544">
                  <c:v>94.191763927789822</c:v>
                </c:pt>
                <c:pt idx="1545">
                  <c:v>94.188918445455215</c:v>
                </c:pt>
                <c:pt idx="1546">
                  <c:v>94.185624126254069</c:v>
                </c:pt>
                <c:pt idx="1547">
                  <c:v>94.181854993876044</c:v>
                </c:pt>
                <c:pt idx="1548">
                  <c:v>94.177704351724799</c:v>
                </c:pt>
                <c:pt idx="1549">
                  <c:v>94.173178755506683</c:v>
                </c:pt>
                <c:pt idx="1550">
                  <c:v>94.168449555523992</c:v>
                </c:pt>
                <c:pt idx="1551">
                  <c:v>94.163551473600819</c:v>
                </c:pt>
                <c:pt idx="1552">
                  <c:v>94.158462855325197</c:v>
                </c:pt>
                <c:pt idx="1553">
                  <c:v>94.153105685189175</c:v>
                </c:pt>
                <c:pt idx="1554">
                  <c:v>94.147224205961194</c:v>
                </c:pt>
                <c:pt idx="1555">
                  <c:v>94.140662443650058</c:v>
                </c:pt>
                <c:pt idx="1556">
                  <c:v>94.133225465562646</c:v>
                </c:pt>
                <c:pt idx="1557">
                  <c:v>94.124878802304522</c:v>
                </c:pt>
                <c:pt idx="1558">
                  <c:v>94.11562269596709</c:v>
                </c:pt>
                <c:pt idx="1559">
                  <c:v>94.105576592281324</c:v>
                </c:pt>
                <c:pt idx="1560">
                  <c:v>94.094864241362203</c:v>
                </c:pt>
                <c:pt idx="1561">
                  <c:v>94.083747999980844</c:v>
                </c:pt>
                <c:pt idx="1562">
                  <c:v>94.0723579772515</c:v>
                </c:pt>
                <c:pt idx="1563">
                  <c:v>94.060928182593599</c:v>
                </c:pt>
                <c:pt idx="1564">
                  <c:v>94.049629710931569</c:v>
                </c:pt>
                <c:pt idx="1565">
                  <c:v>94.038642236642318</c:v>
                </c:pt>
                <c:pt idx="1566">
                  <c:v>94.027991631931002</c:v>
                </c:pt>
                <c:pt idx="1567">
                  <c:v>94.017653969420223</c:v>
                </c:pt>
                <c:pt idx="1568">
                  <c:v>94.007432167246137</c:v>
                </c:pt>
                <c:pt idx="1569">
                  <c:v>93.99700153316229</c:v>
                </c:pt>
                <c:pt idx="1570">
                  <c:v>93.986160874361744</c:v>
                </c:pt>
                <c:pt idx="1571">
                  <c:v>93.974784829632497</c:v>
                </c:pt>
                <c:pt idx="1572">
                  <c:v>93.96300557186801</c:v>
                </c:pt>
                <c:pt idx="1573">
                  <c:v>93.951277546646523</c:v>
                </c:pt>
                <c:pt idx="1574">
                  <c:v>93.940054974491247</c:v>
                </c:pt>
                <c:pt idx="1575">
                  <c:v>93.929742119631555</c:v>
                </c:pt>
                <c:pt idx="1576">
                  <c:v>93.920394910244795</c:v>
                </c:pt>
                <c:pt idx="1577">
                  <c:v>93.911537330584594</c:v>
                </c:pt>
                <c:pt idx="1578">
                  <c:v>93.902258960344938</c:v>
                </c:pt>
                <c:pt idx="1579">
                  <c:v>93.891379503811734</c:v>
                </c:pt>
                <c:pt idx="1580">
                  <c:v>93.87782302639738</c:v>
                </c:pt>
                <c:pt idx="1581">
                  <c:v>93.860892609170548</c:v>
                </c:pt>
                <c:pt idx="1582">
                  <c:v>93.840553345421796</c:v>
                </c:pt>
                <c:pt idx="1583">
                  <c:v>93.817451197961262</c:v>
                </c:pt>
                <c:pt idx="1584">
                  <c:v>93.792609720715703</c:v>
                </c:pt>
                <c:pt idx="1585">
                  <c:v>93.767304142256691</c:v>
                </c:pt>
                <c:pt idx="1586">
                  <c:v>93.742430614716937</c:v>
                </c:pt>
                <c:pt idx="1587">
                  <c:v>93.718567126609202</c:v>
                </c:pt>
                <c:pt idx="1588">
                  <c:v>93.695738798947787</c:v>
                </c:pt>
                <c:pt idx="1589">
                  <c:v>93.673606241992957</c:v>
                </c:pt>
                <c:pt idx="1590">
                  <c:v>93.651610453928512</c:v>
                </c:pt>
                <c:pt idx="1591">
                  <c:v>93.629348187546583</c:v>
                </c:pt>
                <c:pt idx="1592">
                  <c:v>93.606507106258178</c:v>
                </c:pt>
                <c:pt idx="1593">
                  <c:v>93.583038075205664</c:v>
                </c:pt>
                <c:pt idx="1594">
                  <c:v>93.559036357654293</c:v>
                </c:pt>
                <c:pt idx="1595">
                  <c:v>93.534653126445747</c:v>
                </c:pt>
                <c:pt idx="1596">
                  <c:v>93.51009323207856</c:v>
                </c:pt>
                <c:pt idx="1597">
                  <c:v>93.485541939118377</c:v>
                </c:pt>
                <c:pt idx="1598">
                  <c:v>93.46118862204348</c:v>
                </c:pt>
                <c:pt idx="1599">
                  <c:v>93.437392425191362</c:v>
                </c:pt>
                <c:pt idx="1600">
                  <c:v>93.414565907671289</c:v>
                </c:pt>
                <c:pt idx="1601">
                  <c:v>93.393250275821146</c:v>
                </c:pt>
                <c:pt idx="1602">
                  <c:v>93.373984150136252</c:v>
                </c:pt>
                <c:pt idx="1603">
                  <c:v>93.357307969693267</c:v>
                </c:pt>
                <c:pt idx="1604">
                  <c:v>93.343734033950284</c:v>
                </c:pt>
                <c:pt idx="1605">
                  <c:v>93.333740236070071</c:v>
                </c:pt>
                <c:pt idx="1606">
                  <c:v>93.327750917792457</c:v>
                </c:pt>
                <c:pt idx="1607">
                  <c:v>93.326165005517623</c:v>
                </c:pt>
                <c:pt idx="1608">
                  <c:v>93.329306771198318</c:v>
                </c:pt>
                <c:pt idx="1609">
                  <c:v>93.337395907691189</c:v>
                </c:pt>
                <c:pt idx="1610">
                  <c:v>93.35034127409692</c:v>
                </c:pt>
                <c:pt idx="1611">
                  <c:v>93.367882605680251</c:v>
                </c:pt>
                <c:pt idx="1612">
                  <c:v>93.38942683788099</c:v>
                </c:pt>
                <c:pt idx="1613">
                  <c:v>93.414284133663372</c:v>
                </c:pt>
                <c:pt idx="1614">
                  <c:v>93.441596502833605</c:v>
                </c:pt>
                <c:pt idx="1615">
                  <c:v>93.470709658480018</c:v>
                </c:pt>
                <c:pt idx="1616">
                  <c:v>93.500992312185375</c:v>
                </c:pt>
                <c:pt idx="1617">
                  <c:v>93.532006248187599</c:v>
                </c:pt>
                <c:pt idx="1618">
                  <c:v>93.563332083459656</c:v>
                </c:pt>
                <c:pt idx="1619">
                  <c:v>93.594597292242398</c:v>
                </c:pt>
                <c:pt idx="1620">
                  <c:v>93.625420228497831</c:v>
                </c:pt>
                <c:pt idx="1621">
                  <c:v>93.655487755811976</c:v>
                </c:pt>
                <c:pt idx="1622">
                  <c:v>93.684417321251217</c:v>
                </c:pt>
                <c:pt idx="1623">
                  <c:v>93.711998557752324</c:v>
                </c:pt>
                <c:pt idx="1624">
                  <c:v>93.738182784471775</c:v>
                </c:pt>
                <c:pt idx="1625">
                  <c:v>93.762986097749547</c:v>
                </c:pt>
                <c:pt idx="1626">
                  <c:v>93.786536968444082</c:v>
                </c:pt>
                <c:pt idx="1627">
                  <c:v>93.808905730560411</c:v>
                </c:pt>
                <c:pt idx="1628">
                  <c:v>93.830123943298489</c:v>
                </c:pt>
                <c:pt idx="1629">
                  <c:v>93.850227560273552</c:v>
                </c:pt>
                <c:pt idx="1630">
                  <c:v>93.869094823699413</c:v>
                </c:pt>
                <c:pt idx="1631">
                  <c:v>93.886817944627282</c:v>
                </c:pt>
                <c:pt idx="1632">
                  <c:v>93.903489248492505</c:v>
                </c:pt>
                <c:pt idx="1633">
                  <c:v>93.919272529101804</c:v>
                </c:pt>
                <c:pt idx="1634">
                  <c:v>93.934318741823049</c:v>
                </c:pt>
                <c:pt idx="1635">
                  <c:v>93.94883736678652</c:v>
                </c:pt>
                <c:pt idx="1636">
                  <c:v>93.962960136737649</c:v>
                </c:pt>
                <c:pt idx="1637">
                  <c:v>93.976753953204323</c:v>
                </c:pt>
                <c:pt idx="1638">
                  <c:v>93.990333373621496</c:v>
                </c:pt>
                <c:pt idx="1639">
                  <c:v>94.00384549161447</c:v>
                </c:pt>
                <c:pt idx="1640">
                  <c:v>94.017502430988387</c:v>
                </c:pt>
                <c:pt idx="1641">
                  <c:v>94.031585724319697</c:v>
                </c:pt>
                <c:pt idx="1642">
                  <c:v>94.046249312614776</c:v>
                </c:pt>
                <c:pt idx="1643">
                  <c:v>94.061569271319868</c:v>
                </c:pt>
                <c:pt idx="1644">
                  <c:v>94.077370457142877</c:v>
                </c:pt>
                <c:pt idx="1645">
                  <c:v>94.093345456983258</c:v>
                </c:pt>
                <c:pt idx="1646">
                  <c:v>94.109084805595856</c:v>
                </c:pt>
                <c:pt idx="1647">
                  <c:v>94.12429796624194</c:v>
                </c:pt>
                <c:pt idx="1648">
                  <c:v>94.138787428759002</c:v>
                </c:pt>
                <c:pt idx="1649">
                  <c:v>94.15261139266093</c:v>
                </c:pt>
                <c:pt idx="1650">
                  <c:v>94.166008071598768</c:v>
                </c:pt>
                <c:pt idx="1651">
                  <c:v>94.179298228721422</c:v>
                </c:pt>
                <c:pt idx="1652">
                  <c:v>94.192703042579396</c:v>
                </c:pt>
                <c:pt idx="1653">
                  <c:v>94.206328851398197</c:v>
                </c:pt>
                <c:pt idx="1654">
                  <c:v>94.220093309574651</c:v>
                </c:pt>
                <c:pt idx="1655">
                  <c:v>94.233825061841401</c:v>
                </c:pt>
                <c:pt idx="1656">
                  <c:v>94.247298400121608</c:v>
                </c:pt>
                <c:pt idx="1657">
                  <c:v>94.260452441027056</c:v>
                </c:pt>
                <c:pt idx="1658">
                  <c:v>94.273224099398192</c:v>
                </c:pt>
                <c:pt idx="1659">
                  <c:v>94.285804268077499</c:v>
                </c:pt>
                <c:pt idx="1660">
                  <c:v>94.298331833002266</c:v>
                </c:pt>
                <c:pt idx="1661">
                  <c:v>94.310997872571761</c:v>
                </c:pt>
                <c:pt idx="1662">
                  <c:v>94.323837192315054</c:v>
                </c:pt>
                <c:pt idx="1663">
                  <c:v>94.336784696971208</c:v>
                </c:pt>
                <c:pt idx="1664">
                  <c:v>94.349625354803266</c:v>
                </c:pt>
                <c:pt idx="1665">
                  <c:v>94.362167917814716</c:v>
                </c:pt>
                <c:pt idx="1666">
                  <c:v>94.374144981750064</c:v>
                </c:pt>
                <c:pt idx="1667">
                  <c:v>94.385436799014997</c:v>
                </c:pt>
                <c:pt idx="1668">
                  <c:v>94.395988784573703</c:v>
                </c:pt>
                <c:pt idx="1669">
                  <c:v>94.405883293446408</c:v>
                </c:pt>
                <c:pt idx="1670">
                  <c:v>94.415259254010877</c:v>
                </c:pt>
                <c:pt idx="1671">
                  <c:v>94.424355673389542</c:v>
                </c:pt>
                <c:pt idx="1672">
                  <c:v>94.433387736865086</c:v>
                </c:pt>
                <c:pt idx="1673">
                  <c:v>94.442542442929394</c:v>
                </c:pt>
                <c:pt idx="1674">
                  <c:v>94.451956841693374</c:v>
                </c:pt>
                <c:pt idx="1675">
                  <c:v>94.461715837995214</c:v>
                </c:pt>
                <c:pt idx="1676">
                  <c:v>94.471778207873811</c:v>
                </c:pt>
                <c:pt idx="1677">
                  <c:v>94.482070080009152</c:v>
                </c:pt>
                <c:pt idx="1678">
                  <c:v>94.492484916387994</c:v>
                </c:pt>
                <c:pt idx="1679">
                  <c:v>94.502831268517824</c:v>
                </c:pt>
                <c:pt idx="1680">
                  <c:v>94.512978539056732</c:v>
                </c:pt>
                <c:pt idx="1681">
                  <c:v>94.522872251879704</c:v>
                </c:pt>
                <c:pt idx="1682">
                  <c:v>94.532431789580983</c:v>
                </c:pt>
                <c:pt idx="1683">
                  <c:v>94.541702765519886</c:v>
                </c:pt>
                <c:pt idx="1684">
                  <c:v>94.550713397044319</c:v>
                </c:pt>
                <c:pt idx="1685">
                  <c:v>94.559616021515069</c:v>
                </c:pt>
                <c:pt idx="1686">
                  <c:v>94.56842802840913</c:v>
                </c:pt>
                <c:pt idx="1687">
                  <c:v>94.577293121822976</c:v>
                </c:pt>
                <c:pt idx="1688">
                  <c:v>94.586150334567236</c:v>
                </c:pt>
                <c:pt idx="1689">
                  <c:v>94.594932142255146</c:v>
                </c:pt>
                <c:pt idx="1690">
                  <c:v>94.603516537369572</c:v>
                </c:pt>
                <c:pt idx="1691">
                  <c:v>94.61164857957111</c:v>
                </c:pt>
                <c:pt idx="1692">
                  <c:v>94.619162571741327</c:v>
                </c:pt>
                <c:pt idx="1693">
                  <c:v>94.625953781991527</c:v>
                </c:pt>
                <c:pt idx="1694">
                  <c:v>94.631974116999203</c:v>
                </c:pt>
                <c:pt idx="1695">
                  <c:v>94.637367250452172</c:v>
                </c:pt>
                <c:pt idx="1696">
                  <c:v>94.642272544979704</c:v>
                </c:pt>
                <c:pt idx="1697">
                  <c:v>94.646896960374647</c:v>
                </c:pt>
                <c:pt idx="1698">
                  <c:v>94.651360323910239</c:v>
                </c:pt>
                <c:pt idx="1699">
                  <c:v>94.655686587582849</c:v>
                </c:pt>
                <c:pt idx="1700">
                  <c:v>94.659827780854116</c:v>
                </c:pt>
                <c:pt idx="1701">
                  <c:v>94.663620400994589</c:v>
                </c:pt>
                <c:pt idx="1702">
                  <c:v>94.667007731577257</c:v>
                </c:pt>
                <c:pt idx="1703">
                  <c:v>94.669952671521713</c:v>
                </c:pt>
                <c:pt idx="1704">
                  <c:v>94.672516217142004</c:v>
                </c:pt>
                <c:pt idx="1705">
                  <c:v>94.674820415596628</c:v>
                </c:pt>
                <c:pt idx="1706">
                  <c:v>94.676972068760108</c:v>
                </c:pt>
                <c:pt idx="1707">
                  <c:v>94.679062728956481</c:v>
                </c:pt>
                <c:pt idx="1708">
                  <c:v>94.681007367785185</c:v>
                </c:pt>
                <c:pt idx="1709">
                  <c:v>94.682692608401609</c:v>
                </c:pt>
                <c:pt idx="1710">
                  <c:v>94.683974545024398</c:v>
                </c:pt>
                <c:pt idx="1711">
                  <c:v>94.684707088030123</c:v>
                </c:pt>
                <c:pt idx="1712">
                  <c:v>94.684859701869655</c:v>
                </c:pt>
                <c:pt idx="1713">
                  <c:v>94.684471627160207</c:v>
                </c:pt>
                <c:pt idx="1714">
                  <c:v>94.683632257527009</c:v>
                </c:pt>
                <c:pt idx="1715">
                  <c:v>94.682433170958731</c:v>
                </c:pt>
                <c:pt idx="1716">
                  <c:v>94.680894002093467</c:v>
                </c:pt>
                <c:pt idx="1717">
                  <c:v>94.678977706421279</c:v>
                </c:pt>
                <c:pt idx="1718">
                  <c:v>94.676505546090624</c:v>
                </c:pt>
                <c:pt idx="1719">
                  <c:v>94.673416526419246</c:v>
                </c:pt>
                <c:pt idx="1720">
                  <c:v>94.669592995929051</c:v>
                </c:pt>
                <c:pt idx="1721">
                  <c:v>94.665076458747677</c:v>
                </c:pt>
                <c:pt idx="1722">
                  <c:v>94.65988881032014</c:v>
                </c:pt>
                <c:pt idx="1723">
                  <c:v>94.654045417430581</c:v>
                </c:pt>
                <c:pt idx="1724">
                  <c:v>94.647507173437063</c:v>
                </c:pt>
                <c:pt idx="1725">
                  <c:v>94.640106426222388</c:v>
                </c:pt>
                <c:pt idx="1726">
                  <c:v>94.631553574459915</c:v>
                </c:pt>
                <c:pt idx="1727">
                  <c:v>94.621550442530562</c:v>
                </c:pt>
                <c:pt idx="1728">
                  <c:v>94.609840430464715</c:v>
                </c:pt>
                <c:pt idx="1729">
                  <c:v>94.596252097520804</c:v>
                </c:pt>
                <c:pt idx="1730">
                  <c:v>94.580727452799337</c:v>
                </c:pt>
                <c:pt idx="1731">
                  <c:v>94.563469948701226</c:v>
                </c:pt>
                <c:pt idx="1732">
                  <c:v>94.544724355382954</c:v>
                </c:pt>
                <c:pt idx="1733">
                  <c:v>94.524918155412678</c:v>
                </c:pt>
                <c:pt idx="1734">
                  <c:v>94.504508985659115</c:v>
                </c:pt>
                <c:pt idx="1735">
                  <c:v>94.484032428502616</c:v>
                </c:pt>
                <c:pt idx="1736">
                  <c:v>94.464034481890351</c:v>
                </c:pt>
                <c:pt idx="1737">
                  <c:v>94.445160721586774</c:v>
                </c:pt>
                <c:pt idx="1738">
                  <c:v>94.427993181955287</c:v>
                </c:pt>
                <c:pt idx="1739">
                  <c:v>94.413109200715525</c:v>
                </c:pt>
                <c:pt idx="1740">
                  <c:v>94.400992424600815</c:v>
                </c:pt>
                <c:pt idx="1741">
                  <c:v>94.391922163927475</c:v>
                </c:pt>
                <c:pt idx="1742">
                  <c:v>94.385971433558609</c:v>
                </c:pt>
                <c:pt idx="1743">
                  <c:v>94.382972303323371</c:v>
                </c:pt>
                <c:pt idx="1744">
                  <c:v>94.382422473117515</c:v>
                </c:pt>
                <c:pt idx="1745">
                  <c:v>94.383637319630864</c:v>
                </c:pt>
                <c:pt idx="1746">
                  <c:v>94.385819301469652</c:v>
                </c:pt>
                <c:pt idx="1747">
                  <c:v>94.388220843776097</c:v>
                </c:pt>
                <c:pt idx="1748">
                  <c:v>94.39009865335963</c:v>
                </c:pt>
                <c:pt idx="1749">
                  <c:v>94.391059306502783</c:v>
                </c:pt>
                <c:pt idx="1750">
                  <c:v>94.390837616448124</c:v>
                </c:pt>
                <c:pt idx="1751">
                  <c:v>94.389481406273021</c:v>
                </c:pt>
                <c:pt idx="1752">
                  <c:v>94.387123298760386</c:v>
                </c:pt>
                <c:pt idx="1753">
                  <c:v>94.38394157702011</c:v>
                </c:pt>
                <c:pt idx="1754">
                  <c:v>94.380066715137659</c:v>
                </c:pt>
                <c:pt idx="1755">
                  <c:v>94.375572683110221</c:v>
                </c:pt>
                <c:pt idx="1756">
                  <c:v>94.370429147964842</c:v>
                </c:pt>
                <c:pt idx="1757">
                  <c:v>94.364638388747466</c:v>
                </c:pt>
                <c:pt idx="1758">
                  <c:v>94.358230942134242</c:v>
                </c:pt>
                <c:pt idx="1759">
                  <c:v>94.351424185729357</c:v>
                </c:pt>
                <c:pt idx="1760">
                  <c:v>94.344559266506437</c:v>
                </c:pt>
                <c:pt idx="1761">
                  <c:v>94.337975061719717</c:v>
                </c:pt>
                <c:pt idx="1762">
                  <c:v>94.331893063760049</c:v>
                </c:pt>
                <c:pt idx="1763">
                  <c:v>94.326415256957532</c:v>
                </c:pt>
                <c:pt idx="1764">
                  <c:v>94.321341727606239</c:v>
                </c:pt>
                <c:pt idx="1765">
                  <c:v>94.316329279109596</c:v>
                </c:pt>
                <c:pt idx="1766">
                  <c:v>94.310798086413385</c:v>
                </c:pt>
                <c:pt idx="1767">
                  <c:v>94.304313952400705</c:v>
                </c:pt>
                <c:pt idx="1768">
                  <c:v>94.296486246631247</c:v>
                </c:pt>
                <c:pt idx="1769">
                  <c:v>94.28717852797584</c:v>
                </c:pt>
                <c:pt idx="1770">
                  <c:v>94.276458529477281</c:v>
                </c:pt>
                <c:pt idx="1771">
                  <c:v>94.264587195386312</c:v>
                </c:pt>
                <c:pt idx="1772">
                  <c:v>94.251923048344906</c:v>
                </c:pt>
                <c:pt idx="1773">
                  <c:v>94.238883034032767</c:v>
                </c:pt>
                <c:pt idx="1774">
                  <c:v>94.22592076093224</c:v>
                </c:pt>
                <c:pt idx="1775">
                  <c:v>94.213585040895424</c:v>
                </c:pt>
                <c:pt idx="1776">
                  <c:v>94.202430913992146</c:v>
                </c:pt>
                <c:pt idx="1777">
                  <c:v>94.193045724210705</c:v>
                </c:pt>
                <c:pt idx="1778">
                  <c:v>94.185921239189994</c:v>
                </c:pt>
                <c:pt idx="1779">
                  <c:v>94.1814884982564</c:v>
                </c:pt>
                <c:pt idx="1780">
                  <c:v>94.179901089908839</c:v>
                </c:pt>
                <c:pt idx="1781">
                  <c:v>94.181206579519454</c:v>
                </c:pt>
                <c:pt idx="1782">
                  <c:v>94.185103638698408</c:v>
                </c:pt>
                <c:pt idx="1783">
                  <c:v>94.191367029896782</c:v>
                </c:pt>
                <c:pt idx="1784">
                  <c:v>94.199706574925798</c:v>
                </c:pt>
                <c:pt idx="1785">
                  <c:v>94.209975315035905</c:v>
                </c:pt>
                <c:pt idx="1786">
                  <c:v>94.22211530324185</c:v>
                </c:pt>
                <c:pt idx="1787">
                  <c:v>94.236214057346814</c:v>
                </c:pt>
                <c:pt idx="1788">
                  <c:v>94.252250753754851</c:v>
                </c:pt>
                <c:pt idx="1789">
                  <c:v>94.270172114787513</c:v>
                </c:pt>
                <c:pt idx="1790">
                  <c:v>94.289673088827087</c:v>
                </c:pt>
                <c:pt idx="1791">
                  <c:v>94.310363770137883</c:v>
                </c:pt>
                <c:pt idx="1792">
                  <c:v>94.33172581435602</c:v>
                </c:pt>
                <c:pt idx="1793">
                  <c:v>94.35315787407626</c:v>
                </c:pt>
                <c:pt idx="1794">
                  <c:v>94.374144981750064</c:v>
                </c:pt>
                <c:pt idx="1795">
                  <c:v>94.394234747661727</c:v>
                </c:pt>
                <c:pt idx="1796">
                  <c:v>94.413085287354605</c:v>
                </c:pt>
                <c:pt idx="1797">
                  <c:v>94.430519734802942</c:v>
                </c:pt>
                <c:pt idx="1798">
                  <c:v>94.446365502097294</c:v>
                </c:pt>
                <c:pt idx="1799">
                  <c:v>94.460669639261383</c:v>
                </c:pt>
                <c:pt idx="1800">
                  <c:v>94.473418393095713</c:v>
                </c:pt>
                <c:pt idx="1801">
                  <c:v>94.48482434121081</c:v>
                </c:pt>
                <c:pt idx="1802">
                  <c:v>94.49493486502341</c:v>
                </c:pt>
                <c:pt idx="1803">
                  <c:v>94.503853997861327</c:v>
                </c:pt>
                <c:pt idx="1804">
                  <c:v>94.51158140217683</c:v>
                </c:pt>
                <c:pt idx="1805">
                  <c:v>94.518051494726933</c:v>
                </c:pt>
                <c:pt idx="1806">
                  <c:v>94.523124722686532</c:v>
                </c:pt>
                <c:pt idx="1807">
                  <c:v>94.526840039174004</c:v>
                </c:pt>
                <c:pt idx="1808">
                  <c:v>94.52915157514154</c:v>
                </c:pt>
                <c:pt idx="1809">
                  <c:v>94.530333484015173</c:v>
                </c:pt>
                <c:pt idx="1810">
                  <c:v>94.530640390946147</c:v>
                </c:pt>
                <c:pt idx="1811">
                  <c:v>94.5304640825874</c:v>
                </c:pt>
                <c:pt idx="1812">
                  <c:v>94.530181119242258</c:v>
                </c:pt>
                <c:pt idx="1813">
                  <c:v>94.530037461252732</c:v>
                </c:pt>
                <c:pt idx="1814">
                  <c:v>94.530150646317139</c:v>
                </c:pt>
                <c:pt idx="1815">
                  <c:v>94.530555501695332</c:v>
                </c:pt>
                <c:pt idx="1816">
                  <c:v>94.531149728051858</c:v>
                </c:pt>
                <c:pt idx="1817">
                  <c:v>94.531776608257019</c:v>
                </c:pt>
                <c:pt idx="1818">
                  <c:v>94.532355605472802</c:v>
                </c:pt>
                <c:pt idx="1819">
                  <c:v>94.532814887741353</c:v>
                </c:pt>
                <c:pt idx="1820">
                  <c:v>94.533165336850018</c:v>
                </c:pt>
                <c:pt idx="1821">
                  <c:v>94.533485313257771</c:v>
                </c:pt>
                <c:pt idx="1822">
                  <c:v>94.533790053700656</c:v>
                </c:pt>
                <c:pt idx="1823">
                  <c:v>94.534234105818911</c:v>
                </c:pt>
                <c:pt idx="1824">
                  <c:v>94.534965490325419</c:v>
                </c:pt>
                <c:pt idx="1825">
                  <c:v>94.536110466719279</c:v>
                </c:pt>
                <c:pt idx="1826">
                  <c:v>94.537773536979145</c:v>
                </c:pt>
                <c:pt idx="1827">
                  <c:v>94.539969966488798</c:v>
                </c:pt>
                <c:pt idx="1828">
                  <c:v>94.542625776963064</c:v>
                </c:pt>
                <c:pt idx="1829">
                  <c:v>94.545586440514072</c:v>
                </c:pt>
                <c:pt idx="1830">
                  <c:v>94.548523249114922</c:v>
                </c:pt>
                <c:pt idx="1831">
                  <c:v>94.551246790653693</c:v>
                </c:pt>
                <c:pt idx="1832">
                  <c:v>94.553543683226039</c:v>
                </c:pt>
                <c:pt idx="1833">
                  <c:v>94.555350756409339</c:v>
                </c:pt>
                <c:pt idx="1834">
                  <c:v>94.556724590576181</c:v>
                </c:pt>
                <c:pt idx="1835">
                  <c:v>94.557824107736437</c:v>
                </c:pt>
                <c:pt idx="1836">
                  <c:v>94.558945410681304</c:v>
                </c:pt>
                <c:pt idx="1837">
                  <c:v>94.560240913163497</c:v>
                </c:pt>
                <c:pt idx="1838">
                  <c:v>94.561782475376887</c:v>
                </c:pt>
                <c:pt idx="1839">
                  <c:v>94.563574464168383</c:v>
                </c:pt>
                <c:pt idx="1840">
                  <c:v>94.565484069185715</c:v>
                </c:pt>
                <c:pt idx="1841">
                  <c:v>94.567321855467227</c:v>
                </c:pt>
                <c:pt idx="1842">
                  <c:v>94.568939746647303</c:v>
                </c:pt>
                <c:pt idx="1843">
                  <c:v>94.570198367541479</c:v>
                </c:pt>
                <c:pt idx="1844">
                  <c:v>94.571106414124841</c:v>
                </c:pt>
                <c:pt idx="1845">
                  <c:v>94.571716138545952</c:v>
                </c:pt>
                <c:pt idx="1846">
                  <c:v>94.572142947979714</c:v>
                </c:pt>
                <c:pt idx="1847">
                  <c:v>94.572547983203279</c:v>
                </c:pt>
                <c:pt idx="1848">
                  <c:v>94.573044480359897</c:v>
                </c:pt>
                <c:pt idx="1849">
                  <c:v>94.573715191184078</c:v>
                </c:pt>
                <c:pt idx="1850">
                  <c:v>94.574562297042064</c:v>
                </c:pt>
                <c:pt idx="1851">
                  <c:v>94.575537893652381</c:v>
                </c:pt>
                <c:pt idx="1852">
                  <c:v>94.576500434099287</c:v>
                </c:pt>
                <c:pt idx="1853">
                  <c:v>94.577271344598969</c:v>
                </c:pt>
                <c:pt idx="1854">
                  <c:v>94.577643735819976</c:v>
                </c:pt>
                <c:pt idx="1855">
                  <c:v>94.577515249794402</c:v>
                </c:pt>
                <c:pt idx="1856">
                  <c:v>94.576796602361497</c:v>
                </c:pt>
                <c:pt idx="1857">
                  <c:v>94.575561848160035</c:v>
                </c:pt>
                <c:pt idx="1858">
                  <c:v>94.573867626125676</c:v>
                </c:pt>
                <c:pt idx="1859">
                  <c:v>94.571892523843715</c:v>
                </c:pt>
                <c:pt idx="1860">
                  <c:v>94.569817295433495</c:v>
                </c:pt>
                <c:pt idx="1861">
                  <c:v>94.567742112560822</c:v>
                </c:pt>
                <c:pt idx="1862">
                  <c:v>94.565788912780562</c:v>
                </c:pt>
                <c:pt idx="1863">
                  <c:v>94.564064381960492</c:v>
                </c:pt>
                <c:pt idx="1864">
                  <c:v>94.56266866729068</c:v>
                </c:pt>
                <c:pt idx="1865">
                  <c:v>94.561730218619161</c:v>
                </c:pt>
                <c:pt idx="1866">
                  <c:v>94.561425388107963</c:v>
                </c:pt>
                <c:pt idx="1867">
                  <c:v>94.561974083735606</c:v>
                </c:pt>
                <c:pt idx="1868">
                  <c:v>94.563522206420359</c:v>
                </c:pt>
                <c:pt idx="1869">
                  <c:v>94.566169968656055</c:v>
                </c:pt>
                <c:pt idx="1870">
                  <c:v>94.56990875259936</c:v>
                </c:pt>
                <c:pt idx="1871">
                  <c:v>94.574645048149648</c:v>
                </c:pt>
                <c:pt idx="1872">
                  <c:v>94.580230915308022</c:v>
                </c:pt>
                <c:pt idx="1873">
                  <c:v>94.586463956517235</c:v>
                </c:pt>
                <c:pt idx="1874">
                  <c:v>94.593130846882914</c:v>
                </c:pt>
                <c:pt idx="1875">
                  <c:v>94.600135835096268</c:v>
                </c:pt>
                <c:pt idx="1876">
                  <c:v>94.607391859530182</c:v>
                </c:pt>
                <c:pt idx="1877">
                  <c:v>94.61485322752003</c:v>
                </c:pt>
                <c:pt idx="1878">
                  <c:v>94.622437194563787</c:v>
                </c:pt>
                <c:pt idx="1879">
                  <c:v>94.630135074289598</c:v>
                </c:pt>
                <c:pt idx="1880">
                  <c:v>94.637855371434966</c:v>
                </c:pt>
                <c:pt idx="1881">
                  <c:v>94.645600270679708</c:v>
                </c:pt>
                <c:pt idx="1882">
                  <c:v>94.653252086417154</c:v>
                </c:pt>
                <c:pt idx="1883">
                  <c:v>94.660788999514239</c:v>
                </c:pt>
                <c:pt idx="1884">
                  <c:v>94.66821970169012</c:v>
                </c:pt>
                <c:pt idx="1885">
                  <c:v>94.675461328446701</c:v>
                </c:pt>
                <c:pt idx="1886">
                  <c:v>94.682524737033873</c:v>
                </c:pt>
                <c:pt idx="1887">
                  <c:v>94.689438231440647</c:v>
                </c:pt>
                <c:pt idx="1888">
                  <c:v>94.696136364955578</c:v>
                </c:pt>
                <c:pt idx="1889">
                  <c:v>94.702752109011072</c:v>
                </c:pt>
                <c:pt idx="1890">
                  <c:v>94.709305073132441</c:v>
                </c:pt>
                <c:pt idx="1891">
                  <c:v>94.715843224295241</c:v>
                </c:pt>
                <c:pt idx="1892">
                  <c:v>94.722427629155391</c:v>
                </c:pt>
                <c:pt idx="1893">
                  <c:v>94.729012491746644</c:v>
                </c:pt>
                <c:pt idx="1894">
                  <c:v>94.735488743775974</c:v>
                </c:pt>
                <c:pt idx="1895">
                  <c:v>94.741729835301953</c:v>
                </c:pt>
                <c:pt idx="1896">
                  <c:v>94.747611365979907</c:v>
                </c:pt>
                <c:pt idx="1897">
                  <c:v>94.753113632854422</c:v>
                </c:pt>
                <c:pt idx="1898">
                  <c:v>94.758256206813044</c:v>
                </c:pt>
                <c:pt idx="1899">
                  <c:v>94.76314594729827</c:v>
                </c:pt>
                <c:pt idx="1900">
                  <c:v>94.768005390504712</c:v>
                </c:pt>
                <c:pt idx="1901">
                  <c:v>94.773002563231984</c:v>
                </c:pt>
                <c:pt idx="1902">
                  <c:v>94.778266245817193</c:v>
                </c:pt>
                <c:pt idx="1903">
                  <c:v>94.783752833094809</c:v>
                </c:pt>
                <c:pt idx="1904">
                  <c:v>94.789368511642479</c:v>
                </c:pt>
                <c:pt idx="1905">
                  <c:v>94.794875386207437</c:v>
                </c:pt>
                <c:pt idx="1906">
                  <c:v>94.800018043867453</c:v>
                </c:pt>
                <c:pt idx="1907">
                  <c:v>94.804610873799533</c:v>
                </c:pt>
                <c:pt idx="1908">
                  <c:v>94.808487884415371</c:v>
                </c:pt>
                <c:pt idx="1909">
                  <c:v>94.811576944982448</c:v>
                </c:pt>
                <c:pt idx="1910">
                  <c:v>94.813864879452055</c:v>
                </c:pt>
                <c:pt idx="1911">
                  <c:v>94.81543022520539</c:v>
                </c:pt>
                <c:pt idx="1912">
                  <c:v>94.816338443235452</c:v>
                </c:pt>
                <c:pt idx="1913">
                  <c:v>94.816620079920582</c:v>
                </c:pt>
                <c:pt idx="1914">
                  <c:v>94.816390840694936</c:v>
                </c:pt>
                <c:pt idx="1915">
                  <c:v>94.815735874532734</c:v>
                </c:pt>
                <c:pt idx="1916">
                  <c:v>94.814705403596406</c:v>
                </c:pt>
                <c:pt idx="1917">
                  <c:v>94.813347469593097</c:v>
                </c:pt>
                <c:pt idx="1918">
                  <c:v>94.811675185309014</c:v>
                </c:pt>
                <c:pt idx="1919">
                  <c:v>94.809723496564629</c:v>
                </c:pt>
                <c:pt idx="1920">
                  <c:v>94.807357073274773</c:v>
                </c:pt>
                <c:pt idx="1921">
                  <c:v>94.804549751027778</c:v>
                </c:pt>
                <c:pt idx="1922">
                  <c:v>94.801201156537402</c:v>
                </c:pt>
                <c:pt idx="1923">
                  <c:v>94.797309164376074</c:v>
                </c:pt>
                <c:pt idx="1924">
                  <c:v>94.792976427805414</c:v>
                </c:pt>
                <c:pt idx="1925">
                  <c:v>94.788307771125261</c:v>
                </c:pt>
                <c:pt idx="1926">
                  <c:v>94.783477841446754</c:v>
                </c:pt>
                <c:pt idx="1927">
                  <c:v>94.778534675275594</c:v>
                </c:pt>
                <c:pt idx="1928">
                  <c:v>94.773521935164055</c:v>
                </c:pt>
                <c:pt idx="1929">
                  <c:v>94.768265062422316</c:v>
                </c:pt>
                <c:pt idx="1930">
                  <c:v>94.762449891193569</c:v>
                </c:pt>
                <c:pt idx="1931">
                  <c:v>94.755843067773526</c:v>
                </c:pt>
                <c:pt idx="1932">
                  <c:v>94.748176413557985</c:v>
                </c:pt>
                <c:pt idx="1933">
                  <c:v>94.739463274617492</c:v>
                </c:pt>
                <c:pt idx="1934">
                  <c:v>94.729743201965192</c:v>
                </c:pt>
                <c:pt idx="1935">
                  <c:v>94.719406902992191</c:v>
                </c:pt>
                <c:pt idx="1936">
                  <c:v>94.708816583627993</c:v>
                </c:pt>
                <c:pt idx="1937">
                  <c:v>94.69844113829204</c:v>
                </c:pt>
                <c:pt idx="1938">
                  <c:v>94.688522507815037</c:v>
                </c:pt>
                <c:pt idx="1939">
                  <c:v>94.679145571500143</c:v>
                </c:pt>
                <c:pt idx="1940">
                  <c:v>94.670227333803609</c:v>
                </c:pt>
                <c:pt idx="1941">
                  <c:v>94.661506105506675</c:v>
                </c:pt>
                <c:pt idx="1942">
                  <c:v>94.652602606087001</c:v>
                </c:pt>
                <c:pt idx="1943">
                  <c:v>94.643248840064189</c:v>
                </c:pt>
                <c:pt idx="1944">
                  <c:v>94.633200891664416</c:v>
                </c:pt>
                <c:pt idx="1945">
                  <c:v>94.622421943230066</c:v>
                </c:pt>
                <c:pt idx="1946">
                  <c:v>94.610947100754913</c:v>
                </c:pt>
                <c:pt idx="1947">
                  <c:v>94.599114242006991</c:v>
                </c:pt>
                <c:pt idx="1948">
                  <c:v>94.587287219083578</c:v>
                </c:pt>
                <c:pt idx="1949">
                  <c:v>94.576003918799316</c:v>
                </c:pt>
                <c:pt idx="1950">
                  <c:v>94.565819397194105</c:v>
                </c:pt>
                <c:pt idx="1951">
                  <c:v>94.557205763839363</c:v>
                </c:pt>
                <c:pt idx="1952">
                  <c:v>94.550530519928088</c:v>
                </c:pt>
                <c:pt idx="1953">
                  <c:v>94.545921697965724</c:v>
                </c:pt>
                <c:pt idx="1954">
                  <c:v>94.543220079194271</c:v>
                </c:pt>
                <c:pt idx="1955">
                  <c:v>94.542129439500982</c:v>
                </c:pt>
                <c:pt idx="1956">
                  <c:v>94.54202277082517</c:v>
                </c:pt>
                <c:pt idx="1957">
                  <c:v>94.542305769616732</c:v>
                </c:pt>
                <c:pt idx="1958">
                  <c:v>94.542358015640104</c:v>
                </c:pt>
                <c:pt idx="1959">
                  <c:v>94.541702765519886</c:v>
                </c:pt>
                <c:pt idx="1960">
                  <c:v>94.540009150035502</c:v>
                </c:pt>
                <c:pt idx="1961">
                  <c:v>94.537177092186127</c:v>
                </c:pt>
                <c:pt idx="1962">
                  <c:v>94.533171866969965</c:v>
                </c:pt>
                <c:pt idx="1963">
                  <c:v>94.528137278388115</c:v>
                </c:pt>
                <c:pt idx="1964">
                  <c:v>94.522217136810582</c:v>
                </c:pt>
                <c:pt idx="1965">
                  <c:v>94.51554001031171</c:v>
                </c:pt>
                <c:pt idx="1966">
                  <c:v>94.508262740827234</c:v>
                </c:pt>
                <c:pt idx="1967">
                  <c:v>94.500572599096714</c:v>
                </c:pt>
                <c:pt idx="1968">
                  <c:v>94.492591529171847</c:v>
                </c:pt>
                <c:pt idx="1969">
                  <c:v>94.484558919179008</c:v>
                </c:pt>
                <c:pt idx="1970">
                  <c:v>94.476677094907586</c:v>
                </c:pt>
                <c:pt idx="1971">
                  <c:v>94.469085233421325</c:v>
                </c:pt>
                <c:pt idx="1972">
                  <c:v>94.461913768788833</c:v>
                </c:pt>
                <c:pt idx="1973">
                  <c:v>94.455208278490232</c:v>
                </c:pt>
                <c:pt idx="1974">
                  <c:v>94.44892081848586</c:v>
                </c:pt>
                <c:pt idx="1975">
                  <c:v>94.443083924837694</c:v>
                </c:pt>
                <c:pt idx="1976">
                  <c:v>94.437667070949317</c:v>
                </c:pt>
                <c:pt idx="1977">
                  <c:v>94.432654963838488</c:v>
                </c:pt>
                <c:pt idx="1978">
                  <c:v>94.428038841949117</c:v>
                </c:pt>
                <c:pt idx="1979">
                  <c:v>94.42381212466951</c:v>
                </c:pt>
                <c:pt idx="1980">
                  <c:v>94.419968237427724</c:v>
                </c:pt>
                <c:pt idx="1981">
                  <c:v>94.416320167913725</c:v>
                </c:pt>
                <c:pt idx="1982">
                  <c:v>94.412726587667422</c:v>
                </c:pt>
                <c:pt idx="1983">
                  <c:v>94.408837500974158</c:v>
                </c:pt>
                <c:pt idx="1984">
                  <c:v>94.404366010134027</c:v>
                </c:pt>
                <c:pt idx="1985">
                  <c:v>94.398827480899556</c:v>
                </c:pt>
                <c:pt idx="1986">
                  <c:v>94.391776542599771</c:v>
                </c:pt>
                <c:pt idx="1987">
                  <c:v>94.382704994167071</c:v>
                </c:pt>
                <c:pt idx="1988">
                  <c:v>94.371139708374741</c:v>
                </c:pt>
                <c:pt idx="1989">
                  <c:v>94.356605792566867</c:v>
                </c:pt>
                <c:pt idx="1990">
                  <c:v>94.338622383161521</c:v>
                </c:pt>
                <c:pt idx="1991">
                  <c:v>94.316817915966482</c:v>
                </c:pt>
                <c:pt idx="1992">
                  <c:v>94.290741276056394</c:v>
                </c:pt>
                <c:pt idx="1993">
                  <c:v>94.260040060775083</c:v>
                </c:pt>
                <c:pt idx="1994">
                  <c:v>94.224343451666442</c:v>
                </c:pt>
                <c:pt idx="1995">
                  <c:v>94.183503157485731</c:v>
                </c:pt>
                <c:pt idx="1996">
                  <c:v>94.137564895810343</c:v>
                </c:pt>
                <c:pt idx="1997">
                  <c:v>94.087012758667058</c:v>
                </c:pt>
                <c:pt idx="1998">
                  <c:v>94.032858845416257</c:v>
                </c:pt>
                <c:pt idx="1999">
                  <c:v>93.976624119610378</c:v>
                </c:pt>
                <c:pt idx="2000">
                  <c:v>93.920364633891495</c:v>
                </c:pt>
                <c:pt idx="2001">
                  <c:v>93.866317445505572</c:v>
                </c:pt>
                <c:pt idx="2002">
                  <c:v>93.81656550921717</c:v>
                </c:pt>
                <c:pt idx="2003">
                  <c:v>93.77273652468206</c:v>
                </c:pt>
                <c:pt idx="2004">
                  <c:v>93.735495613216841</c:v>
                </c:pt>
                <c:pt idx="2005">
                  <c:v>93.704519926549409</c:v>
                </c:pt>
                <c:pt idx="2006">
                  <c:v>93.678390400504966</c:v>
                </c:pt>
                <c:pt idx="2007">
                  <c:v>93.654784740330797</c:v>
                </c:pt>
                <c:pt idx="2008">
                  <c:v>93.630721502996835</c:v>
                </c:pt>
                <c:pt idx="2009">
                  <c:v>93.602935727163313</c:v>
                </c:pt>
                <c:pt idx="2010">
                  <c:v>93.568091219612796</c:v>
                </c:pt>
                <c:pt idx="2011">
                  <c:v>93.523131460986292</c:v>
                </c:pt>
                <c:pt idx="2012">
                  <c:v>93.465163493780196</c:v>
                </c:pt>
                <c:pt idx="2013">
                  <c:v>93.391800877662519</c:v>
                </c:pt>
                <c:pt idx="2014">
                  <c:v>93.301056170563669</c:v>
                </c:pt>
                <c:pt idx="2015">
                  <c:v>93.191649746713935</c:v>
                </c:pt>
                <c:pt idx="2016">
                  <c:v>93.063210334623875</c:v>
                </c:pt>
                <c:pt idx="2017">
                  <c:v>92.916595777724382</c:v>
                </c:pt>
                <c:pt idx="2018">
                  <c:v>92.754143614861121</c:v>
                </c:pt>
                <c:pt idx="2019">
                  <c:v>92.57991122469403</c:v>
                </c:pt>
                <c:pt idx="2020">
                  <c:v>92.399506141170079</c:v>
                </c:pt>
                <c:pt idx="2021">
                  <c:v>92.219940993038179</c:v>
                </c:pt>
                <c:pt idx="2022">
                  <c:v>92.049170665717469</c:v>
                </c:pt>
                <c:pt idx="2023">
                  <c:v>91.895562403087595</c:v>
                </c:pt>
                <c:pt idx="2024">
                  <c:v>91.767218865642121</c:v>
                </c:pt>
                <c:pt idx="2025">
                  <c:v>91.671578591875161</c:v>
                </c:pt>
                <c:pt idx="2026">
                  <c:v>91.614792015403197</c:v>
                </c:pt>
                <c:pt idx="2027">
                  <c:v>91.601425035004311</c:v>
                </c:pt>
                <c:pt idx="2028">
                  <c:v>91.633956795264467</c:v>
                </c:pt>
                <c:pt idx="2029">
                  <c:v>91.712554465889895</c:v>
                </c:pt>
                <c:pt idx="2030">
                  <c:v>91.834708118959966</c:v>
                </c:pt>
                <c:pt idx="2031">
                  <c:v>91.995361430806923</c:v>
                </c:pt>
                <c:pt idx="2032">
                  <c:v>92.187027137167448</c:v>
                </c:pt>
                <c:pt idx="2033">
                  <c:v>92.400603977555193</c:v>
                </c:pt>
                <c:pt idx="2034">
                  <c:v>92.626204811984252</c:v>
                </c:pt>
                <c:pt idx="2035">
                  <c:v>92.8542785484277</c:v>
                </c:pt>
                <c:pt idx="2036">
                  <c:v>93.076644891117326</c:v>
                </c:pt>
                <c:pt idx="2037">
                  <c:v>93.287230503178122</c:v>
                </c:pt>
                <c:pt idx="2038">
                  <c:v>93.482437964301411</c:v>
                </c:pt>
                <c:pt idx="2039">
                  <c:v>93.661209117898764</c:v>
                </c:pt>
                <c:pt idx="2040">
                  <c:v>93.824431149893073</c:v>
                </c:pt>
                <c:pt idx="2041">
                  <c:v>93.97439533755005</c:v>
                </c:pt>
                <c:pt idx="2042">
                  <c:v>94.113746012747654</c:v>
                </c:pt>
                <c:pt idx="2043">
                  <c:v>94.245132641011025</c:v>
                </c:pt>
                <c:pt idx="2044">
                  <c:v>94.370353094415293</c:v>
                </c:pt>
                <c:pt idx="2045">
                  <c:v>94.490272184336703</c:v>
                </c:pt>
                <c:pt idx="2046">
                  <c:v>94.604873644493807</c:v>
                </c:pt>
                <c:pt idx="2047">
                  <c:v>94.713439888785842</c:v>
                </c:pt>
                <c:pt idx="2048">
                  <c:v>94.814910623610118</c:v>
                </c:pt>
                <c:pt idx="2049">
                  <c:v>94.908211630777913</c:v>
                </c:pt>
                <c:pt idx="2050">
                  <c:v>94.992500540499606</c:v>
                </c:pt>
                <c:pt idx="2051">
                  <c:v>95.067359165178246</c:v>
                </c:pt>
                <c:pt idx="2052">
                  <c:v>95.132843958177801</c:v>
                </c:pt>
                <c:pt idx="2053">
                  <c:v>95.189476850874129</c:v>
                </c:pt>
                <c:pt idx="2054">
                  <c:v>95.238022667205996</c:v>
                </c:pt>
                <c:pt idx="2055">
                  <c:v>95.27956374891788</c:v>
                </c:pt>
                <c:pt idx="2056">
                  <c:v>95.315047798982519</c:v>
                </c:pt>
                <c:pt idx="2057">
                  <c:v>95.345581105712213</c:v>
                </c:pt>
                <c:pt idx="2058">
                  <c:v>95.371916527268183</c:v>
                </c:pt>
                <c:pt idx="2059">
                  <c:v>95.394630465642791</c:v>
                </c:pt>
                <c:pt idx="2060">
                  <c:v>95.414168515548141</c:v>
                </c:pt>
                <c:pt idx="2061">
                  <c:v>95.430770434466723</c:v>
                </c:pt>
                <c:pt idx="2062">
                  <c:v>95.444694016172321</c:v>
                </c:pt>
                <c:pt idx="2063">
                  <c:v>95.456153487327981</c:v>
                </c:pt>
                <c:pt idx="2064">
                  <c:v>95.465431523813365</c:v>
                </c:pt>
                <c:pt idx="2065">
                  <c:v>95.47295396747819</c:v>
                </c:pt>
                <c:pt idx="2066">
                  <c:v>95.479111733212392</c:v>
                </c:pt>
                <c:pt idx="2067">
                  <c:v>95.484322291455513</c:v>
                </c:pt>
                <c:pt idx="2068">
                  <c:v>95.488884511568287</c:v>
                </c:pt>
                <c:pt idx="2069">
                  <c:v>95.492996193062581</c:v>
                </c:pt>
                <c:pt idx="2070">
                  <c:v>95.496681465533825</c:v>
                </c:pt>
                <c:pt idx="2071">
                  <c:v>95.499953473406421</c:v>
                </c:pt>
                <c:pt idx="2072">
                  <c:v>95.502594470122077</c:v>
                </c:pt>
                <c:pt idx="2073">
                  <c:v>95.504470259856888</c:v>
                </c:pt>
                <c:pt idx="2074">
                  <c:v>95.505409268086964</c:v>
                </c:pt>
                <c:pt idx="2075">
                  <c:v>95.505211349893543</c:v>
                </c:pt>
                <c:pt idx="2076">
                  <c:v>95.503737971789789</c:v>
                </c:pt>
                <c:pt idx="2077">
                  <c:v>95.500960605920099</c:v>
                </c:pt>
                <c:pt idx="2078">
                  <c:v>95.49687936605055</c:v>
                </c:pt>
                <c:pt idx="2079">
                  <c:v>95.491637339698784</c:v>
                </c:pt>
                <c:pt idx="2080">
                  <c:v>95.48537323175367</c:v>
                </c:pt>
                <c:pt idx="2081">
                  <c:v>95.478302693132008</c:v>
                </c:pt>
                <c:pt idx="2082">
                  <c:v>95.470535817495801</c:v>
                </c:pt>
                <c:pt idx="2083">
                  <c:v>95.462158500630167</c:v>
                </c:pt>
                <c:pt idx="2084">
                  <c:v>95.453078591988699</c:v>
                </c:pt>
                <c:pt idx="2085">
                  <c:v>95.443214978697711</c:v>
                </c:pt>
                <c:pt idx="2086">
                  <c:v>95.432510771093249</c:v>
                </c:pt>
                <c:pt idx="2087">
                  <c:v>95.420860789146417</c:v>
                </c:pt>
                <c:pt idx="2088">
                  <c:v>95.408309316670127</c:v>
                </c:pt>
                <c:pt idx="2089">
                  <c:v>95.394988502748816</c:v>
                </c:pt>
                <c:pt idx="2090">
                  <c:v>95.381149040233879</c:v>
                </c:pt>
                <c:pt idx="2091">
                  <c:v>95.367012941715544</c:v>
                </c:pt>
                <c:pt idx="2092">
                  <c:v>95.352760376947955</c:v>
                </c:pt>
                <c:pt idx="2093">
                  <c:v>95.338553847237336</c:v>
                </c:pt>
                <c:pt idx="2094">
                  <c:v>95.324424061600027</c:v>
                </c:pt>
                <c:pt idx="2095">
                  <c:v>95.310364402732901</c:v>
                </c:pt>
                <c:pt idx="2096">
                  <c:v>95.296317788956529</c:v>
                </c:pt>
                <c:pt idx="2097">
                  <c:v>95.282172323440676</c:v>
                </c:pt>
                <c:pt idx="2098">
                  <c:v>95.267829337742953</c:v>
                </c:pt>
                <c:pt idx="2099">
                  <c:v>95.25321873650789</c:v>
                </c:pt>
                <c:pt idx="2100">
                  <c:v>95.238288012893662</c:v>
                </c:pt>
                <c:pt idx="2101">
                  <c:v>95.223076784800213</c:v>
                </c:pt>
                <c:pt idx="2102">
                  <c:v>95.207657531190918</c:v>
                </c:pt>
                <c:pt idx="2103">
                  <c:v>95.192343792911842</c:v>
                </c:pt>
                <c:pt idx="2104">
                  <c:v>95.1774072705187</c:v>
                </c:pt>
                <c:pt idx="2105">
                  <c:v>95.163277264465535</c:v>
                </c:pt>
                <c:pt idx="2106">
                  <c:v>95.150367498857747</c:v>
                </c:pt>
                <c:pt idx="2107">
                  <c:v>95.138984168982674</c:v>
                </c:pt>
                <c:pt idx="2108">
                  <c:v>95.129295390575024</c:v>
                </c:pt>
                <c:pt idx="2109">
                  <c:v>95.121276553443806</c:v>
                </c:pt>
                <c:pt idx="2110">
                  <c:v>95.114692894800186</c:v>
                </c:pt>
                <c:pt idx="2111">
                  <c:v>95.109283509680481</c:v>
                </c:pt>
                <c:pt idx="2112">
                  <c:v>95.104651831292557</c:v>
                </c:pt>
                <c:pt idx="2113">
                  <c:v>95.100440813097109</c:v>
                </c:pt>
                <c:pt idx="2114">
                  <c:v>95.09626063676356</c:v>
                </c:pt>
                <c:pt idx="2115">
                  <c:v>95.091804757986182</c:v>
                </c:pt>
                <c:pt idx="2116">
                  <c:v>95.086762312616614</c:v>
                </c:pt>
                <c:pt idx="2117">
                  <c:v>95.080879432744794</c:v>
                </c:pt>
                <c:pt idx="2118">
                  <c:v>95.073952682421961</c:v>
                </c:pt>
                <c:pt idx="2119">
                  <c:v>95.065818116852967</c:v>
                </c:pt>
                <c:pt idx="2120">
                  <c:v>95.056357853389969</c:v>
                </c:pt>
                <c:pt idx="2121">
                  <c:v>95.045585418984587</c:v>
                </c:pt>
                <c:pt idx="2122">
                  <c:v>95.033439989632598</c:v>
                </c:pt>
                <c:pt idx="2123">
                  <c:v>95.019928655753048</c:v>
                </c:pt>
                <c:pt idx="2124">
                  <c:v>95.004951372133462</c:v>
                </c:pt>
                <c:pt idx="2125">
                  <c:v>94.988342606219831</c:v>
                </c:pt>
                <c:pt idx="2126">
                  <c:v>94.969825495466154</c:v>
                </c:pt>
                <c:pt idx="2127">
                  <c:v>94.949036047250942</c:v>
                </c:pt>
                <c:pt idx="2128">
                  <c:v>94.925505820142831</c:v>
                </c:pt>
                <c:pt idx="2129">
                  <c:v>94.898666535483386</c:v>
                </c:pt>
                <c:pt idx="2130">
                  <c:v>94.867935578572485</c:v>
                </c:pt>
                <c:pt idx="2131">
                  <c:v>94.832786117696756</c:v>
                </c:pt>
                <c:pt idx="2132">
                  <c:v>94.792649025029149</c:v>
                </c:pt>
                <c:pt idx="2133">
                  <c:v>94.747124860533276</c:v>
                </c:pt>
                <c:pt idx="2134">
                  <c:v>94.696007717954913</c:v>
                </c:pt>
                <c:pt idx="2135">
                  <c:v>94.639221687750961</c:v>
                </c:pt>
                <c:pt idx="2136">
                  <c:v>94.576888066276936</c:v>
                </c:pt>
                <c:pt idx="2137">
                  <c:v>94.509368222942797</c:v>
                </c:pt>
                <c:pt idx="2138">
                  <c:v>94.437073432228289</c:v>
                </c:pt>
                <c:pt idx="2139">
                  <c:v>94.36051228219992</c:v>
                </c:pt>
                <c:pt idx="2140">
                  <c:v>94.280227106098195</c:v>
                </c:pt>
                <c:pt idx="2141">
                  <c:v>94.196778432094874</c:v>
                </c:pt>
                <c:pt idx="2142">
                  <c:v>94.110801039117064</c:v>
                </c:pt>
                <c:pt idx="2143">
                  <c:v>94.0228583803719</c:v>
                </c:pt>
                <c:pt idx="2144">
                  <c:v>93.933648239753708</c:v>
                </c:pt>
                <c:pt idx="2145">
                  <c:v>93.843818308452171</c:v>
                </c:pt>
                <c:pt idx="2146">
                  <c:v>93.753854088635762</c:v>
                </c:pt>
                <c:pt idx="2147">
                  <c:v>93.664299618298614</c:v>
                </c:pt>
                <c:pt idx="2148">
                  <c:v>93.575377971331449</c:v>
                </c:pt>
                <c:pt idx="2149">
                  <c:v>93.48731999053723</c:v>
                </c:pt>
                <c:pt idx="2150">
                  <c:v>93.400069630450801</c:v>
                </c:pt>
                <c:pt idx="2151">
                  <c:v>93.313545284768935</c:v>
                </c:pt>
                <c:pt idx="2152">
                  <c:v>93.227607700713861</c:v>
                </c:pt>
                <c:pt idx="2153">
                  <c:v>93.14197659640287</c:v>
                </c:pt>
                <c:pt idx="2154">
                  <c:v>93.056396290542423</c:v>
                </c:pt>
                <c:pt idx="2155">
                  <c:v>92.970588492754075</c:v>
                </c:pt>
                <c:pt idx="2156">
                  <c:v>92.884231027557504</c:v>
                </c:pt>
                <c:pt idx="2157">
                  <c:v>92.797005064131255</c:v>
                </c:pt>
                <c:pt idx="2158">
                  <c:v>92.708458510396753</c:v>
                </c:pt>
                <c:pt idx="2159">
                  <c:v>92.618194372157205</c:v>
                </c:pt>
                <c:pt idx="2160">
                  <c:v>92.525802386905681</c:v>
                </c:pt>
                <c:pt idx="2161">
                  <c:v>92.43090813349167</c:v>
                </c:pt>
                <c:pt idx="2162">
                  <c:v>92.33328351038989</c:v>
                </c:pt>
                <c:pt idx="2163">
                  <c:v>92.232909768888263</c:v>
                </c:pt>
                <c:pt idx="2164">
                  <c:v>92.129936112214224</c:v>
                </c:pt>
                <c:pt idx="2165">
                  <c:v>92.024695693565633</c:v>
                </c:pt>
                <c:pt idx="2166">
                  <c:v>91.917708734129064</c:v>
                </c:pt>
                <c:pt idx="2167">
                  <c:v>91.809334642724423</c:v>
                </c:pt>
                <c:pt idx="2168">
                  <c:v>91.6997982133134</c:v>
                </c:pt>
                <c:pt idx="2169">
                  <c:v>91.588958397734899</c:v>
                </c:pt>
                <c:pt idx="2170">
                  <c:v>91.476158854525721</c:v>
                </c:pt>
                <c:pt idx="2171">
                  <c:v>91.360214382008408</c:v>
                </c:pt>
                <c:pt idx="2172">
                  <c:v>91.239425074394362</c:v>
                </c:pt>
                <c:pt idx="2173">
                  <c:v>91.111687420713821</c:v>
                </c:pt>
                <c:pt idx="2174">
                  <c:v>90.974716313562737</c:v>
                </c:pt>
                <c:pt idx="2175">
                  <c:v>90.826385191024897</c:v>
                </c:pt>
                <c:pt idx="2176">
                  <c:v>90.664963281215392</c:v>
                </c:pt>
                <c:pt idx="2177">
                  <c:v>90.489608654611274</c:v>
                </c:pt>
                <c:pt idx="2178">
                  <c:v>90.300598756289517</c:v>
                </c:pt>
                <c:pt idx="2179">
                  <c:v>90.09964711061312</c:v>
                </c:pt>
                <c:pt idx="2180">
                  <c:v>89.889846746898726</c:v>
                </c:pt>
                <c:pt idx="2181">
                  <c:v>89.675620415664994</c:v>
                </c:pt>
                <c:pt idx="2182">
                  <c:v>89.462158003191732</c:v>
                </c:pt>
                <c:pt idx="2183">
                  <c:v>89.254929235139841</c:v>
                </c:pt>
                <c:pt idx="2184">
                  <c:v>89.058945792474404</c:v>
                </c:pt>
                <c:pt idx="2185">
                  <c:v>88.878195804487405</c:v>
                </c:pt>
                <c:pt idx="2186">
                  <c:v>88.715415313539879</c:v>
                </c:pt>
                <c:pt idx="2187">
                  <c:v>88.571907944601207</c:v>
                </c:pt>
                <c:pt idx="2188">
                  <c:v>88.447723630611847</c:v>
                </c:pt>
                <c:pt idx="2189">
                  <c:v>88.342010750152696</c:v>
                </c:pt>
                <c:pt idx="2190">
                  <c:v>88.253012728931651</c:v>
                </c:pt>
                <c:pt idx="2191">
                  <c:v>88.178435679113747</c:v>
                </c:pt>
                <c:pt idx="2192">
                  <c:v>88.115272776970031</c:v>
                </c:pt>
                <c:pt idx="2193">
                  <c:v>88.060088989119393</c:v>
                </c:pt>
                <c:pt idx="2194">
                  <c:v>88.009209465520229</c:v>
                </c:pt>
                <c:pt idx="2195">
                  <c:v>87.959205925379209</c:v>
                </c:pt>
                <c:pt idx="2196">
                  <c:v>87.907279502846052</c:v>
                </c:pt>
                <c:pt idx="2197">
                  <c:v>87.851898269861223</c:v>
                </c:pt>
                <c:pt idx="2198">
                  <c:v>87.792953569808446</c:v>
                </c:pt>
                <c:pt idx="2199">
                  <c:v>87.731842441727238</c:v>
                </c:pt>
                <c:pt idx="2200">
                  <c:v>87.671074637972779</c:v>
                </c:pt>
                <c:pt idx="2201">
                  <c:v>87.613915589284659</c:v>
                </c:pt>
                <c:pt idx="2202">
                  <c:v>87.563773718110852</c:v>
                </c:pt>
                <c:pt idx="2203">
                  <c:v>87.523726429350404</c:v>
                </c:pt>
                <c:pt idx="2204">
                  <c:v>87.496284248926543</c:v>
                </c:pt>
                <c:pt idx="2205">
                  <c:v>87.483336881761915</c:v>
                </c:pt>
                <c:pt idx="2206">
                  <c:v>87.486404833666782</c:v>
                </c:pt>
                <c:pt idx="2207">
                  <c:v>87.506972760017092</c:v>
                </c:pt>
                <c:pt idx="2208">
                  <c:v>87.546966018571311</c:v>
                </c:pt>
                <c:pt idx="2209">
                  <c:v>87.609193018376615</c:v>
                </c:pt>
                <c:pt idx="2210">
                  <c:v>87.697479186328238</c:v>
                </c:pt>
                <c:pt idx="2211">
                  <c:v>87.816772179675439</c:v>
                </c:pt>
                <c:pt idx="2212">
                  <c:v>87.972549848144851</c:v>
                </c:pt>
                <c:pt idx="2213">
                  <c:v>88.170150073287374</c:v>
                </c:pt>
                <c:pt idx="2214">
                  <c:v>88.413680534246041</c:v>
                </c:pt>
                <c:pt idx="2215">
                  <c:v>88.704856977841331</c:v>
                </c:pt>
                <c:pt idx="2216">
                  <c:v>89.042099179840577</c:v>
                </c:pt>
                <c:pt idx="2217">
                  <c:v>89.420044158360128</c:v>
                </c:pt>
                <c:pt idx="2218">
                  <c:v>89.829863550874222</c:v>
                </c:pt>
                <c:pt idx="2219">
                  <c:v>90.260108241920719</c:v>
                </c:pt>
                <c:pt idx="2220">
                  <c:v>90.698150270858818</c:v>
                </c:pt>
                <c:pt idx="2221">
                  <c:v>91.131630371878117</c:v>
                </c:pt>
                <c:pt idx="2222">
                  <c:v>91.549850618111421</c:v>
                </c:pt>
                <c:pt idx="2223">
                  <c:v>91.944564482255146</c:v>
                </c:pt>
                <c:pt idx="2224">
                  <c:v>92.31037813711265</c:v>
                </c:pt>
                <c:pt idx="2225">
                  <c:v>92.644584948696263</c:v>
                </c:pt>
                <c:pt idx="2226">
                  <c:v>92.94658548023348</c:v>
                </c:pt>
                <c:pt idx="2227">
                  <c:v>93.217398816108414</c:v>
                </c:pt>
                <c:pt idx="2228">
                  <c:v>93.458901049168503</c:v>
                </c:pt>
                <c:pt idx="2229">
                  <c:v>93.673401335340202</c:v>
                </c:pt>
                <c:pt idx="2230">
                  <c:v>93.863356440197904</c:v>
                </c:pt>
                <c:pt idx="2231">
                  <c:v>94.031195996817758</c:v>
                </c:pt>
                <c:pt idx="2232">
                  <c:v>94.179352442699056</c:v>
                </c:pt>
                <c:pt idx="2233">
                  <c:v>94.310196558905062</c:v>
                </c:pt>
                <c:pt idx="2234">
                  <c:v>94.426140709396051</c:v>
                </c:pt>
                <c:pt idx="2235">
                  <c:v>94.529449771750791</c:v>
                </c:pt>
                <c:pt idx="2236">
                  <c:v>94.622284681337348</c:v>
                </c:pt>
                <c:pt idx="2237">
                  <c:v>94.706520280566124</c:v>
                </c:pt>
                <c:pt idx="2238">
                  <c:v>94.783676446445881</c:v>
                </c:pt>
                <c:pt idx="2239">
                  <c:v>94.854941384076383</c:v>
                </c:pt>
                <c:pt idx="2240">
                  <c:v>94.921097283834527</c:v>
                </c:pt>
                <c:pt idx="2241">
                  <c:v>94.982642966817494</c:v>
                </c:pt>
                <c:pt idx="2242">
                  <c:v>95.039832012216834</c:v>
                </c:pt>
                <c:pt idx="2243">
                  <c:v>95.092759415176573</c:v>
                </c:pt>
                <c:pt idx="2244">
                  <c:v>95.141556033967078</c:v>
                </c:pt>
                <c:pt idx="2245">
                  <c:v>95.186263698885696</c:v>
                </c:pt>
                <c:pt idx="2246">
                  <c:v>95.226997220661872</c:v>
                </c:pt>
                <c:pt idx="2247">
                  <c:v>95.263885285525845</c:v>
                </c:pt>
                <c:pt idx="2248">
                  <c:v>95.297050680896461</c:v>
                </c:pt>
                <c:pt idx="2249">
                  <c:v>95.32662998773192</c:v>
                </c:pt>
                <c:pt idx="2250">
                  <c:v>95.352591317557454</c:v>
                </c:pt>
                <c:pt idx="2251">
                  <c:v>95.374938298015394</c:v>
                </c:pt>
                <c:pt idx="2252">
                  <c:v>95.393479484295156</c:v>
                </c:pt>
                <c:pt idx="2253">
                  <c:v>95.407981985462982</c:v>
                </c:pt>
                <c:pt idx="2254">
                  <c:v>95.418037497641478</c:v>
                </c:pt>
                <c:pt idx="2255">
                  <c:v>95.423020608614806</c:v>
                </c:pt>
                <c:pt idx="2256">
                  <c:v>95.422126353932228</c:v>
                </c:pt>
                <c:pt idx="2257">
                  <c:v>95.414337684114514</c:v>
                </c:pt>
                <c:pt idx="2258">
                  <c:v>95.398452526228354</c:v>
                </c:pt>
                <c:pt idx="2259">
                  <c:v>95.373528419226545</c:v>
                </c:pt>
                <c:pt idx="2260">
                  <c:v>95.339080709012023</c:v>
                </c:pt>
                <c:pt idx="2261">
                  <c:v>95.29569900434177</c:v>
                </c:pt>
                <c:pt idx="2262">
                  <c:v>95.245193839574469</c:v>
                </c:pt>
                <c:pt idx="2263">
                  <c:v>95.190894968138991</c:v>
                </c:pt>
                <c:pt idx="2264">
                  <c:v>95.137481390789418</c:v>
                </c:pt>
                <c:pt idx="2265">
                  <c:v>95.090392496003389</c:v>
                </c:pt>
                <c:pt idx="2266">
                  <c:v>95.055092762270547</c:v>
                </c:pt>
                <c:pt idx="2267">
                  <c:v>95.036170934697537</c:v>
                </c:pt>
                <c:pt idx="2268">
                  <c:v>95.036468542427386</c:v>
                </c:pt>
                <c:pt idx="2269">
                  <c:v>95.056793416339531</c:v>
                </c:pt>
                <c:pt idx="2270">
                  <c:v>95.095566513170937</c:v>
                </c:pt>
                <c:pt idx="2271">
                  <c:v>95.149337772886057</c:v>
                </c:pt>
                <c:pt idx="2272">
                  <c:v>95.213386019663389</c:v>
                </c:pt>
                <c:pt idx="2273">
                  <c:v>95.282402688794249</c:v>
                </c:pt>
                <c:pt idx="2274">
                  <c:v>95.351416692406389</c:v>
                </c:pt>
                <c:pt idx="2275">
                  <c:v>95.416352351005841</c:v>
                </c:pt>
                <c:pt idx="2276">
                  <c:v>95.474433465803571</c:v>
                </c:pt>
                <c:pt idx="2277">
                  <c:v>95.52411658776802</c:v>
                </c:pt>
                <c:pt idx="2278">
                  <c:v>95.565040898360621</c:v>
                </c:pt>
                <c:pt idx="2279">
                  <c:v>95.597725612720225</c:v>
                </c:pt>
                <c:pt idx="2280">
                  <c:v>95.623137660348505</c:v>
                </c:pt>
                <c:pt idx="2281">
                  <c:v>95.642539724476435</c:v>
                </c:pt>
                <c:pt idx="2282">
                  <c:v>95.657210042472599</c:v>
                </c:pt>
                <c:pt idx="2283">
                  <c:v>95.668311733477779</c:v>
                </c:pt>
                <c:pt idx="2284">
                  <c:v>95.676887790649673</c:v>
                </c:pt>
                <c:pt idx="2285">
                  <c:v>95.683754918231543</c:v>
                </c:pt>
                <c:pt idx="2286">
                  <c:v>95.689560526028259</c:v>
                </c:pt>
                <c:pt idx="2287">
                  <c:v>95.694756127600044</c:v>
                </c:pt>
                <c:pt idx="2288">
                  <c:v>95.699698600734607</c:v>
                </c:pt>
                <c:pt idx="2289">
                  <c:v>95.704581829776387</c:v>
                </c:pt>
                <c:pt idx="2290">
                  <c:v>95.709524810391926</c:v>
                </c:pt>
                <c:pt idx="2291">
                  <c:v>95.714699456826551</c:v>
                </c:pt>
                <c:pt idx="2292">
                  <c:v>95.720138867186833</c:v>
                </c:pt>
                <c:pt idx="2293">
                  <c:v>95.725937865893002</c:v>
                </c:pt>
                <c:pt idx="2294">
                  <c:v>95.732017163026583</c:v>
                </c:pt>
                <c:pt idx="2295">
                  <c:v>95.738350358457453</c:v>
                </c:pt>
                <c:pt idx="2296">
                  <c:v>95.744858136645007</c:v>
                </c:pt>
                <c:pt idx="2297">
                  <c:v>95.751366357196304</c:v>
                </c:pt>
                <c:pt idx="2298">
                  <c:v>95.757751545453942</c:v>
                </c:pt>
                <c:pt idx="2299">
                  <c:v>95.763892399188322</c:v>
                </c:pt>
                <c:pt idx="2300">
                  <c:v>95.769729331473783</c:v>
                </c:pt>
                <c:pt idx="2301">
                  <c:v>95.775207154033438</c:v>
                </c:pt>
                <c:pt idx="2302">
                  <c:v>95.780341243172757</c:v>
                </c:pt>
                <c:pt idx="2303">
                  <c:v>95.785208737307883</c:v>
                </c:pt>
                <c:pt idx="2304">
                  <c:v>95.789893410195006</c:v>
                </c:pt>
                <c:pt idx="2305">
                  <c:v>95.794525374174896</c:v>
                </c:pt>
                <c:pt idx="2306">
                  <c:v>95.799217120296333</c:v>
                </c:pt>
                <c:pt idx="2307">
                  <c:v>95.804061308017694</c:v>
                </c:pt>
                <c:pt idx="2308">
                  <c:v>95.809088845636708</c:v>
                </c:pt>
                <c:pt idx="2309">
                  <c:v>95.814339473704635</c:v>
                </c:pt>
                <c:pt idx="2310">
                  <c:v>95.81970291229679</c:v>
                </c:pt>
                <c:pt idx="2311">
                  <c:v>95.825126225388743</c:v>
                </c:pt>
                <c:pt idx="2312">
                  <c:v>95.830552052015562</c:v>
                </c:pt>
                <c:pt idx="2313">
                  <c:v>95.835938465183631</c:v>
                </c:pt>
                <c:pt idx="2314">
                  <c:v>95.841307526486602</c:v>
                </c:pt>
                <c:pt idx="2315">
                  <c:v>95.846672474680517</c:v>
                </c:pt>
                <c:pt idx="2316">
                  <c:v>95.852028894891788</c:v>
                </c:pt>
                <c:pt idx="2317">
                  <c:v>95.857367956866881</c:v>
                </c:pt>
                <c:pt idx="2318">
                  <c:v>95.862563840514355</c:v>
                </c:pt>
                <c:pt idx="2319">
                  <c:v>95.867592240754874</c:v>
                </c:pt>
                <c:pt idx="2320">
                  <c:v>95.872322886148197</c:v>
                </c:pt>
                <c:pt idx="2321">
                  <c:v>95.876753524946594</c:v>
                </c:pt>
                <c:pt idx="2322">
                  <c:v>95.880928270324745</c:v>
                </c:pt>
                <c:pt idx="2323">
                  <c:v>95.884911115935495</c:v>
                </c:pt>
                <c:pt idx="2324">
                  <c:v>95.888724117041917</c:v>
                </c:pt>
                <c:pt idx="2325">
                  <c:v>95.892380501389923</c:v>
                </c:pt>
                <c:pt idx="2326">
                  <c:v>95.89576763882171</c:v>
                </c:pt>
                <c:pt idx="2327">
                  <c:v>95.898750803531286</c:v>
                </c:pt>
                <c:pt idx="2328">
                  <c:v>95.901122386321063</c:v>
                </c:pt>
                <c:pt idx="2329">
                  <c:v>95.902679183445343</c:v>
                </c:pt>
                <c:pt idx="2330">
                  <c:v>95.903359324021864</c:v>
                </c:pt>
                <c:pt idx="2331">
                  <c:v>95.903061209863722</c:v>
                </c:pt>
                <c:pt idx="2332">
                  <c:v>95.901939425632264</c:v>
                </c:pt>
                <c:pt idx="2333">
                  <c:v>95.900055829262016</c:v>
                </c:pt>
                <c:pt idx="2334">
                  <c:v>95.897604780352381</c:v>
                </c:pt>
                <c:pt idx="2335">
                  <c:v>95.894729846061594</c:v>
                </c:pt>
                <c:pt idx="2336">
                  <c:v>95.891517175845649</c:v>
                </c:pt>
                <c:pt idx="2337">
                  <c:v>95.888046288161206</c:v>
                </c:pt>
                <c:pt idx="2338">
                  <c:v>95.884284093791422</c:v>
                </c:pt>
                <c:pt idx="2339">
                  <c:v>95.880219588416182</c:v>
                </c:pt>
                <c:pt idx="2340">
                  <c:v>95.875793204688065</c:v>
                </c:pt>
                <c:pt idx="2341">
                  <c:v>95.870993955186066</c:v>
                </c:pt>
                <c:pt idx="2342">
                  <c:v>95.865790992440253</c:v>
                </c:pt>
                <c:pt idx="2343">
                  <c:v>95.860274880004511</c:v>
                </c:pt>
                <c:pt idx="2344">
                  <c:v>95.85451409302793</c:v>
                </c:pt>
                <c:pt idx="2345">
                  <c:v>95.848641095360961</c:v>
                </c:pt>
                <c:pt idx="2346">
                  <c:v>95.842741975200155</c:v>
                </c:pt>
                <c:pt idx="2347">
                  <c:v>95.836898386245309</c:v>
                </c:pt>
                <c:pt idx="2348">
                  <c:v>95.831002195394021</c:v>
                </c:pt>
                <c:pt idx="2349">
                  <c:v>95.82505120594567</c:v>
                </c:pt>
                <c:pt idx="2350">
                  <c:v>95.818862304179603</c:v>
                </c:pt>
                <c:pt idx="2351">
                  <c:v>95.81234067128554</c:v>
                </c:pt>
                <c:pt idx="2352">
                  <c:v>95.805435637206386</c:v>
                </c:pt>
                <c:pt idx="2353">
                  <c:v>95.798224489117288</c:v>
                </c:pt>
                <c:pt idx="2354">
                  <c:v>95.79082419640342</c:v>
                </c:pt>
                <c:pt idx="2355">
                  <c:v>95.783424475352888</c:v>
                </c:pt>
                <c:pt idx="2356">
                  <c:v>95.776184109415837</c:v>
                </c:pt>
                <c:pt idx="2357">
                  <c:v>95.769149371018386</c:v>
                </c:pt>
                <c:pt idx="2358">
                  <c:v>95.762298164843372</c:v>
                </c:pt>
                <c:pt idx="2359">
                  <c:v>95.755615017591794</c:v>
                </c:pt>
                <c:pt idx="2360">
                  <c:v>95.748969816668122</c:v>
                </c:pt>
                <c:pt idx="2361">
                  <c:v>95.74236255423672</c:v>
                </c:pt>
                <c:pt idx="2362">
                  <c:v>95.735892420473192</c:v>
                </c:pt>
                <c:pt idx="2363">
                  <c:v>95.729676213200747</c:v>
                </c:pt>
                <c:pt idx="2364">
                  <c:v>95.723945315888329</c:v>
                </c:pt>
                <c:pt idx="2365">
                  <c:v>95.718803229690366</c:v>
                </c:pt>
                <c:pt idx="2366">
                  <c:v>95.714408540831656</c:v>
                </c:pt>
                <c:pt idx="2367">
                  <c:v>95.71071706996662</c:v>
                </c:pt>
                <c:pt idx="2368">
                  <c:v>95.707572269488537</c:v>
                </c:pt>
                <c:pt idx="2369">
                  <c:v>95.704841864302921</c:v>
                </c:pt>
                <c:pt idx="2370">
                  <c:v>95.702331899521099</c:v>
                </c:pt>
                <c:pt idx="2371">
                  <c:v>95.699896921969568</c:v>
                </c:pt>
                <c:pt idx="2372">
                  <c:v>95.697525908342456</c:v>
                </c:pt>
                <c:pt idx="2373">
                  <c:v>95.695190208862854</c:v>
                </c:pt>
                <c:pt idx="2374">
                  <c:v>95.693008805173534</c:v>
                </c:pt>
                <c:pt idx="2375">
                  <c:v>95.691069821417088</c:v>
                </c:pt>
                <c:pt idx="2376">
                  <c:v>95.689529679363446</c:v>
                </c:pt>
                <c:pt idx="2377">
                  <c:v>95.688361920080595</c:v>
                </c:pt>
                <c:pt idx="2378">
                  <c:v>95.68752246419308</c:v>
                </c:pt>
                <c:pt idx="2379">
                  <c:v>95.686837244505185</c:v>
                </c:pt>
                <c:pt idx="2380">
                  <c:v>95.686050680044488</c:v>
                </c:pt>
                <c:pt idx="2381">
                  <c:v>95.684904995479087</c:v>
                </c:pt>
                <c:pt idx="2382">
                  <c:v>95.683151243369537</c:v>
                </c:pt>
                <c:pt idx="2383">
                  <c:v>95.680740988268269</c:v>
                </c:pt>
                <c:pt idx="2384">
                  <c:v>95.677810869598162</c:v>
                </c:pt>
                <c:pt idx="2385">
                  <c:v>95.67466715033062</c:v>
                </c:pt>
                <c:pt idx="2386">
                  <c:v>95.671591824847141</c:v>
                </c:pt>
                <c:pt idx="2387">
                  <c:v>95.668990211923315</c:v>
                </c:pt>
                <c:pt idx="2388">
                  <c:v>95.66700765854938</c:v>
                </c:pt>
                <c:pt idx="2389">
                  <c:v>95.665672762422844</c:v>
                </c:pt>
                <c:pt idx="2390">
                  <c:v>95.664780639256932</c:v>
                </c:pt>
                <c:pt idx="2391">
                  <c:v>95.664115407150447</c:v>
                </c:pt>
                <c:pt idx="2392">
                  <c:v>95.663443571473039</c:v>
                </c:pt>
                <c:pt idx="2393">
                  <c:v>95.662674821027196</c:v>
                </c:pt>
                <c:pt idx="2394">
                  <c:v>95.661835590487726</c:v>
                </c:pt>
                <c:pt idx="2395">
                  <c:v>95.661071258318628</c:v>
                </c:pt>
                <c:pt idx="2396">
                  <c:v>95.660591075814295</c:v>
                </c:pt>
                <c:pt idx="2397">
                  <c:v>95.6604919558727</c:v>
                </c:pt>
                <c:pt idx="2398">
                  <c:v>95.660773897309312</c:v>
                </c:pt>
                <c:pt idx="2399">
                  <c:v>95.661399457839053</c:v>
                </c:pt>
                <c:pt idx="2400">
                  <c:v>95.662269522419621</c:v>
                </c:pt>
                <c:pt idx="2401">
                  <c:v>95.663384097722371</c:v>
                </c:pt>
                <c:pt idx="2402">
                  <c:v>95.664703542583752</c:v>
                </c:pt>
                <c:pt idx="2403">
                  <c:v>95.666375452946468</c:v>
                </c:pt>
                <c:pt idx="2404">
                  <c:v>95.668435092837242</c:v>
                </c:pt>
                <c:pt idx="2405">
                  <c:v>95.670838429238017</c:v>
                </c:pt>
                <c:pt idx="2406">
                  <c:v>95.6733541769282</c:v>
                </c:pt>
                <c:pt idx="2407">
                  <c:v>95.6756518922071</c:v>
                </c:pt>
                <c:pt idx="2408">
                  <c:v>95.677374664116456</c:v>
                </c:pt>
                <c:pt idx="2409">
                  <c:v>95.678207421761812</c:v>
                </c:pt>
                <c:pt idx="2410">
                  <c:v>95.678101674357478</c:v>
                </c:pt>
                <c:pt idx="2411">
                  <c:v>95.677132328597054</c:v>
                </c:pt>
                <c:pt idx="2412">
                  <c:v>95.675636471115268</c:v>
                </c:pt>
                <c:pt idx="2413">
                  <c:v>95.673957789979539</c:v>
                </c:pt>
                <c:pt idx="2414">
                  <c:v>95.672402502772428</c:v>
                </c:pt>
                <c:pt idx="2415">
                  <c:v>95.67111158953351</c:v>
                </c:pt>
                <c:pt idx="2416">
                  <c:v>95.670104865529837</c:v>
                </c:pt>
                <c:pt idx="2417">
                  <c:v>95.669265569808005</c:v>
                </c:pt>
                <c:pt idx="2418">
                  <c:v>95.668441701378853</c:v>
                </c:pt>
                <c:pt idx="2419">
                  <c:v>95.667509901518386</c:v>
                </c:pt>
                <c:pt idx="2420">
                  <c:v>95.666366641748084</c:v>
                </c:pt>
                <c:pt idx="2421">
                  <c:v>95.665069201642282</c:v>
                </c:pt>
                <c:pt idx="2422">
                  <c:v>95.66357353276058</c:v>
                </c:pt>
                <c:pt idx="2423">
                  <c:v>95.661956738798565</c:v>
                </c:pt>
                <c:pt idx="2424">
                  <c:v>95.660179178063714</c:v>
                </c:pt>
                <c:pt idx="2425">
                  <c:v>95.658348787587201</c:v>
                </c:pt>
                <c:pt idx="2426">
                  <c:v>95.656586711913064</c:v>
                </c:pt>
                <c:pt idx="2427">
                  <c:v>95.654998669020458</c:v>
                </c:pt>
                <c:pt idx="2428">
                  <c:v>95.653785078424264</c:v>
                </c:pt>
                <c:pt idx="2429">
                  <c:v>95.653168377669374</c:v>
                </c:pt>
                <c:pt idx="2430">
                  <c:v>95.653183795139782</c:v>
                </c:pt>
                <c:pt idx="2431">
                  <c:v>95.653824723608821</c:v>
                </c:pt>
                <c:pt idx="2432">
                  <c:v>95.654976643645611</c:v>
                </c:pt>
                <c:pt idx="2433">
                  <c:v>95.656540457863812</c:v>
                </c:pt>
                <c:pt idx="2434">
                  <c:v>95.658339977128094</c:v>
                </c:pt>
                <c:pt idx="2435">
                  <c:v>95.66033116151921</c:v>
                </c:pt>
                <c:pt idx="2436">
                  <c:v>95.662544860960566</c:v>
                </c:pt>
                <c:pt idx="2437">
                  <c:v>95.665084621030871</c:v>
                </c:pt>
                <c:pt idx="2438">
                  <c:v>95.667992321589708</c:v>
                </c:pt>
                <c:pt idx="2439">
                  <c:v>95.67133408357634</c:v>
                </c:pt>
                <c:pt idx="2440">
                  <c:v>95.674988787502286</c:v>
                </c:pt>
                <c:pt idx="2441">
                  <c:v>95.678848517902793</c:v>
                </c:pt>
                <c:pt idx="2442">
                  <c:v>95.682708404012914</c:v>
                </c:pt>
                <c:pt idx="2443">
                  <c:v>95.686394388089084</c:v>
                </c:pt>
                <c:pt idx="2444">
                  <c:v>95.689811706383338</c:v>
                </c:pt>
                <c:pt idx="2445">
                  <c:v>95.692863380028953</c:v>
                </c:pt>
                <c:pt idx="2446">
                  <c:v>95.69549649073565</c:v>
                </c:pt>
                <c:pt idx="2447">
                  <c:v>95.697783720174741</c:v>
                </c:pt>
                <c:pt idx="2448">
                  <c:v>95.699806575578236</c:v>
                </c:pt>
                <c:pt idx="2449">
                  <c:v>95.701805233967164</c:v>
                </c:pt>
                <c:pt idx="2450">
                  <c:v>95.704070577513122</c:v>
                </c:pt>
                <c:pt idx="2451">
                  <c:v>95.70714474327481</c:v>
                </c:pt>
                <c:pt idx="2452">
                  <c:v>95.711554525497789</c:v>
                </c:pt>
                <c:pt idx="2453">
                  <c:v>95.717773964004607</c:v>
                </c:pt>
                <c:pt idx="2454">
                  <c:v>95.726136241504349</c:v>
                </c:pt>
                <c:pt idx="2455">
                  <c:v>95.736754344904696</c:v>
                </c:pt>
                <c:pt idx="2456">
                  <c:v>95.749344616657638</c:v>
                </c:pt>
                <c:pt idx="2457">
                  <c:v>95.763435955938149</c:v>
                </c:pt>
                <c:pt idx="2458">
                  <c:v>95.778365203778719</c:v>
                </c:pt>
                <c:pt idx="2459">
                  <c:v>95.793464414078386</c:v>
                </c:pt>
                <c:pt idx="2460">
                  <c:v>95.808151263760365</c:v>
                </c:pt>
                <c:pt idx="2461">
                  <c:v>95.822006348706807</c:v>
                </c:pt>
                <c:pt idx="2462">
                  <c:v>95.834715958946816</c:v>
                </c:pt>
                <c:pt idx="2463">
                  <c:v>95.846092048274329</c:v>
                </c:pt>
                <c:pt idx="2464">
                  <c:v>95.855933289250771</c:v>
                </c:pt>
                <c:pt idx="2465">
                  <c:v>95.864144292589373</c:v>
                </c:pt>
                <c:pt idx="2466">
                  <c:v>95.870574528972639</c:v>
                </c:pt>
                <c:pt idx="2467">
                  <c:v>95.87514416609865</c:v>
                </c:pt>
                <c:pt idx="2468">
                  <c:v>95.877945660028573</c:v>
                </c:pt>
                <c:pt idx="2469">
                  <c:v>95.879095863666848</c:v>
                </c:pt>
                <c:pt idx="2470">
                  <c:v>95.878830940300617</c:v>
                </c:pt>
                <c:pt idx="2471">
                  <c:v>95.87735842126537</c:v>
                </c:pt>
                <c:pt idx="2472">
                  <c:v>95.874877046050685</c:v>
                </c:pt>
                <c:pt idx="2473">
                  <c:v>95.871475193838833</c:v>
                </c:pt>
                <c:pt idx="2474">
                  <c:v>95.867088947377525</c:v>
                </c:pt>
                <c:pt idx="2475">
                  <c:v>95.861572760257502</c:v>
                </c:pt>
                <c:pt idx="2476">
                  <c:v>95.854805434862001</c:v>
                </c:pt>
                <c:pt idx="2477">
                  <c:v>95.846626128716665</c:v>
                </c:pt>
                <c:pt idx="2478">
                  <c:v>95.836860871908343</c:v>
                </c:pt>
                <c:pt idx="2479">
                  <c:v>95.825355696990954</c:v>
                </c:pt>
                <c:pt idx="2480">
                  <c:v>95.811875172514235</c:v>
                </c:pt>
                <c:pt idx="2481">
                  <c:v>95.796241463404769</c:v>
                </c:pt>
                <c:pt idx="2482">
                  <c:v>95.778175541427586</c:v>
                </c:pt>
                <c:pt idx="2483">
                  <c:v>95.757621456223276</c:v>
                </c:pt>
                <c:pt idx="2484">
                  <c:v>95.734649146727563</c:v>
                </c:pt>
                <c:pt idx="2485">
                  <c:v>95.709601943186811</c:v>
                </c:pt>
                <c:pt idx="2486">
                  <c:v>95.683129211512281</c:v>
                </c:pt>
                <c:pt idx="2487">
                  <c:v>95.656104349356212</c:v>
                </c:pt>
                <c:pt idx="2488">
                  <c:v>95.629593567930996</c:v>
                </c:pt>
                <c:pt idx="2489">
                  <c:v>95.604712537073453</c:v>
                </c:pt>
                <c:pt idx="2490">
                  <c:v>95.582434967454617</c:v>
                </c:pt>
                <c:pt idx="2491">
                  <c:v>95.563637011118374</c:v>
                </c:pt>
                <c:pt idx="2492">
                  <c:v>95.548956842743934</c:v>
                </c:pt>
                <c:pt idx="2493">
                  <c:v>95.538733543423106</c:v>
                </c:pt>
                <c:pt idx="2494">
                  <c:v>95.533080068864905</c:v>
                </c:pt>
                <c:pt idx="2495">
                  <c:v>95.53183063013384</c:v>
                </c:pt>
                <c:pt idx="2496">
                  <c:v>95.534516503654658</c:v>
                </c:pt>
                <c:pt idx="2497">
                  <c:v>95.540581444228579</c:v>
                </c:pt>
                <c:pt idx="2498">
                  <c:v>95.549170252297827</c:v>
                </c:pt>
                <c:pt idx="2499">
                  <c:v>95.559462878870079</c:v>
                </c:pt>
                <c:pt idx="2500">
                  <c:v>95.570685261320392</c:v>
                </c:pt>
                <c:pt idx="2501">
                  <c:v>95.582175265513328</c:v>
                </c:pt>
                <c:pt idx="2502">
                  <c:v>95.593483957850836</c:v>
                </c:pt>
                <c:pt idx="2503">
                  <c:v>95.604415351254374</c:v>
                </c:pt>
                <c:pt idx="2504">
                  <c:v>95.614890057843311</c:v>
                </c:pt>
                <c:pt idx="2505">
                  <c:v>95.624976184457267</c:v>
                </c:pt>
                <c:pt idx="2506">
                  <c:v>95.634719851364082</c:v>
                </c:pt>
                <c:pt idx="2507">
                  <c:v>95.644180415441198</c:v>
                </c:pt>
                <c:pt idx="2508">
                  <c:v>95.653335767481124</c:v>
                </c:pt>
                <c:pt idx="2509">
                  <c:v>95.662216657510442</c:v>
                </c:pt>
                <c:pt idx="2510">
                  <c:v>95.670851646653702</c:v>
                </c:pt>
                <c:pt idx="2511">
                  <c:v>95.679375057121447</c:v>
                </c:pt>
                <c:pt idx="2512">
                  <c:v>95.687943292864432</c:v>
                </c:pt>
                <c:pt idx="2513">
                  <c:v>95.696739256018859</c:v>
                </c:pt>
                <c:pt idx="2514">
                  <c:v>95.705870990928133</c:v>
                </c:pt>
                <c:pt idx="2515">
                  <c:v>95.715453197835657</c:v>
                </c:pt>
                <c:pt idx="2516">
                  <c:v>95.725395641319537</c:v>
                </c:pt>
                <c:pt idx="2517">
                  <c:v>95.735579396129893</c:v>
                </c:pt>
                <c:pt idx="2518">
                  <c:v>95.74584139634031</c:v>
                </c:pt>
                <c:pt idx="2519">
                  <c:v>95.75607362842959</c:v>
                </c:pt>
                <c:pt idx="2520">
                  <c:v>95.766143776710649</c:v>
                </c:pt>
                <c:pt idx="2521">
                  <c:v>95.776106922962128</c:v>
                </c:pt>
                <c:pt idx="2522">
                  <c:v>95.785996116873847</c:v>
                </c:pt>
                <c:pt idx="2523">
                  <c:v>95.795853245155698</c:v>
                </c:pt>
                <c:pt idx="2524">
                  <c:v>95.80574006592181</c:v>
                </c:pt>
                <c:pt idx="2525">
                  <c:v>95.815634525788212</c:v>
                </c:pt>
                <c:pt idx="2526">
                  <c:v>95.825371142214692</c:v>
                </c:pt>
                <c:pt idx="2527">
                  <c:v>95.834883666460698</c:v>
                </c:pt>
                <c:pt idx="2528">
                  <c:v>95.843871894533578</c:v>
                </c:pt>
                <c:pt idx="2529">
                  <c:v>95.852187804389573</c:v>
                </c:pt>
                <c:pt idx="2530">
                  <c:v>95.859650226214654</c:v>
                </c:pt>
                <c:pt idx="2531">
                  <c:v>95.866080161151459</c:v>
                </c:pt>
                <c:pt idx="2532">
                  <c:v>95.871413383234469</c:v>
                </c:pt>
                <c:pt idx="2533">
                  <c:v>95.875640878910247</c:v>
                </c:pt>
                <c:pt idx="2534">
                  <c:v>95.878791201858803</c:v>
                </c:pt>
                <c:pt idx="2535">
                  <c:v>95.880990087063594</c:v>
                </c:pt>
                <c:pt idx="2536">
                  <c:v>95.882376558677564</c:v>
                </c:pt>
                <c:pt idx="2537">
                  <c:v>95.883056555268126</c:v>
                </c:pt>
                <c:pt idx="2538">
                  <c:v>95.883177983738193</c:v>
                </c:pt>
                <c:pt idx="2539">
                  <c:v>95.882826945490478</c:v>
                </c:pt>
                <c:pt idx="2540">
                  <c:v>95.882027731129199</c:v>
                </c:pt>
                <c:pt idx="2541">
                  <c:v>95.880736197140493</c:v>
                </c:pt>
                <c:pt idx="2542">
                  <c:v>95.878974440366449</c:v>
                </c:pt>
                <c:pt idx="2543">
                  <c:v>95.876731448510782</c:v>
                </c:pt>
                <c:pt idx="2544">
                  <c:v>95.87400725534917</c:v>
                </c:pt>
                <c:pt idx="2545">
                  <c:v>95.870894617232864</c:v>
                </c:pt>
                <c:pt idx="2546">
                  <c:v>95.867384742287967</c:v>
                </c:pt>
                <c:pt idx="2547">
                  <c:v>95.863601285167249</c:v>
                </c:pt>
                <c:pt idx="2548">
                  <c:v>95.859557521758802</c:v>
                </c:pt>
                <c:pt idx="2549">
                  <c:v>95.855293213702936</c:v>
                </c:pt>
                <c:pt idx="2550">
                  <c:v>95.850777491802987</c:v>
                </c:pt>
                <c:pt idx="2551">
                  <c:v>95.846054530338606</c:v>
                </c:pt>
                <c:pt idx="2552">
                  <c:v>95.841111119026095</c:v>
                </c:pt>
                <c:pt idx="2553">
                  <c:v>95.835951705408746</c:v>
                </c:pt>
                <c:pt idx="2554">
                  <c:v>95.830521159900456</c:v>
                </c:pt>
                <c:pt idx="2555">
                  <c:v>95.824784225462906</c:v>
                </c:pt>
                <c:pt idx="2556">
                  <c:v>95.81857327789551</c:v>
                </c:pt>
                <c:pt idx="2557">
                  <c:v>95.811775895817689</c:v>
                </c:pt>
                <c:pt idx="2558">
                  <c:v>95.804200284230646</c:v>
                </c:pt>
                <c:pt idx="2559">
                  <c:v>95.795729721497281</c:v>
                </c:pt>
                <c:pt idx="2560">
                  <c:v>95.786201233621782</c:v>
                </c:pt>
                <c:pt idx="2561">
                  <c:v>95.775687911870165</c:v>
                </c:pt>
                <c:pt idx="2562">
                  <c:v>95.764174645378446</c:v>
                </c:pt>
                <c:pt idx="2563">
                  <c:v>95.751831561987572</c:v>
                </c:pt>
                <c:pt idx="2564">
                  <c:v>95.738778024067472</c:v>
                </c:pt>
                <c:pt idx="2565">
                  <c:v>95.725181838165341</c:v>
                </c:pt>
                <c:pt idx="2566">
                  <c:v>95.711067478099949</c:v>
                </c:pt>
                <c:pt idx="2567">
                  <c:v>95.696472633029103</c:v>
                </c:pt>
                <c:pt idx="2568">
                  <c:v>95.681357866790933</c:v>
                </c:pt>
                <c:pt idx="2569">
                  <c:v>95.66554279828344</c:v>
                </c:pt>
                <c:pt idx="2570">
                  <c:v>95.648886822057406</c:v>
                </c:pt>
                <c:pt idx="2571">
                  <c:v>95.631249450747134</c:v>
                </c:pt>
                <c:pt idx="2572">
                  <c:v>95.612510142506835</c:v>
                </c:pt>
                <c:pt idx="2573">
                  <c:v>95.592612317785395</c:v>
                </c:pt>
                <c:pt idx="2574">
                  <c:v>95.571541297135113</c:v>
                </c:pt>
                <c:pt idx="2575">
                  <c:v>95.549330859802211</c:v>
                </c:pt>
                <c:pt idx="2576">
                  <c:v>95.526001598493494</c:v>
                </c:pt>
                <c:pt idx="2577">
                  <c:v>95.501593917394175</c:v>
                </c:pt>
                <c:pt idx="2578">
                  <c:v>95.476051487247304</c:v>
                </c:pt>
                <c:pt idx="2579">
                  <c:v>95.449386210963937</c:v>
                </c:pt>
                <c:pt idx="2580">
                  <c:v>95.421614413377469</c:v>
                </c:pt>
                <c:pt idx="2581">
                  <c:v>95.392745850759411</c:v>
                </c:pt>
                <c:pt idx="2582">
                  <c:v>95.362952796799007</c:v>
                </c:pt>
                <c:pt idx="2583">
                  <c:v>95.332427097649116</c:v>
                </c:pt>
                <c:pt idx="2584">
                  <c:v>95.301399874182081</c:v>
                </c:pt>
                <c:pt idx="2585">
                  <c:v>95.270286227000284</c:v>
                </c:pt>
                <c:pt idx="2586">
                  <c:v>95.239380104581159</c:v>
                </c:pt>
                <c:pt idx="2587">
                  <c:v>95.20902988164994</c:v>
                </c:pt>
                <c:pt idx="2588">
                  <c:v>95.179596644950408</c:v>
                </c:pt>
                <c:pt idx="2589">
                  <c:v>95.15148049180155</c:v>
                </c:pt>
                <c:pt idx="2590">
                  <c:v>95.125030713169537</c:v>
                </c:pt>
                <c:pt idx="2591">
                  <c:v>95.100646651565796</c:v>
                </c:pt>
                <c:pt idx="2592">
                  <c:v>95.078766764195919</c:v>
                </c:pt>
                <c:pt idx="2593">
                  <c:v>95.059746104233099</c:v>
                </c:pt>
                <c:pt idx="2594">
                  <c:v>95.043854326913419</c:v>
                </c:pt>
                <c:pt idx="2595">
                  <c:v>95.031372138727988</c:v>
                </c:pt>
                <c:pt idx="2596">
                  <c:v>95.022392279656628</c:v>
                </c:pt>
                <c:pt idx="2597">
                  <c:v>95.016937823411396</c:v>
                </c:pt>
                <c:pt idx="2598">
                  <c:v>95.014984097157196</c:v>
                </c:pt>
                <c:pt idx="2599">
                  <c:v>95.016388675690905</c:v>
                </c:pt>
                <c:pt idx="2600">
                  <c:v>95.020919786286953</c:v>
                </c:pt>
                <c:pt idx="2601">
                  <c:v>95.028334995908168</c:v>
                </c:pt>
                <c:pt idx="2602">
                  <c:v>95.03825420837785</c:v>
                </c:pt>
                <c:pt idx="2603">
                  <c:v>95.050308331152721</c:v>
                </c:pt>
                <c:pt idx="2604">
                  <c:v>95.064126057052903</c:v>
                </c:pt>
                <c:pt idx="2605">
                  <c:v>95.079329408124792</c:v>
                </c:pt>
                <c:pt idx="2606">
                  <c:v>95.09561906493758</c:v>
                </c:pt>
                <c:pt idx="2607">
                  <c:v>95.112656126639919</c:v>
                </c:pt>
                <c:pt idx="2608">
                  <c:v>95.130173758253036</c:v>
                </c:pt>
                <c:pt idx="2609">
                  <c:v>95.147902747831253</c:v>
                </c:pt>
                <c:pt idx="2610">
                  <c:v>95.165549582001873</c:v>
                </c:pt>
                <c:pt idx="2611">
                  <c:v>95.182877513527615</c:v>
                </c:pt>
                <c:pt idx="2612">
                  <c:v>95.199546598584021</c:v>
                </c:pt>
                <c:pt idx="2613">
                  <c:v>95.215302169653853</c:v>
                </c:pt>
                <c:pt idx="2614">
                  <c:v>95.229781968334606</c:v>
                </c:pt>
                <c:pt idx="2615">
                  <c:v>95.242858214970894</c:v>
                </c:pt>
                <c:pt idx="2616">
                  <c:v>95.254341705771949</c:v>
                </c:pt>
                <c:pt idx="2617">
                  <c:v>95.264128767891407</c:v>
                </c:pt>
                <c:pt idx="2618">
                  <c:v>95.27221668443805</c:v>
                </c:pt>
                <c:pt idx="2619">
                  <c:v>95.278556757337782</c:v>
                </c:pt>
                <c:pt idx="2620">
                  <c:v>95.283218844814684</c:v>
                </c:pt>
                <c:pt idx="2621">
                  <c:v>95.286178566015394</c:v>
                </c:pt>
                <c:pt idx="2622">
                  <c:v>95.287490614163772</c:v>
                </c:pt>
                <c:pt idx="2623">
                  <c:v>95.287222937322113</c:v>
                </c:pt>
                <c:pt idx="2624">
                  <c:v>95.285399683101858</c:v>
                </c:pt>
                <c:pt idx="2625">
                  <c:v>95.282135026245328</c:v>
                </c:pt>
                <c:pt idx="2626">
                  <c:v>95.277435696442481</c:v>
                </c:pt>
                <c:pt idx="2627">
                  <c:v>95.271277775252855</c:v>
                </c:pt>
                <c:pt idx="2628">
                  <c:v>95.263687867848475</c:v>
                </c:pt>
                <c:pt idx="2629">
                  <c:v>95.254563230569062</c:v>
                </c:pt>
                <c:pt idx="2630">
                  <c:v>95.243941586772991</c:v>
                </c:pt>
                <c:pt idx="2631">
                  <c:v>95.231834401422574</c:v>
                </c:pt>
                <c:pt idx="2632">
                  <c:v>95.218369405338535</c:v>
                </c:pt>
                <c:pt idx="2633">
                  <c:v>95.203766389448433</c:v>
                </c:pt>
                <c:pt idx="2634">
                  <c:v>95.18813985085427</c:v>
                </c:pt>
                <c:pt idx="2635">
                  <c:v>95.171645884161705</c:v>
                </c:pt>
                <c:pt idx="2636">
                  <c:v>95.154289323217228</c:v>
                </c:pt>
                <c:pt idx="2637">
                  <c:v>95.135978636333448</c:v>
                </c:pt>
                <c:pt idx="2638">
                  <c:v>95.116653051579831</c:v>
                </c:pt>
                <c:pt idx="2639">
                  <c:v>95.096245309058531</c:v>
                </c:pt>
                <c:pt idx="2640">
                  <c:v>95.07478237717504</c:v>
                </c:pt>
                <c:pt idx="2641">
                  <c:v>95.052444442644244</c:v>
                </c:pt>
                <c:pt idx="2642">
                  <c:v>95.029387481817139</c:v>
                </c:pt>
                <c:pt idx="2643">
                  <c:v>95.005837342052914</c:v>
                </c:pt>
                <c:pt idx="2644">
                  <c:v>94.98190374470596</c:v>
                </c:pt>
                <c:pt idx="2645">
                  <c:v>94.957534507051975</c:v>
                </c:pt>
                <c:pt idx="2646">
                  <c:v>94.932600999106953</c:v>
                </c:pt>
                <c:pt idx="2647">
                  <c:v>94.907057777040166</c:v>
                </c:pt>
                <c:pt idx="2648">
                  <c:v>94.880866011742526</c:v>
                </c:pt>
                <c:pt idx="2649">
                  <c:v>94.854264310613388</c:v>
                </c:pt>
                <c:pt idx="2650">
                  <c:v>94.827659150351579</c:v>
                </c:pt>
                <c:pt idx="2651">
                  <c:v>94.801727231673567</c:v>
                </c:pt>
                <c:pt idx="2652">
                  <c:v>94.777144524436949</c:v>
                </c:pt>
                <c:pt idx="2653">
                  <c:v>94.754699793698023</c:v>
                </c:pt>
                <c:pt idx="2654">
                  <c:v>94.734963036211369</c:v>
                </c:pt>
                <c:pt idx="2655">
                  <c:v>94.718436365214643</c:v>
                </c:pt>
                <c:pt idx="2656">
                  <c:v>94.705512803348142</c:v>
                </c:pt>
                <c:pt idx="2657">
                  <c:v>94.696502682796194</c:v>
                </c:pt>
                <c:pt idx="2658">
                  <c:v>94.691642545340954</c:v>
                </c:pt>
                <c:pt idx="2659">
                  <c:v>94.691199934179338</c:v>
                </c:pt>
                <c:pt idx="2660">
                  <c:v>94.695366666014493</c:v>
                </c:pt>
                <c:pt idx="2661">
                  <c:v>94.704108459047504</c:v>
                </c:pt>
                <c:pt idx="2662">
                  <c:v>94.717254285443772</c:v>
                </c:pt>
                <c:pt idx="2663">
                  <c:v>94.734358803319452</c:v>
                </c:pt>
                <c:pt idx="2664">
                  <c:v>94.754699793698023</c:v>
                </c:pt>
                <c:pt idx="2665">
                  <c:v>94.777450050345578</c:v>
                </c:pt>
                <c:pt idx="2666">
                  <c:v>94.801659562094102</c:v>
                </c:pt>
                <c:pt idx="2667">
                  <c:v>94.826569596326763</c:v>
                </c:pt>
                <c:pt idx="2668">
                  <c:v>94.851584457585972</c:v>
                </c:pt>
                <c:pt idx="2669">
                  <c:v>94.876252010760652</c:v>
                </c:pt>
                <c:pt idx="2670">
                  <c:v>94.900390612835579</c:v>
                </c:pt>
                <c:pt idx="2671">
                  <c:v>94.923820629140081</c:v>
                </c:pt>
                <c:pt idx="2672">
                  <c:v>94.946440965565685</c:v>
                </c:pt>
                <c:pt idx="2673">
                  <c:v>94.968093596510656</c:v>
                </c:pt>
                <c:pt idx="2674">
                  <c:v>94.988563512405804</c:v>
                </c:pt>
                <c:pt idx="2675">
                  <c:v>95.007690249061511</c:v>
                </c:pt>
                <c:pt idx="2676">
                  <c:v>95.025223556878899</c:v>
                </c:pt>
                <c:pt idx="2677">
                  <c:v>95.040961219395314</c:v>
                </c:pt>
                <c:pt idx="2678">
                  <c:v>95.054733812147333</c:v>
                </c:pt>
                <c:pt idx="2679">
                  <c:v>95.066452920665796</c:v>
                </c:pt>
                <c:pt idx="2680">
                  <c:v>95.07614843391498</c:v>
                </c:pt>
                <c:pt idx="2681">
                  <c:v>95.083983936571911</c:v>
                </c:pt>
                <c:pt idx="2682">
                  <c:v>95.090156026279544</c:v>
                </c:pt>
                <c:pt idx="2683">
                  <c:v>95.094940273520123</c:v>
                </c:pt>
                <c:pt idx="2684">
                  <c:v>95.098586097201547</c:v>
                </c:pt>
                <c:pt idx="2685">
                  <c:v>95.101310155194255</c:v>
                </c:pt>
                <c:pt idx="2686">
                  <c:v>95.103035724258476</c:v>
                </c:pt>
                <c:pt idx="2687">
                  <c:v>95.103585372756044</c:v>
                </c:pt>
                <c:pt idx="2688">
                  <c:v>95.102676593091502</c:v>
                </c:pt>
                <c:pt idx="2689">
                  <c:v>95.099967824261455</c:v>
                </c:pt>
                <c:pt idx="2690">
                  <c:v>95.095152669023449</c:v>
                </c:pt>
                <c:pt idx="2691">
                  <c:v>95.088135109942527</c:v>
                </c:pt>
                <c:pt idx="2692">
                  <c:v>95.078895931184761</c:v>
                </c:pt>
                <c:pt idx="2693">
                  <c:v>95.067521151822447</c:v>
                </c:pt>
                <c:pt idx="2694">
                  <c:v>95.054153804142203</c:v>
                </c:pt>
                <c:pt idx="2695">
                  <c:v>95.038742208709039</c:v>
                </c:pt>
                <c:pt idx="2696">
                  <c:v>95.021195466816167</c:v>
                </c:pt>
                <c:pt idx="2697">
                  <c:v>95.001252263536699</c:v>
                </c:pt>
                <c:pt idx="2698">
                  <c:v>94.978592625137793</c:v>
                </c:pt>
                <c:pt idx="2699">
                  <c:v>94.952918964097776</c:v>
                </c:pt>
                <c:pt idx="2700">
                  <c:v>94.924041385272872</c:v>
                </c:pt>
                <c:pt idx="2701">
                  <c:v>94.891914747004009</c:v>
                </c:pt>
                <c:pt idx="2702">
                  <c:v>94.856605694871178</c:v>
                </c:pt>
                <c:pt idx="2703">
                  <c:v>94.818259702350133</c:v>
                </c:pt>
                <c:pt idx="2704">
                  <c:v>94.776985214889521</c:v>
                </c:pt>
                <c:pt idx="2705">
                  <c:v>94.732956212581726</c:v>
                </c:pt>
                <c:pt idx="2706">
                  <c:v>94.686355330514772</c:v>
                </c:pt>
                <c:pt idx="2707">
                  <c:v>94.637321489239113</c:v>
                </c:pt>
                <c:pt idx="2708">
                  <c:v>94.586165580054654</c:v>
                </c:pt>
                <c:pt idx="2709">
                  <c:v>94.533278525659583</c:v>
                </c:pt>
                <c:pt idx="2710">
                  <c:v>94.479141861923821</c:v>
                </c:pt>
                <c:pt idx="2711">
                  <c:v>94.424423073648853</c:v>
                </c:pt>
                <c:pt idx="2712">
                  <c:v>94.369705555247492</c:v>
                </c:pt>
                <c:pt idx="2713">
                  <c:v>94.315651706857139</c:v>
                </c:pt>
                <c:pt idx="2714">
                  <c:v>94.262763974258988</c:v>
                </c:pt>
                <c:pt idx="2715">
                  <c:v>94.211554553081257</c:v>
                </c:pt>
                <c:pt idx="2716">
                  <c:v>94.16236114157573</c:v>
                </c:pt>
                <c:pt idx="2717">
                  <c:v>94.115601025046615</c:v>
                </c:pt>
                <c:pt idx="2718">
                  <c:v>94.071617175305093</c:v>
                </c:pt>
                <c:pt idx="2719">
                  <c:v>94.030830087466683</c:v>
                </c:pt>
                <c:pt idx="2720">
                  <c:v>93.993690119246367</c:v>
                </c:pt>
                <c:pt idx="2721">
                  <c:v>93.96061701193959</c:v>
                </c:pt>
                <c:pt idx="2722">
                  <c:v>93.931801139451395</c:v>
                </c:pt>
                <c:pt idx="2723">
                  <c:v>93.907264539104446</c:v>
                </c:pt>
                <c:pt idx="2724">
                  <c:v>93.886733633534035</c:v>
                </c:pt>
                <c:pt idx="2725">
                  <c:v>93.869689214921976</c:v>
                </c:pt>
                <c:pt idx="2726">
                  <c:v>93.855422703222871</c:v>
                </c:pt>
                <c:pt idx="2727">
                  <c:v>93.843208955307077</c:v>
                </c:pt>
                <c:pt idx="2728">
                  <c:v>93.832366588246558</c:v>
                </c:pt>
                <c:pt idx="2729">
                  <c:v>93.822342078568582</c:v>
                </c:pt>
                <c:pt idx="2730">
                  <c:v>93.812713940533328</c:v>
                </c:pt>
                <c:pt idx="2731">
                  <c:v>93.803147267651283</c:v>
                </c:pt>
                <c:pt idx="2732">
                  <c:v>93.793311611103135</c:v>
                </c:pt>
                <c:pt idx="2733">
                  <c:v>93.782844270801775</c:v>
                </c:pt>
                <c:pt idx="2734">
                  <c:v>93.771270441344214</c:v>
                </c:pt>
                <c:pt idx="2735">
                  <c:v>93.757994686097604</c:v>
                </c:pt>
                <c:pt idx="2736">
                  <c:v>93.742355067274204</c:v>
                </c:pt>
                <c:pt idx="2737">
                  <c:v>93.723547806990737</c:v>
                </c:pt>
                <c:pt idx="2738">
                  <c:v>93.700744156584932</c:v>
                </c:pt>
                <c:pt idx="2739">
                  <c:v>93.673010935484413</c:v>
                </c:pt>
                <c:pt idx="2740">
                  <c:v>93.639518098496538</c:v>
                </c:pt>
                <c:pt idx="2741">
                  <c:v>93.599265344949529</c:v>
                </c:pt>
                <c:pt idx="2742">
                  <c:v>93.551337290513146</c:v>
                </c:pt>
                <c:pt idx="2743">
                  <c:v>93.494835106780855</c:v>
                </c:pt>
                <c:pt idx="2744">
                  <c:v>93.42884070156704</c:v>
                </c:pt>
                <c:pt idx="2745">
                  <c:v>93.352439181407632</c:v>
                </c:pt>
                <c:pt idx="2746">
                  <c:v>93.264717696856351</c:v>
                </c:pt>
                <c:pt idx="2747">
                  <c:v>93.164886668708931</c:v>
                </c:pt>
                <c:pt idx="2748">
                  <c:v>93.05222239927447</c:v>
                </c:pt>
                <c:pt idx="2749">
                  <c:v>92.926407967953594</c:v>
                </c:pt>
                <c:pt idx="2750">
                  <c:v>92.787345410570126</c:v>
                </c:pt>
                <c:pt idx="2751">
                  <c:v>92.635497875465006</c:v>
                </c:pt>
                <c:pt idx="2752">
                  <c:v>92.47160380671545</c:v>
                </c:pt>
                <c:pt idx="2753">
                  <c:v>92.296814033176233</c:v>
                </c:pt>
                <c:pt idx="2754">
                  <c:v>92.112472526916818</c:v>
                </c:pt>
                <c:pt idx="2755">
                  <c:v>91.920096158475303</c:v>
                </c:pt>
                <c:pt idx="2756">
                  <c:v>91.721382045861304</c:v>
                </c:pt>
                <c:pt idx="2757">
                  <c:v>91.518248523615114</c:v>
                </c:pt>
                <c:pt idx="2758">
                  <c:v>91.312881975243855</c:v>
                </c:pt>
                <c:pt idx="2759">
                  <c:v>91.107833615588007</c:v>
                </c:pt>
                <c:pt idx="2760">
                  <c:v>90.905966806573474</c:v>
                </c:pt>
                <c:pt idx="2761">
                  <c:v>90.710334827013327</c:v>
                </c:pt>
                <c:pt idx="2762">
                  <c:v>90.524077965934268</c:v>
                </c:pt>
                <c:pt idx="2763">
                  <c:v>90.350356392199828</c:v>
                </c:pt>
                <c:pt idx="2764">
                  <c:v>90.192260117966143</c:v>
                </c:pt>
                <c:pt idx="2765">
                  <c:v>90.052986447452426</c:v>
                </c:pt>
                <c:pt idx="2766">
                  <c:v>89.935805764794807</c:v>
                </c:pt>
                <c:pt idx="2767">
                  <c:v>89.844229800362314</c:v>
                </c:pt>
                <c:pt idx="2768">
                  <c:v>89.781868603001541</c:v>
                </c:pt>
                <c:pt idx="2769">
                  <c:v>89.752180826206072</c:v>
                </c:pt>
                <c:pt idx="2770">
                  <c:v>89.75819489286954</c:v>
                </c:pt>
                <c:pt idx="2771">
                  <c:v>89.802192500571849</c:v>
                </c:pt>
                <c:pt idx="2772">
                  <c:v>89.885359553721997</c:v>
                </c:pt>
                <c:pt idx="2773">
                  <c:v>90.007676341205439</c:v>
                </c:pt>
                <c:pt idx="2774">
                  <c:v>90.167793050319617</c:v>
                </c:pt>
                <c:pt idx="2775">
                  <c:v>90.363068492747203</c:v>
                </c:pt>
                <c:pt idx="2776">
                  <c:v>90.589499453901368</c:v>
                </c:pt>
                <c:pt idx="2777">
                  <c:v>90.841965029059466</c:v>
                </c:pt>
                <c:pt idx="2778">
                  <c:v>91.114280491840788</c:v>
                </c:pt>
                <c:pt idx="2779">
                  <c:v>91.399718886862402</c:v>
                </c:pt>
                <c:pt idx="2780">
                  <c:v>91.691475192536103</c:v>
                </c:pt>
                <c:pt idx="2781">
                  <c:v>91.983069922624765</c:v>
                </c:pt>
                <c:pt idx="2782">
                  <c:v>92.268858969542734</c:v>
                </c:pt>
                <c:pt idx="2783">
                  <c:v>92.544296847726017</c:v>
                </c:pt>
                <c:pt idx="2784">
                  <c:v>92.805992585732767</c:v>
                </c:pt>
                <c:pt idx="2785">
                  <c:v>93.051635326917562</c:v>
                </c:pt>
                <c:pt idx="2786">
                  <c:v>93.279815840196264</c:v>
                </c:pt>
                <c:pt idx="2787">
                  <c:v>93.489898870968773</c:v>
                </c:pt>
                <c:pt idx="2788">
                  <c:v>93.681755419399138</c:v>
                </c:pt>
                <c:pt idx="2789">
                  <c:v>93.8557058078772</c:v>
                </c:pt>
                <c:pt idx="2790">
                  <c:v>94.012358928490713</c:v>
                </c:pt>
                <c:pt idx="2791">
                  <c:v>94.152626568270108</c:v>
                </c:pt>
                <c:pt idx="2792">
                  <c:v>94.277648133015362</c:v>
                </c:pt>
                <c:pt idx="2793">
                  <c:v>94.388740280420919</c:v>
                </c:pt>
                <c:pt idx="2794">
                  <c:v>94.487258861679095</c:v>
                </c:pt>
                <c:pt idx="2795">
                  <c:v>94.574760464289042</c:v>
                </c:pt>
                <c:pt idx="2796">
                  <c:v>94.65259606771707</c:v>
                </c:pt>
                <c:pt idx="2797">
                  <c:v>94.722052486804557</c:v>
                </c:pt>
                <c:pt idx="2798">
                  <c:v>94.784232979154893</c:v>
                </c:pt>
                <c:pt idx="2799">
                  <c:v>94.840003208801321</c:v>
                </c:pt>
                <c:pt idx="2800">
                  <c:v>94.890120905984134</c:v>
                </c:pt>
                <c:pt idx="2801">
                  <c:v>94.93529407093331</c:v>
                </c:pt>
                <c:pt idx="2802">
                  <c:v>94.976103893946942</c:v>
                </c:pt>
                <c:pt idx="2803">
                  <c:v>95.013214182746481</c:v>
                </c:pt>
                <c:pt idx="2804">
                  <c:v>95.047202738295539</c:v>
                </c:pt>
                <c:pt idx="2805">
                  <c:v>95.078536891175247</c:v>
                </c:pt>
                <c:pt idx="2806">
                  <c:v>95.107535927933185</c:v>
                </c:pt>
                <c:pt idx="2807">
                  <c:v>95.134414570170904</c:v>
                </c:pt>
                <c:pt idx="2808">
                  <c:v>95.159164441969381</c:v>
                </c:pt>
                <c:pt idx="2809">
                  <c:v>95.181801411237061</c:v>
                </c:pt>
                <c:pt idx="2810">
                  <c:v>95.202262587980556</c:v>
                </c:pt>
                <c:pt idx="2811">
                  <c:v>95.220581647372555</c:v>
                </c:pt>
                <c:pt idx="2812">
                  <c:v>95.236915240705656</c:v>
                </c:pt>
                <c:pt idx="2813">
                  <c:v>95.251396132934175</c:v>
                </c:pt>
                <c:pt idx="2814">
                  <c:v>95.264220896516335</c:v>
                </c:pt>
                <c:pt idx="2815">
                  <c:v>95.275496358056316</c:v>
                </c:pt>
                <c:pt idx="2816">
                  <c:v>95.285362384643207</c:v>
                </c:pt>
                <c:pt idx="2817">
                  <c:v>95.293838286161446</c:v>
                </c:pt>
                <c:pt idx="2818">
                  <c:v>95.300965384798801</c:v>
                </c:pt>
                <c:pt idx="2819">
                  <c:v>95.306763128490701</c:v>
                </c:pt>
                <c:pt idx="2820">
                  <c:v>95.311325643362451</c:v>
                </c:pt>
                <c:pt idx="2821">
                  <c:v>95.314780044728593</c:v>
                </c:pt>
                <c:pt idx="2822">
                  <c:v>95.317330324797396</c:v>
                </c:pt>
                <c:pt idx="2823">
                  <c:v>95.319145410781644</c:v>
                </c:pt>
                <c:pt idx="2824">
                  <c:v>95.320495225065216</c:v>
                </c:pt>
                <c:pt idx="2825">
                  <c:v>95.321570700533982</c:v>
                </c:pt>
                <c:pt idx="2826">
                  <c:v>95.322540833713305</c:v>
                </c:pt>
                <c:pt idx="2827">
                  <c:v>95.323493417528098</c:v>
                </c:pt>
                <c:pt idx="2828">
                  <c:v>95.324432841304358</c:v>
                </c:pt>
                <c:pt idx="2829">
                  <c:v>95.325302036034614</c:v>
                </c:pt>
                <c:pt idx="2830">
                  <c:v>95.325936377595454</c:v>
                </c:pt>
                <c:pt idx="2831">
                  <c:v>95.326195383321817</c:v>
                </c:pt>
                <c:pt idx="2832">
                  <c:v>95.325942962478067</c:v>
                </c:pt>
                <c:pt idx="2833">
                  <c:v>95.325179119126986</c:v>
                </c:pt>
                <c:pt idx="2834">
                  <c:v>95.323928009619607</c:v>
                </c:pt>
                <c:pt idx="2835">
                  <c:v>95.32229720205433</c:v>
                </c:pt>
                <c:pt idx="2836">
                  <c:v>95.320449133530573</c:v>
                </c:pt>
                <c:pt idx="2837">
                  <c:v>95.318465023835714</c:v>
                </c:pt>
                <c:pt idx="2838">
                  <c:v>95.316314155112195</c:v>
                </c:pt>
                <c:pt idx="2839">
                  <c:v>95.313972397109055</c:v>
                </c:pt>
                <c:pt idx="2840">
                  <c:v>95.31128614013187</c:v>
                </c:pt>
                <c:pt idx="2841">
                  <c:v>95.308235662330247</c:v>
                </c:pt>
                <c:pt idx="2842">
                  <c:v>95.304816609731333</c:v>
                </c:pt>
                <c:pt idx="2843">
                  <c:v>95.301125575098453</c:v>
                </c:pt>
                <c:pt idx="2844">
                  <c:v>95.297423711892677</c:v>
                </c:pt>
                <c:pt idx="2845">
                  <c:v>95.293921666623092</c:v>
                </c:pt>
                <c:pt idx="2846">
                  <c:v>95.290825667368324</c:v>
                </c:pt>
                <c:pt idx="2847">
                  <c:v>95.288230020494382</c:v>
                </c:pt>
                <c:pt idx="2848">
                  <c:v>95.286147849385515</c:v>
                </c:pt>
                <c:pt idx="2849">
                  <c:v>95.284401405860166</c:v>
                </c:pt>
                <c:pt idx="2850">
                  <c:v>95.282714231396454</c:v>
                </c:pt>
                <c:pt idx="2851">
                  <c:v>95.280761622043002</c:v>
                </c:pt>
                <c:pt idx="2852">
                  <c:v>95.278137729118882</c:v>
                </c:pt>
                <c:pt idx="2853">
                  <c:v>95.27451354100485</c:v>
                </c:pt>
                <c:pt idx="2854">
                  <c:v>95.269707097396577</c:v>
                </c:pt>
                <c:pt idx="2855">
                  <c:v>95.263580385062795</c:v>
                </c:pt>
                <c:pt idx="2856">
                  <c:v>95.256263066700171</c:v>
                </c:pt>
                <c:pt idx="2857">
                  <c:v>95.248069039214613</c:v>
                </c:pt>
                <c:pt idx="2858">
                  <c:v>95.239334052269157</c:v>
                </c:pt>
                <c:pt idx="2859">
                  <c:v>95.230529697916538</c:v>
                </c:pt>
                <c:pt idx="2860">
                  <c:v>95.222107663903756</c:v>
                </c:pt>
                <c:pt idx="2861">
                  <c:v>95.21425639422705</c:v>
                </c:pt>
                <c:pt idx="2862">
                  <c:v>95.207061244504516</c:v>
                </c:pt>
                <c:pt idx="2863">
                  <c:v>95.200454111844905</c:v>
                </c:pt>
                <c:pt idx="2864">
                  <c:v>95.19422883243314</c:v>
                </c:pt>
                <c:pt idx="2865">
                  <c:v>95.18820998809349</c:v>
                </c:pt>
                <c:pt idx="2866">
                  <c:v>95.182152074598292</c:v>
                </c:pt>
                <c:pt idx="2867">
                  <c:v>95.176024418325085</c:v>
                </c:pt>
                <c:pt idx="2868">
                  <c:v>95.169761291828763</c:v>
                </c:pt>
                <c:pt idx="2869">
                  <c:v>95.163338618517557</c:v>
                </c:pt>
                <c:pt idx="2870">
                  <c:v>95.156791487800604</c:v>
                </c:pt>
                <c:pt idx="2871">
                  <c:v>95.150130879988765</c:v>
                </c:pt>
                <c:pt idx="2872">
                  <c:v>95.143448830802484</c:v>
                </c:pt>
                <c:pt idx="2873">
                  <c:v>95.136811062982858</c:v>
                </c:pt>
                <c:pt idx="2874">
                  <c:v>95.130272328698112</c:v>
                </c:pt>
                <c:pt idx="2875">
                  <c:v>95.123961835803698</c:v>
                </c:pt>
                <c:pt idx="2876">
                  <c:v>95.117820404362078</c:v>
                </c:pt>
                <c:pt idx="2877">
                  <c:v>95.111725360011519</c:v>
                </c:pt>
                <c:pt idx="2878">
                  <c:v>95.105446755804195</c:v>
                </c:pt>
                <c:pt idx="2879">
                  <c:v>95.098739378135775</c:v>
                </c:pt>
                <c:pt idx="2880">
                  <c:v>95.091415015374551</c:v>
                </c:pt>
                <c:pt idx="2881">
                  <c:v>95.083329311323041</c:v>
                </c:pt>
                <c:pt idx="2882">
                  <c:v>95.07462256733244</c:v>
                </c:pt>
                <c:pt idx="2883">
                  <c:v>95.065535739967345</c:v>
                </c:pt>
                <c:pt idx="2884">
                  <c:v>95.056373174665893</c:v>
                </c:pt>
                <c:pt idx="2885">
                  <c:v>95.047423781367428</c:v>
                </c:pt>
                <c:pt idx="2886">
                  <c:v>95.038849437817134</c:v>
                </c:pt>
                <c:pt idx="2887">
                  <c:v>95.030654418985876</c:v>
                </c:pt>
                <c:pt idx="2888">
                  <c:v>95.022705160087611</c:v>
                </c:pt>
                <c:pt idx="2889">
                  <c:v>95.014778444098937</c:v>
                </c:pt>
                <c:pt idx="2890">
                  <c:v>95.006736445899264</c:v>
                </c:pt>
                <c:pt idx="2891">
                  <c:v>94.998511384780969</c:v>
                </c:pt>
                <c:pt idx="2892">
                  <c:v>94.99003550436592</c:v>
                </c:pt>
                <c:pt idx="2893">
                  <c:v>94.981391978922005</c:v>
                </c:pt>
                <c:pt idx="2894">
                  <c:v>94.972648645935664</c:v>
                </c:pt>
                <c:pt idx="2895">
                  <c:v>94.9638667585631</c:v>
                </c:pt>
                <c:pt idx="2896">
                  <c:v>94.955079123965348</c:v>
                </c:pt>
                <c:pt idx="2897">
                  <c:v>94.946303233642041</c:v>
                </c:pt>
                <c:pt idx="2898">
                  <c:v>94.937598106981255</c:v>
                </c:pt>
                <c:pt idx="2899">
                  <c:v>94.929038042582107</c:v>
                </c:pt>
                <c:pt idx="2900">
                  <c:v>94.920668899550108</c:v>
                </c:pt>
                <c:pt idx="2901">
                  <c:v>94.912567117984693</c:v>
                </c:pt>
                <c:pt idx="2902">
                  <c:v>94.904677998009333</c:v>
                </c:pt>
                <c:pt idx="2903">
                  <c:v>94.896957785034104</c:v>
                </c:pt>
                <c:pt idx="2904">
                  <c:v>94.889312486889722</c:v>
                </c:pt>
                <c:pt idx="2905">
                  <c:v>94.881698390923603</c:v>
                </c:pt>
                <c:pt idx="2906">
                  <c:v>94.874039030250586</c:v>
                </c:pt>
                <c:pt idx="2907">
                  <c:v>94.866340969066158</c:v>
                </c:pt>
                <c:pt idx="2908">
                  <c:v>94.858702505945857</c:v>
                </c:pt>
                <c:pt idx="2909">
                  <c:v>94.851204435657948</c:v>
                </c:pt>
                <c:pt idx="2910">
                  <c:v>94.843848908867201</c:v>
                </c:pt>
                <c:pt idx="2911">
                  <c:v>94.836683933788152</c:v>
                </c:pt>
                <c:pt idx="2912">
                  <c:v>94.829818644120749</c:v>
                </c:pt>
                <c:pt idx="2913">
                  <c:v>94.823250791472319</c:v>
                </c:pt>
                <c:pt idx="2914">
                  <c:v>94.817093842743219</c:v>
                </c:pt>
                <c:pt idx="2915">
                  <c:v>94.811424126898999</c:v>
                </c:pt>
                <c:pt idx="2916">
                  <c:v>94.806213177658421</c:v>
                </c:pt>
                <c:pt idx="2917">
                  <c:v>94.801399798673145</c:v>
                </c:pt>
                <c:pt idx="2918">
                  <c:v>94.796791844863492</c:v>
                </c:pt>
                <c:pt idx="2919">
                  <c:v>94.792151374974949</c:v>
                </c:pt>
                <c:pt idx="2920">
                  <c:v>94.787345257595049</c:v>
                </c:pt>
                <c:pt idx="2921">
                  <c:v>94.782325504169435</c:v>
                </c:pt>
                <c:pt idx="2922">
                  <c:v>94.77716853000841</c:v>
                </c:pt>
                <c:pt idx="2923">
                  <c:v>94.772048933944063</c:v>
                </c:pt>
                <c:pt idx="2924">
                  <c:v>94.767165280351946</c:v>
                </c:pt>
                <c:pt idx="2925">
                  <c:v>94.762574264479753</c:v>
                </c:pt>
                <c:pt idx="2926">
                  <c:v>94.758256206813044</c:v>
                </c:pt>
                <c:pt idx="2927">
                  <c:v>94.75412816183308</c:v>
                </c:pt>
                <c:pt idx="2928">
                  <c:v>94.750198831538924</c:v>
                </c:pt>
                <c:pt idx="2929">
                  <c:v>94.746657992184481</c:v>
                </c:pt>
                <c:pt idx="2930">
                  <c:v>94.743904824688428</c:v>
                </c:pt>
                <c:pt idx="2931">
                  <c:v>94.742545723161612</c:v>
                </c:pt>
                <c:pt idx="2932">
                  <c:v>94.742988574326702</c:v>
                </c:pt>
                <c:pt idx="2933">
                  <c:v>94.745331575036033</c:v>
                </c:pt>
                <c:pt idx="2934">
                  <c:v>94.749007628668096</c:v>
                </c:pt>
                <c:pt idx="2935">
                  <c:v>94.752899819530839</c:v>
                </c:pt>
                <c:pt idx="2936">
                  <c:v>94.755408883818731</c:v>
                </c:pt>
                <c:pt idx="2937">
                  <c:v>94.75487433846618</c:v>
                </c:pt>
                <c:pt idx="2938">
                  <c:v>94.749985024792664</c:v>
                </c:pt>
                <c:pt idx="2939">
                  <c:v>94.740172250716796</c:v>
                </c:pt>
                <c:pt idx="2940">
                  <c:v>94.725662203032115</c:v>
                </c:pt>
                <c:pt idx="2941">
                  <c:v>94.707527768501663</c:v>
                </c:pt>
                <c:pt idx="2942">
                  <c:v>94.687255771398128</c:v>
                </c:pt>
                <c:pt idx="2943">
                  <c:v>94.666358156860255</c:v>
                </c:pt>
                <c:pt idx="2944">
                  <c:v>94.64621047538202</c:v>
                </c:pt>
                <c:pt idx="2945">
                  <c:v>94.627692514764277</c:v>
                </c:pt>
                <c:pt idx="2946">
                  <c:v>94.611175843275703</c:v>
                </c:pt>
                <c:pt idx="2947">
                  <c:v>94.596824955124788</c:v>
                </c:pt>
                <c:pt idx="2948">
                  <c:v>94.584503836390198</c:v>
                </c:pt>
                <c:pt idx="2949">
                  <c:v>94.574035304845225</c:v>
                </c:pt>
                <c:pt idx="2950">
                  <c:v>94.565116080726767</c:v>
                </c:pt>
                <c:pt idx="2951">
                  <c:v>94.557312449645622</c:v>
                </c:pt>
                <c:pt idx="2952">
                  <c:v>94.550125579000905</c:v>
                </c:pt>
                <c:pt idx="2953">
                  <c:v>94.543037216571392</c:v>
                </c:pt>
                <c:pt idx="2954">
                  <c:v>94.535568451450686</c:v>
                </c:pt>
                <c:pt idx="2955">
                  <c:v>94.52746471422428</c:v>
                </c:pt>
                <c:pt idx="2956">
                  <c:v>94.518806694165619</c:v>
                </c:pt>
                <c:pt idx="2957">
                  <c:v>94.509803455669811</c:v>
                </c:pt>
                <c:pt idx="2958">
                  <c:v>94.500962096040837</c:v>
                </c:pt>
                <c:pt idx="2959">
                  <c:v>94.492698142075994</c:v>
                </c:pt>
                <c:pt idx="2960">
                  <c:v>94.485222475656542</c:v>
                </c:pt>
                <c:pt idx="2961">
                  <c:v>94.478591471479945</c:v>
                </c:pt>
                <c:pt idx="2962">
                  <c:v>94.47260264754928</c:v>
                </c:pt>
                <c:pt idx="2963">
                  <c:v>94.466881750041722</c:v>
                </c:pt>
                <c:pt idx="2964">
                  <c:v>94.46102852109729</c:v>
                </c:pt>
                <c:pt idx="2965">
                  <c:v>94.454795046200545</c:v>
                </c:pt>
                <c:pt idx="2966">
                  <c:v>94.447990022894288</c:v>
                </c:pt>
                <c:pt idx="2967">
                  <c:v>94.440659240868712</c:v>
                </c:pt>
                <c:pt idx="2968">
                  <c:v>94.432937635252259</c:v>
                </c:pt>
                <c:pt idx="2969">
                  <c:v>94.425116646854136</c:v>
                </c:pt>
                <c:pt idx="2970">
                  <c:v>94.417420226475613</c:v>
                </c:pt>
                <c:pt idx="2971">
                  <c:v>94.410102686554055</c:v>
                </c:pt>
                <c:pt idx="2972">
                  <c:v>94.403311751704209</c:v>
                </c:pt>
                <c:pt idx="2973">
                  <c:v>94.397125557004784</c:v>
                </c:pt>
                <c:pt idx="2974">
                  <c:v>94.391311425236935</c:v>
                </c:pt>
                <c:pt idx="2975">
                  <c:v>94.385619356811347</c:v>
                </c:pt>
                <c:pt idx="2976">
                  <c:v>94.379623387184083</c:v>
                </c:pt>
                <c:pt idx="2977">
                  <c:v>94.37292591138214</c:v>
                </c:pt>
                <c:pt idx="2978">
                  <c:v>94.365172905481074</c:v>
                </c:pt>
                <c:pt idx="2979">
                  <c:v>94.356360284437528</c:v>
                </c:pt>
                <c:pt idx="2980">
                  <c:v>94.346549172693656</c:v>
                </c:pt>
                <c:pt idx="2981">
                  <c:v>94.336120010781926</c:v>
                </c:pt>
                <c:pt idx="2982">
                  <c:v>94.32555299834597</c:v>
                </c:pt>
                <c:pt idx="2983">
                  <c:v>94.315299892415197</c:v>
                </c:pt>
                <c:pt idx="2984">
                  <c:v>94.30575579764087</c:v>
                </c:pt>
                <c:pt idx="2985">
                  <c:v>94.297150653563605</c:v>
                </c:pt>
                <c:pt idx="2986">
                  <c:v>94.289490716607077</c:v>
                </c:pt>
                <c:pt idx="2987">
                  <c:v>94.282563004556536</c:v>
                </c:pt>
                <c:pt idx="2988">
                  <c:v>94.276115544383686</c:v>
                </c:pt>
                <c:pt idx="2989">
                  <c:v>94.269638136170997</c:v>
                </c:pt>
                <c:pt idx="2990">
                  <c:v>94.262603358849802</c:v>
                </c:pt>
                <c:pt idx="2991">
                  <c:v>94.25457727789987</c:v>
                </c:pt>
                <c:pt idx="2992">
                  <c:v>94.245299736886039</c:v>
                </c:pt>
                <c:pt idx="2993">
                  <c:v>94.234703840612312</c:v>
                </c:pt>
                <c:pt idx="2994">
                  <c:v>94.223082925004391</c:v>
                </c:pt>
                <c:pt idx="2995">
                  <c:v>94.21096884357496</c:v>
                </c:pt>
                <c:pt idx="2996">
                  <c:v>94.199027671482682</c:v>
                </c:pt>
                <c:pt idx="2997">
                  <c:v>94.187821049170495</c:v>
                </c:pt>
                <c:pt idx="2998">
                  <c:v>94.177771575924012</c:v>
                </c:pt>
                <c:pt idx="2999">
                  <c:v>94.168946099521236</c:v>
                </c:pt>
                <c:pt idx="3000">
                  <c:v>94.161179497162522</c:v>
                </c:pt>
                <c:pt idx="3001">
                  <c:v>94.154228692771255</c:v>
                </c:pt>
                <c:pt idx="3002">
                  <c:v>94.147811687000598</c:v>
                </c:pt>
                <c:pt idx="3003">
                  <c:v>94.141869842947685</c:v>
                </c:pt>
                <c:pt idx="3004">
                  <c:v>94.136413908555042</c:v>
                </c:pt>
                <c:pt idx="3005">
                  <c:v>94.131508823102678</c:v>
                </c:pt>
                <c:pt idx="3006">
                  <c:v>94.127113320724149</c:v>
                </c:pt>
                <c:pt idx="3007">
                  <c:v>94.122962923804863</c:v>
                </c:pt>
                <c:pt idx="3008">
                  <c:v>94.118591659244217</c:v>
                </c:pt>
                <c:pt idx="3009">
                  <c:v>94.113410120738706</c:v>
                </c:pt>
                <c:pt idx="3010">
                  <c:v>94.106887552304414</c:v>
                </c:pt>
                <c:pt idx="3011">
                  <c:v>94.098770728065801</c:v>
                </c:pt>
                <c:pt idx="3012">
                  <c:v>94.08915755230781</c:v>
                </c:pt>
                <c:pt idx="3013">
                  <c:v>94.078423241826385</c:v>
                </c:pt>
                <c:pt idx="3014">
                  <c:v>94.0670706852828</c:v>
                </c:pt>
                <c:pt idx="3015">
                  <c:v>94.055626373053997</c:v>
                </c:pt>
                <c:pt idx="3016">
                  <c:v>94.044371847261942</c:v>
                </c:pt>
                <c:pt idx="3017">
                  <c:v>94.033387152428389</c:v>
                </c:pt>
                <c:pt idx="3018">
                  <c:v>94.02257477152159</c:v>
                </c:pt>
                <c:pt idx="3019">
                  <c:v>94.01177229267465</c:v>
                </c:pt>
                <c:pt idx="3020">
                  <c:v>94.000884476896431</c:v>
                </c:pt>
                <c:pt idx="3021">
                  <c:v>93.989883219559218</c:v>
                </c:pt>
                <c:pt idx="3022">
                  <c:v>93.97872095409663</c:v>
                </c:pt>
                <c:pt idx="3023">
                  <c:v>93.96741504761674</c:v>
                </c:pt>
                <c:pt idx="3024">
                  <c:v>93.95598502302839</c:v>
                </c:pt>
                <c:pt idx="3025">
                  <c:v>93.944420110205044</c:v>
                </c:pt>
                <c:pt idx="3026">
                  <c:v>93.932824177637173</c:v>
                </c:pt>
                <c:pt idx="3027">
                  <c:v>93.921493515952406</c:v>
                </c:pt>
                <c:pt idx="3028">
                  <c:v>93.910774008936912</c:v>
                </c:pt>
                <c:pt idx="3029">
                  <c:v>93.901024364014035</c:v>
                </c:pt>
                <c:pt idx="3030">
                  <c:v>93.892317785646057</c:v>
                </c:pt>
                <c:pt idx="3031">
                  <c:v>93.884422674329542</c:v>
                </c:pt>
                <c:pt idx="3032">
                  <c:v>93.876616851994797</c:v>
                </c:pt>
                <c:pt idx="3033">
                  <c:v>93.867897406992213</c:v>
                </c:pt>
                <c:pt idx="3034">
                  <c:v>93.85725317359595</c:v>
                </c:pt>
                <c:pt idx="3035">
                  <c:v>93.844155399125867</c:v>
                </c:pt>
                <c:pt idx="3036">
                  <c:v>93.828583506291068</c:v>
                </c:pt>
                <c:pt idx="3037">
                  <c:v>93.811324995220176</c:v>
                </c:pt>
                <c:pt idx="3038">
                  <c:v>93.793670117142966</c:v>
                </c:pt>
                <c:pt idx="3039">
                  <c:v>93.777001035826629</c:v>
                </c:pt>
                <c:pt idx="3040">
                  <c:v>93.762444197207799</c:v>
                </c:pt>
                <c:pt idx="3041">
                  <c:v>93.750395815265648</c:v>
                </c:pt>
                <c:pt idx="3042">
                  <c:v>93.740608859066029</c:v>
                </c:pt>
                <c:pt idx="3043">
                  <c:v>93.732214994512617</c:v>
                </c:pt>
                <c:pt idx="3044">
                  <c:v>93.724190912400402</c:v>
                </c:pt>
                <c:pt idx="3045">
                  <c:v>93.715690623729557</c:v>
                </c:pt>
                <c:pt idx="3046">
                  <c:v>93.706390607230361</c:v>
                </c:pt>
                <c:pt idx="3047">
                  <c:v>93.696502530196909</c:v>
                </c:pt>
                <c:pt idx="3048">
                  <c:v>93.686751401155476</c:v>
                </c:pt>
                <c:pt idx="3049">
                  <c:v>93.678017235983276</c:v>
                </c:pt>
                <c:pt idx="3050">
                  <c:v>93.670875628044186</c:v>
                </c:pt>
                <c:pt idx="3051">
                  <c:v>93.665520318566521</c:v>
                </c:pt>
                <c:pt idx="3052">
                  <c:v>93.661629661505515</c:v>
                </c:pt>
                <c:pt idx="3053">
                  <c:v>93.658271835206136</c:v>
                </c:pt>
                <c:pt idx="3054">
                  <c:v>93.654372853344071</c:v>
                </c:pt>
                <c:pt idx="3055">
                  <c:v>93.64883304158208</c:v>
                </c:pt>
                <c:pt idx="3056">
                  <c:v>93.640960560298865</c:v>
                </c:pt>
                <c:pt idx="3057">
                  <c:v>93.630721502996835</c:v>
                </c:pt>
                <c:pt idx="3058">
                  <c:v>93.618590887443887</c:v>
                </c:pt>
                <c:pt idx="3059">
                  <c:v>93.605759196036971</c:v>
                </c:pt>
                <c:pt idx="3060">
                  <c:v>93.593651210211462</c:v>
                </c:pt>
                <c:pt idx="3061">
                  <c:v>93.583710384294932</c:v>
                </c:pt>
                <c:pt idx="3062">
                  <c:v>93.576950881024686</c:v>
                </c:pt>
                <c:pt idx="3063">
                  <c:v>93.573846025799071</c:v>
                </c:pt>
                <c:pt idx="3064">
                  <c:v>93.574143363476765</c:v>
                </c:pt>
                <c:pt idx="3065">
                  <c:v>93.576920715384631</c:v>
                </c:pt>
                <c:pt idx="3066">
                  <c:v>93.580779841572252</c:v>
                </c:pt>
                <c:pt idx="3067">
                  <c:v>93.58425987127211</c:v>
                </c:pt>
                <c:pt idx="3068">
                  <c:v>93.585960069060519</c:v>
                </c:pt>
                <c:pt idx="3069">
                  <c:v>93.584839529658709</c:v>
                </c:pt>
                <c:pt idx="3070">
                  <c:v>93.580314410879012</c:v>
                </c:pt>
                <c:pt idx="3071">
                  <c:v>93.572357196999576</c:v>
                </c:pt>
                <c:pt idx="3072">
                  <c:v>93.561378085433077</c:v>
                </c:pt>
                <c:pt idx="3073">
                  <c:v>93.548218206946302</c:v>
                </c:pt>
                <c:pt idx="3074">
                  <c:v>93.5338820996609</c:v>
                </c:pt>
                <c:pt idx="3075">
                  <c:v>93.519554649461639</c:v>
                </c:pt>
                <c:pt idx="3076">
                  <c:v>93.506262857628741</c:v>
                </c:pt>
                <c:pt idx="3077">
                  <c:v>93.494690869417013</c:v>
                </c:pt>
                <c:pt idx="3078">
                  <c:v>93.485130796449283</c:v>
                </c:pt>
                <c:pt idx="3079">
                  <c:v>93.477233333527607</c:v>
                </c:pt>
                <c:pt idx="3080">
                  <c:v>93.470427715121119</c:v>
                </c:pt>
                <c:pt idx="3081">
                  <c:v>93.463898058772727</c:v>
                </c:pt>
                <c:pt idx="3082">
                  <c:v>93.456970751363841</c:v>
                </c:pt>
                <c:pt idx="3083">
                  <c:v>93.449471589178401</c:v>
                </c:pt>
                <c:pt idx="3084">
                  <c:v>93.44179444769226</c:v>
                </c:pt>
                <c:pt idx="3085">
                  <c:v>93.434539612270768</c:v>
                </c:pt>
                <c:pt idx="3086">
                  <c:v>93.428511556527368</c:v>
                </c:pt>
                <c:pt idx="3087">
                  <c:v>93.424148880841983</c:v>
                </c:pt>
                <c:pt idx="3088">
                  <c:v>93.421264205703679</c:v>
                </c:pt>
                <c:pt idx="3089">
                  <c:v>93.419143241134591</c:v>
                </c:pt>
                <c:pt idx="3090">
                  <c:v>93.416611483393467</c:v>
                </c:pt>
                <c:pt idx="3091">
                  <c:v>93.41249886771655</c:v>
                </c:pt>
                <c:pt idx="3092">
                  <c:v>93.40615177074902</c:v>
                </c:pt>
                <c:pt idx="3093">
                  <c:v>93.397544841298341</c:v>
                </c:pt>
                <c:pt idx="3094">
                  <c:v>93.387366805164035</c:v>
                </c:pt>
                <c:pt idx="3095">
                  <c:v>93.376654507495843</c:v>
                </c:pt>
                <c:pt idx="3096">
                  <c:v>93.366523894600292</c:v>
                </c:pt>
                <c:pt idx="3097">
                  <c:v>93.35767340775611</c:v>
                </c:pt>
                <c:pt idx="3098">
                  <c:v>93.350257444763912</c:v>
                </c:pt>
                <c:pt idx="3099">
                  <c:v>93.34392532352885</c:v>
                </c:pt>
                <c:pt idx="3100">
                  <c:v>93.338027766681435</c:v>
                </c:pt>
                <c:pt idx="3101">
                  <c:v>93.331870547550622</c:v>
                </c:pt>
                <c:pt idx="3102">
                  <c:v>93.324944430141059</c:v>
                </c:pt>
                <c:pt idx="3103">
                  <c:v>93.316963807825346</c:v>
                </c:pt>
                <c:pt idx="3104">
                  <c:v>93.307808635610655</c:v>
                </c:pt>
                <c:pt idx="3105">
                  <c:v>93.297371846708046</c:v>
                </c:pt>
                <c:pt idx="3106">
                  <c:v>93.285552916311161</c:v>
                </c:pt>
                <c:pt idx="3107">
                  <c:v>93.272247133973266</c:v>
                </c:pt>
                <c:pt idx="3108">
                  <c:v>93.257521703700036</c:v>
                </c:pt>
                <c:pt idx="3109">
                  <c:v>93.241791663100642</c:v>
                </c:pt>
                <c:pt idx="3110">
                  <c:v>93.225845321829198</c:v>
                </c:pt>
                <c:pt idx="3111">
                  <c:v>93.210753767826589</c:v>
                </c:pt>
                <c:pt idx="3112">
                  <c:v>93.197480113973583</c:v>
                </c:pt>
                <c:pt idx="3113">
                  <c:v>93.186768140819026</c:v>
                </c:pt>
                <c:pt idx="3114">
                  <c:v>93.178520417228214</c:v>
                </c:pt>
                <c:pt idx="3115">
                  <c:v>93.17208838610361</c:v>
                </c:pt>
                <c:pt idx="3116">
                  <c:v>93.166229574083346</c:v>
                </c:pt>
                <c:pt idx="3117">
                  <c:v>93.159607479137307</c:v>
                </c:pt>
                <c:pt idx="3118">
                  <c:v>93.151267784382654</c:v>
                </c:pt>
                <c:pt idx="3119">
                  <c:v>93.140938580325056</c:v>
                </c:pt>
                <c:pt idx="3120">
                  <c:v>93.1291501888158</c:v>
                </c:pt>
                <c:pt idx="3121">
                  <c:v>93.117193905043919</c:v>
                </c:pt>
                <c:pt idx="3122">
                  <c:v>93.106413981070403</c:v>
                </c:pt>
                <c:pt idx="3123">
                  <c:v>93.09822053005621</c:v>
                </c:pt>
                <c:pt idx="3124">
                  <c:v>93.093110171177869</c:v>
                </c:pt>
                <c:pt idx="3125">
                  <c:v>93.090820889979881</c:v>
                </c:pt>
                <c:pt idx="3126">
                  <c:v>93.090179987072048</c:v>
                </c:pt>
                <c:pt idx="3127">
                  <c:v>93.08945549344601</c:v>
                </c:pt>
                <c:pt idx="3128">
                  <c:v>93.086844790994334</c:v>
                </c:pt>
                <c:pt idx="3129">
                  <c:v>93.080969906541739</c:v>
                </c:pt>
                <c:pt idx="3130">
                  <c:v>93.071089962967136</c:v>
                </c:pt>
                <c:pt idx="3131">
                  <c:v>93.057602639986897</c:v>
                </c:pt>
                <c:pt idx="3132">
                  <c:v>93.041732788634661</c:v>
                </c:pt>
                <c:pt idx="3133">
                  <c:v>93.025313009409189</c:v>
                </c:pt>
                <c:pt idx="3134">
                  <c:v>93.010191810362656</c:v>
                </c:pt>
                <c:pt idx="3135">
                  <c:v>92.997809679022765</c:v>
                </c:pt>
                <c:pt idx="3136">
                  <c:v>92.98879287573169</c:v>
                </c:pt>
                <c:pt idx="3137">
                  <c:v>92.982765744842979</c:v>
                </c:pt>
                <c:pt idx="3138">
                  <c:v>92.978432447037505</c:v>
                </c:pt>
                <c:pt idx="3139">
                  <c:v>92.974105773601224</c:v>
                </c:pt>
                <c:pt idx="3140">
                  <c:v>92.968315068570718</c:v>
                </c:pt>
                <c:pt idx="3141">
                  <c:v>92.960013903240281</c:v>
                </c:pt>
                <c:pt idx="3142">
                  <c:v>92.94905099363659</c:v>
                </c:pt>
                <c:pt idx="3143">
                  <c:v>92.936219054435412</c:v>
                </c:pt>
                <c:pt idx="3144">
                  <c:v>92.922783370552438</c:v>
                </c:pt>
                <c:pt idx="3145">
                  <c:v>92.910171130347379</c:v>
                </c:pt>
                <c:pt idx="3146">
                  <c:v>92.899359556563184</c:v>
                </c:pt>
                <c:pt idx="3147">
                  <c:v>92.890876325648435</c:v>
                </c:pt>
                <c:pt idx="3148">
                  <c:v>92.884566810102228</c:v>
                </c:pt>
                <c:pt idx="3149">
                  <c:v>92.879906599066402</c:v>
                </c:pt>
                <c:pt idx="3150">
                  <c:v>92.876433514455854</c:v>
                </c:pt>
                <c:pt idx="3151">
                  <c:v>92.873886525714667</c:v>
                </c:pt>
                <c:pt idx="3152">
                  <c:v>92.872436633851564</c:v>
                </c:pt>
                <c:pt idx="3153">
                  <c:v>92.872413110718853</c:v>
                </c:pt>
                <c:pt idx="3154">
                  <c:v>92.874070436919666</c:v>
                </c:pt>
                <c:pt idx="3155">
                  <c:v>92.877259001864729</c:v>
                </c:pt>
                <c:pt idx="3156">
                  <c:v>92.88127106069652</c:v>
                </c:pt>
                <c:pt idx="3157">
                  <c:v>92.884810627487795</c:v>
                </c:pt>
                <c:pt idx="3158">
                  <c:v>92.886200826563254</c:v>
                </c:pt>
                <c:pt idx="3159">
                  <c:v>92.883987211693366</c:v>
                </c:pt>
                <c:pt idx="3160">
                  <c:v>92.877265417598721</c:v>
                </c:pt>
                <c:pt idx="3161">
                  <c:v>92.865982965045234</c:v>
                </c:pt>
                <c:pt idx="3162">
                  <c:v>92.850936838324159</c:v>
                </c:pt>
                <c:pt idx="3163">
                  <c:v>92.833693558857249</c:v>
                </c:pt>
                <c:pt idx="3164">
                  <c:v>92.816100847956434</c:v>
                </c:pt>
                <c:pt idx="3165">
                  <c:v>92.799774307537191</c:v>
                </c:pt>
                <c:pt idx="3166">
                  <c:v>92.785743043718412</c:v>
                </c:pt>
                <c:pt idx="3167">
                  <c:v>92.774443938288471</c:v>
                </c:pt>
                <c:pt idx="3168">
                  <c:v>92.765608992297686</c:v>
                </c:pt>
                <c:pt idx="3169">
                  <c:v>92.758385297609905</c:v>
                </c:pt>
                <c:pt idx="3170">
                  <c:v>92.75167900008698</c:v>
                </c:pt>
                <c:pt idx="3171">
                  <c:v>92.744682755532367</c:v>
                </c:pt>
                <c:pt idx="3172">
                  <c:v>92.736824355596355</c:v>
                </c:pt>
                <c:pt idx="3173">
                  <c:v>92.727973775866417</c:v>
                </c:pt>
                <c:pt idx="3174">
                  <c:v>92.718519855688911</c:v>
                </c:pt>
                <c:pt idx="3175">
                  <c:v>92.70918217351948</c:v>
                </c:pt>
                <c:pt idx="3176">
                  <c:v>92.700874262997502</c:v>
                </c:pt>
                <c:pt idx="3177">
                  <c:v>92.694434650360506</c:v>
                </c:pt>
                <c:pt idx="3178">
                  <c:v>92.690353828127186</c:v>
                </c:pt>
                <c:pt idx="3179">
                  <c:v>92.688704048798797</c:v>
                </c:pt>
                <c:pt idx="3180">
                  <c:v>92.689118091562335</c:v>
                </c:pt>
                <c:pt idx="3181">
                  <c:v>92.690597135713276</c:v>
                </c:pt>
                <c:pt idx="3182">
                  <c:v>92.691954547651278</c:v>
                </c:pt>
                <c:pt idx="3183">
                  <c:v>92.691992965259544</c:v>
                </c:pt>
                <c:pt idx="3184">
                  <c:v>92.689711413798165</c:v>
                </c:pt>
                <c:pt idx="3185">
                  <c:v>92.684570125309349</c:v>
                </c:pt>
                <c:pt idx="3186">
                  <c:v>92.676543968188767</c:v>
                </c:pt>
                <c:pt idx="3187">
                  <c:v>92.666122311699056</c:v>
                </c:pt>
                <c:pt idx="3188">
                  <c:v>92.654266008667307</c:v>
                </c:pt>
                <c:pt idx="3189">
                  <c:v>92.641822469461701</c:v>
                </c:pt>
                <c:pt idx="3190">
                  <c:v>92.629608818837227</c:v>
                </c:pt>
                <c:pt idx="3191">
                  <c:v>92.618025895904225</c:v>
                </c:pt>
                <c:pt idx="3192">
                  <c:v>92.607092655657297</c:v>
                </c:pt>
                <c:pt idx="3193">
                  <c:v>92.596367520495988</c:v>
                </c:pt>
                <c:pt idx="3194">
                  <c:v>92.58525136544516</c:v>
                </c:pt>
                <c:pt idx="3195">
                  <c:v>92.573075015032813</c:v>
                </c:pt>
                <c:pt idx="3196">
                  <c:v>92.559372141174308</c:v>
                </c:pt>
                <c:pt idx="3197">
                  <c:v>92.544151945878966</c:v>
                </c:pt>
                <c:pt idx="3198">
                  <c:v>92.527747540460652</c:v>
                </c:pt>
                <c:pt idx="3199">
                  <c:v>92.510939184666597</c:v>
                </c:pt>
                <c:pt idx="3200">
                  <c:v>92.494811147167439</c:v>
                </c:pt>
                <c:pt idx="3201">
                  <c:v>92.480376680776587</c:v>
                </c:pt>
                <c:pt idx="3202">
                  <c:v>92.468390843351557</c:v>
                </c:pt>
                <c:pt idx="3203">
                  <c:v>92.459197572893416</c:v>
                </c:pt>
                <c:pt idx="3204">
                  <c:v>92.452636376565337</c:v>
                </c:pt>
                <c:pt idx="3205">
                  <c:v>92.447876500905721</c:v>
                </c:pt>
                <c:pt idx="3206">
                  <c:v>92.444076865514702</c:v>
                </c:pt>
                <c:pt idx="3207">
                  <c:v>92.44003260726852</c:v>
                </c:pt>
                <c:pt idx="3208">
                  <c:v>92.435034999922308</c:v>
                </c:pt>
                <c:pt idx="3209">
                  <c:v>92.428473390002367</c:v>
                </c:pt>
                <c:pt idx="3210">
                  <c:v>92.420265116426947</c:v>
                </c:pt>
                <c:pt idx="3211">
                  <c:v>92.41062127323687</c:v>
                </c:pt>
                <c:pt idx="3212">
                  <c:v>92.40005505773216</c:v>
                </c:pt>
                <c:pt idx="3213">
                  <c:v>92.389039053982998</c:v>
                </c:pt>
                <c:pt idx="3214">
                  <c:v>92.378090303154764</c:v>
                </c:pt>
                <c:pt idx="3215">
                  <c:v>92.367736237881843</c:v>
                </c:pt>
                <c:pt idx="3216">
                  <c:v>92.358482795668834</c:v>
                </c:pt>
                <c:pt idx="3217">
                  <c:v>92.350899534949818</c:v>
                </c:pt>
                <c:pt idx="3218">
                  <c:v>92.345390046502402</c:v>
                </c:pt>
                <c:pt idx="3219">
                  <c:v>92.342468513669104</c:v>
                </c:pt>
                <c:pt idx="3220">
                  <c:v>92.342147448376181</c:v>
                </c:pt>
                <c:pt idx="3221">
                  <c:v>92.344192929804564</c:v>
                </c:pt>
                <c:pt idx="3222">
                  <c:v>92.347984206985274</c:v>
                </c:pt>
                <c:pt idx="3223">
                  <c:v>92.352624108527337</c:v>
                </c:pt>
                <c:pt idx="3224">
                  <c:v>92.357215331302271</c:v>
                </c:pt>
                <c:pt idx="3225">
                  <c:v>92.361092210800294</c:v>
                </c:pt>
                <c:pt idx="3226">
                  <c:v>92.363799530337715</c:v>
                </c:pt>
                <c:pt idx="3227">
                  <c:v>92.365349947803026</c:v>
                </c:pt>
                <c:pt idx="3228">
                  <c:v>92.365922056294366</c:v>
                </c:pt>
                <c:pt idx="3229">
                  <c:v>92.36557751469671</c:v>
                </c:pt>
                <c:pt idx="3230">
                  <c:v>92.363890980851394</c:v>
                </c:pt>
                <c:pt idx="3231">
                  <c:v>92.360016110542233</c:v>
                </c:pt>
                <c:pt idx="3232">
                  <c:v>92.35289842714522</c:v>
                </c:pt>
                <c:pt idx="3233">
                  <c:v>92.341109841023197</c:v>
                </c:pt>
                <c:pt idx="3234">
                  <c:v>92.323661498515676</c:v>
                </c:pt>
                <c:pt idx="3235">
                  <c:v>92.300322826007104</c:v>
                </c:pt>
                <c:pt idx="3236">
                  <c:v>92.271744179342761</c:v>
                </c:pt>
                <c:pt idx="3237">
                  <c:v>92.239593424696551</c:v>
                </c:pt>
                <c:pt idx="3238">
                  <c:v>92.206069585789805</c:v>
                </c:pt>
                <c:pt idx="3239">
                  <c:v>92.17361486803533</c:v>
                </c:pt>
                <c:pt idx="3240">
                  <c:v>92.14427132563543</c:v>
                </c:pt>
                <c:pt idx="3241">
                  <c:v>92.119399869077895</c:v>
                </c:pt>
                <c:pt idx="3242">
                  <c:v>92.099465548225936</c:v>
                </c:pt>
                <c:pt idx="3243">
                  <c:v>92.084183157952836</c:v>
                </c:pt>
                <c:pt idx="3244">
                  <c:v>92.072937685025607</c:v>
                </c:pt>
                <c:pt idx="3245">
                  <c:v>92.064926335392002</c:v>
                </c:pt>
                <c:pt idx="3246">
                  <c:v>92.059472063041312</c:v>
                </c:pt>
                <c:pt idx="3247">
                  <c:v>92.056396360537718</c:v>
                </c:pt>
                <c:pt idx="3248">
                  <c:v>92.055923673811563</c:v>
                </c:pt>
                <c:pt idx="3249">
                  <c:v>92.058456709501769</c:v>
                </c:pt>
                <c:pt idx="3250">
                  <c:v>92.064178023168992</c:v>
                </c:pt>
                <c:pt idx="3251">
                  <c:v>92.073181491988265</c:v>
                </c:pt>
                <c:pt idx="3252">
                  <c:v>92.084899827777605</c:v>
                </c:pt>
                <c:pt idx="3253">
                  <c:v>92.098053193791415</c:v>
                </c:pt>
                <c:pt idx="3254">
                  <c:v>92.110809702965767</c:v>
                </c:pt>
                <c:pt idx="3255">
                  <c:v>92.121482839900125</c:v>
                </c:pt>
                <c:pt idx="3256">
                  <c:v>92.128311156990463</c:v>
                </c:pt>
                <c:pt idx="3257">
                  <c:v>92.130317959637082</c:v>
                </c:pt>
                <c:pt idx="3258">
                  <c:v>92.126830478623404</c:v>
                </c:pt>
                <c:pt idx="3259">
                  <c:v>92.118407186724156</c:v>
                </c:pt>
                <c:pt idx="3260">
                  <c:v>92.106071667715028</c:v>
                </c:pt>
                <c:pt idx="3261">
                  <c:v>92.091354348164614</c:v>
                </c:pt>
                <c:pt idx="3262">
                  <c:v>92.075912174077345</c:v>
                </c:pt>
                <c:pt idx="3263">
                  <c:v>92.061180595525855</c:v>
                </c:pt>
                <c:pt idx="3264">
                  <c:v>92.048119394521606</c:v>
                </c:pt>
                <c:pt idx="3265">
                  <c:v>92.036475673428015</c:v>
                </c:pt>
                <c:pt idx="3266">
                  <c:v>92.02461305467267</c:v>
                </c:pt>
                <c:pt idx="3267">
                  <c:v>92.00928588293425</c:v>
                </c:pt>
                <c:pt idx="3268">
                  <c:v>91.986611267492478</c:v>
                </c:pt>
                <c:pt idx="3269">
                  <c:v>91.951828545585897</c:v>
                </c:pt>
                <c:pt idx="3270">
                  <c:v>91.90199307161015</c:v>
                </c:pt>
                <c:pt idx="3271">
                  <c:v>91.836592222205766</c:v>
                </c:pt>
                <c:pt idx="3272">
                  <c:v>91.759062977449119</c:v>
                </c:pt>
                <c:pt idx="3273">
                  <c:v>91.67646737232306</c:v>
                </c:pt>
                <c:pt idx="3274">
                  <c:v>91.598037721218262</c:v>
                </c:pt>
                <c:pt idx="3275">
                  <c:v>91.533118738393114</c:v>
                </c:pt>
                <c:pt idx="3276">
                  <c:v>91.488121407464149</c:v>
                </c:pt>
                <c:pt idx="3277">
                  <c:v>91.465394104856344</c:v>
                </c:pt>
                <c:pt idx="3278">
                  <c:v>91.46273839099544</c:v>
                </c:pt>
                <c:pt idx="3279">
                  <c:v>91.474762377413654</c:v>
                </c:pt>
                <c:pt idx="3280">
                  <c:v>91.494430867596407</c:v>
                </c:pt>
                <c:pt idx="3281">
                  <c:v>91.515144544642354</c:v>
                </c:pt>
                <c:pt idx="3282">
                  <c:v>91.531837309571046</c:v>
                </c:pt>
                <c:pt idx="3283">
                  <c:v>91.542321104563868</c:v>
                </c:pt>
                <c:pt idx="3284">
                  <c:v>91.546777186437325</c:v>
                </c:pt>
                <c:pt idx="3285">
                  <c:v>91.546973225294565</c:v>
                </c:pt>
                <c:pt idx="3286">
                  <c:v>91.545394386637241</c:v>
                </c:pt>
                <c:pt idx="3287">
                  <c:v>91.543891458713418</c:v>
                </c:pt>
                <c:pt idx="3288">
                  <c:v>91.543625866722905</c:v>
                </c:pt>
                <c:pt idx="3289">
                  <c:v>91.544730397204845</c:v>
                </c:pt>
                <c:pt idx="3290">
                  <c:v>91.546425160725903</c:v>
                </c:pt>
                <c:pt idx="3291">
                  <c:v>91.548210598521521</c:v>
                </c:pt>
                <c:pt idx="3292">
                  <c:v>91.549667221145597</c:v>
                </c:pt>
                <c:pt idx="3293">
                  <c:v>91.550788688797169</c:v>
                </c:pt>
                <c:pt idx="3294">
                  <c:v>91.551665635479353</c:v>
                </c:pt>
                <c:pt idx="3295">
                  <c:v>91.552329675214196</c:v>
                </c:pt>
                <c:pt idx="3296">
                  <c:v>91.552483564475097</c:v>
                </c:pt>
                <c:pt idx="3297">
                  <c:v>91.551467478523293</c:v>
                </c:pt>
                <c:pt idx="3298">
                  <c:v>91.54835604894312</c:v>
                </c:pt>
                <c:pt idx="3299">
                  <c:v>91.542641496780149</c:v>
                </c:pt>
                <c:pt idx="3300">
                  <c:v>91.534157804868698</c:v>
                </c:pt>
                <c:pt idx="3301">
                  <c:v>91.52328507465846</c:v>
                </c:pt>
                <c:pt idx="3302">
                  <c:v>91.510955498937378</c:v>
                </c:pt>
                <c:pt idx="3303">
                  <c:v>91.498275743635986</c:v>
                </c:pt>
                <c:pt idx="3304">
                  <c:v>91.486349780875784</c:v>
                </c:pt>
                <c:pt idx="3305">
                  <c:v>91.476013518809751</c:v>
                </c:pt>
                <c:pt idx="3306">
                  <c:v>91.467727658554907</c:v>
                </c:pt>
                <c:pt idx="3307">
                  <c:v>91.461685393367077</c:v>
                </c:pt>
                <c:pt idx="3308">
                  <c:v>91.458122139317084</c:v>
                </c:pt>
                <c:pt idx="3309">
                  <c:v>91.456940736437843</c:v>
                </c:pt>
                <c:pt idx="3310">
                  <c:v>91.458069491805063</c:v>
                </c:pt>
                <c:pt idx="3311">
                  <c:v>91.46132737693506</c:v>
                </c:pt>
                <c:pt idx="3312">
                  <c:v>91.466537707217313</c:v>
                </c:pt>
                <c:pt idx="3313">
                  <c:v>91.473153190406748</c:v>
                </c:pt>
                <c:pt idx="3314">
                  <c:v>91.480415819013601</c:v>
                </c:pt>
                <c:pt idx="3315">
                  <c:v>91.487594761018613</c:v>
                </c:pt>
                <c:pt idx="3316">
                  <c:v>91.494011627868829</c:v>
                </c:pt>
                <c:pt idx="3317">
                  <c:v>91.499183790000203</c:v>
                </c:pt>
                <c:pt idx="3318">
                  <c:v>91.503127891775478</c:v>
                </c:pt>
                <c:pt idx="3319">
                  <c:v>91.506728718610049</c:v>
                </c:pt>
                <c:pt idx="3320">
                  <c:v>91.511351637907296</c:v>
                </c:pt>
                <c:pt idx="3321">
                  <c:v>91.519234738565302</c:v>
                </c:pt>
                <c:pt idx="3322">
                  <c:v>91.532273583488092</c:v>
                </c:pt>
                <c:pt idx="3323">
                  <c:v>91.552032437785059</c:v>
                </c:pt>
                <c:pt idx="3324">
                  <c:v>91.578361719433488</c:v>
                </c:pt>
                <c:pt idx="3325">
                  <c:v>91.609450895469024</c:v>
                </c:pt>
                <c:pt idx="3326">
                  <c:v>91.641280723792192</c:v>
                </c:pt>
                <c:pt idx="3327">
                  <c:v>91.668418754628348</c:v>
                </c:pt>
                <c:pt idx="3328">
                  <c:v>91.685059254604823</c:v>
                </c:pt>
                <c:pt idx="3329">
                  <c:v>91.686256271148125</c:v>
                </c:pt>
                <c:pt idx="3330">
                  <c:v>91.669235615942483</c:v>
                </c:pt>
                <c:pt idx="3331">
                  <c:v>91.634575012649861</c:v>
                </c:pt>
                <c:pt idx="3332">
                  <c:v>91.586341273222075</c:v>
                </c:pt>
                <c:pt idx="3333">
                  <c:v>91.530853066390833</c:v>
                </c:pt>
                <c:pt idx="3334">
                  <c:v>91.47563227694198</c:v>
                </c:pt>
                <c:pt idx="3335">
                  <c:v>91.426848538613044</c:v>
                </c:pt>
                <c:pt idx="3336">
                  <c:v>91.388801100889012</c:v>
                </c:pt>
                <c:pt idx="3337">
                  <c:v>91.362236008832326</c:v>
                </c:pt>
                <c:pt idx="3338">
                  <c:v>91.345443769184584</c:v>
                </c:pt>
                <c:pt idx="3339">
                  <c:v>91.33497621217964</c:v>
                </c:pt>
                <c:pt idx="3340">
                  <c:v>91.326789344944743</c:v>
                </c:pt>
                <c:pt idx="3341">
                  <c:v>91.317511922710764</c:v>
                </c:pt>
                <c:pt idx="3342">
                  <c:v>91.305205862996431</c:v>
                </c:pt>
                <c:pt idx="3343">
                  <c:v>91.289742064931801</c:v>
                </c:pt>
                <c:pt idx="3344">
                  <c:v>91.272408318908901</c:v>
                </c:pt>
                <c:pt idx="3345">
                  <c:v>91.255981395726579</c:v>
                </c:pt>
                <c:pt idx="3346">
                  <c:v>91.242965101268055</c:v>
                </c:pt>
                <c:pt idx="3347">
                  <c:v>91.235511246099534</c:v>
                </c:pt>
                <c:pt idx="3348">
                  <c:v>91.234458763754205</c:v>
                </c:pt>
                <c:pt idx="3349">
                  <c:v>91.238654060050052</c:v>
                </c:pt>
                <c:pt idx="3350">
                  <c:v>91.245223647151903</c:v>
                </c:pt>
                <c:pt idx="3351">
                  <c:v>91.250381745283335</c:v>
                </c:pt>
                <c:pt idx="3352">
                  <c:v>91.250518318035205</c:v>
                </c:pt>
                <c:pt idx="3353">
                  <c:v>91.243515551019598</c:v>
                </c:pt>
                <c:pt idx="3354">
                  <c:v>91.229188131625449</c:v>
                </c:pt>
                <c:pt idx="3355">
                  <c:v>91.209679569263329</c:v>
                </c:pt>
                <c:pt idx="3356">
                  <c:v>91.188858656564548</c:v>
                </c:pt>
                <c:pt idx="3357">
                  <c:v>91.170845000882878</c:v>
                </c:pt>
                <c:pt idx="3358">
                  <c:v>91.158630072325465</c:v>
                </c:pt>
                <c:pt idx="3359">
                  <c:v>91.153441479567164</c:v>
                </c:pt>
                <c:pt idx="3360">
                  <c:v>91.154396477497443</c:v>
                </c:pt>
                <c:pt idx="3361">
                  <c:v>91.159043577253641</c:v>
                </c:pt>
                <c:pt idx="3362">
                  <c:v>91.164259777638307</c:v>
                </c:pt>
                <c:pt idx="3363">
                  <c:v>91.16746521260967</c:v>
                </c:pt>
                <c:pt idx="3364">
                  <c:v>91.167198613524604</c:v>
                </c:pt>
                <c:pt idx="3365">
                  <c:v>91.162979314490869</c:v>
                </c:pt>
                <c:pt idx="3366">
                  <c:v>91.155403958686534</c:v>
                </c:pt>
                <c:pt idx="3367">
                  <c:v>91.145079903045442</c:v>
                </c:pt>
                <c:pt idx="3368">
                  <c:v>91.132889410576794</c:v>
                </c:pt>
                <c:pt idx="3369">
                  <c:v>91.119475247909421</c:v>
                </c:pt>
                <c:pt idx="3370">
                  <c:v>91.105614132774591</c:v>
                </c:pt>
                <c:pt idx="3371">
                  <c:v>91.092375978003133</c:v>
                </c:pt>
                <c:pt idx="3372">
                  <c:v>91.081260015104718</c:v>
                </c:pt>
                <c:pt idx="3373">
                  <c:v>91.072861022202005</c:v>
                </c:pt>
                <c:pt idx="3374">
                  <c:v>91.06738374423729</c:v>
                </c:pt>
                <c:pt idx="3375">
                  <c:v>91.063598911164974</c:v>
                </c:pt>
                <c:pt idx="3376">
                  <c:v>91.059547951109749</c:v>
                </c:pt>
                <c:pt idx="3377">
                  <c:v>91.052993829090227</c:v>
                </c:pt>
                <c:pt idx="3378">
                  <c:v>91.042136326666693</c:v>
                </c:pt>
                <c:pt idx="3379">
                  <c:v>91.027031478748214</c:v>
                </c:pt>
                <c:pt idx="3380">
                  <c:v>91.009047695216537</c:v>
                </c:pt>
                <c:pt idx="3381">
                  <c:v>90.990501776791078</c:v>
                </c:pt>
                <c:pt idx="3382">
                  <c:v>90.973342154652983</c:v>
                </c:pt>
                <c:pt idx="3383">
                  <c:v>90.958252909193405</c:v>
                </c:pt>
                <c:pt idx="3384">
                  <c:v>90.944328368231581</c:v>
                </c:pt>
                <c:pt idx="3385">
                  <c:v>90.929116218101939</c:v>
                </c:pt>
                <c:pt idx="3386">
                  <c:v>90.909858124936704</c:v>
                </c:pt>
                <c:pt idx="3387">
                  <c:v>90.885070827147402</c:v>
                </c:pt>
                <c:pt idx="3388">
                  <c:v>90.855193988664951</c:v>
                </c:pt>
                <c:pt idx="3389">
                  <c:v>90.822273680538785</c:v>
                </c:pt>
                <c:pt idx="3390">
                  <c:v>90.789718596289617</c:v>
                </c:pt>
                <c:pt idx="3391">
                  <c:v>90.760527220197162</c:v>
                </c:pt>
                <c:pt idx="3392">
                  <c:v>90.736679028597777</c:v>
                </c:pt>
                <c:pt idx="3393">
                  <c:v>90.718034037976182</c:v>
                </c:pt>
                <c:pt idx="3394">
                  <c:v>90.703461232857464</c:v>
                </c:pt>
                <c:pt idx="3395">
                  <c:v>90.691223305666625</c:v>
                </c:pt>
                <c:pt idx="3396">
                  <c:v>90.680473669948881</c:v>
                </c:pt>
                <c:pt idx="3397">
                  <c:v>90.670608429912662</c:v>
                </c:pt>
                <c:pt idx="3398">
                  <c:v>90.662170064694052</c:v>
                </c:pt>
                <c:pt idx="3399">
                  <c:v>90.65542536524498</c:v>
                </c:pt>
                <c:pt idx="3400">
                  <c:v>90.650488755356335</c:v>
                </c:pt>
                <c:pt idx="3401">
                  <c:v>90.646666981123232</c:v>
                </c:pt>
                <c:pt idx="3402">
                  <c:v>90.643095823797452</c:v>
                </c:pt>
                <c:pt idx="3403">
                  <c:v>90.639199227606241</c:v>
                </c:pt>
                <c:pt idx="3404">
                  <c:v>90.634941756432312</c:v>
                </c:pt>
                <c:pt idx="3405">
                  <c:v>90.630951602257127</c:v>
                </c:pt>
                <c:pt idx="3406">
                  <c:v>90.62804466016722</c:v>
                </c:pt>
                <c:pt idx="3407">
                  <c:v>90.626579746938603</c:v>
                </c:pt>
                <c:pt idx="3408">
                  <c:v>90.626091447791069</c:v>
                </c:pt>
                <c:pt idx="3409">
                  <c:v>90.625244234145114</c:v>
                </c:pt>
                <c:pt idx="3410">
                  <c:v>90.622116289804126</c:v>
                </c:pt>
                <c:pt idx="3411">
                  <c:v>90.61555400894872</c:v>
                </c:pt>
                <c:pt idx="3412">
                  <c:v>90.604934345067377</c:v>
                </c:pt>
                <c:pt idx="3413">
                  <c:v>90.59059038633238</c:v>
                </c:pt>
                <c:pt idx="3414">
                  <c:v>90.572586467302628</c:v>
                </c:pt>
                <c:pt idx="3415">
                  <c:v>90.550353479589404</c:v>
                </c:pt>
                <c:pt idx="3416">
                  <c:v>90.522041535975831</c:v>
                </c:pt>
                <c:pt idx="3417">
                  <c:v>90.485031100670057</c:v>
                </c:pt>
                <c:pt idx="3418">
                  <c:v>90.437248349943985</c:v>
                </c:pt>
                <c:pt idx="3419">
                  <c:v>90.379263927274664</c:v>
                </c:pt>
                <c:pt idx="3420">
                  <c:v>90.315528991974233</c:v>
                </c:pt>
                <c:pt idx="3421">
                  <c:v>90.254135359953068</c:v>
                </c:pt>
                <c:pt idx="3422">
                  <c:v>90.204796273455074</c:v>
                </c:pt>
                <c:pt idx="3423">
                  <c:v>90.176185401486293</c:v>
                </c:pt>
                <c:pt idx="3424">
                  <c:v>90.172759433953416</c:v>
                </c:pt>
                <c:pt idx="3425">
                  <c:v>90.193213352876683</c:v>
                </c:pt>
                <c:pt idx="3426">
                  <c:v>90.231041441798311</c:v>
                </c:pt>
                <c:pt idx="3427">
                  <c:v>90.276291459332882</c:v>
                </c:pt>
                <c:pt idx="3428">
                  <c:v>90.3182075460699</c:v>
                </c:pt>
                <c:pt idx="3429">
                  <c:v>90.348059666595077</c:v>
                </c:pt>
                <c:pt idx="3430">
                  <c:v>90.361137636263081</c:v>
                </c:pt>
                <c:pt idx="3431">
                  <c:v>90.35768799753464</c:v>
                </c:pt>
                <c:pt idx="3432">
                  <c:v>90.342361792401022</c:v>
                </c:pt>
                <c:pt idx="3433">
                  <c:v>90.321998834123335</c:v>
                </c:pt>
                <c:pt idx="3434">
                  <c:v>90.303397467636628</c:v>
                </c:pt>
                <c:pt idx="3435">
                  <c:v>90.291190648653227</c:v>
                </c:pt>
                <c:pt idx="3436">
                  <c:v>90.287147022941326</c:v>
                </c:pt>
                <c:pt idx="3437">
                  <c:v>90.290038872550596</c:v>
                </c:pt>
                <c:pt idx="3438">
                  <c:v>90.297111924503767</c:v>
                </c:pt>
                <c:pt idx="3439">
                  <c:v>90.305289661898001</c:v>
                </c:pt>
                <c:pt idx="3440">
                  <c:v>90.312087332945197</c:v>
                </c:pt>
                <c:pt idx="3441">
                  <c:v>90.316078005906434</c:v>
                </c:pt>
                <c:pt idx="3442">
                  <c:v>90.316772596496634</c:v>
                </c:pt>
                <c:pt idx="3443">
                  <c:v>90.314293722828978</c:v>
                </c:pt>
                <c:pt idx="3444">
                  <c:v>90.308930687894986</c:v>
                </c:pt>
                <c:pt idx="3445">
                  <c:v>90.301056192035801</c:v>
                </c:pt>
                <c:pt idx="3446">
                  <c:v>90.29100769406692</c:v>
                </c:pt>
                <c:pt idx="3447">
                  <c:v>90.279449042277435</c:v>
                </c:pt>
                <c:pt idx="3448">
                  <c:v>90.267220518779411</c:v>
                </c:pt>
                <c:pt idx="3449">
                  <c:v>90.255240957562535</c:v>
                </c:pt>
                <c:pt idx="3450">
                  <c:v>90.244353904931856</c:v>
                </c:pt>
                <c:pt idx="3451">
                  <c:v>90.23484777048499</c:v>
                </c:pt>
                <c:pt idx="3452">
                  <c:v>90.226547604306802</c:v>
                </c:pt>
                <c:pt idx="3453">
                  <c:v>90.218757154270932</c:v>
                </c:pt>
                <c:pt idx="3454">
                  <c:v>90.210655799782572</c:v>
                </c:pt>
                <c:pt idx="3455">
                  <c:v>90.20163714760109</c:v>
                </c:pt>
                <c:pt idx="3456">
                  <c:v>90.191475108545603</c:v>
                </c:pt>
                <c:pt idx="3457">
                  <c:v>90.18032788151919</c:v>
                </c:pt>
                <c:pt idx="3458">
                  <c:v>90.168540481875596</c:v>
                </c:pt>
                <c:pt idx="3459">
                  <c:v>90.156441157163826</c:v>
                </c:pt>
                <c:pt idx="3460">
                  <c:v>90.144202311903783</c:v>
                </c:pt>
                <c:pt idx="3461">
                  <c:v>90.131668351347699</c:v>
                </c:pt>
                <c:pt idx="3462">
                  <c:v>90.118789597567243</c:v>
                </c:pt>
                <c:pt idx="3463">
                  <c:v>90.10552885324357</c:v>
                </c:pt>
                <c:pt idx="3464">
                  <c:v>90.092178784398072</c:v>
                </c:pt>
                <c:pt idx="3465">
                  <c:v>90.079322266434446</c:v>
                </c:pt>
                <c:pt idx="3466">
                  <c:v>90.067581251272316</c:v>
                </c:pt>
                <c:pt idx="3467">
                  <c:v>90.057525555443874</c:v>
                </c:pt>
                <c:pt idx="3468">
                  <c:v>90.049401356673613</c:v>
                </c:pt>
                <c:pt idx="3469">
                  <c:v>90.042922014502068</c:v>
                </c:pt>
                <c:pt idx="3470">
                  <c:v>90.037483873745245</c:v>
                </c:pt>
                <c:pt idx="3471">
                  <c:v>90.032371533135148</c:v>
                </c:pt>
                <c:pt idx="3472">
                  <c:v>90.026855257631951</c:v>
                </c:pt>
                <c:pt idx="3473">
                  <c:v>90.020607618351434</c:v>
                </c:pt>
                <c:pt idx="3474">
                  <c:v>90.013373833199765</c:v>
                </c:pt>
                <c:pt idx="3475">
                  <c:v>90.005400761306504</c:v>
                </c:pt>
                <c:pt idx="3476">
                  <c:v>89.996856451663433</c:v>
                </c:pt>
                <c:pt idx="3477">
                  <c:v>89.988037369918089</c:v>
                </c:pt>
                <c:pt idx="3478">
                  <c:v>89.979034758092141</c:v>
                </c:pt>
                <c:pt idx="3479">
                  <c:v>89.969863172870078</c:v>
                </c:pt>
                <c:pt idx="3480">
                  <c:v>89.960601380010303</c:v>
                </c:pt>
                <c:pt idx="3481">
                  <c:v>89.951263905994665</c:v>
                </c:pt>
                <c:pt idx="3482">
                  <c:v>89.941987459876572</c:v>
                </c:pt>
                <c:pt idx="3483">
                  <c:v>89.932960464024518</c:v>
                </c:pt>
                <c:pt idx="3484">
                  <c:v>89.924545195895092</c:v>
                </c:pt>
                <c:pt idx="3485">
                  <c:v>89.916977510919864</c:v>
                </c:pt>
                <c:pt idx="3486">
                  <c:v>89.910561523997927</c:v>
                </c:pt>
                <c:pt idx="3487">
                  <c:v>89.905342531898242</c:v>
                </c:pt>
                <c:pt idx="3488">
                  <c:v>89.9012602946665</c:v>
                </c:pt>
                <c:pt idx="3489">
                  <c:v>89.898047629787058</c:v>
                </c:pt>
                <c:pt idx="3490">
                  <c:v>89.895232502366042</c:v>
                </c:pt>
                <c:pt idx="3491">
                  <c:v>89.892249805454426</c:v>
                </c:pt>
                <c:pt idx="3492">
                  <c:v>89.888642137067279</c:v>
                </c:pt>
                <c:pt idx="3493">
                  <c:v>89.884055660438705</c:v>
                </c:pt>
                <c:pt idx="3494">
                  <c:v>89.878554680826412</c:v>
                </c:pt>
                <c:pt idx="3495">
                  <c:v>89.87251392517642</c:v>
                </c:pt>
                <c:pt idx="3496">
                  <c:v>89.866661877658302</c:v>
                </c:pt>
                <c:pt idx="3497">
                  <c:v>89.861855123689594</c:v>
                </c:pt>
                <c:pt idx="3498">
                  <c:v>89.858840429003067</c:v>
                </c:pt>
                <c:pt idx="3499">
                  <c:v>89.858093495575986</c:v>
                </c:pt>
                <c:pt idx="3500">
                  <c:v>89.859634957801219</c:v>
                </c:pt>
                <c:pt idx="3501">
                  <c:v>89.862951777591789</c:v>
                </c:pt>
                <c:pt idx="3502">
                  <c:v>89.867241271306824</c:v>
                </c:pt>
                <c:pt idx="3503">
                  <c:v>89.871528900406943</c:v>
                </c:pt>
                <c:pt idx="3504">
                  <c:v>89.875092423486052</c:v>
                </c:pt>
                <c:pt idx="3505">
                  <c:v>89.877639953131961</c:v>
                </c:pt>
                <c:pt idx="3506">
                  <c:v>89.879105177545966</c:v>
                </c:pt>
                <c:pt idx="3507">
                  <c:v>89.879920581138464</c:v>
                </c:pt>
                <c:pt idx="3508">
                  <c:v>89.880545590930723</c:v>
                </c:pt>
                <c:pt idx="3509">
                  <c:v>89.881125074091145</c:v>
                </c:pt>
                <c:pt idx="3510">
                  <c:v>89.881423095457009</c:v>
                </c:pt>
                <c:pt idx="3511">
                  <c:v>89.880576634576741</c:v>
                </c:pt>
                <c:pt idx="3512">
                  <c:v>89.877404029399713</c:v>
                </c:pt>
                <c:pt idx="3513">
                  <c:v>89.870566649239663</c:v>
                </c:pt>
                <c:pt idx="3514">
                  <c:v>89.859047336867732</c:v>
                </c:pt>
                <c:pt idx="3515">
                  <c:v>89.842552068015223</c:v>
                </c:pt>
                <c:pt idx="3516">
                  <c:v>89.821770230882777</c:v>
                </c:pt>
                <c:pt idx="3517">
                  <c:v>89.798148029819217</c:v>
                </c:pt>
                <c:pt idx="3518">
                  <c:v>89.773872627510713</c:v>
                </c:pt>
                <c:pt idx="3519">
                  <c:v>89.751068991351787</c:v>
                </c:pt>
                <c:pt idx="3520">
                  <c:v>89.731506671222576</c:v>
                </c:pt>
                <c:pt idx="3521">
                  <c:v>89.715987137515597</c:v>
                </c:pt>
                <c:pt idx="3522">
                  <c:v>89.704398821225936</c:v>
                </c:pt>
                <c:pt idx="3523">
                  <c:v>89.695816995676566</c:v>
                </c:pt>
                <c:pt idx="3524">
                  <c:v>89.68894180054258</c:v>
                </c:pt>
                <c:pt idx="3525">
                  <c:v>89.682358298698915</c:v>
                </c:pt>
                <c:pt idx="3526">
                  <c:v>89.675215704514557</c:v>
                </c:pt>
                <c:pt idx="3527">
                  <c:v>89.667198257575109</c:v>
                </c:pt>
                <c:pt idx="3528">
                  <c:v>89.658599346265262</c:v>
                </c:pt>
                <c:pt idx="3529">
                  <c:v>89.64989598199044</c:v>
                </c:pt>
                <c:pt idx="3530">
                  <c:v>89.6416558142691</c:v>
                </c:pt>
                <c:pt idx="3531">
                  <c:v>89.634101616608859</c:v>
                </c:pt>
                <c:pt idx="3532">
                  <c:v>89.627167175947747</c:v>
                </c:pt>
                <c:pt idx="3533">
                  <c:v>89.620383913383975</c:v>
                </c:pt>
                <c:pt idx="3534">
                  <c:v>89.613174035326224</c:v>
                </c:pt>
                <c:pt idx="3535">
                  <c:v>89.605178641128305</c:v>
                </c:pt>
                <c:pt idx="3536">
                  <c:v>89.596466021277621</c:v>
                </c:pt>
                <c:pt idx="3537">
                  <c:v>89.587288049251939</c:v>
                </c:pt>
                <c:pt idx="3538">
                  <c:v>89.578368844287951</c:v>
                </c:pt>
                <c:pt idx="3539">
                  <c:v>89.570343556510508</c:v>
                </c:pt>
                <c:pt idx="3540">
                  <c:v>89.563645023385149</c:v>
                </c:pt>
                <c:pt idx="3541">
                  <c:v>89.558136845188614</c:v>
                </c:pt>
                <c:pt idx="3542">
                  <c:v>89.553330097155424</c:v>
                </c:pt>
                <c:pt idx="3543">
                  <c:v>89.548272051885903</c:v>
                </c:pt>
                <c:pt idx="3544">
                  <c:v>89.542144219975398</c:v>
                </c:pt>
                <c:pt idx="3545">
                  <c:v>89.534241750388716</c:v>
                </c:pt>
                <c:pt idx="3546">
                  <c:v>89.524369282246752</c:v>
                </c:pt>
                <c:pt idx="3547">
                  <c:v>89.512894344309743</c:v>
                </c:pt>
                <c:pt idx="3548">
                  <c:v>89.500557386726626</c:v>
                </c:pt>
                <c:pt idx="3549">
                  <c:v>89.48828806684611</c:v>
                </c:pt>
                <c:pt idx="3550">
                  <c:v>89.476988757072519</c:v>
                </c:pt>
                <c:pt idx="3551">
                  <c:v>89.467392469741128</c:v>
                </c:pt>
                <c:pt idx="3552">
                  <c:v>89.459999209693734</c:v>
                </c:pt>
                <c:pt idx="3553">
                  <c:v>89.454962914040607</c:v>
                </c:pt>
                <c:pt idx="3554">
                  <c:v>89.452384110857594</c:v>
                </c:pt>
                <c:pt idx="3555">
                  <c:v>89.45234703595456</c:v>
                </c:pt>
                <c:pt idx="3556">
                  <c:v>89.454810490699018</c:v>
                </c:pt>
                <c:pt idx="3557">
                  <c:v>89.459595471654012</c:v>
                </c:pt>
                <c:pt idx="3558">
                  <c:v>89.466339783821894</c:v>
                </c:pt>
                <c:pt idx="3559">
                  <c:v>89.474335150881544</c:v>
                </c:pt>
                <c:pt idx="3560">
                  <c:v>89.482757737693859</c:v>
                </c:pt>
                <c:pt idx="3561">
                  <c:v>89.490546451545853</c:v>
                </c:pt>
                <c:pt idx="3562">
                  <c:v>89.496825307762691</c:v>
                </c:pt>
                <c:pt idx="3563">
                  <c:v>89.501029317237624</c:v>
                </c:pt>
                <c:pt idx="3564">
                  <c:v>89.503158187547854</c:v>
                </c:pt>
                <c:pt idx="3565">
                  <c:v>89.503516782496021</c:v>
                </c:pt>
                <c:pt idx="3566">
                  <c:v>89.502867603040244</c:v>
                </c:pt>
                <c:pt idx="3567">
                  <c:v>89.501915481689053</c:v>
                </c:pt>
                <c:pt idx="3568">
                  <c:v>89.501319895776959</c:v>
                </c:pt>
                <c:pt idx="3569">
                  <c:v>89.501410572961092</c:v>
                </c:pt>
                <c:pt idx="3570">
                  <c:v>89.502206063105461</c:v>
                </c:pt>
                <c:pt idx="3571">
                  <c:v>89.503669288828945</c:v>
                </c:pt>
                <c:pt idx="3572">
                  <c:v>89.505767307731332</c:v>
                </c:pt>
                <c:pt idx="3573">
                  <c:v>89.508644435224141</c:v>
                </c:pt>
                <c:pt idx="3574">
                  <c:v>89.512572811639629</c:v>
                </c:pt>
                <c:pt idx="3575">
                  <c:v>89.517960697440074</c:v>
                </c:pt>
                <c:pt idx="3576">
                  <c:v>89.525154669483612</c:v>
                </c:pt>
                <c:pt idx="3577">
                  <c:v>89.534217011166902</c:v>
                </c:pt>
                <c:pt idx="3578">
                  <c:v>89.544907053245069</c:v>
                </c:pt>
                <c:pt idx="3579">
                  <c:v>89.55667891537351</c:v>
                </c:pt>
                <c:pt idx="3580">
                  <c:v>89.568749309696969</c:v>
                </c:pt>
                <c:pt idx="3581">
                  <c:v>89.580466551525546</c:v>
                </c:pt>
                <c:pt idx="3582">
                  <c:v>89.591178618924886</c:v>
                </c:pt>
                <c:pt idx="3583">
                  <c:v>89.600769615371533</c:v>
                </c:pt>
                <c:pt idx="3584">
                  <c:v>89.60957344048407</c:v>
                </c:pt>
                <c:pt idx="3585">
                  <c:v>89.61828527140085</c:v>
                </c:pt>
                <c:pt idx="3586">
                  <c:v>89.627914253589537</c:v>
                </c:pt>
                <c:pt idx="3587">
                  <c:v>89.639670195722218</c:v>
                </c:pt>
                <c:pt idx="3588">
                  <c:v>89.654534505757184</c:v>
                </c:pt>
                <c:pt idx="3589">
                  <c:v>89.672888650844527</c:v>
                </c:pt>
                <c:pt idx="3590">
                  <c:v>89.694197797442939</c:v>
                </c:pt>
                <c:pt idx="3591">
                  <c:v>89.716681244614435</c:v>
                </c:pt>
                <c:pt idx="3592">
                  <c:v>89.737701185628836</c:v>
                </c:pt>
                <c:pt idx="3593">
                  <c:v>89.753594405647817</c:v>
                </c:pt>
                <c:pt idx="3594">
                  <c:v>89.760834182679389</c:v>
                </c:pt>
                <c:pt idx="3595">
                  <c:v>89.756882510616251</c:v>
                </c:pt>
                <c:pt idx="3596">
                  <c:v>89.740943248386017</c:v>
                </c:pt>
                <c:pt idx="3597">
                  <c:v>89.714340720426989</c:v>
                </c:pt>
                <c:pt idx="3598">
                  <c:v>89.680520456304663</c:v>
                </c:pt>
                <c:pt idx="3599">
                  <c:v>89.644004762853839</c:v>
                </c:pt>
                <c:pt idx="3600">
                  <c:v>89.609488843720115</c:v>
                </c:pt>
                <c:pt idx="3601">
                  <c:v>89.580528431540998</c:v>
                </c:pt>
                <c:pt idx="3602">
                  <c:v>89.558617327965408</c:v>
                </c:pt>
                <c:pt idx="3603">
                  <c:v>89.543647273173562</c:v>
                </c:pt>
                <c:pt idx="3604">
                  <c:v>89.534012912847658</c:v>
                </c:pt>
                <c:pt idx="3605">
                  <c:v>89.527679911358476</c:v>
                </c:pt>
                <c:pt idx="3606">
                  <c:v>89.522971681054145</c:v>
                </c:pt>
                <c:pt idx="3607">
                  <c:v>89.518859397018517</c:v>
                </c:pt>
                <c:pt idx="3608">
                  <c:v>89.515151288826971</c:v>
                </c:pt>
                <c:pt idx="3609">
                  <c:v>89.512008071155861</c:v>
                </c:pt>
                <c:pt idx="3610">
                  <c:v>89.509483271325124</c:v>
                </c:pt>
                <c:pt idx="3611">
                  <c:v>89.507523251335343</c:v>
                </c:pt>
                <c:pt idx="3612">
                  <c:v>89.505996073080212</c:v>
                </c:pt>
                <c:pt idx="3613">
                  <c:v>89.504691500146947</c:v>
                </c:pt>
                <c:pt idx="3614">
                  <c:v>89.504196880309479</c:v>
                </c:pt>
                <c:pt idx="3615">
                  <c:v>89.505126355678655</c:v>
                </c:pt>
                <c:pt idx="3616">
                  <c:v>89.50859084890989</c:v>
                </c:pt>
                <c:pt idx="3617">
                  <c:v>89.514961662075081</c:v>
                </c:pt>
                <c:pt idx="3618">
                  <c:v>89.523445791107719</c:v>
                </c:pt>
                <c:pt idx="3619">
                  <c:v>89.532112140742868</c:v>
                </c:pt>
                <c:pt idx="3620">
                  <c:v>89.537934155892003</c:v>
                </c:pt>
                <c:pt idx="3621">
                  <c:v>89.5378269482257</c:v>
                </c:pt>
                <c:pt idx="3622">
                  <c:v>89.529801169579599</c:v>
                </c:pt>
                <c:pt idx="3623">
                  <c:v>89.513710547813247</c:v>
                </c:pt>
                <c:pt idx="3624">
                  <c:v>89.491393360501959</c:v>
                </c:pt>
                <c:pt idx="3625">
                  <c:v>89.466720891775182</c:v>
                </c:pt>
                <c:pt idx="3626">
                  <c:v>89.444015871070022</c:v>
                </c:pt>
                <c:pt idx="3627">
                  <c:v>89.427246734598981</c:v>
                </c:pt>
                <c:pt idx="3628">
                  <c:v>89.41899202954778</c:v>
                </c:pt>
                <c:pt idx="3629">
                  <c:v>89.419951504640821</c:v>
                </c:pt>
                <c:pt idx="3630">
                  <c:v>89.429221470177595</c:v>
                </c:pt>
                <c:pt idx="3631">
                  <c:v>89.444924126019444</c:v>
                </c:pt>
                <c:pt idx="3632">
                  <c:v>89.464965748625019</c:v>
                </c:pt>
                <c:pt idx="3633">
                  <c:v>89.487785295527118</c:v>
                </c:pt>
                <c:pt idx="3634">
                  <c:v>89.512008071155861</c:v>
                </c:pt>
                <c:pt idx="3635">
                  <c:v>89.537727987416901</c:v>
                </c:pt>
                <c:pt idx="3636">
                  <c:v>89.565148437495537</c:v>
                </c:pt>
                <c:pt idx="3637">
                  <c:v>89.595122995642853</c:v>
                </c:pt>
                <c:pt idx="3638">
                  <c:v>89.628570531351954</c:v>
                </c:pt>
                <c:pt idx="3639">
                  <c:v>89.665794297358985</c:v>
                </c:pt>
                <c:pt idx="3640">
                  <c:v>89.705863286941394</c:v>
                </c:pt>
                <c:pt idx="3641">
                  <c:v>89.745574084166961</c:v>
                </c:pt>
                <c:pt idx="3642">
                  <c:v>89.778366658455042</c:v>
                </c:pt>
                <c:pt idx="3643">
                  <c:v>89.794738492256798</c:v>
                </c:pt>
                <c:pt idx="3644">
                  <c:v>89.782676922473982</c:v>
                </c:pt>
                <c:pt idx="3645">
                  <c:v>89.730331042819358</c:v>
                </c:pt>
                <c:pt idx="3646">
                  <c:v>89.629592105355329</c:v>
                </c:pt>
                <c:pt idx="3647">
                  <c:v>89.480033908352283</c:v>
                </c:pt>
                <c:pt idx="3648">
                  <c:v>89.292197258234779</c:v>
                </c:pt>
                <c:pt idx="3649">
                  <c:v>89.085563208962</c:v>
                </c:pt>
                <c:pt idx="3650">
                  <c:v>88.884315038432987</c:v>
                </c:pt>
                <c:pt idx="3651">
                  <c:v>88.710700776596582</c:v>
                </c:pt>
                <c:pt idx="3652">
                  <c:v>88.579513356103661</c:v>
                </c:pt>
                <c:pt idx="3653">
                  <c:v>88.495117452901766</c:v>
                </c:pt>
                <c:pt idx="3654">
                  <c:v>88.453430323349849</c:v>
                </c:pt>
                <c:pt idx="3655">
                  <c:v>88.445000759583706</c:v>
                </c:pt>
                <c:pt idx="3656">
                  <c:v>88.458565032156315</c:v>
                </c:pt>
                <c:pt idx="3657">
                  <c:v>88.483627747363613</c:v>
                </c:pt>
                <c:pt idx="3658">
                  <c:v>88.512062345789658</c:v>
                </c:pt>
                <c:pt idx="3659">
                  <c:v>88.538879197789797</c:v>
                </c:pt>
                <c:pt idx="3660">
                  <c:v>88.560997593642128</c:v>
                </c:pt>
                <c:pt idx="3661">
                  <c:v>88.577088282701723</c:v>
                </c:pt>
                <c:pt idx="3662">
                  <c:v>88.586676786510552</c:v>
                </c:pt>
                <c:pt idx="3663">
                  <c:v>88.589805869836411</c:v>
                </c:pt>
                <c:pt idx="3664">
                  <c:v>88.587280564517883</c:v>
                </c:pt>
                <c:pt idx="3665">
                  <c:v>88.58016195721531</c:v>
                </c:pt>
                <c:pt idx="3666">
                  <c:v>88.570152001111666</c:v>
                </c:pt>
                <c:pt idx="3667">
                  <c:v>88.559486565017238</c:v>
                </c:pt>
                <c:pt idx="3668">
                  <c:v>88.55045967469286</c:v>
                </c:pt>
                <c:pt idx="3669">
                  <c:v>88.544997496961145</c:v>
                </c:pt>
                <c:pt idx="3670">
                  <c:v>88.544449055027059</c:v>
                </c:pt>
                <c:pt idx="3671">
                  <c:v>88.549415738608133</c:v>
                </c:pt>
                <c:pt idx="3672">
                  <c:v>88.560012669224236</c:v>
                </c:pt>
                <c:pt idx="3673">
                  <c:v>88.575699351303754</c:v>
                </c:pt>
                <c:pt idx="3674">
                  <c:v>88.595329971197287</c:v>
                </c:pt>
                <c:pt idx="3675">
                  <c:v>88.617415538020509</c:v>
                </c:pt>
                <c:pt idx="3676">
                  <c:v>88.639794391940612</c:v>
                </c:pt>
                <c:pt idx="3677">
                  <c:v>88.659859758477396</c:v>
                </c:pt>
                <c:pt idx="3678">
                  <c:v>88.674575886156376</c:v>
                </c:pt>
                <c:pt idx="3679">
                  <c:v>88.681342694605277</c:v>
                </c:pt>
                <c:pt idx="3680">
                  <c:v>88.678582003091066</c:v>
                </c:pt>
                <c:pt idx="3681">
                  <c:v>88.665786340231065</c:v>
                </c:pt>
                <c:pt idx="3682">
                  <c:v>88.644423515989828</c:v>
                </c:pt>
                <c:pt idx="3683">
                  <c:v>88.617866487767287</c:v>
                </c:pt>
                <c:pt idx="3684">
                  <c:v>88.590721769764045</c:v>
                </c:pt>
                <c:pt idx="3685">
                  <c:v>88.567992299542553</c:v>
                </c:pt>
                <c:pt idx="3686">
                  <c:v>88.553848473910577</c:v>
                </c:pt>
                <c:pt idx="3687">
                  <c:v>88.550834842229492</c:v>
                </c:pt>
                <c:pt idx="3688">
                  <c:v>88.559219435782879</c:v>
                </c:pt>
                <c:pt idx="3689">
                  <c:v>88.576690568842636</c:v>
                </c:pt>
                <c:pt idx="3690">
                  <c:v>88.598916333653449</c:v>
                </c:pt>
                <c:pt idx="3691">
                  <c:v>88.620086581516617</c:v>
                </c:pt>
                <c:pt idx="3692">
                  <c:v>88.634528751083636</c:v>
                </c:pt>
                <c:pt idx="3693">
                  <c:v>88.637473797708836</c:v>
                </c:pt>
                <c:pt idx="3694">
                  <c:v>88.626479864364711</c:v>
                </c:pt>
                <c:pt idx="3695">
                  <c:v>88.601837755527384</c:v>
                </c:pt>
                <c:pt idx="3696">
                  <c:v>88.566497466124133</c:v>
                </c:pt>
                <c:pt idx="3697">
                  <c:v>88.52512323339478</c:v>
                </c:pt>
                <c:pt idx="3698">
                  <c:v>88.482619234754026</c:v>
                </c:pt>
                <c:pt idx="3699">
                  <c:v>88.443161799875014</c:v>
                </c:pt>
                <c:pt idx="3700">
                  <c:v>88.409051245724882</c:v>
                </c:pt>
                <c:pt idx="3701">
                  <c:v>88.380661949968101</c:v>
                </c:pt>
                <c:pt idx="3702">
                  <c:v>88.357009811040584</c:v>
                </c:pt>
                <c:pt idx="3703">
                  <c:v>88.336691608121427</c:v>
                </c:pt>
                <c:pt idx="3704">
                  <c:v>88.318763475297942</c:v>
                </c:pt>
                <c:pt idx="3705">
                  <c:v>88.303138562384348</c:v>
                </c:pt>
                <c:pt idx="3706">
                  <c:v>88.290474325804908</c:v>
                </c:pt>
                <c:pt idx="3707">
                  <c:v>88.281753343986679</c:v>
                </c:pt>
                <c:pt idx="3708">
                  <c:v>88.2775110705971</c:v>
                </c:pt>
                <c:pt idx="3709">
                  <c:v>88.277557821900132</c:v>
                </c:pt>
                <c:pt idx="3710">
                  <c:v>88.280777623382392</c:v>
                </c:pt>
                <c:pt idx="3711">
                  <c:v>88.285583151591496</c:v>
                </c:pt>
                <c:pt idx="3712">
                  <c:v>88.290665424561951</c:v>
                </c:pt>
                <c:pt idx="3713">
                  <c:v>88.295158397496493</c:v>
                </c:pt>
                <c:pt idx="3714">
                  <c:v>88.299019284030152</c:v>
                </c:pt>
                <c:pt idx="3715">
                  <c:v>88.302658715530512</c:v>
                </c:pt>
                <c:pt idx="3716">
                  <c:v>88.306747663594138</c:v>
                </c:pt>
                <c:pt idx="3717">
                  <c:v>88.311233321162945</c:v>
                </c:pt>
                <c:pt idx="3718">
                  <c:v>88.315788347129626</c:v>
                </c:pt>
                <c:pt idx="3719">
                  <c:v>88.319395931728593</c:v>
                </c:pt>
                <c:pt idx="3720">
                  <c:v>88.321242486386339</c:v>
                </c:pt>
                <c:pt idx="3721">
                  <c:v>88.320449357959774</c:v>
                </c:pt>
                <c:pt idx="3722">
                  <c:v>88.316986113950193</c:v>
                </c:pt>
                <c:pt idx="3723">
                  <c:v>88.31121908707506</c:v>
                </c:pt>
                <c:pt idx="3724">
                  <c:v>88.303886803359575</c:v>
                </c:pt>
                <c:pt idx="3725">
                  <c:v>88.295615839691351</c:v>
                </c:pt>
                <c:pt idx="3726">
                  <c:v>88.28701022430036</c:v>
                </c:pt>
                <c:pt idx="3727">
                  <c:v>88.27845829748064</c:v>
                </c:pt>
                <c:pt idx="3728">
                  <c:v>88.270445810464153</c:v>
                </c:pt>
                <c:pt idx="3729">
                  <c:v>88.263679870202509</c:v>
                </c:pt>
                <c:pt idx="3730">
                  <c:v>88.258812534940162</c:v>
                </c:pt>
                <c:pt idx="3731">
                  <c:v>88.25661368486125</c:v>
                </c:pt>
                <c:pt idx="3732">
                  <c:v>88.25738591801921</c:v>
                </c:pt>
                <c:pt idx="3733">
                  <c:v>88.260590757831665</c:v>
                </c:pt>
                <c:pt idx="3734">
                  <c:v>88.264968387184155</c:v>
                </c:pt>
                <c:pt idx="3735">
                  <c:v>88.268821856203402</c:v>
                </c:pt>
                <c:pt idx="3736">
                  <c:v>88.270531175594755</c:v>
                </c:pt>
                <c:pt idx="3737">
                  <c:v>88.269035265258438</c:v>
                </c:pt>
                <c:pt idx="3738">
                  <c:v>88.264053822720371</c:v>
                </c:pt>
                <c:pt idx="3739">
                  <c:v>88.256256021267049</c:v>
                </c:pt>
                <c:pt idx="3740">
                  <c:v>88.246703281761398</c:v>
                </c:pt>
                <c:pt idx="3741">
                  <c:v>88.236212919423835</c:v>
                </c:pt>
                <c:pt idx="3742">
                  <c:v>88.225272818420052</c:v>
                </c:pt>
                <c:pt idx="3743">
                  <c:v>88.213905489550044</c:v>
                </c:pt>
                <c:pt idx="3744">
                  <c:v>88.202080634382938</c:v>
                </c:pt>
                <c:pt idx="3745">
                  <c:v>88.189895908330996</c:v>
                </c:pt>
                <c:pt idx="3746">
                  <c:v>88.178092544967328</c:v>
                </c:pt>
                <c:pt idx="3747">
                  <c:v>88.167939221120989</c:v>
                </c:pt>
                <c:pt idx="3748">
                  <c:v>88.160767021786526</c:v>
                </c:pt>
                <c:pt idx="3749">
                  <c:v>88.157517089026697</c:v>
                </c:pt>
                <c:pt idx="3750">
                  <c:v>88.15807328388729</c:v>
                </c:pt>
                <c:pt idx="3751">
                  <c:v>88.161345567038467</c:v>
                </c:pt>
                <c:pt idx="3752">
                  <c:v>88.165352858371122</c:v>
                </c:pt>
                <c:pt idx="3753">
                  <c:v>88.168144265683779</c:v>
                </c:pt>
                <c:pt idx="3754">
                  <c:v>88.16815847671073</c:v>
                </c:pt>
                <c:pt idx="3755">
                  <c:v>88.165015865358001</c:v>
                </c:pt>
                <c:pt idx="3756">
                  <c:v>88.159439427034357</c:v>
                </c:pt>
                <c:pt idx="3757">
                  <c:v>88.152724621036441</c:v>
                </c:pt>
                <c:pt idx="3758">
                  <c:v>88.14620314219836</c:v>
                </c:pt>
                <c:pt idx="3759">
                  <c:v>88.140717192395115</c:v>
                </c:pt>
                <c:pt idx="3760">
                  <c:v>88.136475608075784</c:v>
                </c:pt>
                <c:pt idx="3761">
                  <c:v>88.132895788574757</c:v>
                </c:pt>
                <c:pt idx="3762">
                  <c:v>88.129157832921962</c:v>
                </c:pt>
                <c:pt idx="3763">
                  <c:v>88.124695627669212</c:v>
                </c:pt>
                <c:pt idx="3764">
                  <c:v>88.119391599376556</c:v>
                </c:pt>
                <c:pt idx="3765">
                  <c:v>88.11341835525387</c:v>
                </c:pt>
                <c:pt idx="3766">
                  <c:v>88.107346107392047</c:v>
                </c:pt>
                <c:pt idx="3767">
                  <c:v>88.101615084596062</c:v>
                </c:pt>
                <c:pt idx="3768">
                  <c:v>88.096505152473426</c:v>
                </c:pt>
                <c:pt idx="3769">
                  <c:v>88.091949266029715</c:v>
                </c:pt>
                <c:pt idx="3770">
                  <c:v>88.087586302686617</c:v>
                </c:pt>
                <c:pt idx="3771">
                  <c:v>88.083251950110679</c:v>
                </c:pt>
                <c:pt idx="3772">
                  <c:v>88.078788013012314</c:v>
                </c:pt>
                <c:pt idx="3773">
                  <c:v>88.074287798394963</c:v>
                </c:pt>
                <c:pt idx="3774">
                  <c:v>88.069739144557431</c:v>
                </c:pt>
                <c:pt idx="3775">
                  <c:v>88.065247503383105</c:v>
                </c:pt>
                <c:pt idx="3776">
                  <c:v>88.060745952918154</c:v>
                </c:pt>
                <c:pt idx="3777">
                  <c:v>88.055976993726503</c:v>
                </c:pt>
                <c:pt idx="3778">
                  <c:v>88.050683183780208</c:v>
                </c:pt>
                <c:pt idx="3779">
                  <c:v>88.044647696090777</c:v>
                </c:pt>
                <c:pt idx="3780">
                  <c:v>88.03785649319363</c:v>
                </c:pt>
                <c:pt idx="3781">
                  <c:v>88.030190158715953</c:v>
                </c:pt>
                <c:pt idx="3782">
                  <c:v>88.021796875953484</c:v>
                </c:pt>
                <c:pt idx="3783">
                  <c:v>88.0125349934127</c:v>
                </c:pt>
                <c:pt idx="3784">
                  <c:v>88.002463549055776</c:v>
                </c:pt>
                <c:pt idx="3785">
                  <c:v>87.991570664548263</c:v>
                </c:pt>
                <c:pt idx="3786">
                  <c:v>87.979903238884873</c:v>
                </c:pt>
                <c:pt idx="3787">
                  <c:v>87.967963912337922</c:v>
                </c:pt>
                <c:pt idx="3788">
                  <c:v>87.956200378753493</c:v>
                </c:pt>
                <c:pt idx="3789">
                  <c:v>87.945068194114427</c:v>
                </c:pt>
                <c:pt idx="3790">
                  <c:v>87.934996371000821</c:v>
                </c:pt>
                <c:pt idx="3791">
                  <c:v>87.926010864829834</c:v>
                </c:pt>
                <c:pt idx="3792">
                  <c:v>87.917914977266804</c:v>
                </c:pt>
                <c:pt idx="3793">
                  <c:v>87.910224675755387</c:v>
                </c:pt>
                <c:pt idx="3794">
                  <c:v>87.902435869478481</c:v>
                </c:pt>
                <c:pt idx="3795">
                  <c:v>87.894431201703981</c:v>
                </c:pt>
                <c:pt idx="3796">
                  <c:v>87.886178353059719</c:v>
                </c:pt>
                <c:pt idx="3797">
                  <c:v>87.877968772071682</c:v>
                </c:pt>
                <c:pt idx="3798">
                  <c:v>87.870071543008564</c:v>
                </c:pt>
                <c:pt idx="3799">
                  <c:v>87.862640338178068</c:v>
                </c:pt>
                <c:pt idx="3800">
                  <c:v>87.855727636220308</c:v>
                </c:pt>
                <c:pt idx="3801">
                  <c:v>87.849106760907915</c:v>
                </c:pt>
                <c:pt idx="3802">
                  <c:v>87.842352889883415</c:v>
                </c:pt>
                <c:pt idx="3803">
                  <c:v>87.835320435002245</c:v>
                </c:pt>
                <c:pt idx="3804">
                  <c:v>87.827835544369549</c:v>
                </c:pt>
                <c:pt idx="3805">
                  <c:v>87.819952931217088</c:v>
                </c:pt>
                <c:pt idx="3806">
                  <c:v>87.811858721287621</c:v>
                </c:pt>
                <c:pt idx="3807">
                  <c:v>87.803908802209619</c:v>
                </c:pt>
                <c:pt idx="3808">
                  <c:v>87.796462976901864</c:v>
                </c:pt>
                <c:pt idx="3809">
                  <c:v>87.789824332027521</c:v>
                </c:pt>
                <c:pt idx="3810">
                  <c:v>87.784340349056592</c:v>
                </c:pt>
                <c:pt idx="3811">
                  <c:v>87.780265484419303</c:v>
                </c:pt>
                <c:pt idx="3812">
                  <c:v>87.777641986155146</c:v>
                </c:pt>
                <c:pt idx="3813">
                  <c:v>87.776168576599773</c:v>
                </c:pt>
                <c:pt idx="3814">
                  <c:v>87.775208549387713</c:v>
                </c:pt>
                <c:pt idx="3815">
                  <c:v>87.773666464498163</c:v>
                </c:pt>
                <c:pt idx="3816">
                  <c:v>87.770287311608726</c:v>
                </c:pt>
                <c:pt idx="3817">
                  <c:v>87.763909312953587</c:v>
                </c:pt>
                <c:pt idx="3818">
                  <c:v>87.753937040602509</c:v>
                </c:pt>
                <c:pt idx="3819">
                  <c:v>87.740569709185777</c:v>
                </c:pt>
                <c:pt idx="3820">
                  <c:v>87.724913771221694</c:v>
                </c:pt>
                <c:pt idx="3821">
                  <c:v>87.708571952616651</c:v>
                </c:pt>
                <c:pt idx="3822">
                  <c:v>87.693472968617485</c:v>
                </c:pt>
                <c:pt idx="3823">
                  <c:v>87.681221216788614</c:v>
                </c:pt>
                <c:pt idx="3824">
                  <c:v>87.672645201492656</c:v>
                </c:pt>
                <c:pt idx="3825">
                  <c:v>87.667755956185729</c:v>
                </c:pt>
                <c:pt idx="3826">
                  <c:v>87.665604128685843</c:v>
                </c:pt>
                <c:pt idx="3827">
                  <c:v>87.664879463208479</c:v>
                </c:pt>
                <c:pt idx="3828">
                  <c:v>87.664086173328386</c:v>
                </c:pt>
                <c:pt idx="3829">
                  <c:v>87.662017194059345</c:v>
                </c:pt>
                <c:pt idx="3830">
                  <c:v>87.65786727162866</c:v>
                </c:pt>
                <c:pt idx="3831">
                  <c:v>87.651451022449464</c:v>
                </c:pt>
                <c:pt idx="3832">
                  <c:v>87.642974785489329</c:v>
                </c:pt>
                <c:pt idx="3833">
                  <c:v>87.633040468359752</c:v>
                </c:pt>
                <c:pt idx="3834">
                  <c:v>87.62238296309549</c:v>
                </c:pt>
                <c:pt idx="3835">
                  <c:v>87.611801395355855</c:v>
                </c:pt>
                <c:pt idx="3836">
                  <c:v>87.602058202933989</c:v>
                </c:pt>
                <c:pt idx="3837">
                  <c:v>87.593865077422379</c:v>
                </c:pt>
                <c:pt idx="3838">
                  <c:v>87.587509982716213</c:v>
                </c:pt>
                <c:pt idx="3839">
                  <c:v>87.583038902343617</c:v>
                </c:pt>
                <c:pt idx="3840">
                  <c:v>87.579985711130178</c:v>
                </c:pt>
                <c:pt idx="3841">
                  <c:v>87.577400463349946</c:v>
                </c:pt>
                <c:pt idx="3842">
                  <c:v>87.574097426292568</c:v>
                </c:pt>
                <c:pt idx="3843">
                  <c:v>87.568733785372757</c:v>
                </c:pt>
                <c:pt idx="3844">
                  <c:v>87.560227240657412</c:v>
                </c:pt>
                <c:pt idx="3845">
                  <c:v>87.547806629300169</c:v>
                </c:pt>
                <c:pt idx="3846">
                  <c:v>87.531540128306673</c:v>
                </c:pt>
                <c:pt idx="3847">
                  <c:v>87.511857068488339</c:v>
                </c:pt>
                <c:pt idx="3848">
                  <c:v>87.490020844198057</c:v>
                </c:pt>
                <c:pt idx="3849">
                  <c:v>87.467414670626027</c:v>
                </c:pt>
                <c:pt idx="3850">
                  <c:v>87.445601616793297</c:v>
                </c:pt>
                <c:pt idx="3851">
                  <c:v>87.425933855700166</c:v>
                </c:pt>
                <c:pt idx="3852">
                  <c:v>87.409545085813704</c:v>
                </c:pt>
                <c:pt idx="3853">
                  <c:v>87.397041204645234</c:v>
                </c:pt>
                <c:pt idx="3854">
                  <c:v>87.388595606696214</c:v>
                </c:pt>
                <c:pt idx="3855">
                  <c:v>87.384070293321287</c:v>
                </c:pt>
                <c:pt idx="3856">
                  <c:v>87.382865058179746</c:v>
                </c:pt>
                <c:pt idx="3857">
                  <c:v>87.384124619837735</c:v>
                </c:pt>
                <c:pt idx="3858">
                  <c:v>87.386788672673134</c:v>
                </c:pt>
                <c:pt idx="3859">
                  <c:v>87.389639943062775</c:v>
                </c:pt>
                <c:pt idx="3860">
                  <c:v>87.391547549222182</c:v>
                </c:pt>
                <c:pt idx="3861">
                  <c:v>87.391418764373313</c:v>
                </c:pt>
                <c:pt idx="3862">
                  <c:v>87.388396399442485</c:v>
                </c:pt>
                <c:pt idx="3863">
                  <c:v>87.382011946858555</c:v>
                </c:pt>
                <c:pt idx="3864">
                  <c:v>87.372237978035244</c:v>
                </c:pt>
                <c:pt idx="3865">
                  <c:v>87.359465865655821</c:v>
                </c:pt>
                <c:pt idx="3866">
                  <c:v>87.344437035983148</c:v>
                </c:pt>
                <c:pt idx="3867">
                  <c:v>87.328003219332999</c:v>
                </c:pt>
                <c:pt idx="3868">
                  <c:v>87.311156338076515</c:v>
                </c:pt>
                <c:pt idx="3869">
                  <c:v>87.294678532303905</c:v>
                </c:pt>
                <c:pt idx="3870">
                  <c:v>87.279128282461514</c:v>
                </c:pt>
                <c:pt idx="3871">
                  <c:v>87.264800467337807</c:v>
                </c:pt>
                <c:pt idx="3872">
                  <c:v>87.251762793316161</c:v>
                </c:pt>
                <c:pt idx="3873">
                  <c:v>87.240012674034276</c:v>
                </c:pt>
                <c:pt idx="3874">
                  <c:v>87.229362796288399</c:v>
                </c:pt>
                <c:pt idx="3875">
                  <c:v>87.21976455807075</c:v>
                </c:pt>
                <c:pt idx="3876">
                  <c:v>87.211006760944812</c:v>
                </c:pt>
                <c:pt idx="3877">
                  <c:v>87.202926510144664</c:v>
                </c:pt>
                <c:pt idx="3878">
                  <c:v>87.195326858110306</c:v>
                </c:pt>
                <c:pt idx="3879">
                  <c:v>87.187812186427408</c:v>
                </c:pt>
                <c:pt idx="3880">
                  <c:v>87.18010745953066</c:v>
                </c:pt>
                <c:pt idx="3881">
                  <c:v>87.171943761609711</c:v>
                </c:pt>
                <c:pt idx="3882">
                  <c:v>87.163062317873042</c:v>
                </c:pt>
                <c:pt idx="3883">
                  <c:v>87.153495456391937</c:v>
                </c:pt>
                <c:pt idx="3884">
                  <c:v>87.143486195628185</c:v>
                </c:pt>
                <c:pt idx="3885">
                  <c:v>87.133147041811611</c:v>
                </c:pt>
                <c:pt idx="3886">
                  <c:v>87.122787047843502</c:v>
                </c:pt>
                <c:pt idx="3887">
                  <c:v>87.112526571769436</c:v>
                </c:pt>
                <c:pt idx="3888">
                  <c:v>87.10248591516563</c:v>
                </c:pt>
                <c:pt idx="3889">
                  <c:v>87.092606846218416</c:v>
                </c:pt>
                <c:pt idx="3890">
                  <c:v>87.082678768910512</c:v>
                </c:pt>
                <c:pt idx="3891">
                  <c:v>87.072547321320101</c:v>
                </c:pt>
                <c:pt idx="3892">
                  <c:v>87.061988050653568</c:v>
                </c:pt>
                <c:pt idx="3893">
                  <c:v>87.050818710512615</c:v>
                </c:pt>
                <c:pt idx="3894">
                  <c:v>87.038909266516313</c:v>
                </c:pt>
                <c:pt idx="3895">
                  <c:v>87.026207922649931</c:v>
                </c:pt>
                <c:pt idx="3896">
                  <c:v>87.012947437242701</c:v>
                </c:pt>
                <c:pt idx="3897">
                  <c:v>86.999366451038554</c:v>
                </c:pt>
                <c:pt idx="3898">
                  <c:v>86.985725494002594</c:v>
                </c:pt>
                <c:pt idx="3899">
                  <c:v>86.972296949699484</c:v>
                </c:pt>
                <c:pt idx="3900">
                  <c:v>86.959174828881743</c:v>
                </c:pt>
                <c:pt idx="3901">
                  <c:v>86.946112746109776</c:v>
                </c:pt>
                <c:pt idx="3902">
                  <c:v>86.932754371477543</c:v>
                </c:pt>
                <c:pt idx="3903">
                  <c:v>86.918655535552531</c:v>
                </c:pt>
                <c:pt idx="3904">
                  <c:v>86.903488430274095</c:v>
                </c:pt>
                <c:pt idx="3905">
                  <c:v>86.887237610477769</c:v>
                </c:pt>
                <c:pt idx="3906">
                  <c:v>86.870285734394741</c:v>
                </c:pt>
                <c:pt idx="3907">
                  <c:v>86.853363163996917</c:v>
                </c:pt>
                <c:pt idx="3908">
                  <c:v>86.837463632486063</c:v>
                </c:pt>
                <c:pt idx="3909">
                  <c:v>86.823448223124544</c:v>
                </c:pt>
                <c:pt idx="3910">
                  <c:v>86.8119496795223</c:v>
                </c:pt>
                <c:pt idx="3911">
                  <c:v>86.803184862145599</c:v>
                </c:pt>
                <c:pt idx="3912">
                  <c:v>86.796967075655644</c:v>
                </c:pt>
                <c:pt idx="3913">
                  <c:v>86.792824130579234</c:v>
                </c:pt>
                <c:pt idx="3914">
                  <c:v>86.790176186787804</c:v>
                </c:pt>
                <c:pt idx="3915">
                  <c:v>86.78854349491759</c:v>
                </c:pt>
                <c:pt idx="3916">
                  <c:v>86.787536317209032</c:v>
                </c:pt>
                <c:pt idx="3917">
                  <c:v>86.786856878531538</c:v>
                </c:pt>
                <c:pt idx="3918">
                  <c:v>86.786361291321697</c:v>
                </c:pt>
                <c:pt idx="3919">
                  <c:v>86.785857713668619</c:v>
                </c:pt>
                <c:pt idx="3920">
                  <c:v>86.785194274554584</c:v>
                </c:pt>
                <c:pt idx="3921">
                  <c:v>86.784133182176987</c:v>
                </c:pt>
                <c:pt idx="3922">
                  <c:v>86.782492611024111</c:v>
                </c:pt>
                <c:pt idx="3923">
                  <c:v>86.780258606633808</c:v>
                </c:pt>
                <c:pt idx="3924">
                  <c:v>86.777473175455611</c:v>
                </c:pt>
                <c:pt idx="3925">
                  <c:v>86.774238271116417</c:v>
                </c:pt>
                <c:pt idx="3926">
                  <c:v>86.770713781304366</c:v>
                </c:pt>
                <c:pt idx="3927">
                  <c:v>86.76702161218499</c:v>
                </c:pt>
                <c:pt idx="3928">
                  <c:v>86.763381542973008</c:v>
                </c:pt>
                <c:pt idx="3929">
                  <c:v>86.759827528338278</c:v>
                </c:pt>
                <c:pt idx="3930">
                  <c:v>86.756453446802098</c:v>
                </c:pt>
                <c:pt idx="3931">
                  <c:v>86.753327194708291</c:v>
                </c:pt>
                <c:pt idx="3932">
                  <c:v>86.750450742777446</c:v>
                </c:pt>
                <c:pt idx="3933">
                  <c:v>86.747702222264195</c:v>
                </c:pt>
                <c:pt idx="3934">
                  <c:v>86.744873893814329</c:v>
                </c:pt>
                <c:pt idx="3935">
                  <c:v>86.741692134533835</c:v>
                </c:pt>
                <c:pt idx="3936">
                  <c:v>86.737799481700421</c:v>
                </c:pt>
                <c:pt idx="3937">
                  <c:v>86.732986335193473</c:v>
                </c:pt>
                <c:pt idx="3938">
                  <c:v>86.727218899807951</c:v>
                </c:pt>
                <c:pt idx="3939">
                  <c:v>86.72071102523303</c:v>
                </c:pt>
                <c:pt idx="3940">
                  <c:v>86.71387418935079</c:v>
                </c:pt>
                <c:pt idx="3941">
                  <c:v>86.70713771769087</c:v>
                </c:pt>
                <c:pt idx="3942">
                  <c:v>86.700888880258745</c:v>
                </c:pt>
                <c:pt idx="3943">
                  <c:v>86.695281281473697</c:v>
                </c:pt>
                <c:pt idx="3944">
                  <c:v>86.690216987229675</c:v>
                </c:pt>
                <c:pt idx="3945">
                  <c:v>86.685356580994736</c:v>
                </c:pt>
                <c:pt idx="3946">
                  <c:v>86.680228998124349</c:v>
                </c:pt>
                <c:pt idx="3947">
                  <c:v>86.674407194087536</c:v>
                </c:pt>
                <c:pt idx="3948">
                  <c:v>86.667556048329317</c:v>
                </c:pt>
                <c:pt idx="3949">
                  <c:v>86.659476263959874</c:v>
                </c:pt>
                <c:pt idx="3950">
                  <c:v>86.650170179909523</c:v>
                </c:pt>
                <c:pt idx="3951">
                  <c:v>86.639809757405445</c:v>
                </c:pt>
                <c:pt idx="3952">
                  <c:v>86.628684605785963</c:v>
                </c:pt>
                <c:pt idx="3953">
                  <c:v>86.61712609522047</c:v>
                </c:pt>
                <c:pt idx="3954">
                  <c:v>86.605491354384569</c:v>
                </c:pt>
                <c:pt idx="3955">
                  <c:v>86.594085480958256</c:v>
                </c:pt>
                <c:pt idx="3956">
                  <c:v>86.583067876682378</c:v>
                </c:pt>
                <c:pt idx="3957">
                  <c:v>86.572402512465089</c:v>
                </c:pt>
                <c:pt idx="3958">
                  <c:v>86.561822174678298</c:v>
                </c:pt>
                <c:pt idx="3959">
                  <c:v>86.550964122160849</c:v>
                </c:pt>
                <c:pt idx="3960">
                  <c:v>86.539443878537341</c:v>
                </c:pt>
                <c:pt idx="3961">
                  <c:v>86.527008678764389</c:v>
                </c:pt>
                <c:pt idx="3962">
                  <c:v>86.513648957467481</c:v>
                </c:pt>
                <c:pt idx="3963">
                  <c:v>86.499596183455296</c:v>
                </c:pt>
                <c:pt idx="3964">
                  <c:v>86.485199188616946</c:v>
                </c:pt>
                <c:pt idx="3965">
                  <c:v>86.470808572142545</c:v>
                </c:pt>
                <c:pt idx="3966">
                  <c:v>86.456557710841849</c:v>
                </c:pt>
                <c:pt idx="3967">
                  <c:v>86.442406728194484</c:v>
                </c:pt>
                <c:pt idx="3968">
                  <c:v>86.428033182522356</c:v>
                </c:pt>
                <c:pt idx="3969">
                  <c:v>86.41310887866571</c:v>
                </c:pt>
                <c:pt idx="3970">
                  <c:v>86.397369515770677</c:v>
                </c:pt>
                <c:pt idx="3971">
                  <c:v>86.380714101645822</c:v>
                </c:pt>
                <c:pt idx="3972">
                  <c:v>86.363250550856506</c:v>
                </c:pt>
                <c:pt idx="3973">
                  <c:v>86.345038999892282</c:v>
                </c:pt>
                <c:pt idx="3974">
                  <c:v>86.326203162906367</c:v>
                </c:pt>
                <c:pt idx="3975">
                  <c:v>86.306610302085616</c:v>
                </c:pt>
                <c:pt idx="3976">
                  <c:v>86.286155633672152</c:v>
                </c:pt>
                <c:pt idx="3977">
                  <c:v>86.264694771227596</c:v>
                </c:pt>
                <c:pt idx="3978">
                  <c:v>86.242240382798684</c:v>
                </c:pt>
                <c:pt idx="3979">
                  <c:v>86.218856775437558</c:v>
                </c:pt>
                <c:pt idx="3980">
                  <c:v>86.194747148135491</c:v>
                </c:pt>
                <c:pt idx="3981">
                  <c:v>86.169731557403324</c:v>
                </c:pt>
                <c:pt idx="3982">
                  <c:v>86.143279210398362</c:v>
                </c:pt>
                <c:pt idx="3983">
                  <c:v>86.114540783473927</c:v>
                </c:pt>
                <c:pt idx="3984">
                  <c:v>86.0825889486742</c:v>
                </c:pt>
                <c:pt idx="3985">
                  <c:v>86.047072635669068</c:v>
                </c:pt>
                <c:pt idx="3986">
                  <c:v>86.008697333711083</c:v>
                </c:pt>
                <c:pt idx="3987">
                  <c:v>85.969634432955303</c:v>
                </c:pt>
                <c:pt idx="3988">
                  <c:v>85.933478114516063</c:v>
                </c:pt>
                <c:pt idx="3989">
                  <c:v>85.904380448014464</c:v>
                </c:pt>
                <c:pt idx="3990">
                  <c:v>85.886154913919682</c:v>
                </c:pt>
                <c:pt idx="3991">
                  <c:v>85.881133929720903</c:v>
                </c:pt>
                <c:pt idx="3992">
                  <c:v>85.88953470189476</c:v>
                </c:pt>
                <c:pt idx="3993">
                  <c:v>85.909256409284836</c:v>
                </c:pt>
                <c:pt idx="3994">
                  <c:v>85.936424436603232</c:v>
                </c:pt>
                <c:pt idx="3995">
                  <c:v>85.966162417995378</c:v>
                </c:pt>
                <c:pt idx="3996">
                  <c:v>85.993843460255988</c:v>
                </c:pt>
                <c:pt idx="3997">
                  <c:v>86.015718221360089</c:v>
                </c:pt>
                <c:pt idx="3998">
                  <c:v>86.029678517933988</c:v>
                </c:pt>
                <c:pt idx="3999">
                  <c:v>86.035332211002952</c:v>
                </c:pt>
                <c:pt idx="4000">
                  <c:v>86.033644384261379</c:v>
                </c:pt>
                <c:pt idx="4001">
                  <c:v>86.026451681677258</c:v>
                </c:pt>
                <c:pt idx="4002">
                  <c:v>86.015686532004239</c:v>
                </c:pt>
                <c:pt idx="4003">
                  <c:v>86.00304341062305</c:v>
                </c:pt>
                <c:pt idx="4004">
                  <c:v>85.98960817039746</c:v>
                </c:pt>
                <c:pt idx="4005">
                  <c:v>85.975929549702172</c:v>
                </c:pt>
                <c:pt idx="4006">
                  <c:v>85.962302588770314</c:v>
                </c:pt>
                <c:pt idx="4007">
                  <c:v>85.948907356790187</c:v>
                </c:pt>
                <c:pt idx="4008">
                  <c:v>85.935965365672146</c:v>
                </c:pt>
                <c:pt idx="4009">
                  <c:v>85.923721740823922</c:v>
                </c:pt>
                <c:pt idx="4010">
                  <c:v>85.912445220040397</c:v>
                </c:pt>
                <c:pt idx="4011">
                  <c:v>85.902291682748938</c:v>
                </c:pt>
                <c:pt idx="4012">
                  <c:v>85.893240953469927</c:v>
                </c:pt>
                <c:pt idx="4013">
                  <c:v>85.885215558201679</c:v>
                </c:pt>
                <c:pt idx="4014">
                  <c:v>85.878058993748922</c:v>
                </c:pt>
                <c:pt idx="4015">
                  <c:v>85.871682065906839</c:v>
                </c:pt>
                <c:pt idx="4016">
                  <c:v>85.866072738244299</c:v>
                </c:pt>
                <c:pt idx="4017">
                  <c:v>85.861335642937732</c:v>
                </c:pt>
                <c:pt idx="4018">
                  <c:v>85.857543782524942</c:v>
                </c:pt>
                <c:pt idx="4019">
                  <c:v>85.854843320850478</c:v>
                </c:pt>
                <c:pt idx="4020">
                  <c:v>85.853287529738594</c:v>
                </c:pt>
                <c:pt idx="4021">
                  <c:v>85.852975188796677</c:v>
                </c:pt>
                <c:pt idx="4022">
                  <c:v>85.853874654711319</c:v>
                </c:pt>
                <c:pt idx="4023">
                  <c:v>85.856086787893418</c:v>
                </c:pt>
                <c:pt idx="4024">
                  <c:v>85.859763918222882</c:v>
                </c:pt>
                <c:pt idx="4025">
                  <c:v>85.864981364236414</c:v>
                </c:pt>
                <c:pt idx="4026">
                  <c:v>85.871909452091174</c:v>
                </c:pt>
                <c:pt idx="4027">
                  <c:v>85.880669221724105</c:v>
                </c:pt>
                <c:pt idx="4028">
                  <c:v>85.891257278119454</c:v>
                </c:pt>
                <c:pt idx="4029">
                  <c:v>85.90377121956557</c:v>
                </c:pt>
                <c:pt idx="4030">
                  <c:v>85.918174298979679</c:v>
                </c:pt>
                <c:pt idx="4031">
                  <c:v>85.934516933809874</c:v>
                </c:pt>
                <c:pt idx="4032">
                  <c:v>85.952851687422864</c:v>
                </c:pt>
                <c:pt idx="4033">
                  <c:v>85.973152119046091</c:v>
                </c:pt>
                <c:pt idx="4034">
                  <c:v>85.995415659275636</c:v>
                </c:pt>
                <c:pt idx="4035">
                  <c:v>86.019485376721548</c:v>
                </c:pt>
                <c:pt idx="4036">
                  <c:v>86.044982382101495</c:v>
                </c:pt>
                <c:pt idx="4037">
                  <c:v>86.071158793524404</c:v>
                </c:pt>
                <c:pt idx="4038">
                  <c:v>86.09690900962606</c:v>
                </c:pt>
                <c:pt idx="4039">
                  <c:v>86.120719598695899</c:v>
                </c:pt>
                <c:pt idx="4040">
                  <c:v>86.140770091224255</c:v>
                </c:pt>
                <c:pt idx="4041">
                  <c:v>86.155143474249158</c:v>
                </c:pt>
                <c:pt idx="4042">
                  <c:v>86.162079102433552</c:v>
                </c:pt>
                <c:pt idx="4043">
                  <c:v>86.160239995601046</c:v>
                </c:pt>
                <c:pt idx="4044">
                  <c:v>86.149077241212737</c:v>
                </c:pt>
                <c:pt idx="4045">
                  <c:v>86.128800714436608</c:v>
                </c:pt>
                <c:pt idx="4046">
                  <c:v>86.100457676477347</c:v>
                </c:pt>
                <c:pt idx="4047">
                  <c:v>86.065689029117678</c:v>
                </c:pt>
                <c:pt idx="4048">
                  <c:v>86.026473470834802</c:v>
                </c:pt>
                <c:pt idx="4049">
                  <c:v>85.984680131689814</c:v>
                </c:pt>
                <c:pt idx="4050">
                  <c:v>85.94188004915479</c:v>
                </c:pt>
                <c:pt idx="4051">
                  <c:v>85.899231812454772</c:v>
                </c:pt>
                <c:pt idx="4052">
                  <c:v>85.857405396626177</c:v>
                </c:pt>
                <c:pt idx="4053">
                  <c:v>85.816749373527173</c:v>
                </c:pt>
                <c:pt idx="4054">
                  <c:v>85.777481335290631</c:v>
                </c:pt>
                <c:pt idx="4055">
                  <c:v>85.739739564133714</c:v>
                </c:pt>
                <c:pt idx="4056">
                  <c:v>85.703735187986993</c:v>
                </c:pt>
                <c:pt idx="4057">
                  <c:v>85.669663293193295</c:v>
                </c:pt>
                <c:pt idx="4058">
                  <c:v>85.637787790420077</c:v>
                </c:pt>
                <c:pt idx="4059">
                  <c:v>85.608254077828207</c:v>
                </c:pt>
                <c:pt idx="4060">
                  <c:v>85.581183886876872</c:v>
                </c:pt>
                <c:pt idx="4061">
                  <c:v>85.556687177557805</c:v>
                </c:pt>
                <c:pt idx="4062">
                  <c:v>85.534828708010451</c:v>
                </c:pt>
                <c:pt idx="4063">
                  <c:v>85.515746263567053</c:v>
                </c:pt>
                <c:pt idx="4064">
                  <c:v>85.499587609711142</c:v>
                </c:pt>
                <c:pt idx="4065">
                  <c:v>85.486488878341831</c:v>
                </c:pt>
                <c:pt idx="4066">
                  <c:v>85.476547072382999</c:v>
                </c:pt>
                <c:pt idx="4067">
                  <c:v>85.469757154782755</c:v>
                </c:pt>
                <c:pt idx="4068">
                  <c:v>85.466071144256546</c:v>
                </c:pt>
                <c:pt idx="4069">
                  <c:v>85.465301687475929</c:v>
                </c:pt>
                <c:pt idx="4070">
                  <c:v>85.467216486616906</c:v>
                </c:pt>
                <c:pt idx="4071">
                  <c:v>85.471634660652398</c:v>
                </c:pt>
                <c:pt idx="4072">
                  <c:v>85.478347967115425</c:v>
                </c:pt>
                <c:pt idx="4073">
                  <c:v>85.487136484114956</c:v>
                </c:pt>
                <c:pt idx="4074">
                  <c:v>85.497878794529072</c:v>
                </c:pt>
                <c:pt idx="4075">
                  <c:v>85.510331484733243</c:v>
                </c:pt>
                <c:pt idx="4076">
                  <c:v>85.524284589565497</c:v>
                </c:pt>
                <c:pt idx="4077">
                  <c:v>85.539498548944735</c:v>
                </c:pt>
                <c:pt idx="4078">
                  <c:v>85.555739605337649</c:v>
                </c:pt>
                <c:pt idx="4079">
                  <c:v>85.572700962221205</c:v>
                </c:pt>
                <c:pt idx="4080">
                  <c:v>85.590126844245191</c:v>
                </c:pt>
                <c:pt idx="4081">
                  <c:v>85.607786904016393</c:v>
                </c:pt>
                <c:pt idx="4082">
                  <c:v>85.625503840824905</c:v>
                </c:pt>
                <c:pt idx="4083">
                  <c:v>85.643157395987558</c:v>
                </c:pt>
                <c:pt idx="4084">
                  <c:v>85.660767252911114</c:v>
                </c:pt>
                <c:pt idx="4085">
                  <c:v>85.678443860942309</c:v>
                </c:pt>
                <c:pt idx="4086">
                  <c:v>85.696364850578561</c:v>
                </c:pt>
                <c:pt idx="4087">
                  <c:v>85.714713923278808</c:v>
                </c:pt>
                <c:pt idx="4088">
                  <c:v>85.733659149923724</c:v>
                </c:pt>
                <c:pt idx="4089">
                  <c:v>85.75315748416871</c:v>
                </c:pt>
                <c:pt idx="4090">
                  <c:v>85.773049326518233</c:v>
                </c:pt>
                <c:pt idx="4091">
                  <c:v>85.793044555940654</c:v>
                </c:pt>
                <c:pt idx="4092">
                  <c:v>85.812858710482388</c:v>
                </c:pt>
                <c:pt idx="4093">
                  <c:v>85.832167539103239</c:v>
                </c:pt>
                <c:pt idx="4094">
                  <c:v>85.850753251852979</c:v>
                </c:pt>
                <c:pt idx="4095">
                  <c:v>85.868666784307791</c:v>
                </c:pt>
                <c:pt idx="4096">
                  <c:v>85.88587211732785</c:v>
                </c:pt>
                <c:pt idx="4097">
                  <c:v>85.902442008856056</c:v>
                </c:pt>
                <c:pt idx="4098">
                  <c:v>85.918358284710507</c:v>
                </c:pt>
                <c:pt idx="4099">
                  <c:v>85.933533517894716</c:v>
                </c:pt>
                <c:pt idx="4100">
                  <c:v>85.947868363537765</c:v>
                </c:pt>
                <c:pt idx="4101">
                  <c:v>85.961113004547215</c:v>
                </c:pt>
                <c:pt idx="4102">
                  <c:v>85.973128363789556</c:v>
                </c:pt>
                <c:pt idx="4103">
                  <c:v>85.983824831919279</c:v>
                </c:pt>
                <c:pt idx="4104">
                  <c:v>85.993094992736317</c:v>
                </c:pt>
                <c:pt idx="4105">
                  <c:v>86.000970068575114</c:v>
                </c:pt>
                <c:pt idx="4106">
                  <c:v>86.00738432299039</c:v>
                </c:pt>
                <c:pt idx="4107">
                  <c:v>86.012343370548834</c:v>
                </c:pt>
                <c:pt idx="4108">
                  <c:v>86.015908357740344</c:v>
                </c:pt>
                <c:pt idx="4109">
                  <c:v>86.018104859521941</c:v>
                </c:pt>
                <c:pt idx="4110">
                  <c:v>86.019065475314775</c:v>
                </c:pt>
                <c:pt idx="4111">
                  <c:v>86.018928809733026</c:v>
                </c:pt>
                <c:pt idx="4112">
                  <c:v>86.017813705925903</c:v>
                </c:pt>
                <c:pt idx="4113">
                  <c:v>86.015908357740344</c:v>
                </c:pt>
                <c:pt idx="4114">
                  <c:v>86.013244506134754</c:v>
                </c:pt>
                <c:pt idx="4115">
                  <c:v>86.009842026078715</c:v>
                </c:pt>
                <c:pt idx="4116">
                  <c:v>86.005798042657432</c:v>
                </c:pt>
                <c:pt idx="4117">
                  <c:v>86.001189876108356</c:v>
                </c:pt>
                <c:pt idx="4118">
                  <c:v>85.996352260011022</c:v>
                </c:pt>
                <c:pt idx="4119">
                  <c:v>85.991532736284427</c:v>
                </c:pt>
                <c:pt idx="4120">
                  <c:v>85.987046109400893</c:v>
                </c:pt>
                <c:pt idx="4121">
                  <c:v>85.983017056614571</c:v>
                </c:pt>
                <c:pt idx="4122">
                  <c:v>85.979340586944787</c:v>
                </c:pt>
                <c:pt idx="4123">
                  <c:v>85.975777115329123</c:v>
                </c:pt>
                <c:pt idx="4124">
                  <c:v>85.971984160038659</c:v>
                </c:pt>
                <c:pt idx="4125">
                  <c:v>85.967573773181911</c:v>
                </c:pt>
                <c:pt idx="4126">
                  <c:v>85.962524276834657</c:v>
                </c:pt>
                <c:pt idx="4127">
                  <c:v>85.956871409778273</c:v>
                </c:pt>
                <c:pt idx="4128">
                  <c:v>85.950935903625066</c:v>
                </c:pt>
                <c:pt idx="4129">
                  <c:v>85.945006744201805</c:v>
                </c:pt>
                <c:pt idx="4130">
                  <c:v>85.939208596035755</c:v>
                </c:pt>
                <c:pt idx="4131">
                  <c:v>85.933541432666019</c:v>
                </c:pt>
                <c:pt idx="4132">
                  <c:v>85.927672829879825</c:v>
                </c:pt>
                <c:pt idx="4133">
                  <c:v>85.921280347467587</c:v>
                </c:pt>
                <c:pt idx="4134">
                  <c:v>85.914138582054633</c:v>
                </c:pt>
                <c:pt idx="4135">
                  <c:v>85.906303106387611</c:v>
                </c:pt>
                <c:pt idx="4136">
                  <c:v>85.898078702799907</c:v>
                </c:pt>
                <c:pt idx="4137">
                  <c:v>85.890021212459772</c:v>
                </c:pt>
                <c:pt idx="4138">
                  <c:v>85.882690225451569</c:v>
                </c:pt>
                <c:pt idx="4139">
                  <c:v>85.87644939271037</c:v>
                </c:pt>
                <c:pt idx="4140">
                  <c:v>85.871399316969629</c:v>
                </c:pt>
                <c:pt idx="4141">
                  <c:v>85.867316367926989</c:v>
                </c:pt>
                <c:pt idx="4142">
                  <c:v>85.863830691446623</c:v>
                </c:pt>
                <c:pt idx="4143">
                  <c:v>85.860534949393525</c:v>
                </c:pt>
                <c:pt idx="4144">
                  <c:v>85.857178048848127</c:v>
                </c:pt>
                <c:pt idx="4145">
                  <c:v>85.853714529320555</c:v>
                </c:pt>
                <c:pt idx="4146">
                  <c:v>85.850120682456549</c:v>
                </c:pt>
                <c:pt idx="4147">
                  <c:v>85.846511172518191</c:v>
                </c:pt>
                <c:pt idx="4148">
                  <c:v>85.842826703349374</c:v>
                </c:pt>
                <c:pt idx="4149">
                  <c:v>85.838958576217493</c:v>
                </c:pt>
                <c:pt idx="4150">
                  <c:v>85.83466371643101</c:v>
                </c:pt>
                <c:pt idx="4151">
                  <c:v>85.829803846651231</c:v>
                </c:pt>
                <c:pt idx="4152">
                  <c:v>85.82432570604864</c:v>
                </c:pt>
                <c:pt idx="4153">
                  <c:v>85.818397376418645</c:v>
                </c:pt>
                <c:pt idx="4154">
                  <c:v>85.812218516704448</c:v>
                </c:pt>
                <c:pt idx="4155">
                  <c:v>85.806014417025182</c:v>
                </c:pt>
                <c:pt idx="4156">
                  <c:v>85.799796936598909</c:v>
                </c:pt>
                <c:pt idx="4157">
                  <c:v>85.793425820153786</c:v>
                </c:pt>
                <c:pt idx="4158">
                  <c:v>85.78651394084244</c:v>
                </c:pt>
                <c:pt idx="4159">
                  <c:v>85.778709855976089</c:v>
                </c:pt>
                <c:pt idx="4160">
                  <c:v>85.769776818177334</c:v>
                </c:pt>
                <c:pt idx="4161">
                  <c:v>85.759774421045393</c:v>
                </c:pt>
                <c:pt idx="4162">
                  <c:v>85.749137416139959</c:v>
                </c:pt>
                <c:pt idx="4163">
                  <c:v>85.738493833762035</c:v>
                </c:pt>
                <c:pt idx="4164">
                  <c:v>85.728577991669781</c:v>
                </c:pt>
                <c:pt idx="4165">
                  <c:v>85.719900843516598</c:v>
                </c:pt>
                <c:pt idx="4166">
                  <c:v>85.712690951570551</c:v>
                </c:pt>
                <c:pt idx="4167">
                  <c:v>85.706894661913026</c:v>
                </c:pt>
                <c:pt idx="4168">
                  <c:v>85.70213280100532</c:v>
                </c:pt>
                <c:pt idx="4169">
                  <c:v>85.698028301064838</c:v>
                </c:pt>
                <c:pt idx="4170">
                  <c:v>85.694176564538338</c:v>
                </c:pt>
                <c:pt idx="4171">
                  <c:v>85.690368409179158</c:v>
                </c:pt>
                <c:pt idx="4172">
                  <c:v>85.686515043924999</c:v>
                </c:pt>
                <c:pt idx="4173">
                  <c:v>85.682600691570471</c:v>
                </c:pt>
                <c:pt idx="4174">
                  <c:v>85.678633251782969</c:v>
                </c:pt>
                <c:pt idx="4175">
                  <c:v>85.674521986382089</c:v>
                </c:pt>
                <c:pt idx="4176">
                  <c:v>85.6701209415356</c:v>
                </c:pt>
                <c:pt idx="4177">
                  <c:v>85.665268415481648</c:v>
                </c:pt>
                <c:pt idx="4178">
                  <c:v>85.659828389916953</c:v>
                </c:pt>
                <c:pt idx="4179">
                  <c:v>85.65389170042684</c:v>
                </c:pt>
                <c:pt idx="4180">
                  <c:v>85.647545223016493</c:v>
                </c:pt>
                <c:pt idx="4181">
                  <c:v>85.641106533705141</c:v>
                </c:pt>
                <c:pt idx="4182">
                  <c:v>85.634772834484878</c:v>
                </c:pt>
                <c:pt idx="4183">
                  <c:v>85.62873732601966</c:v>
                </c:pt>
                <c:pt idx="4184">
                  <c:v>85.62302360383724</c:v>
                </c:pt>
                <c:pt idx="4185">
                  <c:v>85.617552746861008</c:v>
                </c:pt>
                <c:pt idx="4186">
                  <c:v>85.612137435610521</c:v>
                </c:pt>
                <c:pt idx="4187">
                  <c:v>85.606667274202707</c:v>
                </c:pt>
                <c:pt idx="4188">
                  <c:v>85.601081171003841</c:v>
                </c:pt>
                <c:pt idx="4189">
                  <c:v>85.595442217786058</c:v>
                </c:pt>
                <c:pt idx="4190">
                  <c:v>85.5898588178366</c:v>
                </c:pt>
                <c:pt idx="4191">
                  <c:v>85.584579262850525</c:v>
                </c:pt>
                <c:pt idx="4192">
                  <c:v>85.579719758771361</c:v>
                </c:pt>
                <c:pt idx="4193">
                  <c:v>85.575280234082854</c:v>
                </c:pt>
                <c:pt idx="4194">
                  <c:v>85.571136491423189</c:v>
                </c:pt>
                <c:pt idx="4195">
                  <c:v>85.567091462110554</c:v>
                </c:pt>
                <c:pt idx="4196">
                  <c:v>85.562881130565998</c:v>
                </c:pt>
                <c:pt idx="4197">
                  <c:v>85.558280934961672</c:v>
                </c:pt>
                <c:pt idx="4198">
                  <c:v>85.553198351198517</c:v>
                </c:pt>
                <c:pt idx="4199">
                  <c:v>85.547637404890253</c:v>
                </c:pt>
                <c:pt idx="4200">
                  <c:v>85.541732126893095</c:v>
                </c:pt>
                <c:pt idx="4201">
                  <c:v>85.535689389178671</c:v>
                </c:pt>
                <c:pt idx="4202">
                  <c:v>85.529670711046279</c:v>
                </c:pt>
                <c:pt idx="4203">
                  <c:v>85.523788335109458</c:v>
                </c:pt>
                <c:pt idx="4204">
                  <c:v>85.518150535284505</c:v>
                </c:pt>
                <c:pt idx="4205">
                  <c:v>85.512719852187843</c:v>
                </c:pt>
                <c:pt idx="4206">
                  <c:v>85.507407646725071</c:v>
                </c:pt>
                <c:pt idx="4207">
                  <c:v>85.502150896522238</c:v>
                </c:pt>
                <c:pt idx="4208">
                  <c:v>85.496864939913237</c:v>
                </c:pt>
                <c:pt idx="4209">
                  <c:v>85.491522223139853</c:v>
                </c:pt>
                <c:pt idx="4210">
                  <c:v>85.486069610351151</c:v>
                </c:pt>
                <c:pt idx="4211">
                  <c:v>85.480544519592542</c:v>
                </c:pt>
                <c:pt idx="4212">
                  <c:v>85.47495286936271</c:v>
                </c:pt>
                <c:pt idx="4213">
                  <c:v>85.469261216722018</c:v>
                </c:pt>
                <c:pt idx="4214">
                  <c:v>85.463485324650918</c:v>
                </c:pt>
                <c:pt idx="4215">
                  <c:v>85.457664564979268</c:v>
                </c:pt>
                <c:pt idx="4216">
                  <c:v>85.451796979327568</c:v>
                </c:pt>
                <c:pt idx="4217">
                  <c:v>85.445961275998258</c:v>
                </c:pt>
                <c:pt idx="4218">
                  <c:v>85.440240076512026</c:v>
                </c:pt>
                <c:pt idx="4219">
                  <c:v>85.434692374095576</c:v>
                </c:pt>
                <c:pt idx="4220">
                  <c:v>85.429390917094523</c:v>
                </c:pt>
                <c:pt idx="4221">
                  <c:v>85.424315990033975</c:v>
                </c:pt>
                <c:pt idx="4222">
                  <c:v>85.419349541307128</c:v>
                </c:pt>
                <c:pt idx="4223">
                  <c:v>85.414391248278363</c:v>
                </c:pt>
                <c:pt idx="4224">
                  <c:v>85.409309345783655</c:v>
                </c:pt>
                <c:pt idx="4225">
                  <c:v>85.404031095371764</c:v>
                </c:pt>
                <c:pt idx="4226">
                  <c:v>85.398605692858311</c:v>
                </c:pt>
                <c:pt idx="4227">
                  <c:v>85.393159006246222</c:v>
                </c:pt>
                <c:pt idx="4228">
                  <c:v>85.387962365228958</c:v>
                </c:pt>
                <c:pt idx="4229">
                  <c:v>85.383155311489986</c:v>
                </c:pt>
                <c:pt idx="4230">
                  <c:v>85.378875393643256</c:v>
                </c:pt>
                <c:pt idx="4231">
                  <c:v>85.375014411596581</c:v>
                </c:pt>
                <c:pt idx="4232">
                  <c:v>85.371330521244673</c:v>
                </c:pt>
                <c:pt idx="4233">
                  <c:v>85.367438429857927</c:v>
                </c:pt>
                <c:pt idx="4234">
                  <c:v>85.362931295252238</c:v>
                </c:pt>
                <c:pt idx="4235">
                  <c:v>85.357567466555579</c:v>
                </c:pt>
                <c:pt idx="4236">
                  <c:v>85.351325487134105</c:v>
                </c:pt>
                <c:pt idx="4237">
                  <c:v>85.344398131958087</c:v>
                </c:pt>
                <c:pt idx="4238">
                  <c:v>85.337211963657992</c:v>
                </c:pt>
                <c:pt idx="4239">
                  <c:v>85.330222880320562</c:v>
                </c:pt>
                <c:pt idx="4240">
                  <c:v>85.323837516021229</c:v>
                </c:pt>
                <c:pt idx="4241">
                  <c:v>85.318252187620004</c:v>
                </c:pt>
                <c:pt idx="4242">
                  <c:v>85.313447093913737</c:v>
                </c:pt>
                <c:pt idx="4243">
                  <c:v>85.309166741630179</c:v>
                </c:pt>
                <c:pt idx="4244">
                  <c:v>85.305069276533388</c:v>
                </c:pt>
                <c:pt idx="4245">
                  <c:v>85.300797201075682</c:v>
                </c:pt>
                <c:pt idx="4246">
                  <c:v>85.296073614991769</c:v>
                </c:pt>
                <c:pt idx="4247">
                  <c:v>85.290680601190743</c:v>
                </c:pt>
                <c:pt idx="4248">
                  <c:v>85.284651670457393</c:v>
                </c:pt>
                <c:pt idx="4249">
                  <c:v>85.278030156866976</c:v>
                </c:pt>
                <c:pt idx="4250">
                  <c:v>85.270957565813859</c:v>
                </c:pt>
                <c:pt idx="4251">
                  <c:v>85.263642115762096</c:v>
                </c:pt>
                <c:pt idx="4252">
                  <c:v>85.256248769364319</c:v>
                </c:pt>
                <c:pt idx="4253">
                  <c:v>85.249001320810564</c:v>
                </c:pt>
                <c:pt idx="4254">
                  <c:v>85.242035164051032</c:v>
                </c:pt>
                <c:pt idx="4255">
                  <c:v>85.235413033976869</c:v>
                </c:pt>
                <c:pt idx="4256">
                  <c:v>85.229156437705484</c:v>
                </c:pt>
                <c:pt idx="4257">
                  <c:v>85.22316717796194</c:v>
                </c:pt>
                <c:pt idx="4258">
                  <c:v>85.217278411257297</c:v>
                </c:pt>
                <c:pt idx="4259">
                  <c:v>85.211333151596563</c:v>
                </c:pt>
                <c:pt idx="4260">
                  <c:v>85.205199961969711</c:v>
                </c:pt>
                <c:pt idx="4261">
                  <c:v>85.198890653677694</c:v>
                </c:pt>
                <c:pt idx="4262">
                  <c:v>85.192573966053445</c:v>
                </c:pt>
                <c:pt idx="4263">
                  <c:v>85.186424473230787</c:v>
                </c:pt>
                <c:pt idx="4264">
                  <c:v>85.18076380143242</c:v>
                </c:pt>
                <c:pt idx="4265">
                  <c:v>85.175840931172999</c:v>
                </c:pt>
                <c:pt idx="4266">
                  <c:v>85.171836160550157</c:v>
                </c:pt>
                <c:pt idx="4267">
                  <c:v>85.168845453204582</c:v>
                </c:pt>
                <c:pt idx="4268">
                  <c:v>85.166794182851461</c:v>
                </c:pt>
                <c:pt idx="4269">
                  <c:v>85.16554108884759</c:v>
                </c:pt>
                <c:pt idx="4270">
                  <c:v>85.164801791643256</c:v>
                </c:pt>
                <c:pt idx="4271">
                  <c:v>85.16422918389533</c:v>
                </c:pt>
                <c:pt idx="4272">
                  <c:v>85.163444795969269</c:v>
                </c:pt>
                <c:pt idx="4273">
                  <c:v>85.162093704706137</c:v>
                </c:pt>
                <c:pt idx="4274">
                  <c:v>85.159858274216731</c:v>
                </c:pt>
                <c:pt idx="4275">
                  <c:v>85.156648377096545</c:v>
                </c:pt>
                <c:pt idx="4276">
                  <c:v>85.152473927081402</c:v>
                </c:pt>
                <c:pt idx="4277">
                  <c:v>85.147644839792818</c:v>
                </c:pt>
                <c:pt idx="4278">
                  <c:v>85.142486665391331</c:v>
                </c:pt>
                <c:pt idx="4279">
                  <c:v>85.137373891746904</c:v>
                </c:pt>
                <c:pt idx="4280">
                  <c:v>85.132582905542336</c:v>
                </c:pt>
                <c:pt idx="4281">
                  <c:v>85.128227341103354</c:v>
                </c:pt>
                <c:pt idx="4282">
                  <c:v>85.124167967506509</c:v>
                </c:pt>
                <c:pt idx="4283">
                  <c:v>85.120177386212958</c:v>
                </c:pt>
                <c:pt idx="4284">
                  <c:v>85.116028242460715</c:v>
                </c:pt>
                <c:pt idx="4285">
                  <c:v>85.111587295214164</c:v>
                </c:pt>
                <c:pt idx="4286">
                  <c:v>85.106811477710281</c:v>
                </c:pt>
                <c:pt idx="4287">
                  <c:v>85.101822337856717</c:v>
                </c:pt>
                <c:pt idx="4288">
                  <c:v>85.096847206467103</c:v>
                </c:pt>
                <c:pt idx="4289">
                  <c:v>85.092003639985052</c:v>
                </c:pt>
                <c:pt idx="4290">
                  <c:v>85.087371943514739</c:v>
                </c:pt>
                <c:pt idx="4291">
                  <c:v>85.082885472863708</c:v>
                </c:pt>
                <c:pt idx="4292">
                  <c:v>85.078469762895054</c:v>
                </c:pt>
                <c:pt idx="4293">
                  <c:v>85.07397592603337</c:v>
                </c:pt>
                <c:pt idx="4294">
                  <c:v>85.069321705315431</c:v>
                </c:pt>
                <c:pt idx="4295">
                  <c:v>85.064522796553206</c:v>
                </c:pt>
                <c:pt idx="4296">
                  <c:v>85.059585099969908</c:v>
                </c:pt>
                <c:pt idx="4297">
                  <c:v>85.054565434905513</c:v>
                </c:pt>
                <c:pt idx="4298">
                  <c:v>85.049422690854016</c:v>
                </c:pt>
                <c:pt idx="4299">
                  <c:v>85.044205845543274</c:v>
                </c:pt>
                <c:pt idx="4300">
                  <c:v>85.038924703115086</c:v>
                </c:pt>
                <c:pt idx="4301">
                  <c:v>85.033690879980611</c:v>
                </c:pt>
                <c:pt idx="4302">
                  <c:v>85.028702110893377</c:v>
                </c:pt>
                <c:pt idx="4303">
                  <c:v>85.024169789913472</c:v>
                </c:pt>
                <c:pt idx="4304">
                  <c:v>85.02022500740145</c:v>
                </c:pt>
                <c:pt idx="4305">
                  <c:v>85.016914663670093</c:v>
                </c:pt>
                <c:pt idx="4306">
                  <c:v>85.013892203372819</c:v>
                </c:pt>
                <c:pt idx="4307">
                  <c:v>85.010893339902537</c:v>
                </c:pt>
                <c:pt idx="4308">
                  <c:v>85.007370006234581</c:v>
                </c:pt>
                <c:pt idx="4309">
                  <c:v>85.003089352323101</c:v>
                </c:pt>
                <c:pt idx="4310">
                  <c:v>84.997908620581768</c:v>
                </c:pt>
                <c:pt idx="4311">
                  <c:v>84.992058903006509</c:v>
                </c:pt>
                <c:pt idx="4312">
                  <c:v>84.985863221002361</c:v>
                </c:pt>
                <c:pt idx="4313">
                  <c:v>84.9797677838921</c:v>
                </c:pt>
                <c:pt idx="4314">
                  <c:v>84.974044537091103</c:v>
                </c:pt>
                <c:pt idx="4315">
                  <c:v>84.968779490465266</c:v>
                </c:pt>
                <c:pt idx="4316">
                  <c:v>84.963843438714719</c:v>
                </c:pt>
                <c:pt idx="4317">
                  <c:v>84.959015267592946</c:v>
                </c:pt>
                <c:pt idx="4318">
                  <c:v>84.954040660280327</c:v>
                </c:pt>
                <c:pt idx="4319">
                  <c:v>84.948882478138401</c:v>
                </c:pt>
                <c:pt idx="4320">
                  <c:v>84.943566181310473</c:v>
                </c:pt>
                <c:pt idx="4321">
                  <c:v>84.938248261413179</c:v>
                </c:pt>
                <c:pt idx="4322">
                  <c:v>84.933036279773731</c:v>
                </c:pt>
                <c:pt idx="4323">
                  <c:v>84.927810929205023</c:v>
                </c:pt>
                <c:pt idx="4324">
                  <c:v>84.922484218607593</c:v>
                </c:pt>
                <c:pt idx="4325">
                  <c:v>84.916770695602452</c:v>
                </c:pt>
                <c:pt idx="4326">
                  <c:v>84.910431911510798</c:v>
                </c:pt>
                <c:pt idx="4327">
                  <c:v>84.903426951957812</c:v>
                </c:pt>
                <c:pt idx="4328">
                  <c:v>84.895965145439149</c:v>
                </c:pt>
                <c:pt idx="4329">
                  <c:v>84.888396490123327</c:v>
                </c:pt>
                <c:pt idx="4330">
                  <c:v>84.881119723611036</c:v>
                </c:pt>
                <c:pt idx="4331">
                  <c:v>84.874496317069585</c:v>
                </c:pt>
                <c:pt idx="4332">
                  <c:v>84.868576926079513</c:v>
                </c:pt>
                <c:pt idx="4333">
                  <c:v>84.863349679102583</c:v>
                </c:pt>
                <c:pt idx="4334">
                  <c:v>84.858527218657827</c:v>
                </c:pt>
                <c:pt idx="4335">
                  <c:v>84.853775370119706</c:v>
                </c:pt>
                <c:pt idx="4336">
                  <c:v>84.848853814117874</c:v>
                </c:pt>
                <c:pt idx="4337">
                  <c:v>84.843619967545322</c:v>
                </c:pt>
                <c:pt idx="4338">
                  <c:v>84.838134445784391</c:v>
                </c:pt>
                <c:pt idx="4339">
                  <c:v>84.832504731358981</c:v>
                </c:pt>
                <c:pt idx="4340">
                  <c:v>84.826935940074094</c:v>
                </c:pt>
                <c:pt idx="4341">
                  <c:v>84.821449543924516</c:v>
                </c:pt>
                <c:pt idx="4342">
                  <c:v>84.816115833617374</c:v>
                </c:pt>
                <c:pt idx="4343">
                  <c:v>84.810813704155279</c:v>
                </c:pt>
                <c:pt idx="4344">
                  <c:v>84.805443561006328</c:v>
                </c:pt>
                <c:pt idx="4345">
                  <c:v>84.799866783193664</c:v>
                </c:pt>
                <c:pt idx="4346">
                  <c:v>84.793999455964311</c:v>
                </c:pt>
                <c:pt idx="4347">
                  <c:v>84.787841639679883</c:v>
                </c:pt>
                <c:pt idx="4348">
                  <c:v>84.781500766760374</c:v>
                </c:pt>
                <c:pt idx="4349">
                  <c:v>84.775199408457169</c:v>
                </c:pt>
                <c:pt idx="4350">
                  <c:v>84.769126888302509</c:v>
                </c:pt>
                <c:pt idx="4351">
                  <c:v>84.763542739898128</c:v>
                </c:pt>
                <c:pt idx="4352">
                  <c:v>84.758688869915133</c:v>
                </c:pt>
                <c:pt idx="4353">
                  <c:v>84.754654924100066</c:v>
                </c:pt>
                <c:pt idx="4354">
                  <c:v>84.751403707409395</c:v>
                </c:pt>
                <c:pt idx="4355">
                  <c:v>84.748771210964307</c:v>
                </c:pt>
                <c:pt idx="4356">
                  <c:v>84.746505651250502</c:v>
                </c:pt>
                <c:pt idx="4357">
                  <c:v>84.744232346868529</c:v>
                </c:pt>
                <c:pt idx="4358">
                  <c:v>84.741607878166022</c:v>
                </c:pt>
                <c:pt idx="4359">
                  <c:v>84.738335699066511</c:v>
                </c:pt>
                <c:pt idx="4360">
                  <c:v>84.734222727707447</c:v>
                </c:pt>
                <c:pt idx="4361">
                  <c:v>84.729126666314457</c:v>
                </c:pt>
                <c:pt idx="4362">
                  <c:v>84.723045741467644</c:v>
                </c:pt>
                <c:pt idx="4363">
                  <c:v>84.716095254134899</c:v>
                </c:pt>
                <c:pt idx="4364">
                  <c:v>84.708527030712546</c:v>
                </c:pt>
                <c:pt idx="4365">
                  <c:v>84.700668887467515</c:v>
                </c:pt>
                <c:pt idx="4366">
                  <c:v>84.692992834928688</c:v>
                </c:pt>
                <c:pt idx="4367">
                  <c:v>84.685867366144265</c:v>
                </c:pt>
                <c:pt idx="4368">
                  <c:v>84.679604312876791</c:v>
                </c:pt>
                <c:pt idx="4369">
                  <c:v>84.674248326876139</c:v>
                </c:pt>
                <c:pt idx="4370">
                  <c:v>84.669678361327414</c:v>
                </c:pt>
                <c:pt idx="4371">
                  <c:v>84.665475146618249</c:v>
                </c:pt>
                <c:pt idx="4372">
                  <c:v>84.661207810463182</c:v>
                </c:pt>
                <c:pt idx="4373">
                  <c:v>84.656457264844093</c:v>
                </c:pt>
                <c:pt idx="4374">
                  <c:v>84.651001386444207</c:v>
                </c:pt>
                <c:pt idx="4375">
                  <c:v>84.644928017592207</c:v>
                </c:pt>
                <c:pt idx="4376">
                  <c:v>84.638496491014209</c:v>
                </c:pt>
                <c:pt idx="4377">
                  <c:v>84.632149248349506</c:v>
                </c:pt>
                <c:pt idx="4378">
                  <c:v>84.626266245255266</c:v>
                </c:pt>
                <c:pt idx="4379">
                  <c:v>84.621024695667884</c:v>
                </c:pt>
                <c:pt idx="4380">
                  <c:v>84.616432273905673</c:v>
                </c:pt>
                <c:pt idx="4381">
                  <c:v>84.612327167682466</c:v>
                </c:pt>
                <c:pt idx="4382">
                  <c:v>84.608436560281433</c:v>
                </c:pt>
                <c:pt idx="4383">
                  <c:v>84.604569508879848</c:v>
                </c:pt>
                <c:pt idx="4384">
                  <c:v>84.600570170111212</c:v>
                </c:pt>
                <c:pt idx="4385">
                  <c:v>84.596366490298848</c:v>
                </c:pt>
                <c:pt idx="4386">
                  <c:v>84.591919543894718</c:v>
                </c:pt>
                <c:pt idx="4387">
                  <c:v>84.587112507789158</c:v>
                </c:pt>
                <c:pt idx="4388">
                  <c:v>84.581871435721524</c:v>
                </c:pt>
                <c:pt idx="4389">
                  <c:v>84.576056192922593</c:v>
                </c:pt>
                <c:pt idx="4390">
                  <c:v>84.56962600481728</c:v>
                </c:pt>
                <c:pt idx="4391">
                  <c:v>84.562690050821132</c:v>
                </c:pt>
                <c:pt idx="4392">
                  <c:v>84.555450939181242</c:v>
                </c:pt>
                <c:pt idx="4393">
                  <c:v>84.548255276746644</c:v>
                </c:pt>
                <c:pt idx="4394">
                  <c:v>84.541352221644161</c:v>
                </c:pt>
                <c:pt idx="4395">
                  <c:v>84.534942190427657</c:v>
                </c:pt>
                <c:pt idx="4396">
                  <c:v>84.529036749151416</c:v>
                </c:pt>
                <c:pt idx="4397">
                  <c:v>84.523382782787337</c:v>
                </c:pt>
                <c:pt idx="4398">
                  <c:v>84.517760332092834</c:v>
                </c:pt>
                <c:pt idx="4399">
                  <c:v>84.511910577931488</c:v>
                </c:pt>
                <c:pt idx="4400">
                  <c:v>84.505746005756023</c:v>
                </c:pt>
                <c:pt idx="4401">
                  <c:v>84.499313380551897</c:v>
                </c:pt>
                <c:pt idx="4402">
                  <c:v>84.492698366274865</c:v>
                </c:pt>
                <c:pt idx="4403">
                  <c:v>84.486122777141503</c:v>
                </c:pt>
                <c:pt idx="4404">
                  <c:v>84.479592439670768</c:v>
                </c:pt>
                <c:pt idx="4405">
                  <c:v>84.47315986022447</c:v>
                </c:pt>
                <c:pt idx="4406">
                  <c:v>84.466780283387806</c:v>
                </c:pt>
                <c:pt idx="4407">
                  <c:v>84.460327287022423</c:v>
                </c:pt>
                <c:pt idx="4408">
                  <c:v>84.453849503559155</c:v>
                </c:pt>
                <c:pt idx="4409">
                  <c:v>84.447379994807818</c:v>
                </c:pt>
                <c:pt idx="4410">
                  <c:v>84.440957645431965</c:v>
                </c:pt>
                <c:pt idx="4411">
                  <c:v>84.434660211907257</c:v>
                </c:pt>
                <c:pt idx="4412">
                  <c:v>84.428559595786098</c:v>
                </c:pt>
                <c:pt idx="4413">
                  <c:v>84.422622708120798</c:v>
                </c:pt>
                <c:pt idx="4414">
                  <c:v>84.416870895903529</c:v>
                </c:pt>
                <c:pt idx="4415">
                  <c:v>84.411292459510207</c:v>
                </c:pt>
                <c:pt idx="4416">
                  <c:v>84.406052563759729</c:v>
                </c:pt>
                <c:pt idx="4417">
                  <c:v>84.40119973087296</c:v>
                </c:pt>
                <c:pt idx="4418">
                  <c:v>84.396897132038006</c:v>
                </c:pt>
                <c:pt idx="4419">
                  <c:v>84.393080556765497</c:v>
                </c:pt>
                <c:pt idx="4420">
                  <c:v>84.389617805326409</c:v>
                </c:pt>
                <c:pt idx="4421">
                  <c:v>84.3861765696643</c:v>
                </c:pt>
                <c:pt idx="4422">
                  <c:v>84.382409053599673</c:v>
                </c:pt>
                <c:pt idx="4423">
                  <c:v>84.378097698286567</c:v>
                </c:pt>
                <c:pt idx="4424">
                  <c:v>84.373077452179032</c:v>
                </c:pt>
                <c:pt idx="4425">
                  <c:v>84.367484426044541</c:v>
                </c:pt>
                <c:pt idx="4426">
                  <c:v>84.361495500711953</c:v>
                </c:pt>
                <c:pt idx="4427">
                  <c:v>84.355407940344648</c:v>
                </c:pt>
                <c:pt idx="4428">
                  <c:v>84.349318877043345</c:v>
                </c:pt>
                <c:pt idx="4429">
                  <c:v>84.343239963645374</c:v>
                </c:pt>
                <c:pt idx="4430">
                  <c:v>84.337058565857092</c:v>
                </c:pt>
                <c:pt idx="4431">
                  <c:v>84.330590236632361</c:v>
                </c:pt>
                <c:pt idx="4432">
                  <c:v>84.323706894707556</c:v>
                </c:pt>
                <c:pt idx="4433">
                  <c:v>84.316461061147052</c:v>
                </c:pt>
                <c:pt idx="4434">
                  <c:v>84.308920774430291</c:v>
                </c:pt>
                <c:pt idx="4435">
                  <c:v>84.301414160923386</c:v>
                </c:pt>
                <c:pt idx="4436">
                  <c:v>84.294143069724782</c:v>
                </c:pt>
                <c:pt idx="4437">
                  <c:v>84.287346156575396</c:v>
                </c:pt>
                <c:pt idx="4438">
                  <c:v>84.281036891366341</c:v>
                </c:pt>
                <c:pt idx="4439">
                  <c:v>84.275193819077671</c:v>
                </c:pt>
                <c:pt idx="4440">
                  <c:v>84.269729525565424</c:v>
                </c:pt>
                <c:pt idx="4441">
                  <c:v>84.264496477180941</c:v>
                </c:pt>
                <c:pt idx="4442">
                  <c:v>84.259451947673526</c:v>
                </c:pt>
                <c:pt idx="4443">
                  <c:v>84.254417420306709</c:v>
                </c:pt>
                <c:pt idx="4444">
                  <c:v>84.249336635837551</c:v>
                </c:pt>
                <c:pt idx="4445">
                  <c:v>84.244079636532049</c:v>
                </c:pt>
                <c:pt idx="4446">
                  <c:v>84.238555291138567</c:v>
                </c:pt>
                <c:pt idx="4447">
                  <c:v>84.232796624329694</c:v>
                </c:pt>
                <c:pt idx="4448">
                  <c:v>84.226867684232175</c:v>
                </c:pt>
                <c:pt idx="4449">
                  <c:v>84.220954675529953</c:v>
                </c:pt>
                <c:pt idx="4450">
                  <c:v>84.215232116209691</c:v>
                </c:pt>
                <c:pt idx="4451">
                  <c:v>84.209944281859677</c:v>
                </c:pt>
                <c:pt idx="4452">
                  <c:v>84.20514731857935</c:v>
                </c:pt>
                <c:pt idx="4453">
                  <c:v>84.200744202773208</c:v>
                </c:pt>
                <c:pt idx="4454">
                  <c:v>84.196447945357235</c:v>
                </c:pt>
                <c:pt idx="4455">
                  <c:v>84.191985188067704</c:v>
                </c:pt>
                <c:pt idx="4456">
                  <c:v>84.187049677250641</c:v>
                </c:pt>
                <c:pt idx="4457">
                  <c:v>84.181472859453677</c:v>
                </c:pt>
                <c:pt idx="4458">
                  <c:v>84.17526261499178</c:v>
                </c:pt>
                <c:pt idx="4459">
                  <c:v>84.16850242027833</c:v>
                </c:pt>
                <c:pt idx="4460">
                  <c:v>84.161461774068869</c:v>
                </c:pt>
                <c:pt idx="4461">
                  <c:v>84.154282200564793</c:v>
                </c:pt>
                <c:pt idx="4462">
                  <c:v>84.147118740000252</c:v>
                </c:pt>
                <c:pt idx="4463">
                  <c:v>84.1400295102179</c:v>
                </c:pt>
                <c:pt idx="4464">
                  <c:v>84.132971873415855</c:v>
                </c:pt>
                <c:pt idx="4465">
                  <c:v>84.125992311472615</c:v>
                </c:pt>
                <c:pt idx="4466">
                  <c:v>84.119071435920659</c:v>
                </c:pt>
                <c:pt idx="4467">
                  <c:v>84.112251840995839</c:v>
                </c:pt>
                <c:pt idx="4468">
                  <c:v>84.105583853810543</c:v>
                </c:pt>
                <c:pt idx="4469">
                  <c:v>84.098999662582088</c:v>
                </c:pt>
                <c:pt idx="4470">
                  <c:v>84.092445031292456</c:v>
                </c:pt>
                <c:pt idx="4471">
                  <c:v>84.085838634855421</c:v>
                </c:pt>
                <c:pt idx="4472">
                  <c:v>84.079101109807496</c:v>
                </c:pt>
                <c:pt idx="4473">
                  <c:v>84.072203450238064</c:v>
                </c:pt>
                <c:pt idx="4474">
                  <c:v>84.065269578716027</c:v>
                </c:pt>
                <c:pt idx="4475">
                  <c:v>84.058417570724004</c:v>
                </c:pt>
                <c:pt idx="4476">
                  <c:v>84.051879649942279</c:v>
                </c:pt>
                <c:pt idx="4477">
                  <c:v>84.045723475991352</c:v>
                </c:pt>
                <c:pt idx="4478">
                  <c:v>84.0399702510705</c:v>
                </c:pt>
                <c:pt idx="4479">
                  <c:v>84.034561843450575</c:v>
                </c:pt>
                <c:pt idx="4480">
                  <c:v>84.029296962376606</c:v>
                </c:pt>
                <c:pt idx="4481">
                  <c:v>84.023941479136184</c:v>
                </c:pt>
                <c:pt idx="4482">
                  <c:v>84.018334839668213</c:v>
                </c:pt>
                <c:pt idx="4483">
                  <c:v>84.012413257180498</c:v>
                </c:pt>
                <c:pt idx="4484">
                  <c:v>84.006180666945824</c:v>
                </c:pt>
                <c:pt idx="4485">
                  <c:v>83.999695163159203</c:v>
                </c:pt>
                <c:pt idx="4486">
                  <c:v>83.99318695189254</c:v>
                </c:pt>
                <c:pt idx="4487">
                  <c:v>83.986708252851855</c:v>
                </c:pt>
                <c:pt idx="4488">
                  <c:v>83.980392485859483</c:v>
                </c:pt>
                <c:pt idx="4489">
                  <c:v>83.974280219386969</c:v>
                </c:pt>
                <c:pt idx="4490">
                  <c:v>83.968299871700708</c:v>
                </c:pt>
                <c:pt idx="4491">
                  <c:v>83.962379882354526</c:v>
                </c:pt>
                <c:pt idx="4492">
                  <c:v>83.956437112359339</c:v>
                </c:pt>
                <c:pt idx="4493">
                  <c:v>83.950355584828998</c:v>
                </c:pt>
                <c:pt idx="4494">
                  <c:v>83.944077343444178</c:v>
                </c:pt>
                <c:pt idx="4495">
                  <c:v>83.937598566936288</c:v>
                </c:pt>
                <c:pt idx="4496">
                  <c:v>83.930985009584774</c:v>
                </c:pt>
                <c:pt idx="4497">
                  <c:v>83.924308203156073</c:v>
                </c:pt>
                <c:pt idx="4498">
                  <c:v>83.91763386014992</c:v>
                </c:pt>
                <c:pt idx="4499">
                  <c:v>83.911087568041637</c:v>
                </c:pt>
                <c:pt idx="4500">
                  <c:v>83.90463258940234</c:v>
                </c:pt>
                <c:pt idx="4501">
                  <c:v>83.898224471180811</c:v>
                </c:pt>
                <c:pt idx="4502">
                  <c:v>83.891776277091765</c:v>
                </c:pt>
                <c:pt idx="4503">
                  <c:v>83.885191439999801</c:v>
                </c:pt>
                <c:pt idx="4504">
                  <c:v>83.878410119613548</c:v>
                </c:pt>
                <c:pt idx="4505">
                  <c:v>83.871430432458098</c:v>
                </c:pt>
                <c:pt idx="4506">
                  <c:v>83.864302635350612</c:v>
                </c:pt>
                <c:pt idx="4507">
                  <c:v>83.857063452868744</c:v>
                </c:pt>
                <c:pt idx="4508">
                  <c:v>83.849784350299331</c:v>
                </c:pt>
                <c:pt idx="4509">
                  <c:v>83.842444102164293</c:v>
                </c:pt>
                <c:pt idx="4510">
                  <c:v>83.835036933513479</c:v>
                </c:pt>
                <c:pt idx="4511">
                  <c:v>83.827468282403444</c:v>
                </c:pt>
                <c:pt idx="4512">
                  <c:v>83.819732402627551</c:v>
                </c:pt>
                <c:pt idx="4513">
                  <c:v>83.811819691417597</c:v>
                </c:pt>
                <c:pt idx="4514">
                  <c:v>83.803788088575345</c:v>
                </c:pt>
                <c:pt idx="4515">
                  <c:v>83.795701300822387</c:v>
                </c:pt>
                <c:pt idx="4516">
                  <c:v>83.787551627164234</c:v>
                </c:pt>
                <c:pt idx="4517">
                  <c:v>83.779379597013275</c:v>
                </c:pt>
                <c:pt idx="4518">
                  <c:v>83.771133136705743</c:v>
                </c:pt>
                <c:pt idx="4519">
                  <c:v>83.762764050641081</c:v>
                </c:pt>
                <c:pt idx="4520">
                  <c:v>83.754256947629429</c:v>
                </c:pt>
                <c:pt idx="4521">
                  <c:v>83.745696715751677</c:v>
                </c:pt>
                <c:pt idx="4522">
                  <c:v>83.737214483574704</c:v>
                </c:pt>
                <c:pt idx="4523">
                  <c:v>83.728943254649991</c:v>
                </c:pt>
                <c:pt idx="4524">
                  <c:v>83.721069958051103</c:v>
                </c:pt>
                <c:pt idx="4525">
                  <c:v>83.713646526259694</c:v>
                </c:pt>
                <c:pt idx="4526">
                  <c:v>83.706680549406258</c:v>
                </c:pt>
                <c:pt idx="4527">
                  <c:v>83.700127586254681</c:v>
                </c:pt>
                <c:pt idx="4528">
                  <c:v>83.693848786989506</c:v>
                </c:pt>
                <c:pt idx="4529">
                  <c:v>83.687880702687139</c:v>
                </c:pt>
                <c:pt idx="4530">
                  <c:v>83.682182803010548</c:v>
                </c:pt>
                <c:pt idx="4531">
                  <c:v>83.676841735656552</c:v>
                </c:pt>
                <c:pt idx="4532">
                  <c:v>83.671859358963601</c:v>
                </c:pt>
                <c:pt idx="4533">
                  <c:v>83.667197078721173</c:v>
                </c:pt>
                <c:pt idx="4534">
                  <c:v>83.66268146487441</c:v>
                </c:pt>
                <c:pt idx="4535">
                  <c:v>83.65808133756309</c:v>
                </c:pt>
                <c:pt idx="4536">
                  <c:v>83.653152084901066</c:v>
                </c:pt>
                <c:pt idx="4537">
                  <c:v>83.64769730680635</c:v>
                </c:pt>
                <c:pt idx="4538">
                  <c:v>83.641640069289622</c:v>
                </c:pt>
                <c:pt idx="4539">
                  <c:v>83.6349939836511</c:v>
                </c:pt>
                <c:pt idx="4540">
                  <c:v>83.627992188294414</c:v>
                </c:pt>
                <c:pt idx="4541">
                  <c:v>83.620742597149331</c:v>
                </c:pt>
                <c:pt idx="4542">
                  <c:v>83.613387744576769</c:v>
                </c:pt>
                <c:pt idx="4543">
                  <c:v>83.606025838499519</c:v>
                </c:pt>
                <c:pt idx="4544">
                  <c:v>83.598626082016949</c:v>
                </c:pt>
                <c:pt idx="4545">
                  <c:v>83.591078774146226</c:v>
                </c:pt>
                <c:pt idx="4546">
                  <c:v>83.583366633764683</c:v>
                </c:pt>
                <c:pt idx="4547">
                  <c:v>83.575508950591754</c:v>
                </c:pt>
                <c:pt idx="4548">
                  <c:v>83.567565416432132</c:v>
                </c:pt>
                <c:pt idx="4549">
                  <c:v>83.559684206303146</c:v>
                </c:pt>
                <c:pt idx="4550">
                  <c:v>83.55194802842459</c:v>
                </c:pt>
                <c:pt idx="4551">
                  <c:v>83.544433789882078</c:v>
                </c:pt>
                <c:pt idx="4552">
                  <c:v>83.537124119300188</c:v>
                </c:pt>
                <c:pt idx="4553">
                  <c:v>83.52993048905752</c:v>
                </c:pt>
                <c:pt idx="4554">
                  <c:v>83.522812482415404</c:v>
                </c:pt>
                <c:pt idx="4555">
                  <c:v>83.51566431402108</c:v>
                </c:pt>
                <c:pt idx="4556">
                  <c:v>83.508560983060363</c:v>
                </c:pt>
                <c:pt idx="4557">
                  <c:v>83.501540932067996</c:v>
                </c:pt>
                <c:pt idx="4558">
                  <c:v>83.494644513372705</c:v>
                </c:pt>
                <c:pt idx="4559">
                  <c:v>83.487975504984689</c:v>
                </c:pt>
                <c:pt idx="4560">
                  <c:v>83.481522319101927</c:v>
                </c:pt>
                <c:pt idx="4561">
                  <c:v>83.475234931448341</c:v>
                </c:pt>
                <c:pt idx="4562">
                  <c:v>83.468971080653432</c:v>
                </c:pt>
                <c:pt idx="4563">
                  <c:v>83.462638515121597</c:v>
                </c:pt>
                <c:pt idx="4564">
                  <c:v>83.456221877358502</c:v>
                </c:pt>
                <c:pt idx="4565">
                  <c:v>83.449653934326733</c:v>
                </c:pt>
                <c:pt idx="4566">
                  <c:v>83.443001968914928</c:v>
                </c:pt>
                <c:pt idx="4567">
                  <c:v>83.436369745678633</c:v>
                </c:pt>
                <c:pt idx="4568">
                  <c:v>83.429809128121818</c:v>
                </c:pt>
                <c:pt idx="4569">
                  <c:v>83.423408460557539</c:v>
                </c:pt>
                <c:pt idx="4570">
                  <c:v>83.417175389255689</c:v>
                </c:pt>
                <c:pt idx="4571">
                  <c:v>83.411034972896374</c:v>
                </c:pt>
                <c:pt idx="4572">
                  <c:v>83.40487772432256</c:v>
                </c:pt>
                <c:pt idx="4573">
                  <c:v>83.398590348164589</c:v>
                </c:pt>
                <c:pt idx="4574">
                  <c:v>83.392028860864016</c:v>
                </c:pt>
                <c:pt idx="4575">
                  <c:v>83.385154926903297</c:v>
                </c:pt>
                <c:pt idx="4576">
                  <c:v>83.377899509109881</c:v>
                </c:pt>
                <c:pt idx="4577">
                  <c:v>83.37027806453608</c:v>
                </c:pt>
                <c:pt idx="4578">
                  <c:v>83.362396265563092</c:v>
                </c:pt>
                <c:pt idx="4579">
                  <c:v>83.354400053293844</c:v>
                </c:pt>
                <c:pt idx="4580">
                  <c:v>83.346450666968067</c:v>
                </c:pt>
                <c:pt idx="4581">
                  <c:v>83.338661310929496</c:v>
                </c:pt>
                <c:pt idx="4582">
                  <c:v>83.331101016123995</c:v>
                </c:pt>
                <c:pt idx="4583">
                  <c:v>83.323821522576907</c:v>
                </c:pt>
                <c:pt idx="4584">
                  <c:v>83.316711487327865</c:v>
                </c:pt>
                <c:pt idx="4585">
                  <c:v>83.309632751176594</c:v>
                </c:pt>
                <c:pt idx="4586">
                  <c:v>83.302406921938498</c:v>
                </c:pt>
                <c:pt idx="4587">
                  <c:v>83.294890192689635</c:v>
                </c:pt>
                <c:pt idx="4588">
                  <c:v>83.287032780652936</c:v>
                </c:pt>
                <c:pt idx="4589">
                  <c:v>83.278846287768488</c:v>
                </c:pt>
                <c:pt idx="4590">
                  <c:v>83.27051679634296</c:v>
                </c:pt>
                <c:pt idx="4591">
                  <c:v>83.262260991002961</c:v>
                </c:pt>
                <c:pt idx="4592">
                  <c:v>83.254385569922732</c:v>
                </c:pt>
                <c:pt idx="4593">
                  <c:v>83.247078274916504</c:v>
                </c:pt>
                <c:pt idx="4594">
                  <c:v>83.240463540785115</c:v>
                </c:pt>
                <c:pt idx="4595">
                  <c:v>83.234558451451534</c:v>
                </c:pt>
                <c:pt idx="4596">
                  <c:v>83.229278533218078</c:v>
                </c:pt>
                <c:pt idx="4597">
                  <c:v>83.224418621413378</c:v>
                </c:pt>
                <c:pt idx="4598">
                  <c:v>83.219733367876145</c:v>
                </c:pt>
                <c:pt idx="4599">
                  <c:v>83.214981314724426</c:v>
                </c:pt>
                <c:pt idx="4600">
                  <c:v>83.209922975676847</c:v>
                </c:pt>
                <c:pt idx="4601">
                  <c:v>83.204443455355346</c:v>
                </c:pt>
                <c:pt idx="4602">
                  <c:v>83.198448966916516</c:v>
                </c:pt>
                <c:pt idx="4603">
                  <c:v>83.191931959457193</c:v>
                </c:pt>
                <c:pt idx="4604">
                  <c:v>83.184990241442918</c:v>
                </c:pt>
                <c:pt idx="4605">
                  <c:v>83.177679461127852</c:v>
                </c:pt>
                <c:pt idx="4606">
                  <c:v>83.170196967337944</c:v>
                </c:pt>
                <c:pt idx="4607">
                  <c:v>83.162703657304945</c:v>
                </c:pt>
                <c:pt idx="4608">
                  <c:v>83.155371858982889</c:v>
                </c:pt>
                <c:pt idx="4609">
                  <c:v>83.148255137415774</c:v>
                </c:pt>
                <c:pt idx="4610">
                  <c:v>83.141441499957068</c:v>
                </c:pt>
                <c:pt idx="4611">
                  <c:v>83.134911729672055</c:v>
                </c:pt>
                <c:pt idx="4612">
                  <c:v>83.12861599296339</c:v>
                </c:pt>
                <c:pt idx="4613">
                  <c:v>83.122458538415728</c:v>
                </c:pt>
                <c:pt idx="4614">
                  <c:v>83.116446990678</c:v>
                </c:pt>
                <c:pt idx="4615">
                  <c:v>83.110518166351468</c:v>
                </c:pt>
                <c:pt idx="4616">
                  <c:v>83.104673961351153</c:v>
                </c:pt>
                <c:pt idx="4617">
                  <c:v>83.098899050500918</c:v>
                </c:pt>
                <c:pt idx="4618">
                  <c:v>83.093170459917204</c:v>
                </c:pt>
                <c:pt idx="4619">
                  <c:v>83.087448003722869</c:v>
                </c:pt>
                <c:pt idx="4620">
                  <c:v>83.081672376871367</c:v>
                </c:pt>
                <c:pt idx="4621">
                  <c:v>83.075721165508696</c:v>
                </c:pt>
                <c:pt idx="4622">
                  <c:v>83.069504508313088</c:v>
                </c:pt>
                <c:pt idx="4623">
                  <c:v>83.062949786295007</c:v>
                </c:pt>
                <c:pt idx="4624">
                  <c:v>83.056083853670046</c:v>
                </c:pt>
                <c:pt idx="4625">
                  <c:v>83.048987103151319</c:v>
                </c:pt>
                <c:pt idx="4626">
                  <c:v>83.041734166127881</c:v>
                </c:pt>
                <c:pt idx="4627">
                  <c:v>83.034453183437861</c:v>
                </c:pt>
                <c:pt idx="4628">
                  <c:v>83.027283721943917</c:v>
                </c:pt>
                <c:pt idx="4629">
                  <c:v>83.020271631553015</c:v>
                </c:pt>
                <c:pt idx="4630">
                  <c:v>83.013395846498611</c:v>
                </c:pt>
                <c:pt idx="4631">
                  <c:v>83.006721317199009</c:v>
                </c:pt>
                <c:pt idx="4632">
                  <c:v>83.000144793091636</c:v>
                </c:pt>
                <c:pt idx="4633">
                  <c:v>82.993683449966269</c:v>
                </c:pt>
                <c:pt idx="4634">
                  <c:v>82.98733535014965</c:v>
                </c:pt>
                <c:pt idx="4635">
                  <c:v>82.981148235507462</c:v>
                </c:pt>
                <c:pt idx="4636">
                  <c:v>82.975143086407797</c:v>
                </c:pt>
                <c:pt idx="4637">
                  <c:v>82.969382907928463</c:v>
                </c:pt>
                <c:pt idx="4638">
                  <c:v>82.963821801595586</c:v>
                </c:pt>
                <c:pt idx="4639">
                  <c:v>82.958480739515878</c:v>
                </c:pt>
                <c:pt idx="4640">
                  <c:v>82.953254625361495</c:v>
                </c:pt>
                <c:pt idx="4641">
                  <c:v>82.948120518035424</c:v>
                </c:pt>
                <c:pt idx="4642">
                  <c:v>82.942908425357501</c:v>
                </c:pt>
                <c:pt idx="4643">
                  <c:v>82.937606903814114</c:v>
                </c:pt>
                <c:pt idx="4644">
                  <c:v>82.932130039322359</c:v>
                </c:pt>
                <c:pt idx="4645">
                  <c:v>82.926437768167176</c:v>
                </c:pt>
                <c:pt idx="4646">
                  <c:v>82.920516769544875</c:v>
                </c:pt>
                <c:pt idx="4647">
                  <c:v>82.914412912691446</c:v>
                </c:pt>
                <c:pt idx="4648">
                  <c:v>82.908126238051125</c:v>
                </c:pt>
                <c:pt idx="4649">
                  <c:v>82.90177132022805</c:v>
                </c:pt>
                <c:pt idx="4650">
                  <c:v>82.895332905102222</c:v>
                </c:pt>
                <c:pt idx="4651">
                  <c:v>82.888923618819206</c:v>
                </c:pt>
                <c:pt idx="4652">
                  <c:v>82.882598799509736</c:v>
                </c:pt>
                <c:pt idx="4653">
                  <c:v>82.876358427913246</c:v>
                </c:pt>
                <c:pt idx="4654">
                  <c:v>82.87020820949823</c:v>
                </c:pt>
                <c:pt idx="4655">
                  <c:v>82.864129044090248</c:v>
                </c:pt>
                <c:pt idx="4656">
                  <c:v>82.858130455513262</c:v>
                </c:pt>
                <c:pt idx="4657">
                  <c:v>82.852179994712927</c:v>
                </c:pt>
                <c:pt idx="4658">
                  <c:v>82.846237591665371</c:v>
                </c:pt>
                <c:pt idx="4659">
                  <c:v>82.840354746362848</c:v>
                </c:pt>
                <c:pt idx="4660">
                  <c:v>82.834502836149468</c:v>
                </c:pt>
                <c:pt idx="4661">
                  <c:v>82.828719998554689</c:v>
                </c:pt>
                <c:pt idx="4662">
                  <c:v>82.822981427260785</c:v>
                </c:pt>
                <c:pt idx="4663">
                  <c:v>82.817283299245915</c:v>
                </c:pt>
                <c:pt idx="4664">
                  <c:v>82.811623699409111</c:v>
                </c:pt>
                <c:pt idx="4665">
                  <c:v>82.805968299695934</c:v>
                </c:pt>
                <c:pt idx="4666">
                  <c:v>82.800339977874941</c:v>
                </c:pt>
                <c:pt idx="4667">
                  <c:v>82.794753979832933</c:v>
                </c:pt>
                <c:pt idx="4668">
                  <c:v>82.789246516611641</c:v>
                </c:pt>
                <c:pt idx="4669">
                  <c:v>82.783851883616848</c:v>
                </c:pt>
                <c:pt idx="4670">
                  <c:v>82.778564340698537</c:v>
                </c:pt>
                <c:pt idx="4671">
                  <c:v>82.773406738515419</c:v>
                </c:pt>
                <c:pt idx="4672">
                  <c:v>82.768287573878197</c:v>
                </c:pt>
                <c:pt idx="4673">
                  <c:v>82.763128706307938</c:v>
                </c:pt>
                <c:pt idx="4674">
                  <c:v>82.757804375627472</c:v>
                </c:pt>
                <c:pt idx="4675">
                  <c:v>82.752265072323453</c:v>
                </c:pt>
                <c:pt idx="4676">
                  <c:v>82.74649750244879</c:v>
                </c:pt>
                <c:pt idx="4677">
                  <c:v>82.740585541327206</c:v>
                </c:pt>
                <c:pt idx="4678">
                  <c:v>82.734658762306751</c:v>
                </c:pt>
                <c:pt idx="4679">
                  <c:v>82.728890514632823</c:v>
                </c:pt>
                <c:pt idx="4680">
                  <c:v>82.723374099180745</c:v>
                </c:pt>
                <c:pt idx="4681">
                  <c:v>82.718231363626657</c:v>
                </c:pt>
                <c:pt idx="4682">
                  <c:v>82.713447001940594</c:v>
                </c:pt>
                <c:pt idx="4683">
                  <c:v>82.709007620855843</c:v>
                </c:pt>
                <c:pt idx="4684">
                  <c:v>82.7048122343123</c:v>
                </c:pt>
                <c:pt idx="4685">
                  <c:v>82.700820815801919</c:v>
                </c:pt>
                <c:pt idx="4686">
                  <c:v>82.697067610872793</c:v>
                </c:pt>
                <c:pt idx="4687">
                  <c:v>82.693558299377841</c:v>
                </c:pt>
                <c:pt idx="4688">
                  <c:v>82.690414707290245</c:v>
                </c:pt>
                <c:pt idx="4689">
                  <c:v>82.687690103618948</c:v>
                </c:pt>
                <c:pt idx="4690">
                  <c:v>82.685432044502051</c:v>
                </c:pt>
                <c:pt idx="4691">
                  <c:v>82.683549106436217</c:v>
                </c:pt>
                <c:pt idx="4692">
                  <c:v>82.681946072633821</c:v>
                </c:pt>
                <c:pt idx="4693">
                  <c:v>82.680396375914697</c:v>
                </c:pt>
                <c:pt idx="4694">
                  <c:v>82.678719157036141</c:v>
                </c:pt>
                <c:pt idx="4695">
                  <c:v>82.676705016331425</c:v>
                </c:pt>
                <c:pt idx="4696">
                  <c:v>82.674232145085</c:v>
                </c:pt>
                <c:pt idx="4697">
                  <c:v>82.671272030811394</c:v>
                </c:pt>
                <c:pt idx="4698">
                  <c:v>82.667824725852896</c:v>
                </c:pt>
                <c:pt idx="4699">
                  <c:v>82.66391122863817</c:v>
                </c:pt>
                <c:pt idx="4700">
                  <c:v>82.659653417067446</c:v>
                </c:pt>
                <c:pt idx="4701">
                  <c:v>82.655089408431451</c:v>
                </c:pt>
                <c:pt idx="4702">
                  <c:v>82.650329632862849</c:v>
                </c:pt>
                <c:pt idx="4703">
                  <c:v>82.645476885198946</c:v>
                </c:pt>
                <c:pt idx="4704">
                  <c:v>82.640578753576065</c:v>
                </c:pt>
                <c:pt idx="4705">
                  <c:v>82.63572657842721</c:v>
                </c:pt>
                <c:pt idx="4706">
                  <c:v>82.630897519927515</c:v>
                </c:pt>
                <c:pt idx="4707">
                  <c:v>82.626068743627854</c:v>
                </c:pt>
                <c:pt idx="4708">
                  <c:v>82.621116592020783</c:v>
                </c:pt>
                <c:pt idx="4709">
                  <c:v>82.615966897475957</c:v>
                </c:pt>
                <c:pt idx="4710">
                  <c:v>82.610526490210731</c:v>
                </c:pt>
                <c:pt idx="4711">
                  <c:v>82.604744072482276</c:v>
                </c:pt>
                <c:pt idx="4712">
                  <c:v>82.598678675190129</c:v>
                </c:pt>
                <c:pt idx="4713">
                  <c:v>82.592444466329979</c:v>
                </c:pt>
                <c:pt idx="4714">
                  <c:v>82.586180302123424</c:v>
                </c:pt>
                <c:pt idx="4715">
                  <c:v>82.580032602943191</c:v>
                </c:pt>
                <c:pt idx="4716">
                  <c:v>82.574119225806598</c:v>
                </c:pt>
                <c:pt idx="4717">
                  <c:v>82.568527576081621</c:v>
                </c:pt>
                <c:pt idx="4718">
                  <c:v>82.563286104808824</c:v>
                </c:pt>
                <c:pt idx="4719">
                  <c:v>82.558427061966725</c:v>
                </c:pt>
                <c:pt idx="4720">
                  <c:v>82.55389335384352</c:v>
                </c:pt>
                <c:pt idx="4721">
                  <c:v>82.549713438528144</c:v>
                </c:pt>
                <c:pt idx="4722">
                  <c:v>82.545805532705188</c:v>
                </c:pt>
                <c:pt idx="4723">
                  <c:v>82.54203845621258</c:v>
                </c:pt>
                <c:pt idx="4724">
                  <c:v>82.53829245729095</c:v>
                </c:pt>
                <c:pt idx="4725">
                  <c:v>82.53437749044015</c:v>
                </c:pt>
                <c:pt idx="4726">
                  <c:v>82.530151055075407</c:v>
                </c:pt>
                <c:pt idx="4727">
                  <c:v>82.525520088217291</c:v>
                </c:pt>
                <c:pt idx="4728">
                  <c:v>82.520461856739487</c:v>
                </c:pt>
                <c:pt idx="4729">
                  <c:v>82.515029638628562</c:v>
                </c:pt>
                <c:pt idx="4730">
                  <c:v>82.509362196591383</c:v>
                </c:pt>
                <c:pt idx="4731">
                  <c:v>82.503617255422952</c:v>
                </c:pt>
                <c:pt idx="4732">
                  <c:v>82.497893609685406</c:v>
                </c:pt>
                <c:pt idx="4733">
                  <c:v>82.492309021165838</c:v>
                </c:pt>
                <c:pt idx="4734">
                  <c:v>82.486853965026881</c:v>
                </c:pt>
                <c:pt idx="4735">
                  <c:v>82.481583492653115</c:v>
                </c:pt>
                <c:pt idx="4736">
                  <c:v>82.476432999621053</c:v>
                </c:pt>
                <c:pt idx="4737">
                  <c:v>82.471482220452003</c:v>
                </c:pt>
                <c:pt idx="4738">
                  <c:v>82.466772894296383</c:v>
                </c:pt>
                <c:pt idx="4739">
                  <c:v>82.462432197160425</c:v>
                </c:pt>
                <c:pt idx="4740">
                  <c:v>82.458534119267497</c:v>
                </c:pt>
                <c:pt idx="4741">
                  <c:v>82.455101381052231</c:v>
                </c:pt>
                <c:pt idx="4742">
                  <c:v>82.452056084697261</c:v>
                </c:pt>
                <c:pt idx="4743">
                  <c:v>82.449270990056689</c:v>
                </c:pt>
                <c:pt idx="4744">
                  <c:v>82.446518262306782</c:v>
                </c:pt>
                <c:pt idx="4745">
                  <c:v>82.44364982793401</c:v>
                </c:pt>
                <c:pt idx="4746">
                  <c:v>82.440466381282363</c:v>
                </c:pt>
                <c:pt idx="4747">
                  <c:v>82.436935689774842</c:v>
                </c:pt>
                <c:pt idx="4748">
                  <c:v>82.43307488086046</c:v>
                </c:pt>
                <c:pt idx="4749">
                  <c:v>82.429032044693813</c:v>
                </c:pt>
                <c:pt idx="4750">
                  <c:v>82.424957142415977</c:v>
                </c:pt>
                <c:pt idx="4751">
                  <c:v>82.421005799386293</c:v>
                </c:pt>
                <c:pt idx="4752">
                  <c:v>82.417289963743684</c:v>
                </c:pt>
                <c:pt idx="4753">
                  <c:v>82.413809603652112</c:v>
                </c:pt>
                <c:pt idx="4754">
                  <c:v>82.410553303854414</c:v>
                </c:pt>
                <c:pt idx="4755">
                  <c:v>82.407355955181572</c:v>
                </c:pt>
                <c:pt idx="4756">
                  <c:v>82.40409991037771</c:v>
                </c:pt>
                <c:pt idx="4757">
                  <c:v>82.400688411709098</c:v>
                </c:pt>
                <c:pt idx="4758">
                  <c:v>82.397039896189227</c:v>
                </c:pt>
                <c:pt idx="4759">
                  <c:v>82.393180955733854</c:v>
                </c:pt>
                <c:pt idx="4760">
                  <c:v>82.389168532325073</c:v>
                </c:pt>
                <c:pt idx="4761">
                  <c:v>82.385101291672115</c:v>
                </c:pt>
                <c:pt idx="4762">
                  <c:v>82.381013385978491</c:v>
                </c:pt>
                <c:pt idx="4763">
                  <c:v>82.376853604801312</c:v>
                </c:pt>
                <c:pt idx="4764">
                  <c:v>82.37263523594828</c:v>
                </c:pt>
                <c:pt idx="4765">
                  <c:v>82.368210353654305</c:v>
                </c:pt>
                <c:pt idx="4766">
                  <c:v>82.36353347544032</c:v>
                </c:pt>
                <c:pt idx="4767">
                  <c:v>82.358566716728788</c:v>
                </c:pt>
                <c:pt idx="4768">
                  <c:v>82.353385980231195</c:v>
                </c:pt>
                <c:pt idx="4769">
                  <c:v>82.348106970534729</c:v>
                </c:pt>
                <c:pt idx="4770">
                  <c:v>82.342919307940292</c:v>
                </c:pt>
                <c:pt idx="4771">
                  <c:v>82.337913978401716</c:v>
                </c:pt>
                <c:pt idx="4772">
                  <c:v>82.333151613993579</c:v>
                </c:pt>
                <c:pt idx="4773">
                  <c:v>82.328582884749054</c:v>
                </c:pt>
                <c:pt idx="4774">
                  <c:v>82.324065589715786</c:v>
                </c:pt>
                <c:pt idx="4775">
                  <c:v>82.319442395862268</c:v>
                </c:pt>
                <c:pt idx="4776">
                  <c:v>82.314491563497455</c:v>
                </c:pt>
                <c:pt idx="4777">
                  <c:v>82.30916577078969</c:v>
                </c:pt>
                <c:pt idx="4778">
                  <c:v>82.303413922677606</c:v>
                </c:pt>
                <c:pt idx="4779">
                  <c:v>82.297234213566767</c:v>
                </c:pt>
                <c:pt idx="4780">
                  <c:v>82.29072527016443</c:v>
                </c:pt>
                <c:pt idx="4781">
                  <c:v>82.283951589010783</c:v>
                </c:pt>
                <c:pt idx="4782">
                  <c:v>82.276939758514573</c:v>
                </c:pt>
                <c:pt idx="4783">
                  <c:v>82.269676579347944</c:v>
                </c:pt>
                <c:pt idx="4784">
                  <c:v>82.262145070778487</c:v>
                </c:pt>
                <c:pt idx="4785">
                  <c:v>82.254341518667147</c:v>
                </c:pt>
                <c:pt idx="4786">
                  <c:v>82.246214868245644</c:v>
                </c:pt>
                <c:pt idx="4787">
                  <c:v>82.237778470591337</c:v>
                </c:pt>
                <c:pt idx="4788">
                  <c:v>82.229102476776035</c:v>
                </c:pt>
                <c:pt idx="4789">
                  <c:v>82.220162351352968</c:v>
                </c:pt>
                <c:pt idx="4790">
                  <c:v>82.211028220863696</c:v>
                </c:pt>
                <c:pt idx="4791">
                  <c:v>82.201705828477117</c:v>
                </c:pt>
                <c:pt idx="4792">
                  <c:v>82.192253907393322</c:v>
                </c:pt>
                <c:pt idx="4793">
                  <c:v>82.182716026047189</c:v>
                </c:pt>
                <c:pt idx="4794">
                  <c:v>82.173141409371894</c:v>
                </c:pt>
                <c:pt idx="4795">
                  <c:v>82.163550881205111</c:v>
                </c:pt>
                <c:pt idx="4796">
                  <c:v>82.153991739004127</c:v>
                </c:pt>
                <c:pt idx="4797">
                  <c:v>82.144431817495573</c:v>
                </c:pt>
                <c:pt idx="4798">
                  <c:v>82.134835183937582</c:v>
                </c:pt>
                <c:pt idx="4799">
                  <c:v>82.12516024940949</c:v>
                </c:pt>
                <c:pt idx="4800">
                  <c:v>82.115348427776652</c:v>
                </c:pt>
                <c:pt idx="4801">
                  <c:v>82.105392206190203</c:v>
                </c:pt>
                <c:pt idx="4802">
                  <c:v>82.095253831190377</c:v>
                </c:pt>
                <c:pt idx="4803">
                  <c:v>82.085014643838988</c:v>
                </c:pt>
                <c:pt idx="4804">
                  <c:v>82.074699250084421</c:v>
                </c:pt>
                <c:pt idx="4805">
                  <c:v>82.064368146217546</c:v>
                </c:pt>
                <c:pt idx="4806">
                  <c:v>82.054030785316328</c:v>
                </c:pt>
                <c:pt idx="4807">
                  <c:v>82.0436852809474</c:v>
                </c:pt>
                <c:pt idx="4808">
                  <c:v>82.033416636490415</c:v>
                </c:pt>
                <c:pt idx="4809">
                  <c:v>82.023215380139007</c:v>
                </c:pt>
                <c:pt idx="4810">
                  <c:v>82.013206122951601</c:v>
                </c:pt>
                <c:pt idx="4811">
                  <c:v>82.003456770095354</c:v>
                </c:pt>
                <c:pt idx="4812">
                  <c:v>81.994125819714242</c:v>
                </c:pt>
                <c:pt idx="4813">
                  <c:v>81.985267874857414</c:v>
                </c:pt>
                <c:pt idx="4814">
                  <c:v>81.976920534208034</c:v>
                </c:pt>
                <c:pt idx="4815">
                  <c:v>81.96905533087974</c:v>
                </c:pt>
                <c:pt idx="4816">
                  <c:v>81.961532470818781</c:v>
                </c:pt>
                <c:pt idx="4817">
                  <c:v>81.954231087595957</c:v>
                </c:pt>
                <c:pt idx="4818">
                  <c:v>81.946998283151643</c:v>
                </c:pt>
                <c:pt idx="4819">
                  <c:v>81.939766117032633</c:v>
                </c:pt>
                <c:pt idx="4820">
                  <c:v>81.932502517561318</c:v>
                </c:pt>
                <c:pt idx="4821">
                  <c:v>81.925262198759469</c:v>
                </c:pt>
                <c:pt idx="4822">
                  <c:v>81.91816775978586</c:v>
                </c:pt>
                <c:pt idx="4823">
                  <c:v>81.911400226302305</c:v>
                </c:pt>
                <c:pt idx="4824">
                  <c:v>81.905112277972563</c:v>
                </c:pt>
                <c:pt idx="4825">
                  <c:v>81.899460326078668</c:v>
                </c:pt>
                <c:pt idx="4826">
                  <c:v>81.894431039196874</c:v>
                </c:pt>
                <c:pt idx="4827">
                  <c:v>81.890037501775709</c:v>
                </c:pt>
                <c:pt idx="4828">
                  <c:v>81.886147626542041</c:v>
                </c:pt>
                <c:pt idx="4829">
                  <c:v>81.88265198744125</c:v>
                </c:pt>
                <c:pt idx="4830">
                  <c:v>81.879426101236746</c:v>
                </c:pt>
                <c:pt idx="4831">
                  <c:v>81.876351163794325</c:v>
                </c:pt>
                <c:pt idx="4832">
                  <c:v>81.873436584144102</c:v>
                </c:pt>
                <c:pt idx="4833">
                  <c:v>81.870659723466758</c:v>
                </c:pt>
                <c:pt idx="4834">
                  <c:v>81.868018682675469</c:v>
                </c:pt>
                <c:pt idx="4835">
                  <c:v>81.865547379055059</c:v>
                </c:pt>
                <c:pt idx="4836">
                  <c:v>81.863181708253876</c:v>
                </c:pt>
                <c:pt idx="4837">
                  <c:v>81.860853804121206</c:v>
                </c:pt>
                <c:pt idx="4838">
                  <c:v>81.858497693257661</c:v>
                </c:pt>
                <c:pt idx="4839">
                  <c:v>81.856077566783824</c:v>
                </c:pt>
                <c:pt idx="4840">
                  <c:v>81.853599084627703</c:v>
                </c:pt>
                <c:pt idx="4841">
                  <c:v>81.851158371359134</c:v>
                </c:pt>
                <c:pt idx="4842">
                  <c:v>81.848885463676908</c:v>
                </c:pt>
                <c:pt idx="4843">
                  <c:v>81.846855731310924</c:v>
                </c:pt>
                <c:pt idx="4844">
                  <c:v>81.845131346424495</c:v>
                </c:pt>
                <c:pt idx="4845">
                  <c:v>81.843589795938939</c:v>
                </c:pt>
                <c:pt idx="4846">
                  <c:v>81.842087848636879</c:v>
                </c:pt>
                <c:pt idx="4847">
                  <c:v>81.840423866432857</c:v>
                </c:pt>
                <c:pt idx="4848">
                  <c:v>81.838354771539585</c:v>
                </c:pt>
                <c:pt idx="4849">
                  <c:v>81.835807105427534</c:v>
                </c:pt>
                <c:pt idx="4850">
                  <c:v>81.83271684765964</c:v>
                </c:pt>
                <c:pt idx="4851">
                  <c:v>81.829215952716609</c:v>
                </c:pt>
                <c:pt idx="4852">
                  <c:v>81.825402446427859</c:v>
                </c:pt>
                <c:pt idx="4853">
                  <c:v>81.821427093013909</c:v>
                </c:pt>
                <c:pt idx="4854">
                  <c:v>81.81737469219793</c:v>
                </c:pt>
                <c:pt idx="4855">
                  <c:v>81.813224533434266</c:v>
                </c:pt>
                <c:pt idx="4856">
                  <c:v>81.808891864205094</c:v>
                </c:pt>
                <c:pt idx="4857">
                  <c:v>81.804344692074167</c:v>
                </c:pt>
                <c:pt idx="4858">
                  <c:v>81.799477576623332</c:v>
                </c:pt>
                <c:pt idx="4859">
                  <c:v>81.794326359278173</c:v>
                </c:pt>
                <c:pt idx="4860">
                  <c:v>81.78897019065748</c:v>
                </c:pt>
                <c:pt idx="4861">
                  <c:v>81.783522099100509</c:v>
                </c:pt>
                <c:pt idx="4862">
                  <c:v>81.778113913663773</c:v>
                </c:pt>
                <c:pt idx="4863">
                  <c:v>81.772811527551667</c:v>
                </c:pt>
                <c:pt idx="4864">
                  <c:v>81.767616802999399</c:v>
                </c:pt>
                <c:pt idx="4865">
                  <c:v>81.762550428704799</c:v>
                </c:pt>
                <c:pt idx="4866">
                  <c:v>81.757484368326033</c:v>
                </c:pt>
                <c:pt idx="4867">
                  <c:v>81.752326383364448</c:v>
                </c:pt>
                <c:pt idx="4868">
                  <c:v>81.747038845346992</c:v>
                </c:pt>
                <c:pt idx="4869">
                  <c:v>81.741523906651665</c:v>
                </c:pt>
                <c:pt idx="4870">
                  <c:v>81.735747736709712</c:v>
                </c:pt>
                <c:pt idx="4871">
                  <c:v>81.729699099577729</c:v>
                </c:pt>
                <c:pt idx="4872">
                  <c:v>81.723364883555902</c:v>
                </c:pt>
                <c:pt idx="4873">
                  <c:v>81.716797839863602</c:v>
                </c:pt>
                <c:pt idx="4874">
                  <c:v>81.710067638101393</c:v>
                </c:pt>
                <c:pt idx="4875">
                  <c:v>81.703292839718472</c:v>
                </c:pt>
                <c:pt idx="4876">
                  <c:v>81.696578799293675</c:v>
                </c:pt>
                <c:pt idx="4877">
                  <c:v>81.690032717873478</c:v>
                </c:pt>
                <c:pt idx="4878">
                  <c:v>81.683654555171145</c:v>
                </c:pt>
                <c:pt idx="4879">
                  <c:v>81.677391612558012</c:v>
                </c:pt>
                <c:pt idx="4880">
                  <c:v>81.671067092108856</c:v>
                </c:pt>
                <c:pt idx="4881">
                  <c:v>81.664498609725811</c:v>
                </c:pt>
                <c:pt idx="4882">
                  <c:v>81.657394788026721</c:v>
                </c:pt>
                <c:pt idx="4883">
                  <c:v>81.649558361263701</c:v>
                </c:pt>
                <c:pt idx="4884">
                  <c:v>81.640953823274842</c:v>
                </c:pt>
                <c:pt idx="4885">
                  <c:v>81.63156825960975</c:v>
                </c:pt>
                <c:pt idx="4886">
                  <c:v>81.62161243317064</c:v>
                </c:pt>
                <c:pt idx="4887">
                  <c:v>81.611351515531524</c:v>
                </c:pt>
                <c:pt idx="4888">
                  <c:v>81.601082493153299</c:v>
                </c:pt>
                <c:pt idx="4889">
                  <c:v>81.591047721786197</c:v>
                </c:pt>
                <c:pt idx="4890">
                  <c:v>81.581434963304048</c:v>
                </c:pt>
                <c:pt idx="4891">
                  <c:v>81.57230417350398</c:v>
                </c:pt>
                <c:pt idx="4892">
                  <c:v>81.563598848646109</c:v>
                </c:pt>
                <c:pt idx="4893">
                  <c:v>81.555213691480887</c:v>
                </c:pt>
                <c:pt idx="4894">
                  <c:v>81.547011532014636</c:v>
                </c:pt>
                <c:pt idx="4895">
                  <c:v>81.538840237468193</c:v>
                </c:pt>
                <c:pt idx="4896">
                  <c:v>81.530532717976541</c:v>
                </c:pt>
                <c:pt idx="4897">
                  <c:v>81.52202519344452</c:v>
                </c:pt>
                <c:pt idx="4898">
                  <c:v>81.513197604285338</c:v>
                </c:pt>
                <c:pt idx="4899">
                  <c:v>81.503937452740445</c:v>
                </c:pt>
                <c:pt idx="4900">
                  <c:v>81.49417170398722</c:v>
                </c:pt>
                <c:pt idx="4901">
                  <c:v>81.483879901430228</c:v>
                </c:pt>
                <c:pt idx="4902">
                  <c:v>81.473099764417086</c:v>
                </c:pt>
                <c:pt idx="4903">
                  <c:v>81.461921522109364</c:v>
                </c:pt>
                <c:pt idx="4904">
                  <c:v>81.450470994919627</c:v>
                </c:pt>
                <c:pt idx="4905">
                  <c:v>81.43895644517869</c:v>
                </c:pt>
                <c:pt idx="4906">
                  <c:v>81.427467897409016</c:v>
                </c:pt>
                <c:pt idx="4907">
                  <c:v>81.416145941646633</c:v>
                </c:pt>
                <c:pt idx="4908">
                  <c:v>81.405029871660645</c:v>
                </c:pt>
                <c:pt idx="4909">
                  <c:v>81.393997782660747</c:v>
                </c:pt>
                <c:pt idx="4910">
                  <c:v>81.382925962685164</c:v>
                </c:pt>
                <c:pt idx="4911">
                  <c:v>81.371726366604932</c:v>
                </c:pt>
                <c:pt idx="4912">
                  <c:v>81.360183607746052</c:v>
                </c:pt>
                <c:pt idx="4913">
                  <c:v>81.348273482111992</c:v>
                </c:pt>
                <c:pt idx="4914">
                  <c:v>81.335900637222849</c:v>
                </c:pt>
                <c:pt idx="4915">
                  <c:v>81.32305966715569</c:v>
                </c:pt>
                <c:pt idx="4916">
                  <c:v>81.309685266341859</c:v>
                </c:pt>
                <c:pt idx="4917">
                  <c:v>81.295813264838273</c:v>
                </c:pt>
                <c:pt idx="4918">
                  <c:v>81.281402743464795</c:v>
                </c:pt>
                <c:pt idx="4919">
                  <c:v>81.266525096193604</c:v>
                </c:pt>
                <c:pt idx="4920">
                  <c:v>81.251174967848456</c:v>
                </c:pt>
                <c:pt idx="4921">
                  <c:v>81.235519103047764</c:v>
                </c:pt>
                <c:pt idx="4922">
                  <c:v>81.219628745361561</c:v>
                </c:pt>
                <c:pt idx="4923">
                  <c:v>81.203621829796688</c:v>
                </c:pt>
                <c:pt idx="4924">
                  <c:v>81.187591897112881</c:v>
                </c:pt>
                <c:pt idx="4925">
                  <c:v>81.171501581321138</c:v>
                </c:pt>
                <c:pt idx="4926">
                  <c:v>81.155296728138367</c:v>
                </c:pt>
                <c:pt idx="4927">
                  <c:v>81.138915753761708</c:v>
                </c:pt>
                <c:pt idx="4928">
                  <c:v>81.122246691550032</c:v>
                </c:pt>
                <c:pt idx="4929">
                  <c:v>81.105285985390296</c:v>
                </c:pt>
                <c:pt idx="4930">
                  <c:v>81.088058092230398</c:v>
                </c:pt>
                <c:pt idx="4931">
                  <c:v>81.070634119193102</c:v>
                </c:pt>
                <c:pt idx="4932">
                  <c:v>81.053154167976928</c:v>
                </c:pt>
                <c:pt idx="4933">
                  <c:v>81.035720901746743</c:v>
                </c:pt>
                <c:pt idx="4934">
                  <c:v>81.018324964418341</c:v>
                </c:pt>
                <c:pt idx="4935">
                  <c:v>81.000992445190505</c:v>
                </c:pt>
                <c:pt idx="4936">
                  <c:v>80.983596504154264</c:v>
                </c:pt>
                <c:pt idx="4937">
                  <c:v>80.966049561046944</c:v>
                </c:pt>
                <c:pt idx="4938">
                  <c:v>80.948187692203149</c:v>
                </c:pt>
                <c:pt idx="4939">
                  <c:v>80.929962657214901</c:v>
                </c:pt>
                <c:pt idx="4940">
                  <c:v>80.911225659046011</c:v>
                </c:pt>
                <c:pt idx="4941">
                  <c:v>80.891930490061782</c:v>
                </c:pt>
                <c:pt idx="4942">
                  <c:v>80.872062654502059</c:v>
                </c:pt>
                <c:pt idx="4943">
                  <c:v>80.851616991585175</c:v>
                </c:pt>
                <c:pt idx="4944">
                  <c:v>80.830603248030229</c:v>
                </c:pt>
                <c:pt idx="4945">
                  <c:v>80.809180028858378</c:v>
                </c:pt>
                <c:pt idx="4946">
                  <c:v>80.787429511301184</c:v>
                </c:pt>
                <c:pt idx="4947">
                  <c:v>80.765571406555281</c:v>
                </c:pt>
                <c:pt idx="4948">
                  <c:v>80.743752681286054</c:v>
                </c:pt>
                <c:pt idx="4949">
                  <c:v>80.722060665348522</c:v>
                </c:pt>
                <c:pt idx="4950">
                  <c:v>80.700530565540134</c:v>
                </c:pt>
                <c:pt idx="4951">
                  <c:v>80.67914553604453</c:v>
                </c:pt>
                <c:pt idx="4952">
                  <c:v>80.65774574407169</c:v>
                </c:pt>
                <c:pt idx="4953">
                  <c:v>80.636284786386099</c:v>
                </c:pt>
                <c:pt idx="4954">
                  <c:v>80.614647629061579</c:v>
                </c:pt>
                <c:pt idx="4955">
                  <c:v>80.592880809992664</c:v>
                </c:pt>
                <c:pt idx="4956">
                  <c:v>80.571053080356478</c:v>
                </c:pt>
                <c:pt idx="4957">
                  <c:v>80.549262792684331</c:v>
                </c:pt>
                <c:pt idx="4958">
                  <c:v>80.527617464302494</c:v>
                </c:pt>
                <c:pt idx="4959">
                  <c:v>80.506155909675186</c:v>
                </c:pt>
                <c:pt idx="4960">
                  <c:v>80.484809415371856</c:v>
                </c:pt>
                <c:pt idx="4961">
                  <c:v>80.463401882561286</c:v>
                </c:pt>
                <c:pt idx="4962">
                  <c:v>80.441703685040665</c:v>
                </c:pt>
                <c:pt idx="4963">
                  <c:v>80.4194798913814</c:v>
                </c:pt>
                <c:pt idx="4964">
                  <c:v>80.396553225172511</c:v>
                </c:pt>
                <c:pt idx="4965">
                  <c:v>80.372841011680791</c:v>
                </c:pt>
                <c:pt idx="4966">
                  <c:v>80.34838095168395</c:v>
                </c:pt>
                <c:pt idx="4967">
                  <c:v>80.323266207810633</c:v>
                </c:pt>
                <c:pt idx="4968">
                  <c:v>80.297645312278149</c:v>
                </c:pt>
                <c:pt idx="4969">
                  <c:v>80.271690648436063</c:v>
                </c:pt>
                <c:pt idx="4970">
                  <c:v>80.245491235800287</c:v>
                </c:pt>
                <c:pt idx="4971">
                  <c:v>80.219132286708955</c:v>
                </c:pt>
                <c:pt idx="4972">
                  <c:v>80.192665666116326</c:v>
                </c:pt>
                <c:pt idx="4973">
                  <c:v>80.166093332212569</c:v>
                </c:pt>
                <c:pt idx="4974">
                  <c:v>80.139426467553477</c:v>
                </c:pt>
                <c:pt idx="4975">
                  <c:v>80.11267070633086</c:v>
                </c:pt>
                <c:pt idx="4976">
                  <c:v>80.085746849651684</c:v>
                </c:pt>
                <c:pt idx="4977">
                  <c:v>80.05860898756471</c:v>
                </c:pt>
                <c:pt idx="4978">
                  <c:v>80.031074907996697</c:v>
                </c:pt>
                <c:pt idx="4979">
                  <c:v>80.002982917926772</c:v>
                </c:pt>
                <c:pt idx="4980">
                  <c:v>79.974189976488802</c:v>
                </c:pt>
                <c:pt idx="4981">
                  <c:v>79.944571673742047</c:v>
                </c:pt>
                <c:pt idx="4982">
                  <c:v>79.914093972765627</c:v>
                </c:pt>
                <c:pt idx="4983">
                  <c:v>79.882774419259576</c:v>
                </c:pt>
                <c:pt idx="4984">
                  <c:v>79.850739039084544</c:v>
                </c:pt>
                <c:pt idx="4985">
                  <c:v>79.818137571585694</c:v>
                </c:pt>
                <c:pt idx="4986">
                  <c:v>79.785088296277749</c:v>
                </c:pt>
                <c:pt idx="4987">
                  <c:v>79.751646870981276</c:v>
                </c:pt>
                <c:pt idx="4988">
                  <c:v>79.717841333901177</c:v>
                </c:pt>
                <c:pt idx="4989">
                  <c:v>79.683617116499931</c:v>
                </c:pt>
                <c:pt idx="4990">
                  <c:v>79.648888573130847</c:v>
                </c:pt>
                <c:pt idx="4991">
                  <c:v>79.613623379006214</c:v>
                </c:pt>
                <c:pt idx="4992">
                  <c:v>79.577820428106307</c:v>
                </c:pt>
                <c:pt idx="4993">
                  <c:v>79.54147313404421</c:v>
                </c:pt>
                <c:pt idx="4994">
                  <c:v>79.50461704009048</c:v>
                </c:pt>
                <c:pt idx="4995">
                  <c:v>79.467300443850974</c:v>
                </c:pt>
                <c:pt idx="4996">
                  <c:v>79.429439879043912</c:v>
                </c:pt>
                <c:pt idx="4997">
                  <c:v>79.391096465516725</c:v>
                </c:pt>
                <c:pt idx="4998">
                  <c:v>79.352168599529463</c:v>
                </c:pt>
                <c:pt idx="4999">
                  <c:v>79.312675421515095</c:v>
                </c:pt>
                <c:pt idx="5000">
                  <c:v>79.272636047869526</c:v>
                </c:pt>
                <c:pt idx="5001">
                  <c:v>79.232087813501735</c:v>
                </c:pt>
                <c:pt idx="5002">
                  <c:v>79.191086223322372</c:v>
                </c:pt>
                <c:pt idx="5003">
                  <c:v>79.149595552994782</c:v>
                </c:pt>
                <c:pt idx="5004">
                  <c:v>79.107598378422097</c:v>
                </c:pt>
                <c:pt idx="5005">
                  <c:v>79.064877064448751</c:v>
                </c:pt>
                <c:pt idx="5006">
                  <c:v>79.021269050501147</c:v>
                </c:pt>
                <c:pt idx="5007">
                  <c:v>78.976593978927809</c:v>
                </c:pt>
                <c:pt idx="5008">
                  <c:v>78.930708291183748</c:v>
                </c:pt>
                <c:pt idx="5009">
                  <c:v>78.883505145465108</c:v>
                </c:pt>
                <c:pt idx="5010">
                  <c:v>78.834950632916417</c:v>
                </c:pt>
                <c:pt idx="5011">
                  <c:v>78.785119847912696</c:v>
                </c:pt>
                <c:pt idx="5012">
                  <c:v>78.733978990542113</c:v>
                </c:pt>
                <c:pt idx="5013">
                  <c:v>78.681585004702043</c:v>
                </c:pt>
                <c:pt idx="5014">
                  <c:v>78.627904227324677</c:v>
                </c:pt>
                <c:pt idx="5015">
                  <c:v>78.572957432413631</c:v>
                </c:pt>
                <c:pt idx="5016">
                  <c:v>78.516729246772414</c:v>
                </c:pt>
                <c:pt idx="5017">
                  <c:v>78.45929474060685</c:v>
                </c:pt>
                <c:pt idx="5018">
                  <c:v>78.400602463434907</c:v>
                </c:pt>
                <c:pt idx="5019">
                  <c:v>78.340637262873656</c:v>
                </c:pt>
                <c:pt idx="5020">
                  <c:v>78.279257931778758</c:v>
                </c:pt>
                <c:pt idx="5021">
                  <c:v>78.216233737013042</c:v>
                </c:pt>
                <c:pt idx="5022">
                  <c:v>78.151226824527797</c:v>
                </c:pt>
                <c:pt idx="5023">
                  <c:v>78.083954551153184</c:v>
                </c:pt>
                <c:pt idx="5024">
                  <c:v>78.014045629280218</c:v>
                </c:pt>
                <c:pt idx="5025">
                  <c:v>77.94139956630724</c:v>
                </c:pt>
                <c:pt idx="5026">
                  <c:v>77.86584483451557</c:v>
                </c:pt>
                <c:pt idx="5027">
                  <c:v>77.787407937651295</c:v>
                </c:pt>
                <c:pt idx="5028">
                  <c:v>77.706115628445716</c:v>
                </c:pt>
                <c:pt idx="5029">
                  <c:v>77.62186978857919</c:v>
                </c:pt>
                <c:pt idx="5030">
                  <c:v>77.534573093830389</c:v>
                </c:pt>
                <c:pt idx="5031">
                  <c:v>77.443932899965617</c:v>
                </c:pt>
                <c:pt idx="5032">
                  <c:v>77.34955152671607</c:v>
                </c:pt>
                <c:pt idx="5033">
                  <c:v>77.251033797433493</c:v>
                </c:pt>
                <c:pt idx="5034">
                  <c:v>77.147827368182377</c:v>
                </c:pt>
                <c:pt idx="5035">
                  <c:v>77.039507897843961</c:v>
                </c:pt>
                <c:pt idx="5036">
                  <c:v>76.925583647824027</c:v>
                </c:pt>
                <c:pt idx="5037">
                  <c:v>76.805549388143461</c:v>
                </c:pt>
                <c:pt idx="5038">
                  <c:v>76.678833955556215</c:v>
                </c:pt>
                <c:pt idx="5039">
                  <c:v>76.544942297451655</c:v>
                </c:pt>
                <c:pt idx="5040">
                  <c:v>76.403173868204817</c:v>
                </c:pt>
                <c:pt idx="5041">
                  <c:v>76.253029026956852</c:v>
                </c:pt>
                <c:pt idx="5042">
                  <c:v>76.09373471609868</c:v>
                </c:pt>
                <c:pt idx="5043">
                  <c:v>75.924737661594463</c:v>
                </c:pt>
                <c:pt idx="5044">
                  <c:v>75.745284300649587</c:v>
                </c:pt>
                <c:pt idx="5045">
                  <c:v>75.554667729627994</c:v>
                </c:pt>
                <c:pt idx="5046">
                  <c:v>75.352089547516272</c:v>
                </c:pt>
                <c:pt idx="5047">
                  <c:v>75.136714367519673</c:v>
                </c:pt>
                <c:pt idx="5048">
                  <c:v>74.907758212315528</c:v>
                </c:pt>
                <c:pt idx="5049">
                  <c:v>74.664437912960125</c:v>
                </c:pt>
                <c:pt idx="5050">
                  <c:v>74.405990083258274</c:v>
                </c:pt>
                <c:pt idx="5051">
                  <c:v>74.131758113587054</c:v>
                </c:pt>
                <c:pt idx="5052">
                  <c:v>73.841175204485182</c:v>
                </c:pt>
                <c:pt idx="5053">
                  <c:v>73.533781451051112</c:v>
                </c:pt>
                <c:pt idx="5054">
                  <c:v>73.209307701731035</c:v>
                </c:pt>
                <c:pt idx="5055">
                  <c:v>72.867723213475344</c:v>
                </c:pt>
                <c:pt idx="5056">
                  <c:v>72.509231129970573</c:v>
                </c:pt>
                <c:pt idx="5057">
                  <c:v>72.134396052417046</c:v>
                </c:pt>
                <c:pt idx="5058">
                  <c:v>71.744068295825983</c:v>
                </c:pt>
                <c:pt idx="5059">
                  <c:v>71.339292836180931</c:v>
                </c:pt>
                <c:pt idx="5060">
                  <c:v>70.921204027829702</c:v>
                </c:pt>
                <c:pt idx="5061">
                  <c:v>70.490874759969458</c:v>
                </c:pt>
                <c:pt idx="5062">
                  <c:v>70.049106486386719</c:v>
                </c:pt>
                <c:pt idx="5063">
                  <c:v>69.596500073706608</c:v>
                </c:pt>
                <c:pt idx="5064">
                  <c:v>69.133381513455092</c:v>
                </c:pt>
                <c:pt idx="5065">
                  <c:v>68.659873667631615</c:v>
                </c:pt>
                <c:pt idx="5066">
                  <c:v>68.1760444481951</c:v>
                </c:pt>
                <c:pt idx="5067">
                  <c:v>67.681986971069051</c:v>
                </c:pt>
                <c:pt idx="5068">
                  <c:v>67.177989166900176</c:v>
                </c:pt>
                <c:pt idx="5069">
                  <c:v>66.664649487685111</c:v>
                </c:pt>
                <c:pt idx="5070">
                  <c:v>66.142955984780443</c:v>
                </c:pt>
                <c:pt idx="5071">
                  <c:v>65.614571955215467</c:v>
                </c:pt>
                <c:pt idx="5072">
                  <c:v>65.081986431896155</c:v>
                </c:pt>
                <c:pt idx="5073">
                  <c:v>64.548699989234009</c:v>
                </c:pt>
                <c:pt idx="5074">
                  <c:v>64.01931162029318</c:v>
                </c:pt>
                <c:pt idx="5075">
                  <c:v>63.499762359754406</c:v>
                </c:pt>
                <c:pt idx="5076">
                  <c:v>62.996888557736021</c:v>
                </c:pt>
                <c:pt idx="5077">
                  <c:v>62.518420898833718</c:v>
                </c:pt>
                <c:pt idx="5078">
                  <c:v>62.072323176672739</c:v>
                </c:pt>
                <c:pt idx="5079">
                  <c:v>61.666429016227255</c:v>
                </c:pt>
                <c:pt idx="5080">
                  <c:v>61.307710787861765</c:v>
                </c:pt>
                <c:pt idx="5081">
                  <c:v>61.001877244408554</c:v>
                </c:pt>
                <c:pt idx="5082">
                  <c:v>60.753079963109357</c:v>
                </c:pt>
                <c:pt idx="5083">
                  <c:v>60.563727956815306</c:v>
                </c:pt>
                <c:pt idx="5084">
                  <c:v>60.434620598150879</c:v>
                </c:pt>
                <c:pt idx="5085">
                  <c:v>60.365152204724524</c:v>
                </c:pt>
                <c:pt idx="5086">
                  <c:v>60.353658338214899</c:v>
                </c:pt>
                <c:pt idx="5087">
                  <c:v>60.397838987217675</c:v>
                </c:pt>
                <c:pt idx="5088">
                  <c:v>60.494821554697886</c:v>
                </c:pt>
                <c:pt idx="5089">
                  <c:v>60.641523002511711</c:v>
                </c:pt>
                <c:pt idx="5090">
                  <c:v>60.834465971445198</c:v>
                </c:pt>
                <c:pt idx="5091">
                  <c:v>61.069884693215492</c:v>
                </c:pt>
                <c:pt idx="5092">
                  <c:v>61.34364811984436</c:v>
                </c:pt>
                <c:pt idx="5093">
                  <c:v>61.651280309454371</c:v>
                </c:pt>
                <c:pt idx="5094">
                  <c:v>61.987996522153836</c:v>
                </c:pt>
                <c:pt idx="5095">
                  <c:v>62.348871893781563</c:v>
                </c:pt>
                <c:pt idx="5096">
                  <c:v>62.728875169136401</c:v>
                </c:pt>
                <c:pt idx="5097">
                  <c:v>63.123111759087479</c:v>
                </c:pt>
                <c:pt idx="5098">
                  <c:v>63.526685990799251</c:v>
                </c:pt>
                <c:pt idx="5099">
                  <c:v>63.934930880341646</c:v>
                </c:pt>
                <c:pt idx="5100">
                  <c:v>64.343280596294932</c:v>
                </c:pt>
                <c:pt idx="5101">
                  <c:v>64.747350272046262</c:v>
                </c:pt>
                <c:pt idx="5102">
                  <c:v>65.143036741952159</c:v>
                </c:pt>
                <c:pt idx="5103">
                  <c:v>65.52651940541891</c:v>
                </c:pt>
                <c:pt idx="5104">
                  <c:v>65.894353286132201</c:v>
                </c:pt>
                <c:pt idx="5105">
                  <c:v>66.243580766321131</c:v>
                </c:pt>
                <c:pt idx="5106">
                  <c:v>66.571692734087918</c:v>
                </c:pt>
                <c:pt idx="5107">
                  <c:v>66.876771620731574</c:v>
                </c:pt>
                <c:pt idx="5108">
                  <c:v>67.157373082200294</c:v>
                </c:pt>
                <c:pt idx="5109">
                  <c:v>67.412587965528388</c:v>
                </c:pt>
                <c:pt idx="5110">
                  <c:v>67.642056057061723</c:v>
                </c:pt>
                <c:pt idx="5111">
                  <c:v>67.846008118952668</c:v>
                </c:pt>
                <c:pt idx="5112">
                  <c:v>68.025117404348308</c:v>
                </c:pt>
                <c:pt idx="5113">
                  <c:v>68.18069124840008</c:v>
                </c:pt>
                <c:pt idx="5114">
                  <c:v>68.314469477184232</c:v>
                </c:pt>
                <c:pt idx="5115">
                  <c:v>68.42865440104309</c:v>
                </c:pt>
                <c:pt idx="5116">
                  <c:v>68.525813509073572</c:v>
                </c:pt>
                <c:pt idx="5117">
                  <c:v>68.608891093225395</c:v>
                </c:pt>
                <c:pt idx="5118">
                  <c:v>68.681124950846296</c:v>
                </c:pt>
                <c:pt idx="5119">
                  <c:v>68.74605797904205</c:v>
                </c:pt>
                <c:pt idx="5120">
                  <c:v>68.80742414072067</c:v>
                </c:pt>
                <c:pt idx="5121">
                  <c:v>68.869178092092113</c:v>
                </c:pt>
                <c:pt idx="5122">
                  <c:v>68.935146042395232</c:v>
                </c:pt>
                <c:pt idx="5123">
                  <c:v>69.00899457366998</c:v>
                </c:pt>
                <c:pt idx="5124">
                  <c:v>69.093787505075667</c:v>
                </c:pt>
                <c:pt idx="5125">
                  <c:v>69.191763552927469</c:v>
                </c:pt>
                <c:pt idx="5126">
                  <c:v>69.304191272327373</c:v>
                </c:pt>
                <c:pt idx="5127">
                  <c:v>69.431108655766266</c:v>
                </c:pt>
                <c:pt idx="5128">
                  <c:v>69.571377117031176</c:v>
                </c:pt>
                <c:pt idx="5129">
                  <c:v>69.722780793769545</c:v>
                </c:pt>
                <c:pt idx="5130">
                  <c:v>69.882172840099727</c:v>
                </c:pt>
                <c:pt idx="5131">
                  <c:v>70.045783908203191</c:v>
                </c:pt>
                <c:pt idx="5132">
                  <c:v>70.209535533823896</c:v>
                </c:pt>
                <c:pt idx="5133">
                  <c:v>70.369197775181561</c:v>
                </c:pt>
                <c:pt idx="5134">
                  <c:v>70.520908735346993</c:v>
                </c:pt>
                <c:pt idx="5135">
                  <c:v>70.661149798858744</c:v>
                </c:pt>
                <c:pt idx="5136">
                  <c:v>70.786998854039425</c:v>
                </c:pt>
                <c:pt idx="5137">
                  <c:v>70.896206881549801</c:v>
                </c:pt>
                <c:pt idx="5138">
                  <c:v>70.987078011489018</c:v>
                </c:pt>
                <c:pt idx="5139">
                  <c:v>71.058543265881283</c:v>
                </c:pt>
                <c:pt idx="5140">
                  <c:v>71.110036244749224</c:v>
                </c:pt>
                <c:pt idx="5141">
                  <c:v>71.141349634251156</c:v>
                </c:pt>
                <c:pt idx="5142">
                  <c:v>71.152587819970535</c:v>
                </c:pt>
                <c:pt idx="5143">
                  <c:v>71.144052534280206</c:v>
                </c:pt>
                <c:pt idx="5144">
                  <c:v>71.116225769282408</c:v>
                </c:pt>
                <c:pt idx="5145">
                  <c:v>71.069653819853968</c:v>
                </c:pt>
                <c:pt idx="5146">
                  <c:v>71.005011156794808</c:v>
                </c:pt>
                <c:pt idx="5147">
                  <c:v>70.923082026926508</c:v>
                </c:pt>
                <c:pt idx="5148">
                  <c:v>70.824643964579735</c:v>
                </c:pt>
                <c:pt idx="5149">
                  <c:v>70.710596357035797</c:v>
                </c:pt>
                <c:pt idx="5150">
                  <c:v>70.581941444390566</c:v>
                </c:pt>
                <c:pt idx="5151">
                  <c:v>70.439830135102369</c:v>
                </c:pt>
                <c:pt idx="5152">
                  <c:v>70.2853480853354</c:v>
                </c:pt>
                <c:pt idx="5153">
                  <c:v>70.119740470556877</c:v>
                </c:pt>
                <c:pt idx="5154">
                  <c:v>69.944134417305108</c:v>
                </c:pt>
                <c:pt idx="5155">
                  <c:v>69.759731442064705</c:v>
                </c:pt>
                <c:pt idx="5156">
                  <c:v>69.567564603920701</c:v>
                </c:pt>
                <c:pt idx="5157">
                  <c:v>69.368675129521705</c:v>
                </c:pt>
                <c:pt idx="5158">
                  <c:v>69.164047438869275</c:v>
                </c:pt>
                <c:pt idx="5159">
                  <c:v>68.954624847077994</c:v>
                </c:pt>
                <c:pt idx="5160">
                  <c:v>68.741372646722027</c:v>
                </c:pt>
                <c:pt idx="5161">
                  <c:v>68.525213922933375</c:v>
                </c:pt>
                <c:pt idx="5162">
                  <c:v>68.307076782900154</c:v>
                </c:pt>
                <c:pt idx="5163">
                  <c:v>68.087831070299359</c:v>
                </c:pt>
                <c:pt idx="5164">
                  <c:v>67.868226411818469</c:v>
                </c:pt>
                <c:pt idx="5165">
                  <c:v>67.648909474185743</c:v>
                </c:pt>
                <c:pt idx="5166">
                  <c:v>67.430487578770979</c:v>
                </c:pt>
                <c:pt idx="5167">
                  <c:v>67.213420922862895</c:v>
                </c:pt>
                <c:pt idx="5168">
                  <c:v>66.998132903615755</c:v>
                </c:pt>
                <c:pt idx="5169">
                  <c:v>66.785056850471037</c:v>
                </c:pt>
                <c:pt idx="5170">
                  <c:v>66.574436627706817</c:v>
                </c:pt>
                <c:pt idx="5171">
                  <c:v>66.366497759391706</c:v>
                </c:pt>
                <c:pt idx="5172">
                  <c:v>66.161295420843985</c:v>
                </c:pt>
                <c:pt idx="5173">
                  <c:v>65.958793036681712</c:v>
                </c:pt>
                <c:pt idx="5174">
                  <c:v>65.758757697944276</c:v>
                </c:pt>
                <c:pt idx="5175">
                  <c:v>65.560989549068807</c:v>
                </c:pt>
                <c:pt idx="5176">
                  <c:v>65.365215902396827</c:v>
                </c:pt>
                <c:pt idx="5177">
                  <c:v>65.171137311311085</c:v>
                </c:pt>
                <c:pt idx="5178">
                  <c:v>64.978457863217358</c:v>
                </c:pt>
                <c:pt idx="5179">
                  <c:v>64.786900028655808</c:v>
                </c:pt>
                <c:pt idx="5180">
                  <c:v>64.596040774496984</c:v>
                </c:pt>
                <c:pt idx="5181">
                  <c:v>64.405506503908768</c:v>
                </c:pt>
                <c:pt idx="5182">
                  <c:v>64.214691432140256</c:v>
                </c:pt>
                <c:pt idx="5183">
                  <c:v>64.023026457866678</c:v>
                </c:pt>
                <c:pt idx="5184">
                  <c:v>63.829919983020424</c:v>
                </c:pt>
                <c:pt idx="5185">
                  <c:v>63.634758461905271</c:v>
                </c:pt>
                <c:pt idx="5186">
                  <c:v>63.43700926529128</c:v>
                </c:pt>
                <c:pt idx="5187">
                  <c:v>63.236088705631012</c:v>
                </c:pt>
                <c:pt idx="5188">
                  <c:v>63.031522869595747</c:v>
                </c:pt>
                <c:pt idx="5189">
                  <c:v>62.82287393102137</c:v>
                </c:pt>
                <c:pt idx="5190">
                  <c:v>62.609696708863218</c:v>
                </c:pt>
                <c:pt idx="5191">
                  <c:v>62.391668522721808</c:v>
                </c:pt>
                <c:pt idx="5192">
                  <c:v>62.168472966705458</c:v>
                </c:pt>
                <c:pt idx="5193">
                  <c:v>61.939914281202824</c:v>
                </c:pt>
                <c:pt idx="5194">
                  <c:v>61.705688151969476</c:v>
                </c:pt>
                <c:pt idx="5195">
                  <c:v>61.465582256573711</c:v>
                </c:pt>
                <c:pt idx="5196">
                  <c:v>61.219178851859944</c:v>
                </c:pt>
                <c:pt idx="5197">
                  <c:v>60.965999754625734</c:v>
                </c:pt>
                <c:pt idx="5198">
                  <c:v>60.70542444605428</c:v>
                </c:pt>
                <c:pt idx="5199">
                  <c:v>60.436749720258952</c:v>
                </c:pt>
                <c:pt idx="5200">
                  <c:v>60.159358974251532</c:v>
                </c:pt>
                <c:pt idx="5201">
                  <c:v>59.872652659397495</c:v>
                </c:pt>
                <c:pt idx="5202">
                  <c:v>59.576021834026285</c:v>
                </c:pt>
                <c:pt idx="5203">
                  <c:v>59.268959087656434</c:v>
                </c:pt>
                <c:pt idx="5204">
                  <c:v>58.950935315265397</c:v>
                </c:pt>
                <c:pt idx="5205">
                  <c:v>58.621442373893593</c:v>
                </c:pt>
                <c:pt idx="5206">
                  <c:v>58.279967377562237</c:v>
                </c:pt>
                <c:pt idx="5207">
                  <c:v>57.926234758040039</c:v>
                </c:pt>
                <c:pt idx="5208">
                  <c:v>57.56014774365439</c:v>
                </c:pt>
                <c:pt idx="5209">
                  <c:v>57.182034076675322</c:v>
                </c:pt>
                <c:pt idx="5210">
                  <c:v>56.792658662592579</c:v>
                </c:pt>
                <c:pt idx="5211">
                  <c:v>56.393259850496172</c:v>
                </c:pt>
                <c:pt idx="5212">
                  <c:v>55.985505002343373</c:v>
                </c:pt>
                <c:pt idx="5213">
                  <c:v>55.571548684214257</c:v>
                </c:pt>
                <c:pt idx="5214">
                  <c:v>55.153909225263874</c:v>
                </c:pt>
                <c:pt idx="5215">
                  <c:v>54.73556432120801</c:v>
                </c:pt>
                <c:pt idx="5216">
                  <c:v>54.319854752391471</c:v>
                </c:pt>
                <c:pt idx="5217">
                  <c:v>53.910492580736012</c:v>
                </c:pt>
                <c:pt idx="5218">
                  <c:v>53.511386025354653</c:v>
                </c:pt>
                <c:pt idx="5219">
                  <c:v>53.126523815159466</c:v>
                </c:pt>
                <c:pt idx="5220">
                  <c:v>52.759782923109746</c:v>
                </c:pt>
                <c:pt idx="5221">
                  <c:v>52.414759811455106</c:v>
                </c:pt>
                <c:pt idx="5222">
                  <c:v>52.094683040731915</c:v>
                </c:pt>
                <c:pt idx="5223">
                  <c:v>51.802461902346039</c:v>
                </c:pt>
                <c:pt idx="5224">
                  <c:v>51.540627295611621</c:v>
                </c:pt>
                <c:pt idx="5225">
                  <c:v>51.311652334110327</c:v>
                </c:pt>
                <c:pt idx="5226">
                  <c:v>51.117828901582676</c:v>
                </c:pt>
                <c:pt idx="5227">
                  <c:v>50.961441031271512</c:v>
                </c:pt>
                <c:pt idx="5228">
                  <c:v>50.844666141973839</c:v>
                </c:pt>
                <c:pt idx="5229">
                  <c:v>50.769513290987057</c:v>
                </c:pt>
                <c:pt idx="5230">
                  <c:v>50.737574264278997</c:v>
                </c:pt>
                <c:pt idx="5231">
                  <c:v>50.750123098187061</c:v>
                </c:pt>
                <c:pt idx="5232">
                  <c:v>50.807766052519931</c:v>
                </c:pt>
                <c:pt idx="5233">
                  <c:v>50.910609918907191</c:v>
                </c:pt>
                <c:pt idx="5234">
                  <c:v>51.058070657786338</c:v>
                </c:pt>
                <c:pt idx="5235">
                  <c:v>51.248976917430653</c:v>
                </c:pt>
                <c:pt idx="5236">
                  <c:v>51.481678721963597</c:v>
                </c:pt>
                <c:pt idx="5237">
                  <c:v>51.754104690698888</c:v>
                </c:pt>
                <c:pt idx="5238">
                  <c:v>52.063852394943979</c:v>
                </c:pt>
                <c:pt idx="5239">
                  <c:v>52.408339526245207</c:v>
                </c:pt>
                <c:pt idx="5240">
                  <c:v>52.784863157200547</c:v>
                </c:pt>
                <c:pt idx="5241">
                  <c:v>53.190625809119155</c:v>
                </c:pt>
                <c:pt idx="5242">
                  <c:v>53.62271509917165</c:v>
                </c:pt>
                <c:pt idx="5243">
                  <c:v>54.078196560119927</c:v>
                </c:pt>
                <c:pt idx="5244">
                  <c:v>54.554088010489608</c:v>
                </c:pt>
                <c:pt idx="5245">
                  <c:v>55.04746195789145</c:v>
                </c:pt>
                <c:pt idx="5246">
                  <c:v>55.555479455593272</c:v>
                </c:pt>
                <c:pt idx="5247">
                  <c:v>56.075609146554918</c:v>
                </c:pt>
                <c:pt idx="5248">
                  <c:v>56.605509006610092</c:v>
                </c:pt>
                <c:pt idx="5249">
                  <c:v>57.143153017425441</c:v>
                </c:pt>
                <c:pt idx="5250">
                  <c:v>57.686674017480186</c:v>
                </c:pt>
                <c:pt idx="5251">
                  <c:v>58.234359074186301</c:v>
                </c:pt>
                <c:pt idx="5252">
                  <c:v>58.784455522546921</c:v>
                </c:pt>
                <c:pt idx="5253">
                  <c:v>59.335212218112652</c:v>
                </c:pt>
                <c:pt idx="5254">
                  <c:v>59.884840889773805</c:v>
                </c:pt>
                <c:pt idx="5255">
                  <c:v>60.431517502220167</c:v>
                </c:pt>
                <c:pt idx="5256">
                  <c:v>60.973468396259264</c:v>
                </c:pt>
                <c:pt idx="5257">
                  <c:v>61.508891452890921</c:v>
                </c:pt>
                <c:pt idx="5258">
                  <c:v>62.036044666340608</c:v>
                </c:pt>
                <c:pt idx="5259">
                  <c:v>62.553209857098757</c:v>
                </c:pt>
                <c:pt idx="5260">
                  <c:v>63.058770680375211</c:v>
                </c:pt>
                <c:pt idx="5261">
                  <c:v>63.551133346492371</c:v>
                </c:pt>
                <c:pt idx="5262">
                  <c:v>64.028805522555942</c:v>
                </c:pt>
                <c:pt idx="5263">
                  <c:v>64.490359810573821</c:v>
                </c:pt>
                <c:pt idx="5264">
                  <c:v>64.934529786061958</c:v>
                </c:pt>
                <c:pt idx="5265">
                  <c:v>65.360143946836388</c:v>
                </c:pt>
                <c:pt idx="5266">
                  <c:v>65.766026026089577</c:v>
                </c:pt>
                <c:pt idx="5267">
                  <c:v>66.151104525141022</c:v>
                </c:pt>
                <c:pt idx="5268">
                  <c:v>66.514296185851762</c:v>
                </c:pt>
                <c:pt idx="5269">
                  <c:v>66.854539239346408</c:v>
                </c:pt>
                <c:pt idx="5270">
                  <c:v>67.170812257406837</c:v>
                </c:pt>
                <c:pt idx="5271">
                  <c:v>67.462277700096479</c:v>
                </c:pt>
                <c:pt idx="5272">
                  <c:v>67.728163570942073</c:v>
                </c:pt>
                <c:pt idx="5273">
                  <c:v>67.96807970197672</c:v>
                </c:pt>
                <c:pt idx="5274">
                  <c:v>68.18172740243908</c:v>
                </c:pt>
                <c:pt idx="5275">
                  <c:v>68.369168802307385</c:v>
                </c:pt>
                <c:pt idx="5276">
                  <c:v>68.5307050656683</c:v>
                </c:pt>
                <c:pt idx="5277">
                  <c:v>68.666877642274684</c:v>
                </c:pt>
                <c:pt idx="5278">
                  <c:v>68.778468326383077</c:v>
                </c:pt>
                <c:pt idx="5279">
                  <c:v>68.866498190520858</c:v>
                </c:pt>
                <c:pt idx="5280">
                  <c:v>68.932146128822538</c:v>
                </c:pt>
                <c:pt idx="5281">
                  <c:v>68.976936187612921</c:v>
                </c:pt>
                <c:pt idx="5282">
                  <c:v>69.002480018811625</c:v>
                </c:pt>
                <c:pt idx="5283">
                  <c:v>69.010742485709883</c:v>
                </c:pt>
                <c:pt idx="5284">
                  <c:v>69.00390999036523</c:v>
                </c:pt>
                <c:pt idx="5285">
                  <c:v>68.984480800281801</c:v>
                </c:pt>
                <c:pt idx="5286">
                  <c:v>68.955228190504386</c:v>
                </c:pt>
                <c:pt idx="5287">
                  <c:v>68.91919561952264</c:v>
                </c:pt>
                <c:pt idx="5288">
                  <c:v>68.879597398472441</c:v>
                </c:pt>
                <c:pt idx="5289">
                  <c:v>68.839815866278386</c:v>
                </c:pt>
                <c:pt idx="5290">
                  <c:v>68.803209900134078</c:v>
                </c:pt>
                <c:pt idx="5291">
                  <c:v>68.773036509021807</c:v>
                </c:pt>
                <c:pt idx="5292">
                  <c:v>68.752390016570871</c:v>
                </c:pt>
                <c:pt idx="5293">
                  <c:v>68.744110994739088</c:v>
                </c:pt>
                <c:pt idx="5294">
                  <c:v>68.750569496048286</c:v>
                </c:pt>
                <c:pt idx="5295">
                  <c:v>68.773812456665652</c:v>
                </c:pt>
                <c:pt idx="5296">
                  <c:v>68.81534634420629</c:v>
                </c:pt>
                <c:pt idx="5297">
                  <c:v>68.876155839842056</c:v>
                </c:pt>
                <c:pt idx="5298">
                  <c:v>68.956609549280842</c:v>
                </c:pt>
                <c:pt idx="5299">
                  <c:v>69.056633064009048</c:v>
                </c:pt>
                <c:pt idx="5300">
                  <c:v>69.175610398513143</c:v>
                </c:pt>
                <c:pt idx="5301">
                  <c:v>69.312793103296428</c:v>
                </c:pt>
                <c:pt idx="5302">
                  <c:v>69.46708895837935</c:v>
                </c:pt>
                <c:pt idx="5303">
                  <c:v>69.637552678980796</c:v>
                </c:pt>
                <c:pt idx="5304">
                  <c:v>69.823224330323725</c:v>
                </c:pt>
                <c:pt idx="5305">
                  <c:v>70.023417059418989</c:v>
                </c:pt>
                <c:pt idx="5306">
                  <c:v>70.237363323473787</c:v>
                </c:pt>
                <c:pt idx="5307">
                  <c:v>70.464585243054984</c:v>
                </c:pt>
                <c:pt idx="5308">
                  <c:v>70.704604939205907</c:v>
                </c:pt>
                <c:pt idx="5309">
                  <c:v>70.956992546341212</c:v>
                </c:pt>
                <c:pt idx="5310">
                  <c:v>71.221366159244752</c:v>
                </c:pt>
                <c:pt idx="5311">
                  <c:v>71.497507175547142</c:v>
                </c:pt>
                <c:pt idx="5312">
                  <c:v>71.785048807388492</c:v>
                </c:pt>
                <c:pt idx="5313">
                  <c:v>72.083638498293183</c:v>
                </c:pt>
                <c:pt idx="5314">
                  <c:v>72.392754236286578</c:v>
                </c:pt>
                <c:pt idx="5315">
                  <c:v>72.711650011927645</c:v>
                </c:pt>
                <c:pt idx="5316">
                  <c:v>73.03928279202141</c:v>
                </c:pt>
                <c:pt idx="5317">
                  <c:v>73.374321785882941</c:v>
                </c:pt>
                <c:pt idx="5318">
                  <c:v>73.71527669032055</c:v>
                </c:pt>
                <c:pt idx="5319">
                  <c:v>74.06056143395368</c:v>
                </c:pt>
                <c:pt idx="5320">
                  <c:v>74.408542886291045</c:v>
                </c:pt>
                <c:pt idx="5321">
                  <c:v>74.757694598103811</c:v>
                </c:pt>
                <c:pt idx="5322">
                  <c:v>75.106409360183704</c:v>
                </c:pt>
                <c:pt idx="5323">
                  <c:v>75.453293279219551</c:v>
                </c:pt>
                <c:pt idx="5324">
                  <c:v>75.796909793680641</c:v>
                </c:pt>
                <c:pt idx="5325">
                  <c:v>76.135849881925026</c:v>
                </c:pt>
                <c:pt idx="5326">
                  <c:v>76.468839617022795</c:v>
                </c:pt>
                <c:pt idx="5327">
                  <c:v>76.794620754584486</c:v>
                </c:pt>
                <c:pt idx="5328">
                  <c:v>77.112076835474525</c:v>
                </c:pt>
                <c:pt idx="5329">
                  <c:v>77.420291112192388</c:v>
                </c:pt>
                <c:pt idx="5330">
                  <c:v>77.718408744346419</c:v>
                </c:pt>
                <c:pt idx="5331">
                  <c:v>78.005962519025601</c:v>
                </c:pt>
                <c:pt idx="5332">
                  <c:v>78.282538453190512</c:v>
                </c:pt>
                <c:pt idx="5333">
                  <c:v>78.548012398041294</c:v>
                </c:pt>
                <c:pt idx="5334">
                  <c:v>78.802391919842407</c:v>
                </c:pt>
                <c:pt idx="5335">
                  <c:v>79.045927555108946</c:v>
                </c:pt>
                <c:pt idx="5336">
                  <c:v>79.278732850775469</c:v>
                </c:pt>
                <c:pt idx="5337">
                  <c:v>79.501160826379817</c:v>
                </c:pt>
                <c:pt idx="5338">
                  <c:v>79.71321949977947</c:v>
                </c:pt>
                <c:pt idx="5339">
                  <c:v>79.915025063737318</c:v>
                </c:pt>
                <c:pt idx="5340">
                  <c:v>80.106613063998566</c:v>
                </c:pt>
                <c:pt idx="5341">
                  <c:v>80.288055528571704</c:v>
                </c:pt>
                <c:pt idx="5342">
                  <c:v>80.459472320589626</c:v>
                </c:pt>
                <c:pt idx="5343">
                  <c:v>80.621215205972703</c:v>
                </c:pt>
                <c:pt idx="5344">
                  <c:v>80.773696827113525</c:v>
                </c:pt>
                <c:pt idx="5345">
                  <c:v>80.917465253470766</c:v>
                </c:pt>
                <c:pt idx="5346">
                  <c:v>81.053047787929557</c:v>
                </c:pt>
                <c:pt idx="5347">
                  <c:v>81.180892195977961</c:v>
                </c:pt>
                <c:pt idx="5348">
                  <c:v>81.301329956862418</c:v>
                </c:pt>
                <c:pt idx="5349">
                  <c:v>81.414687456751494</c:v>
                </c:pt>
                <c:pt idx="5350">
                  <c:v>81.521156094295421</c:v>
                </c:pt>
                <c:pt idx="5351">
                  <c:v>81.621078683304944</c:v>
                </c:pt>
                <c:pt idx="5352">
                  <c:v>81.714692357925173</c:v>
                </c:pt>
                <c:pt idx="5353">
                  <c:v>81.80245921554237</c:v>
                </c:pt>
                <c:pt idx="5354">
                  <c:v>81.884727858684329</c:v>
                </c:pt>
                <c:pt idx="5355">
                  <c:v>81.961913692979167</c:v>
                </c:pt>
                <c:pt idx="5356">
                  <c:v>82.034225085061394</c:v>
                </c:pt>
                <c:pt idx="5357">
                  <c:v>82.101898550549663</c:v>
                </c:pt>
                <c:pt idx="5358">
                  <c:v>82.164992510736212</c:v>
                </c:pt>
                <c:pt idx="5359">
                  <c:v>82.223670505784298</c:v>
                </c:pt>
                <c:pt idx="5360">
                  <c:v>82.278046151938554</c:v>
                </c:pt>
                <c:pt idx="5361">
                  <c:v>82.328497578937814</c:v>
                </c:pt>
                <c:pt idx="5362">
                  <c:v>82.375328594007897</c:v>
                </c:pt>
                <c:pt idx="5363">
                  <c:v>82.418961879274732</c:v>
                </c:pt>
                <c:pt idx="5364">
                  <c:v>82.459754978204316</c:v>
                </c:pt>
                <c:pt idx="5365">
                  <c:v>82.497901208022569</c:v>
                </c:pt>
                <c:pt idx="5366">
                  <c:v>82.533491897480303</c:v>
                </c:pt>
                <c:pt idx="5367">
                  <c:v>82.566413456951977</c:v>
                </c:pt>
                <c:pt idx="5368">
                  <c:v>82.596474396867734</c:v>
                </c:pt>
                <c:pt idx="5369">
                  <c:v>82.623551727444394</c:v>
                </c:pt>
                <c:pt idx="5370">
                  <c:v>82.647553065108909</c:v>
                </c:pt>
                <c:pt idx="5371">
                  <c:v>82.668639426587134</c:v>
                </c:pt>
                <c:pt idx="5372">
                  <c:v>82.687103687735146</c:v>
                </c:pt>
                <c:pt idx="5373">
                  <c:v>82.703370654927099</c:v>
                </c:pt>
                <c:pt idx="5374">
                  <c:v>82.717840909726945</c:v>
                </c:pt>
                <c:pt idx="5375">
                  <c:v>82.730955455364239</c:v>
                </c:pt>
                <c:pt idx="5376">
                  <c:v>82.74292131564448</c:v>
                </c:pt>
                <c:pt idx="5377">
                  <c:v>82.753814210616241</c:v>
                </c:pt>
                <c:pt idx="5378">
                  <c:v>82.763549865193085</c:v>
                </c:pt>
                <c:pt idx="5379">
                  <c:v>82.772063070093694</c:v>
                </c:pt>
                <c:pt idx="5380">
                  <c:v>82.779151405220134</c:v>
                </c:pt>
                <c:pt idx="5381">
                  <c:v>82.784827847709792</c:v>
                </c:pt>
                <c:pt idx="5382">
                  <c:v>82.789109263640299</c:v>
                </c:pt>
                <c:pt idx="5383">
                  <c:v>82.792161289686817</c:v>
                </c:pt>
                <c:pt idx="5384">
                  <c:v>82.794151553411126</c:v>
                </c:pt>
                <c:pt idx="5385">
                  <c:v>82.795318281976193</c:v>
                </c:pt>
                <c:pt idx="5386">
                  <c:v>82.795730072454035</c:v>
                </c:pt>
                <c:pt idx="5387">
                  <c:v>82.79553180270905</c:v>
                </c:pt>
                <c:pt idx="5388">
                  <c:v>82.794776856872048</c:v>
                </c:pt>
                <c:pt idx="5389">
                  <c:v>82.793541505805337</c:v>
                </c:pt>
                <c:pt idx="5390">
                  <c:v>82.791983998399999</c:v>
                </c:pt>
                <c:pt idx="5391">
                  <c:v>82.790350267528737</c:v>
                </c:pt>
                <c:pt idx="5392">
                  <c:v>82.788886228047176</c:v>
                </c:pt>
                <c:pt idx="5393">
                  <c:v>82.78787209087649</c:v>
                </c:pt>
                <c:pt idx="5394">
                  <c:v>82.787422214455262</c:v>
                </c:pt>
                <c:pt idx="5395">
                  <c:v>82.78760521473842</c:v>
                </c:pt>
                <c:pt idx="5396">
                  <c:v>82.788301000757897</c:v>
                </c:pt>
                <c:pt idx="5397">
                  <c:v>82.789343737604028</c:v>
                </c:pt>
                <c:pt idx="5398">
                  <c:v>82.790497054165144</c:v>
                </c:pt>
                <c:pt idx="5399">
                  <c:v>82.791541725016742</c:v>
                </c:pt>
                <c:pt idx="5400">
                  <c:v>82.792357644995946</c:v>
                </c:pt>
                <c:pt idx="5401">
                  <c:v>82.792914305297018</c:v>
                </c:pt>
                <c:pt idx="5402">
                  <c:v>82.793143070889414</c:v>
                </c:pt>
                <c:pt idx="5403">
                  <c:v>82.793129726212484</c:v>
                </c:pt>
                <c:pt idx="5404">
                  <c:v>82.792792297239544</c:v>
                </c:pt>
                <c:pt idx="5405">
                  <c:v>82.79222229322815</c:v>
                </c:pt>
                <c:pt idx="5406">
                  <c:v>82.791312963849023</c:v>
                </c:pt>
                <c:pt idx="5407">
                  <c:v>82.790115790714324</c:v>
                </c:pt>
                <c:pt idx="5408">
                  <c:v>82.788596473302192</c:v>
                </c:pt>
                <c:pt idx="5409">
                  <c:v>82.786850341177598</c:v>
                </c:pt>
                <c:pt idx="5410">
                  <c:v>82.784804973419696</c:v>
                </c:pt>
                <c:pt idx="5411">
                  <c:v>82.782492796537994</c:v>
                </c:pt>
                <c:pt idx="5412">
                  <c:v>82.779799468293021</c:v>
                </c:pt>
                <c:pt idx="5413">
                  <c:v>82.776625913715279</c:v>
                </c:pt>
                <c:pt idx="5414">
                  <c:v>82.772819714734652</c:v>
                </c:pt>
                <c:pt idx="5415">
                  <c:v>82.768295197119542</c:v>
                </c:pt>
                <c:pt idx="5416">
                  <c:v>82.763001025078339</c:v>
                </c:pt>
                <c:pt idx="5417">
                  <c:v>82.756935440786023</c:v>
                </c:pt>
                <c:pt idx="5418">
                  <c:v>82.750144343309557</c:v>
                </c:pt>
                <c:pt idx="5419">
                  <c:v>82.74270602536717</c:v>
                </c:pt>
                <c:pt idx="5420">
                  <c:v>82.734694957997135</c:v>
                </c:pt>
                <c:pt idx="5421">
                  <c:v>82.726105593175532</c:v>
                </c:pt>
                <c:pt idx="5422">
                  <c:v>82.716926683415622</c:v>
                </c:pt>
                <c:pt idx="5423">
                  <c:v>82.707084153489291</c:v>
                </c:pt>
                <c:pt idx="5424">
                  <c:v>82.696410674710989</c:v>
                </c:pt>
                <c:pt idx="5425">
                  <c:v>82.684744738580548</c:v>
                </c:pt>
                <c:pt idx="5426">
                  <c:v>82.67182978057393</c:v>
                </c:pt>
                <c:pt idx="5427">
                  <c:v>82.657409446383653</c:v>
                </c:pt>
                <c:pt idx="5428">
                  <c:v>82.64113629626344</c:v>
                </c:pt>
                <c:pt idx="5429">
                  <c:v>82.622786934994679</c:v>
                </c:pt>
                <c:pt idx="5430">
                  <c:v>82.602180156255812</c:v>
                </c:pt>
                <c:pt idx="5431">
                  <c:v>82.579306242488855</c:v>
                </c:pt>
                <c:pt idx="5432">
                  <c:v>82.554381879814997</c:v>
                </c:pt>
                <c:pt idx="5433">
                  <c:v>82.527771880021248</c:v>
                </c:pt>
                <c:pt idx="5434">
                  <c:v>82.499985078400712</c:v>
                </c:pt>
                <c:pt idx="5435">
                  <c:v>82.471556280551411</c:v>
                </c:pt>
                <c:pt idx="5436">
                  <c:v>82.443086024310091</c:v>
                </c:pt>
                <c:pt idx="5437">
                  <c:v>82.415007028298604</c:v>
                </c:pt>
                <c:pt idx="5438">
                  <c:v>82.38770399903153</c:v>
                </c:pt>
                <c:pt idx="5439">
                  <c:v>82.361557356104356</c:v>
                </c:pt>
                <c:pt idx="5440">
                  <c:v>82.336930011904414</c:v>
                </c:pt>
                <c:pt idx="5441">
                  <c:v>82.314247062264229</c:v>
                </c:pt>
                <c:pt idx="5442">
                  <c:v>82.294045051206766</c:v>
                </c:pt>
                <c:pt idx="5443">
                  <c:v>82.276917024559125</c:v>
                </c:pt>
                <c:pt idx="5444">
                  <c:v>82.26333650346092</c:v>
                </c:pt>
                <c:pt idx="5445">
                  <c:v>82.253714614931894</c:v>
                </c:pt>
                <c:pt idx="5446">
                  <c:v>82.24828480576069</c:v>
                </c:pt>
                <c:pt idx="5447">
                  <c:v>82.246978068787172</c:v>
                </c:pt>
                <c:pt idx="5448">
                  <c:v>82.249504445667384</c:v>
                </c:pt>
                <c:pt idx="5449">
                  <c:v>82.255485488250585</c:v>
                </c:pt>
                <c:pt idx="5450">
                  <c:v>82.264357474607792</c:v>
                </c:pt>
                <c:pt idx="5451">
                  <c:v>82.275596571424742</c:v>
                </c:pt>
                <c:pt idx="5452">
                  <c:v>82.288688370353043</c:v>
                </c:pt>
                <c:pt idx="5453">
                  <c:v>82.303262314326034</c:v>
                </c:pt>
                <c:pt idx="5454">
                  <c:v>82.318970423888175</c:v>
                </c:pt>
                <c:pt idx="5455">
                  <c:v>82.335557407763034</c:v>
                </c:pt>
                <c:pt idx="5456">
                  <c:v>82.352684368207917</c:v>
                </c:pt>
                <c:pt idx="5457">
                  <c:v>82.370086110565637</c:v>
                </c:pt>
                <c:pt idx="5458">
                  <c:v>82.387275267527144</c:v>
                </c:pt>
                <c:pt idx="5459">
                  <c:v>82.403883604266269</c:v>
                </c:pt>
                <c:pt idx="5460">
                  <c:v>82.419426833435068</c:v>
                </c:pt>
                <c:pt idx="5461">
                  <c:v>82.433539914637151</c:v>
                </c:pt>
                <c:pt idx="5462">
                  <c:v>82.445884198731051</c:v>
                </c:pt>
                <c:pt idx="5463">
                  <c:v>82.456344972691781</c:v>
                </c:pt>
                <c:pt idx="5464">
                  <c:v>82.464965192135807</c:v>
                </c:pt>
                <c:pt idx="5465">
                  <c:v>82.471955066845354</c:v>
                </c:pt>
                <c:pt idx="5466">
                  <c:v>82.477517387169073</c:v>
                </c:pt>
                <c:pt idx="5467">
                  <c:v>82.48199562195893</c:v>
                </c:pt>
                <c:pt idx="5468">
                  <c:v>82.485619409763586</c:v>
                </c:pt>
                <c:pt idx="5469">
                  <c:v>82.488618461471859</c:v>
                </c:pt>
                <c:pt idx="5470">
                  <c:v>82.491043993429088</c:v>
                </c:pt>
                <c:pt idx="5471">
                  <c:v>82.492958637542401</c:v>
                </c:pt>
                <c:pt idx="5472">
                  <c:v>82.494324368186255</c:v>
                </c:pt>
                <c:pt idx="5473">
                  <c:v>82.495133560013528</c:v>
                </c:pt>
                <c:pt idx="5474">
                  <c:v>82.495338708498565</c:v>
                </c:pt>
                <c:pt idx="5475">
                  <c:v>82.49488852221387</c:v>
                </c:pt>
                <c:pt idx="5476">
                  <c:v>82.493767815973143</c:v>
                </c:pt>
                <c:pt idx="5477">
                  <c:v>82.492058293406316</c:v>
                </c:pt>
                <c:pt idx="5478">
                  <c:v>82.489731500171473</c:v>
                </c:pt>
                <c:pt idx="5479">
                  <c:v>82.486876756990071</c:v>
                </c:pt>
                <c:pt idx="5480">
                  <c:v>82.483497917185133</c:v>
                </c:pt>
                <c:pt idx="5481">
                  <c:v>82.479697600027933</c:v>
                </c:pt>
                <c:pt idx="5482">
                  <c:v>82.475456873110986</c:v>
                </c:pt>
                <c:pt idx="5483">
                  <c:v>82.470802389826119</c:v>
                </c:pt>
                <c:pt idx="5484">
                  <c:v>82.465705737599109</c:v>
                </c:pt>
                <c:pt idx="5485">
                  <c:v>82.460166998441281</c:v>
                </c:pt>
                <c:pt idx="5486">
                  <c:v>82.454224233038545</c:v>
                </c:pt>
                <c:pt idx="5487">
                  <c:v>82.447983841089439</c:v>
                </c:pt>
                <c:pt idx="5488">
                  <c:v>82.44152182164899</c:v>
                </c:pt>
                <c:pt idx="5489">
                  <c:v>82.434974892542527</c:v>
                </c:pt>
                <c:pt idx="5490">
                  <c:v>82.428307012415686</c:v>
                </c:pt>
                <c:pt idx="5491">
                  <c:v>82.421546678092042</c:v>
                </c:pt>
                <c:pt idx="5492">
                  <c:v>82.414458601855799</c:v>
                </c:pt>
                <c:pt idx="5493">
                  <c:v>82.40688347916209</c:v>
                </c:pt>
                <c:pt idx="5494">
                  <c:v>82.398567206220108</c:v>
                </c:pt>
                <c:pt idx="5495">
                  <c:v>82.389466374535374</c:v>
                </c:pt>
                <c:pt idx="5496">
                  <c:v>82.379577450542314</c:v>
                </c:pt>
                <c:pt idx="5497">
                  <c:v>82.369194693966946</c:v>
                </c:pt>
                <c:pt idx="5498">
                  <c:v>82.35854206384343</c:v>
                </c:pt>
                <c:pt idx="5499">
                  <c:v>82.347991306366595</c:v>
                </c:pt>
                <c:pt idx="5500">
                  <c:v>82.337639073283313</c:v>
                </c:pt>
                <c:pt idx="5501">
                  <c:v>82.327551638199637</c:v>
                </c:pt>
                <c:pt idx="5502">
                  <c:v>82.317558315065483</c:v>
                </c:pt>
                <c:pt idx="5503">
                  <c:v>82.307395636989298</c:v>
                </c:pt>
                <c:pt idx="5504">
                  <c:v>82.29682869230264</c:v>
                </c:pt>
                <c:pt idx="5505">
                  <c:v>82.285797006599594</c:v>
                </c:pt>
                <c:pt idx="5506">
                  <c:v>82.274230673049516</c:v>
                </c:pt>
                <c:pt idx="5507">
                  <c:v>82.262298497548613</c:v>
                </c:pt>
                <c:pt idx="5508">
                  <c:v>82.250190027592538</c:v>
                </c:pt>
                <c:pt idx="5509">
                  <c:v>82.238098488739894</c:v>
                </c:pt>
                <c:pt idx="5510">
                  <c:v>82.226135580249064</c:v>
                </c:pt>
                <c:pt idx="5511">
                  <c:v>82.214394006210497</c:v>
                </c:pt>
                <c:pt idx="5512">
                  <c:v>82.202926670467733</c:v>
                </c:pt>
                <c:pt idx="5513">
                  <c:v>82.191917034791345</c:v>
                </c:pt>
                <c:pt idx="5514">
                  <c:v>82.181595776117234</c:v>
                </c:pt>
                <c:pt idx="5515">
                  <c:v>82.172356188924198</c:v>
                </c:pt>
                <c:pt idx="5516">
                  <c:v>82.164587641095693</c:v>
                </c:pt>
                <c:pt idx="5517">
                  <c:v>82.158705904846414</c:v>
                </c:pt>
                <c:pt idx="5518">
                  <c:v>82.154922443734961</c:v>
                </c:pt>
                <c:pt idx="5519">
                  <c:v>82.15332020047245</c:v>
                </c:pt>
                <c:pt idx="5520">
                  <c:v>82.153709881318122</c:v>
                </c:pt>
                <c:pt idx="5521">
                  <c:v>82.155853159009553</c:v>
                </c:pt>
                <c:pt idx="5522">
                  <c:v>82.15930938300535</c:v>
                </c:pt>
                <c:pt idx="5523">
                  <c:v>82.163779799690616</c:v>
                </c:pt>
                <c:pt idx="5524">
                  <c:v>82.168884280014666</c:v>
                </c:pt>
                <c:pt idx="5525">
                  <c:v>82.174331552981812</c:v>
                </c:pt>
                <c:pt idx="5526">
                  <c:v>82.179870015567161</c:v>
                </c:pt>
                <c:pt idx="5527">
                  <c:v>82.185272599545897</c:v>
                </c:pt>
                <c:pt idx="5528">
                  <c:v>82.190300822521849</c:v>
                </c:pt>
                <c:pt idx="5529">
                  <c:v>82.194778603313821</c:v>
                </c:pt>
                <c:pt idx="5530">
                  <c:v>82.198478728821073</c:v>
                </c:pt>
                <c:pt idx="5531">
                  <c:v>82.201317812726856</c:v>
                </c:pt>
                <c:pt idx="5532">
                  <c:v>82.203256016993876</c:v>
                </c:pt>
                <c:pt idx="5533">
                  <c:v>82.204315991782423</c:v>
                </c:pt>
                <c:pt idx="5534">
                  <c:v>82.204588558937203</c:v>
                </c:pt>
                <c:pt idx="5535">
                  <c:v>82.204240278844239</c:v>
                </c:pt>
                <c:pt idx="5536">
                  <c:v>82.203384727489123</c:v>
                </c:pt>
                <c:pt idx="5537">
                  <c:v>82.20217902089523</c:v>
                </c:pt>
                <c:pt idx="5538">
                  <c:v>82.200676171187723</c:v>
                </c:pt>
                <c:pt idx="5539">
                  <c:v>82.198974615075343</c:v>
                </c:pt>
                <c:pt idx="5540">
                  <c:v>82.196983517385263</c:v>
                </c:pt>
                <c:pt idx="5541">
                  <c:v>82.194595020861058</c:v>
                </c:pt>
                <c:pt idx="5542">
                  <c:v>82.191672897644949</c:v>
                </c:pt>
                <c:pt idx="5543">
                  <c:v>82.188050668904253</c:v>
                </c:pt>
                <c:pt idx="5544">
                  <c:v>82.183554331169645</c:v>
                </c:pt>
                <c:pt idx="5545">
                  <c:v>82.178267285759503</c:v>
                </c:pt>
                <c:pt idx="5546">
                  <c:v>82.172272937075704</c:v>
                </c:pt>
                <c:pt idx="5547">
                  <c:v>82.165817391503779</c:v>
                </c:pt>
                <c:pt idx="5548">
                  <c:v>82.159256412958143</c:v>
                </c:pt>
                <c:pt idx="5549">
                  <c:v>82.152869988981223</c:v>
                </c:pt>
                <c:pt idx="5550">
                  <c:v>82.146805615823169</c:v>
                </c:pt>
                <c:pt idx="5551">
                  <c:v>82.141036743089714</c:v>
                </c:pt>
                <c:pt idx="5552">
                  <c:v>82.135338251187505</c:v>
                </c:pt>
                <c:pt idx="5553">
                  <c:v>82.129371618165379</c:v>
                </c:pt>
                <c:pt idx="5554">
                  <c:v>82.122711438721325</c:v>
                </c:pt>
                <c:pt idx="5555">
                  <c:v>82.115142333476143</c:v>
                </c:pt>
                <c:pt idx="5556">
                  <c:v>82.106535994802556</c:v>
                </c:pt>
                <c:pt idx="5557">
                  <c:v>82.09706855180103</c:v>
                </c:pt>
                <c:pt idx="5558">
                  <c:v>82.087035161351253</c:v>
                </c:pt>
                <c:pt idx="5559">
                  <c:v>82.076972758839915</c:v>
                </c:pt>
                <c:pt idx="5560">
                  <c:v>82.067374557920829</c:v>
                </c:pt>
                <c:pt idx="5561">
                  <c:v>82.058807236223387</c:v>
                </c:pt>
                <c:pt idx="5562">
                  <c:v>82.051712568582388</c:v>
                </c:pt>
                <c:pt idx="5563">
                  <c:v>82.046439672404432</c:v>
                </c:pt>
                <c:pt idx="5564">
                  <c:v>82.043243226732216</c:v>
                </c:pt>
                <c:pt idx="5565">
                  <c:v>82.042243890725189</c:v>
                </c:pt>
                <c:pt idx="5566">
                  <c:v>82.043364130212552</c:v>
                </c:pt>
                <c:pt idx="5567">
                  <c:v>82.046379218375847</c:v>
                </c:pt>
                <c:pt idx="5568">
                  <c:v>82.050879386881178</c:v>
                </c:pt>
                <c:pt idx="5569">
                  <c:v>82.0563282839599</c:v>
                </c:pt>
                <c:pt idx="5570">
                  <c:v>82.062104434354595</c:v>
                </c:pt>
                <c:pt idx="5571">
                  <c:v>82.067680685215308</c:v>
                </c:pt>
                <c:pt idx="5572">
                  <c:v>82.072624232225749</c:v>
                </c:pt>
                <c:pt idx="5573">
                  <c:v>82.076766760855207</c:v>
                </c:pt>
                <c:pt idx="5574">
                  <c:v>82.080062790653301</c:v>
                </c:pt>
                <c:pt idx="5575">
                  <c:v>82.082687991643851</c:v>
                </c:pt>
                <c:pt idx="5576">
                  <c:v>82.084785944802988</c:v>
                </c:pt>
                <c:pt idx="5577">
                  <c:v>82.086587203224667</c:v>
                </c:pt>
                <c:pt idx="5578">
                  <c:v>82.088012361190351</c:v>
                </c:pt>
                <c:pt idx="5579">
                  <c:v>82.089050058087537</c:v>
                </c:pt>
                <c:pt idx="5580">
                  <c:v>82.089515041280947</c:v>
                </c:pt>
                <c:pt idx="5581">
                  <c:v>82.089348705527073</c:v>
                </c:pt>
                <c:pt idx="5582">
                  <c:v>82.088439535373709</c:v>
                </c:pt>
                <c:pt idx="5583">
                  <c:v>82.086959556432674</c:v>
                </c:pt>
                <c:pt idx="5584">
                  <c:v>82.084984402607603</c:v>
                </c:pt>
                <c:pt idx="5585">
                  <c:v>82.082778712833402</c:v>
                </c:pt>
                <c:pt idx="5586">
                  <c:v>82.080367075307038</c:v>
                </c:pt>
                <c:pt idx="5587">
                  <c:v>82.077819434885384</c:v>
                </c:pt>
                <c:pt idx="5588">
                  <c:v>82.074973277311443</c:v>
                </c:pt>
                <c:pt idx="5589">
                  <c:v>82.071692570052335</c:v>
                </c:pt>
                <c:pt idx="5590">
                  <c:v>82.067818631838492</c:v>
                </c:pt>
                <c:pt idx="5591">
                  <c:v>82.06333076132718</c:v>
                </c:pt>
                <c:pt idx="5592">
                  <c:v>82.058334869117232</c:v>
                </c:pt>
                <c:pt idx="5593">
                  <c:v>82.0531087809225</c:v>
                </c:pt>
                <c:pt idx="5594">
                  <c:v>82.047905696235148</c:v>
                </c:pt>
                <c:pt idx="5595">
                  <c:v>82.042982529209013</c:v>
                </c:pt>
                <c:pt idx="5596">
                  <c:v>82.038460125747946</c:v>
                </c:pt>
                <c:pt idx="5597">
                  <c:v>82.034262863226843</c:v>
                </c:pt>
                <c:pt idx="5598">
                  <c:v>82.030165922547297</c:v>
                </c:pt>
                <c:pt idx="5599">
                  <c:v>82.025940753614179</c:v>
                </c:pt>
                <c:pt idx="5600">
                  <c:v>82.021332413385366</c:v>
                </c:pt>
                <c:pt idx="5601">
                  <c:v>82.016295642575244</c:v>
                </c:pt>
                <c:pt idx="5602">
                  <c:v>82.010856957316761</c:v>
                </c:pt>
                <c:pt idx="5603">
                  <c:v>82.005241137914595</c:v>
                </c:pt>
                <c:pt idx="5604">
                  <c:v>81.999716332449964</c:v>
                </c:pt>
                <c:pt idx="5605">
                  <c:v>81.994575161260826</c:v>
                </c:pt>
                <c:pt idx="5606">
                  <c:v>81.98989873134235</c:v>
                </c:pt>
                <c:pt idx="5607">
                  <c:v>81.985771913815384</c:v>
                </c:pt>
                <c:pt idx="5608">
                  <c:v>81.982039833656927</c:v>
                </c:pt>
                <c:pt idx="5609">
                  <c:v>81.978575965907226</c:v>
                </c:pt>
                <c:pt idx="5610">
                  <c:v>81.975189633963112</c:v>
                </c:pt>
                <c:pt idx="5611">
                  <c:v>81.971794004547888</c:v>
                </c:pt>
                <c:pt idx="5612">
                  <c:v>81.968468349327011</c:v>
                </c:pt>
                <c:pt idx="5613">
                  <c:v>81.965293814542264</c:v>
                </c:pt>
                <c:pt idx="5614">
                  <c:v>81.962425137375462</c:v>
                </c:pt>
                <c:pt idx="5615">
                  <c:v>81.95996985593905</c:v>
                </c:pt>
                <c:pt idx="5616">
                  <c:v>81.957946804599771</c:v>
                </c:pt>
                <c:pt idx="5617">
                  <c:v>81.956344628665917</c:v>
                </c:pt>
                <c:pt idx="5618">
                  <c:v>81.954970820770384</c:v>
                </c:pt>
                <c:pt idx="5619">
                  <c:v>81.953697049683939</c:v>
                </c:pt>
                <c:pt idx="5620">
                  <c:v>81.952362913640073</c:v>
                </c:pt>
                <c:pt idx="5621">
                  <c:v>81.950904257926055</c:v>
                </c:pt>
                <c:pt idx="5622">
                  <c:v>81.949256932819736</c:v>
                </c:pt>
                <c:pt idx="5623">
                  <c:v>81.947434158064524</c:v>
                </c:pt>
                <c:pt idx="5624">
                  <c:v>81.945426511053</c:v>
                </c:pt>
                <c:pt idx="5625">
                  <c:v>81.94325287350398</c:v>
                </c:pt>
                <c:pt idx="5626">
                  <c:v>81.940818920720687</c:v>
                </c:pt>
                <c:pt idx="5627">
                  <c:v>81.93813222268362</c:v>
                </c:pt>
                <c:pt idx="5628">
                  <c:v>81.93510413281281</c:v>
                </c:pt>
                <c:pt idx="5629">
                  <c:v>81.931762987187867</c:v>
                </c:pt>
                <c:pt idx="5630">
                  <c:v>81.928146553412773</c:v>
                </c:pt>
                <c:pt idx="5631">
                  <c:v>81.924392573493705</c:v>
                </c:pt>
                <c:pt idx="5632">
                  <c:v>81.920608584910369</c:v>
                </c:pt>
                <c:pt idx="5633">
                  <c:v>81.916983212444165</c:v>
                </c:pt>
                <c:pt idx="5634">
                  <c:v>81.913490029258114</c:v>
                </c:pt>
                <c:pt idx="5635">
                  <c:v>81.910210118662974</c:v>
                </c:pt>
                <c:pt idx="5636">
                  <c:v>81.907051042001356</c:v>
                </c:pt>
                <c:pt idx="5637">
                  <c:v>81.9039618657593</c:v>
                </c:pt>
                <c:pt idx="5638">
                  <c:v>81.900848290146385</c:v>
                </c:pt>
                <c:pt idx="5639">
                  <c:v>81.897666945382852</c:v>
                </c:pt>
                <c:pt idx="5640">
                  <c:v>81.894370697172363</c:v>
                </c:pt>
                <c:pt idx="5641">
                  <c:v>81.89095955939905</c:v>
                </c:pt>
                <c:pt idx="5642">
                  <c:v>81.887367552982909</c:v>
                </c:pt>
                <c:pt idx="5643">
                  <c:v>81.883606014374607</c:v>
                </c:pt>
                <c:pt idx="5644">
                  <c:v>81.879576928852444</c:v>
                </c:pt>
                <c:pt idx="5645">
                  <c:v>81.875282221175922</c:v>
                </c:pt>
                <c:pt idx="5646">
                  <c:v>81.8707275885927</c:v>
                </c:pt>
                <c:pt idx="5647">
                  <c:v>81.866088382699147</c:v>
                </c:pt>
                <c:pt idx="5648">
                  <c:v>81.861481483494558</c:v>
                </c:pt>
                <c:pt idx="5649">
                  <c:v>81.857238615415213</c:v>
                </c:pt>
                <c:pt idx="5650">
                  <c:v>81.853423803179709</c:v>
                </c:pt>
                <c:pt idx="5651">
                  <c:v>81.850189645110177</c:v>
                </c:pt>
                <c:pt idx="5652">
                  <c:v>81.847426765133164</c:v>
                </c:pt>
                <c:pt idx="5653">
                  <c:v>81.8448562020331</c:v>
                </c:pt>
                <c:pt idx="5654">
                  <c:v>81.842125538319848</c:v>
                </c:pt>
                <c:pt idx="5655">
                  <c:v>81.838889942252507</c:v>
                </c:pt>
                <c:pt idx="5656">
                  <c:v>81.834885668797554</c:v>
                </c:pt>
                <c:pt idx="5657">
                  <c:v>81.830093988722226</c:v>
                </c:pt>
                <c:pt idx="5658">
                  <c:v>81.824646926008739</c:v>
                </c:pt>
                <c:pt idx="5659">
                  <c:v>81.81887053412224</c:v>
                </c:pt>
                <c:pt idx="5660">
                  <c:v>81.813194392334012</c:v>
                </c:pt>
                <c:pt idx="5661">
                  <c:v>81.808061148189992</c:v>
                </c:pt>
                <c:pt idx="5662">
                  <c:v>81.803664710012981</c:v>
                </c:pt>
                <c:pt idx="5663">
                  <c:v>81.800170708508219</c:v>
                </c:pt>
                <c:pt idx="5664">
                  <c:v>81.797477321343422</c:v>
                </c:pt>
                <c:pt idx="5665">
                  <c:v>81.795411195636419</c:v>
                </c:pt>
                <c:pt idx="5666">
                  <c:v>81.793670944284045</c:v>
                </c:pt>
                <c:pt idx="5667">
                  <c:v>81.792030546444209</c:v>
                </c:pt>
                <c:pt idx="5668">
                  <c:v>81.790207502253892</c:v>
                </c:pt>
                <c:pt idx="5669">
                  <c:v>81.788094479150203</c:v>
                </c:pt>
                <c:pt idx="5670">
                  <c:v>81.785544611300864</c:v>
                </c:pt>
                <c:pt idx="5671">
                  <c:v>81.782524043540676</c:v>
                </c:pt>
                <c:pt idx="5672">
                  <c:v>81.778998933463015</c:v>
                </c:pt>
                <c:pt idx="5673">
                  <c:v>81.775063493287632</c:v>
                </c:pt>
                <c:pt idx="5674">
                  <c:v>81.770759204767046</c:v>
                </c:pt>
                <c:pt idx="5675">
                  <c:v>81.766281930706157</c:v>
                </c:pt>
                <c:pt idx="5676">
                  <c:v>81.761757835929075</c:v>
                </c:pt>
                <c:pt idx="5677">
                  <c:v>81.757339413209678</c:v>
                </c:pt>
                <c:pt idx="5678">
                  <c:v>81.753126414453192</c:v>
                </c:pt>
                <c:pt idx="5679">
                  <c:v>81.749137631359218</c:v>
                </c:pt>
                <c:pt idx="5680">
                  <c:v>81.745269507072507</c:v>
                </c:pt>
                <c:pt idx="5681">
                  <c:v>81.741476852461602</c:v>
                </c:pt>
                <c:pt idx="5682">
                  <c:v>81.737588387804593</c:v>
                </c:pt>
                <c:pt idx="5683">
                  <c:v>81.733604126791562</c:v>
                </c:pt>
                <c:pt idx="5684">
                  <c:v>81.729492091294404</c:v>
                </c:pt>
                <c:pt idx="5685">
                  <c:v>81.725432952991497</c:v>
                </c:pt>
                <c:pt idx="5686">
                  <c:v>81.721481273496224</c:v>
                </c:pt>
                <c:pt idx="5687">
                  <c:v>81.717742407923083</c:v>
                </c:pt>
                <c:pt idx="5688">
                  <c:v>81.714280299442933</c:v>
                </c:pt>
                <c:pt idx="5689">
                  <c:v>81.711081742622468</c:v>
                </c:pt>
                <c:pt idx="5690">
                  <c:v>81.70798490631806</c:v>
                </c:pt>
                <c:pt idx="5691">
                  <c:v>81.704903237981242</c:v>
                </c:pt>
                <c:pt idx="5692">
                  <c:v>81.701674948193826</c:v>
                </c:pt>
                <c:pt idx="5693">
                  <c:v>81.698311341383018</c:v>
                </c:pt>
                <c:pt idx="5694">
                  <c:v>81.694701449885883</c:v>
                </c:pt>
                <c:pt idx="5695">
                  <c:v>81.690909260428526</c:v>
                </c:pt>
                <c:pt idx="5696">
                  <c:v>81.686904703838991</c:v>
                </c:pt>
                <c:pt idx="5697">
                  <c:v>81.682740474158237</c:v>
                </c:pt>
                <c:pt idx="5698">
                  <c:v>81.678375220105565</c:v>
                </c:pt>
                <c:pt idx="5699">
                  <c:v>81.673897362601849</c:v>
                </c:pt>
                <c:pt idx="5700">
                  <c:v>81.66932760575358</c:v>
                </c:pt>
                <c:pt idx="5701">
                  <c:v>81.664855885475859</c:v>
                </c:pt>
                <c:pt idx="5702">
                  <c:v>81.660683378264181</c:v>
                </c:pt>
                <c:pt idx="5703">
                  <c:v>81.657013102025815</c:v>
                </c:pt>
                <c:pt idx="5704">
                  <c:v>81.653991640833851</c:v>
                </c:pt>
                <c:pt idx="5705">
                  <c:v>81.651688486332944</c:v>
                </c:pt>
                <c:pt idx="5706">
                  <c:v>81.649955052895379</c:v>
                </c:pt>
                <c:pt idx="5707">
                  <c:v>81.648620221424167</c:v>
                </c:pt>
                <c:pt idx="5708">
                  <c:v>81.647430171766572</c:v>
                </c:pt>
                <c:pt idx="5709">
                  <c:v>81.646117941225654</c:v>
                </c:pt>
                <c:pt idx="5710">
                  <c:v>81.644493662144328</c:v>
                </c:pt>
                <c:pt idx="5711">
                  <c:v>81.642448319637438</c:v>
                </c:pt>
                <c:pt idx="5712">
                  <c:v>81.639906752184515</c:v>
                </c:pt>
                <c:pt idx="5713">
                  <c:v>81.636938557221669</c:v>
                </c:pt>
                <c:pt idx="5714">
                  <c:v>81.633431000457264</c:v>
                </c:pt>
                <c:pt idx="5715">
                  <c:v>81.629440539023236</c:v>
                </c:pt>
                <c:pt idx="5716">
                  <c:v>81.624986038597655</c:v>
                </c:pt>
                <c:pt idx="5717">
                  <c:v>81.620140870692182</c:v>
                </c:pt>
                <c:pt idx="5718">
                  <c:v>81.614997188336815</c:v>
                </c:pt>
                <c:pt idx="5719">
                  <c:v>81.609695982836172</c:v>
                </c:pt>
                <c:pt idx="5720">
                  <c:v>81.604423306833468</c:v>
                </c:pt>
                <c:pt idx="5721">
                  <c:v>81.599305040606325</c:v>
                </c:pt>
                <c:pt idx="5722">
                  <c:v>81.594359942936379</c:v>
                </c:pt>
                <c:pt idx="5723">
                  <c:v>81.589636827805251</c:v>
                </c:pt>
                <c:pt idx="5724">
                  <c:v>81.585052999784594</c:v>
                </c:pt>
                <c:pt idx="5725">
                  <c:v>81.580582136951762</c:v>
                </c:pt>
                <c:pt idx="5726">
                  <c:v>81.576186653532261</c:v>
                </c:pt>
                <c:pt idx="5727">
                  <c:v>81.571921006973866</c:v>
                </c:pt>
                <c:pt idx="5728">
                  <c:v>81.567879085370492</c:v>
                </c:pt>
                <c:pt idx="5729">
                  <c:v>81.564186687071427</c:v>
                </c:pt>
                <c:pt idx="5730">
                  <c:v>81.560851276659193</c:v>
                </c:pt>
                <c:pt idx="5731">
                  <c:v>81.55791412502947</c:v>
                </c:pt>
                <c:pt idx="5732">
                  <c:v>81.555298196043353</c:v>
                </c:pt>
                <c:pt idx="5733">
                  <c:v>81.552947123998507</c:v>
                </c:pt>
                <c:pt idx="5734">
                  <c:v>81.55071254166927</c:v>
                </c:pt>
                <c:pt idx="5735">
                  <c:v>81.548607583565143</c:v>
                </c:pt>
                <c:pt idx="5736">
                  <c:v>81.546493291405937</c:v>
                </c:pt>
                <c:pt idx="5737">
                  <c:v>81.544456036877222</c:v>
                </c:pt>
                <c:pt idx="5738">
                  <c:v>81.542343729936036</c:v>
                </c:pt>
                <c:pt idx="5739">
                  <c:v>81.540192049523569</c:v>
                </c:pt>
                <c:pt idx="5740">
                  <c:v>81.53793340944074</c:v>
                </c:pt>
                <c:pt idx="5741">
                  <c:v>81.535498353852944</c:v>
                </c:pt>
                <c:pt idx="5742">
                  <c:v>81.53289816275489</c:v>
                </c:pt>
                <c:pt idx="5743">
                  <c:v>81.530166643369341</c:v>
                </c:pt>
                <c:pt idx="5744">
                  <c:v>81.527290668253556</c:v>
                </c:pt>
                <c:pt idx="5745">
                  <c:v>81.524360356704264</c:v>
                </c:pt>
                <c:pt idx="5746">
                  <c:v>81.521285613883478</c:v>
                </c:pt>
                <c:pt idx="5747">
                  <c:v>81.518119012797911</c:v>
                </c:pt>
                <c:pt idx="5748">
                  <c:v>81.514823025189159</c:v>
                </c:pt>
                <c:pt idx="5749">
                  <c:v>81.511420189196301</c:v>
                </c:pt>
                <c:pt idx="5750">
                  <c:v>81.507895503901167</c:v>
                </c:pt>
                <c:pt idx="5751">
                  <c:v>81.504416012011475</c:v>
                </c:pt>
                <c:pt idx="5752">
                  <c:v>81.501045513178809</c:v>
                </c:pt>
                <c:pt idx="5753">
                  <c:v>81.497887204529249</c:v>
                </c:pt>
                <c:pt idx="5754">
                  <c:v>81.494918543523767</c:v>
                </c:pt>
                <c:pt idx="5755">
                  <c:v>81.492096351663264</c:v>
                </c:pt>
                <c:pt idx="5756">
                  <c:v>81.489274257536053</c:v>
                </c:pt>
                <c:pt idx="5757">
                  <c:v>81.486335930937841</c:v>
                </c:pt>
                <c:pt idx="5758">
                  <c:v>81.48326074601087</c:v>
                </c:pt>
                <c:pt idx="5759">
                  <c:v>81.48014815413373</c:v>
                </c:pt>
                <c:pt idx="5760">
                  <c:v>81.477142617675582</c:v>
                </c:pt>
                <c:pt idx="5761">
                  <c:v>81.474533031435655</c:v>
                </c:pt>
                <c:pt idx="5762">
                  <c:v>81.472465683126444</c:v>
                </c:pt>
                <c:pt idx="5763">
                  <c:v>81.470970546484338</c:v>
                </c:pt>
                <c:pt idx="5764">
                  <c:v>81.469955670118694</c:v>
                </c:pt>
                <c:pt idx="5765">
                  <c:v>81.469124643987968</c:v>
                </c:pt>
                <c:pt idx="5766">
                  <c:v>81.468154811570244</c:v>
                </c:pt>
                <c:pt idx="5767">
                  <c:v>81.466704774191186</c:v>
                </c:pt>
                <c:pt idx="5768">
                  <c:v>81.464508194930744</c:v>
                </c:pt>
                <c:pt idx="5769">
                  <c:v>81.461493856777963</c:v>
                </c:pt>
                <c:pt idx="5770">
                  <c:v>81.457658099249699</c:v>
                </c:pt>
                <c:pt idx="5771">
                  <c:v>81.453201719777212</c:v>
                </c:pt>
                <c:pt idx="5772">
                  <c:v>81.448364873378907</c:v>
                </c:pt>
                <c:pt idx="5773">
                  <c:v>81.443543316655479</c:v>
                </c:pt>
                <c:pt idx="5774">
                  <c:v>81.438988323606551</c:v>
                </c:pt>
                <c:pt idx="5775">
                  <c:v>81.435072995941326</c:v>
                </c:pt>
                <c:pt idx="5776">
                  <c:v>81.43194536943534</c:v>
                </c:pt>
                <c:pt idx="5777">
                  <c:v>81.429672852865394</c:v>
                </c:pt>
                <c:pt idx="5778">
                  <c:v>81.428107253346511</c:v>
                </c:pt>
                <c:pt idx="5779">
                  <c:v>81.426933542192174</c:v>
                </c:pt>
                <c:pt idx="5780">
                  <c:v>81.425757973058396</c:v>
                </c:pt>
                <c:pt idx="5781">
                  <c:v>81.424179324780383</c:v>
                </c:pt>
                <c:pt idx="5782">
                  <c:v>81.421890151660506</c:v>
                </c:pt>
                <c:pt idx="5783">
                  <c:v>81.41886239254444</c:v>
                </c:pt>
                <c:pt idx="5784">
                  <c:v>81.415214232986074</c:v>
                </c:pt>
                <c:pt idx="5785">
                  <c:v>81.411307546561744</c:v>
                </c:pt>
                <c:pt idx="5786">
                  <c:v>81.407455407382557</c:v>
                </c:pt>
                <c:pt idx="5787">
                  <c:v>81.403953961643225</c:v>
                </c:pt>
                <c:pt idx="5788">
                  <c:v>81.400939989783666</c:v>
                </c:pt>
                <c:pt idx="5789">
                  <c:v>81.398368455254968</c:v>
                </c:pt>
                <c:pt idx="5790">
                  <c:v>81.395980674504585</c:v>
                </c:pt>
                <c:pt idx="5791">
                  <c:v>81.393555480672447</c:v>
                </c:pt>
                <c:pt idx="5792">
                  <c:v>81.390884852364692</c:v>
                </c:pt>
                <c:pt idx="5793">
                  <c:v>81.387893852690411</c:v>
                </c:pt>
                <c:pt idx="5794">
                  <c:v>81.38454503799926</c:v>
                </c:pt>
                <c:pt idx="5795">
                  <c:v>81.381042703798386</c:v>
                </c:pt>
                <c:pt idx="5796">
                  <c:v>81.377471190224554</c:v>
                </c:pt>
                <c:pt idx="5797">
                  <c:v>81.373993518609538</c:v>
                </c:pt>
                <c:pt idx="5798">
                  <c:v>81.370665885780838</c:v>
                </c:pt>
                <c:pt idx="5799">
                  <c:v>81.36756134204704</c:v>
                </c:pt>
                <c:pt idx="5800">
                  <c:v>81.364646139052695</c:v>
                </c:pt>
                <c:pt idx="5801">
                  <c:v>81.361938990731801</c:v>
                </c:pt>
                <c:pt idx="5802">
                  <c:v>81.359329347549362</c:v>
                </c:pt>
                <c:pt idx="5803">
                  <c:v>81.356819073438672</c:v>
                </c:pt>
                <c:pt idx="5804">
                  <c:v>81.354301383771997</c:v>
                </c:pt>
                <c:pt idx="5805">
                  <c:v>81.351761293692945</c:v>
                </c:pt>
                <c:pt idx="5806">
                  <c:v>81.34917445455946</c:v>
                </c:pt>
                <c:pt idx="5807">
                  <c:v>81.34662703225473</c:v>
                </c:pt>
                <c:pt idx="5808">
                  <c:v>81.344208927973412</c:v>
                </c:pt>
                <c:pt idx="5809">
                  <c:v>81.342161743280258</c:v>
                </c:pt>
                <c:pt idx="5810">
                  <c:v>81.340492941909773</c:v>
                </c:pt>
                <c:pt idx="5811">
                  <c:v>81.339239958670944</c:v>
                </c:pt>
                <c:pt idx="5812">
                  <c:v>81.338271672438694</c:v>
                </c:pt>
                <c:pt idx="5813">
                  <c:v>81.337325872063829</c:v>
                </c:pt>
                <c:pt idx="5814">
                  <c:v>81.336074810443392</c:v>
                </c:pt>
                <c:pt idx="5815">
                  <c:v>81.334319985477038</c:v>
                </c:pt>
                <c:pt idx="5816">
                  <c:v>81.331924719872347</c:v>
                </c:pt>
                <c:pt idx="5817">
                  <c:v>81.329025775010834</c:v>
                </c:pt>
                <c:pt idx="5818">
                  <c:v>81.325759904063744</c:v>
                </c:pt>
                <c:pt idx="5819">
                  <c:v>81.322503526860558</c:v>
                </c:pt>
                <c:pt idx="5820">
                  <c:v>81.319443886995003</c:v>
                </c:pt>
                <c:pt idx="5821">
                  <c:v>81.316741987408719</c:v>
                </c:pt>
                <c:pt idx="5822">
                  <c:v>81.314322899156721</c:v>
                </c:pt>
                <c:pt idx="5823">
                  <c:v>81.31212668399283</c:v>
                </c:pt>
                <c:pt idx="5824">
                  <c:v>81.30998295061282</c:v>
                </c:pt>
                <c:pt idx="5825">
                  <c:v>81.307770003039366</c:v>
                </c:pt>
                <c:pt idx="5826">
                  <c:v>81.30546538139339</c:v>
                </c:pt>
                <c:pt idx="5827">
                  <c:v>81.303115895295917</c:v>
                </c:pt>
                <c:pt idx="5828">
                  <c:v>81.300873182263416</c:v>
                </c:pt>
                <c:pt idx="5829">
                  <c:v>81.298821472274469</c:v>
                </c:pt>
                <c:pt idx="5830">
                  <c:v>81.296996317581687</c:v>
                </c:pt>
                <c:pt idx="5831">
                  <c:v>81.295425781369275</c:v>
                </c:pt>
                <c:pt idx="5832">
                  <c:v>81.293997536996415</c:v>
                </c:pt>
                <c:pt idx="5833">
                  <c:v>81.292724679802603</c:v>
                </c:pt>
                <c:pt idx="5834">
                  <c:v>81.291474304199824</c:v>
                </c:pt>
                <c:pt idx="5835">
                  <c:v>81.290229563159173</c:v>
                </c:pt>
                <c:pt idx="5836">
                  <c:v>81.289054095885348</c:v>
                </c:pt>
                <c:pt idx="5837">
                  <c:v>81.287932925581757</c:v>
                </c:pt>
                <c:pt idx="5838">
                  <c:v>81.28683423112102</c:v>
                </c:pt>
                <c:pt idx="5839">
                  <c:v>81.285797316750347</c:v>
                </c:pt>
                <c:pt idx="5840">
                  <c:v>81.284706137752437</c:v>
                </c:pt>
                <c:pt idx="5841">
                  <c:v>81.283570054429262</c:v>
                </c:pt>
                <c:pt idx="5842">
                  <c:v>81.282233726330105</c:v>
                </c:pt>
                <c:pt idx="5843">
                  <c:v>81.28070839267582</c:v>
                </c:pt>
                <c:pt idx="5844">
                  <c:v>81.278883644620819</c:v>
                </c:pt>
                <c:pt idx="5845">
                  <c:v>81.276787574335088</c:v>
                </c:pt>
                <c:pt idx="5846">
                  <c:v>81.274345346339047</c:v>
                </c:pt>
                <c:pt idx="5847">
                  <c:v>81.271598161479588</c:v>
                </c:pt>
                <c:pt idx="5848">
                  <c:v>81.268568506018042</c:v>
                </c:pt>
                <c:pt idx="5849">
                  <c:v>81.265411721439435</c:v>
                </c:pt>
                <c:pt idx="5850">
                  <c:v>81.262168987429803</c:v>
                </c:pt>
                <c:pt idx="5851">
                  <c:v>81.259010580375303</c:v>
                </c:pt>
                <c:pt idx="5852">
                  <c:v>81.256058104704493</c:v>
                </c:pt>
                <c:pt idx="5853">
                  <c:v>81.253363923941777</c:v>
                </c:pt>
                <c:pt idx="5854">
                  <c:v>81.250944850248857</c:v>
                </c:pt>
                <c:pt idx="5855">
                  <c:v>81.248785892478494</c:v>
                </c:pt>
                <c:pt idx="5856">
                  <c:v>81.246765429374179</c:v>
                </c:pt>
                <c:pt idx="5857">
                  <c:v>81.244819845723924</c:v>
                </c:pt>
                <c:pt idx="5858">
                  <c:v>81.242842507002678</c:v>
                </c:pt>
                <c:pt idx="5859">
                  <c:v>81.240822191696154</c:v>
                </c:pt>
                <c:pt idx="5860">
                  <c:v>81.238715879418649</c:v>
                </c:pt>
                <c:pt idx="5861">
                  <c:v>81.236617103919599</c:v>
                </c:pt>
                <c:pt idx="5862">
                  <c:v>81.234567015497973</c:v>
                </c:pt>
                <c:pt idx="5863">
                  <c:v>81.232674096581775</c:v>
                </c:pt>
                <c:pt idx="5864">
                  <c:v>81.23100193020143</c:v>
                </c:pt>
                <c:pt idx="5865">
                  <c:v>81.229630929085303</c:v>
                </c:pt>
                <c:pt idx="5866">
                  <c:v>81.228469430556942</c:v>
                </c:pt>
                <c:pt idx="5867">
                  <c:v>81.227463185999511</c:v>
                </c:pt>
                <c:pt idx="5868">
                  <c:v>81.226470046066368</c:v>
                </c:pt>
                <c:pt idx="5869">
                  <c:v>81.225334776685401</c:v>
                </c:pt>
                <c:pt idx="5870">
                  <c:v>81.223907763711253</c:v>
                </c:pt>
                <c:pt idx="5871">
                  <c:v>81.222168450213516</c:v>
                </c:pt>
                <c:pt idx="5872">
                  <c:v>81.220124336905556</c:v>
                </c:pt>
                <c:pt idx="5873">
                  <c:v>81.217956847518437</c:v>
                </c:pt>
                <c:pt idx="5874">
                  <c:v>81.215705263198146</c:v>
                </c:pt>
                <c:pt idx="5875">
                  <c:v>81.21360708217081</c:v>
                </c:pt>
                <c:pt idx="5876">
                  <c:v>81.211699691911363</c:v>
                </c:pt>
                <c:pt idx="5877">
                  <c:v>81.210007388059637</c:v>
                </c:pt>
                <c:pt idx="5878">
                  <c:v>81.20838056566835</c:v>
                </c:pt>
                <c:pt idx="5879">
                  <c:v>81.206794912677793</c:v>
                </c:pt>
                <c:pt idx="5880">
                  <c:v>81.205115799749919</c:v>
                </c:pt>
                <c:pt idx="5881">
                  <c:v>81.203423633094502</c:v>
                </c:pt>
                <c:pt idx="5882">
                  <c:v>81.201806291293792</c:v>
                </c:pt>
                <c:pt idx="5883">
                  <c:v>81.20042456468201</c:v>
                </c:pt>
                <c:pt idx="5884">
                  <c:v>81.199463540009091</c:v>
                </c:pt>
                <c:pt idx="5885">
                  <c:v>81.199005468049094</c:v>
                </c:pt>
                <c:pt idx="5886">
                  <c:v>81.198936290059336</c:v>
                </c:pt>
                <c:pt idx="5887">
                  <c:v>81.199119518377131</c:v>
                </c:pt>
                <c:pt idx="5888">
                  <c:v>81.199233568865353</c:v>
                </c:pt>
                <c:pt idx="5889">
                  <c:v>81.199005468049094</c:v>
                </c:pt>
                <c:pt idx="5890">
                  <c:v>81.198218338185939</c:v>
                </c:pt>
                <c:pt idx="5891">
                  <c:v>81.196883413296504</c:v>
                </c:pt>
                <c:pt idx="5892">
                  <c:v>81.195097938824148</c:v>
                </c:pt>
                <c:pt idx="5893">
                  <c:v>81.193138636104294</c:v>
                </c:pt>
                <c:pt idx="5894">
                  <c:v>81.191239204557803</c:v>
                </c:pt>
                <c:pt idx="5895">
                  <c:v>81.189627713816932</c:v>
                </c:pt>
                <c:pt idx="5896">
                  <c:v>81.18838453225878</c:v>
                </c:pt>
                <c:pt idx="5897">
                  <c:v>81.187453560639995</c:v>
                </c:pt>
                <c:pt idx="5898">
                  <c:v>81.186660934583102</c:v>
                </c:pt>
                <c:pt idx="5899">
                  <c:v>81.185799149467044</c:v>
                </c:pt>
                <c:pt idx="5900">
                  <c:v>81.184722398272783</c:v>
                </c:pt>
                <c:pt idx="5901">
                  <c:v>81.183355916885247</c:v>
                </c:pt>
                <c:pt idx="5902">
                  <c:v>81.181724020548913</c:v>
                </c:pt>
                <c:pt idx="5903">
                  <c:v>81.179963179510068</c:v>
                </c:pt>
                <c:pt idx="5904">
                  <c:v>81.178138823984597</c:v>
                </c:pt>
                <c:pt idx="5905">
                  <c:v>81.176430397070988</c:v>
                </c:pt>
                <c:pt idx="5906">
                  <c:v>81.174834153212288</c:v>
                </c:pt>
                <c:pt idx="5907">
                  <c:v>81.173424849244753</c:v>
                </c:pt>
                <c:pt idx="5908">
                  <c:v>81.172187522961949</c:v>
                </c:pt>
                <c:pt idx="5909">
                  <c:v>81.171157678156945</c:v>
                </c:pt>
                <c:pt idx="5910">
                  <c:v>81.170340913981477</c:v>
                </c:pt>
                <c:pt idx="5911">
                  <c:v>81.169768997048365</c:v>
                </c:pt>
                <c:pt idx="5912">
                  <c:v>81.169402673286797</c:v>
                </c:pt>
                <c:pt idx="5913">
                  <c:v>81.169152228401316</c:v>
                </c:pt>
                <c:pt idx="5914">
                  <c:v>81.168815811114612</c:v>
                </c:pt>
                <c:pt idx="5915">
                  <c:v>81.168214001446543</c:v>
                </c:pt>
                <c:pt idx="5916">
                  <c:v>81.167137483480616</c:v>
                </c:pt>
                <c:pt idx="5917">
                  <c:v>81.165535815639913</c:v>
                </c:pt>
                <c:pt idx="5918">
                  <c:v>81.163382865025739</c:v>
                </c:pt>
                <c:pt idx="5919">
                  <c:v>81.160889849470536</c:v>
                </c:pt>
                <c:pt idx="5920">
                  <c:v>81.158264229977704</c:v>
                </c:pt>
                <c:pt idx="5921">
                  <c:v>81.155806876587548</c:v>
                </c:pt>
                <c:pt idx="5922">
                  <c:v>81.153609336883363</c:v>
                </c:pt>
                <c:pt idx="5923">
                  <c:v>81.151802390909225</c:v>
                </c:pt>
                <c:pt idx="5924">
                  <c:v>81.150300059014597</c:v>
                </c:pt>
                <c:pt idx="5925">
                  <c:v>81.149115403974179</c:v>
                </c:pt>
                <c:pt idx="5926">
                  <c:v>81.148140038515137</c:v>
                </c:pt>
                <c:pt idx="5927">
                  <c:v>81.147400113918138</c:v>
                </c:pt>
                <c:pt idx="5928">
                  <c:v>81.146850780323661</c:v>
                </c:pt>
                <c:pt idx="5929">
                  <c:v>81.146544350954755</c:v>
                </c:pt>
                <c:pt idx="5930">
                  <c:v>81.146316398150404</c:v>
                </c:pt>
                <c:pt idx="5931">
                  <c:v>81.146058550668158</c:v>
                </c:pt>
                <c:pt idx="5932">
                  <c:v>81.14549241015763</c:v>
                </c:pt>
                <c:pt idx="5933">
                  <c:v>81.14442553564038</c:v>
                </c:pt>
                <c:pt idx="5934">
                  <c:v>81.142592636864833</c:v>
                </c:pt>
                <c:pt idx="5935">
                  <c:v>81.140046078644929</c:v>
                </c:pt>
                <c:pt idx="5936">
                  <c:v>81.136862526196623</c:v>
                </c:pt>
                <c:pt idx="5937">
                  <c:v>81.133292387973469</c:v>
                </c:pt>
                <c:pt idx="5938">
                  <c:v>81.129623398614513</c:v>
                </c:pt>
                <c:pt idx="5939">
                  <c:v>81.12616005478894</c:v>
                </c:pt>
                <c:pt idx="5940">
                  <c:v>81.123100330344428</c:v>
                </c:pt>
                <c:pt idx="5941">
                  <c:v>81.120567458955634</c:v>
                </c:pt>
                <c:pt idx="5942">
                  <c:v>81.118514695695808</c:v>
                </c:pt>
                <c:pt idx="5943">
                  <c:v>81.116904648397309</c:v>
                </c:pt>
                <c:pt idx="5944">
                  <c:v>81.115571060331121</c:v>
                </c:pt>
                <c:pt idx="5945">
                  <c:v>81.114357028635482</c:v>
                </c:pt>
                <c:pt idx="5946">
                  <c:v>81.113006673187257</c:v>
                </c:pt>
                <c:pt idx="5947">
                  <c:v>81.111260396225148</c:v>
                </c:pt>
                <c:pt idx="5948">
                  <c:v>81.108923992481692</c:v>
                </c:pt>
                <c:pt idx="5949">
                  <c:v>81.105872388232726</c:v>
                </c:pt>
                <c:pt idx="5950">
                  <c:v>81.102128073552024</c:v>
                </c:pt>
                <c:pt idx="5951">
                  <c:v>81.097954440228975</c:v>
                </c:pt>
                <c:pt idx="5952">
                  <c:v>81.093704464337449</c:v>
                </c:pt>
                <c:pt idx="5953">
                  <c:v>81.089867353184644</c:v>
                </c:pt>
                <c:pt idx="5954">
                  <c:v>81.086799662078974</c:v>
                </c:pt>
                <c:pt idx="5955">
                  <c:v>81.084732816955153</c:v>
                </c:pt>
                <c:pt idx="5956">
                  <c:v>81.083603262615711</c:v>
                </c:pt>
                <c:pt idx="5957">
                  <c:v>81.083168248364586</c:v>
                </c:pt>
                <c:pt idx="5958">
                  <c:v>81.082916202548759</c:v>
                </c:pt>
                <c:pt idx="5959">
                  <c:v>81.082466256040092</c:v>
                </c:pt>
                <c:pt idx="5960">
                  <c:v>81.081428214698548</c:v>
                </c:pt>
                <c:pt idx="5961">
                  <c:v>81.079665815230712</c:v>
                </c:pt>
                <c:pt idx="5962">
                  <c:v>81.07712683249926</c:v>
                </c:pt>
                <c:pt idx="5963">
                  <c:v>81.074005486218098</c:v>
                </c:pt>
                <c:pt idx="5964">
                  <c:v>81.070449314090482</c:v>
                </c:pt>
                <c:pt idx="5965">
                  <c:v>81.066695434964458</c:v>
                </c:pt>
                <c:pt idx="5966">
                  <c:v>81.062812938278412</c:v>
                </c:pt>
                <c:pt idx="5967">
                  <c:v>81.058867168231146</c:v>
                </c:pt>
                <c:pt idx="5968">
                  <c:v>81.054886129441527</c:v>
                </c:pt>
                <c:pt idx="5969">
                  <c:v>81.0509183500359</c:v>
                </c:pt>
                <c:pt idx="5970">
                  <c:v>81.046920906065466</c:v>
                </c:pt>
                <c:pt idx="5971">
                  <c:v>81.042975909570231</c:v>
                </c:pt>
                <c:pt idx="5972">
                  <c:v>81.039016177159723</c:v>
                </c:pt>
                <c:pt idx="5973">
                  <c:v>81.035026783807751</c:v>
                </c:pt>
                <c:pt idx="5974">
                  <c:v>81.030914443572371</c:v>
                </c:pt>
                <c:pt idx="5975">
                  <c:v>81.02661947255001</c:v>
                </c:pt>
                <c:pt idx="5976">
                  <c:v>81.022057947678107</c:v>
                </c:pt>
                <c:pt idx="5977">
                  <c:v>81.017319457602326</c:v>
                </c:pt>
                <c:pt idx="5978">
                  <c:v>81.0124133603004</c:v>
                </c:pt>
                <c:pt idx="5979">
                  <c:v>81.007537404367056</c:v>
                </c:pt>
                <c:pt idx="5980">
                  <c:v>81.002799763510041</c:v>
                </c:pt>
                <c:pt idx="5981">
                  <c:v>80.998405569529041</c:v>
                </c:pt>
                <c:pt idx="5982">
                  <c:v>80.994461069573958</c:v>
                </c:pt>
                <c:pt idx="5983">
                  <c:v>80.991081820977598</c:v>
                </c:pt>
                <c:pt idx="5984">
                  <c:v>80.988258428886141</c:v>
                </c:pt>
                <c:pt idx="5985">
                  <c:v>80.985985240862263</c:v>
                </c:pt>
                <c:pt idx="5986">
                  <c:v>80.984085061277796</c:v>
                </c:pt>
                <c:pt idx="5987">
                  <c:v>80.98244598241871</c:v>
                </c:pt>
                <c:pt idx="5988">
                  <c:v>80.980805072081807</c:v>
                </c:pt>
                <c:pt idx="5989">
                  <c:v>80.97905045360983</c:v>
                </c:pt>
                <c:pt idx="5990">
                  <c:v>80.976975167553746</c:v>
                </c:pt>
                <c:pt idx="5991">
                  <c:v>80.974594154639377</c:v>
                </c:pt>
                <c:pt idx="5992">
                  <c:v>80.971907441838468</c:v>
                </c:pt>
                <c:pt idx="5993">
                  <c:v>80.969064209975812</c:v>
                </c:pt>
                <c:pt idx="5994">
                  <c:v>80.966202434790645</c:v>
                </c:pt>
                <c:pt idx="5995">
                  <c:v>80.963394824014898</c:v>
                </c:pt>
                <c:pt idx="5996">
                  <c:v>80.960686112537076</c:v>
                </c:pt>
                <c:pt idx="5997">
                  <c:v>80.957938345038599</c:v>
                </c:pt>
                <c:pt idx="5998">
                  <c:v>80.954918518181259</c:v>
                </c:pt>
                <c:pt idx="5999">
                  <c:v>80.951460768358913</c:v>
                </c:pt>
                <c:pt idx="6000">
                  <c:v>80.947343349497729</c:v>
                </c:pt>
                <c:pt idx="6001">
                  <c:v>80.942534678163042</c:v>
                </c:pt>
                <c:pt idx="6002">
                  <c:v>80.937126196185275</c:v>
                </c:pt>
                <c:pt idx="6003">
                  <c:v>80.931427366736415</c:v>
                </c:pt>
                <c:pt idx="6004">
                  <c:v>80.925781113307778</c:v>
                </c:pt>
                <c:pt idx="6005">
                  <c:v>80.920645787267802</c:v>
                </c:pt>
                <c:pt idx="6006">
                  <c:v>80.916321260753165</c:v>
                </c:pt>
                <c:pt idx="6007">
                  <c:v>80.913062647022045</c:v>
                </c:pt>
                <c:pt idx="6008">
                  <c:v>80.91081206304294</c:v>
                </c:pt>
                <c:pt idx="6009">
                  <c:v>80.909370082702452</c:v>
                </c:pt>
                <c:pt idx="6010">
                  <c:v>80.90827091598301</c:v>
                </c:pt>
                <c:pt idx="6011">
                  <c:v>80.90697429105046</c:v>
                </c:pt>
                <c:pt idx="6012">
                  <c:v>80.904930658594637</c:v>
                </c:pt>
                <c:pt idx="6013">
                  <c:v>80.901810353105446</c:v>
                </c:pt>
                <c:pt idx="6014">
                  <c:v>80.897484970452581</c:v>
                </c:pt>
                <c:pt idx="6015">
                  <c:v>80.89216704131033</c:v>
                </c:pt>
                <c:pt idx="6016">
                  <c:v>80.886231117919792</c:v>
                </c:pt>
                <c:pt idx="6017">
                  <c:v>80.880288180761255</c:v>
                </c:pt>
                <c:pt idx="6018">
                  <c:v>80.874686463679751</c:v>
                </c:pt>
                <c:pt idx="6019">
                  <c:v>80.869796452066595</c:v>
                </c:pt>
                <c:pt idx="6020">
                  <c:v>80.865623602866748</c:v>
                </c:pt>
                <c:pt idx="6021">
                  <c:v>80.861992784780796</c:v>
                </c:pt>
                <c:pt idx="6022">
                  <c:v>80.858589273611798</c:v>
                </c:pt>
                <c:pt idx="6023">
                  <c:v>80.855141223483201</c:v>
                </c:pt>
                <c:pt idx="6024">
                  <c:v>80.851410345671141</c:v>
                </c:pt>
                <c:pt idx="6025">
                  <c:v>80.847404125661782</c:v>
                </c:pt>
                <c:pt idx="6026">
                  <c:v>80.843139357739659</c:v>
                </c:pt>
                <c:pt idx="6027">
                  <c:v>80.838737072497779</c:v>
                </c:pt>
                <c:pt idx="6028">
                  <c:v>80.834349917216969</c:v>
                </c:pt>
                <c:pt idx="6029">
                  <c:v>80.830016974228798</c:v>
                </c:pt>
                <c:pt idx="6030">
                  <c:v>80.825684263498246</c:v>
                </c:pt>
                <c:pt idx="6031">
                  <c:v>80.821379699723693</c:v>
                </c:pt>
                <c:pt idx="6032">
                  <c:v>80.817047451974773</c:v>
                </c:pt>
                <c:pt idx="6033">
                  <c:v>80.812797310875396</c:v>
                </c:pt>
                <c:pt idx="6034">
                  <c:v>80.808601353188934</c:v>
                </c:pt>
                <c:pt idx="6035">
                  <c:v>80.804617720925748</c:v>
                </c:pt>
                <c:pt idx="6036">
                  <c:v>80.800833359148953</c:v>
                </c:pt>
                <c:pt idx="6037">
                  <c:v>80.79721847307809</c:v>
                </c:pt>
                <c:pt idx="6038">
                  <c:v>80.793707927920636</c:v>
                </c:pt>
                <c:pt idx="6039">
                  <c:v>80.790177072401377</c:v>
                </c:pt>
                <c:pt idx="6040">
                  <c:v>80.786605447210249</c:v>
                </c:pt>
                <c:pt idx="6041">
                  <c:v>80.783011658741771</c:v>
                </c:pt>
                <c:pt idx="6042">
                  <c:v>80.779395709967844</c:v>
                </c:pt>
                <c:pt idx="6043">
                  <c:v>80.775893378923101</c:v>
                </c:pt>
                <c:pt idx="6044">
                  <c:v>80.772491631854535</c:v>
                </c:pt>
                <c:pt idx="6045">
                  <c:v>80.769249969027754</c:v>
                </c:pt>
                <c:pt idx="6046">
                  <c:v>80.76603819160205</c:v>
                </c:pt>
                <c:pt idx="6047">
                  <c:v>80.762841418956015</c:v>
                </c:pt>
                <c:pt idx="6048">
                  <c:v>80.759544356687513</c:v>
                </c:pt>
                <c:pt idx="6049">
                  <c:v>80.75618792563813</c:v>
                </c:pt>
                <c:pt idx="6050">
                  <c:v>80.752770273820104</c:v>
                </c:pt>
                <c:pt idx="6051">
                  <c:v>80.749336032737929</c:v>
                </c:pt>
                <c:pt idx="6052">
                  <c:v>80.745903796949733</c:v>
                </c:pt>
                <c:pt idx="6053">
                  <c:v>80.742447537918181</c:v>
                </c:pt>
                <c:pt idx="6054">
                  <c:v>80.738868727379341</c:v>
                </c:pt>
                <c:pt idx="6055">
                  <c:v>80.73513020173236</c:v>
                </c:pt>
                <c:pt idx="6056">
                  <c:v>80.73112602564521</c:v>
                </c:pt>
                <c:pt idx="6057">
                  <c:v>80.726898991177791</c:v>
                </c:pt>
                <c:pt idx="6058">
                  <c:v>80.722473296501249</c:v>
                </c:pt>
                <c:pt idx="6059">
                  <c:v>80.71797164181956</c:v>
                </c:pt>
                <c:pt idx="6060">
                  <c:v>80.71344793622896</c:v>
                </c:pt>
                <c:pt idx="6061">
                  <c:v>80.708985811110196</c:v>
                </c:pt>
                <c:pt idx="6062">
                  <c:v>80.704544373869794</c:v>
                </c:pt>
                <c:pt idx="6063">
                  <c:v>80.700127337497605</c:v>
                </c:pt>
                <c:pt idx="6064">
                  <c:v>80.695664090702323</c:v>
                </c:pt>
                <c:pt idx="6065">
                  <c:v>80.691269836175181</c:v>
                </c:pt>
                <c:pt idx="6066">
                  <c:v>80.686859099981632</c:v>
                </c:pt>
                <c:pt idx="6067">
                  <c:v>80.682586080874842</c:v>
                </c:pt>
                <c:pt idx="6068">
                  <c:v>80.678467476211807</c:v>
                </c:pt>
                <c:pt idx="6069">
                  <c:v>80.674484686379316</c:v>
                </c:pt>
                <c:pt idx="6070">
                  <c:v>80.670509523190219</c:v>
                </c:pt>
                <c:pt idx="6071">
                  <c:v>80.666495550155574</c:v>
                </c:pt>
                <c:pt idx="6072">
                  <c:v>80.66230718874121</c:v>
                </c:pt>
                <c:pt idx="6073">
                  <c:v>80.657944466132065</c:v>
                </c:pt>
                <c:pt idx="6074">
                  <c:v>80.65337398261066</c:v>
                </c:pt>
                <c:pt idx="6075">
                  <c:v>80.648788902018453</c:v>
                </c:pt>
                <c:pt idx="6076">
                  <c:v>80.644287642691708</c:v>
                </c:pt>
                <c:pt idx="6077">
                  <c:v>80.640076295868639</c:v>
                </c:pt>
                <c:pt idx="6078">
                  <c:v>80.63618452361851</c:v>
                </c:pt>
                <c:pt idx="6079">
                  <c:v>80.632766380504293</c:v>
                </c:pt>
                <c:pt idx="6080">
                  <c:v>80.62971412530689</c:v>
                </c:pt>
                <c:pt idx="6081">
                  <c:v>80.626983160356033</c:v>
                </c:pt>
                <c:pt idx="6082">
                  <c:v>80.624419367858636</c:v>
                </c:pt>
                <c:pt idx="6083">
                  <c:v>80.621924343227207</c:v>
                </c:pt>
                <c:pt idx="6084">
                  <c:v>80.619431252138412</c:v>
                </c:pt>
                <c:pt idx="6085">
                  <c:v>80.616828718075951</c:v>
                </c:pt>
                <c:pt idx="6086">
                  <c:v>80.614035078505339</c:v>
                </c:pt>
                <c:pt idx="6087">
                  <c:v>80.611083763791328</c:v>
                </c:pt>
                <c:pt idx="6088">
                  <c:v>80.607894980408304</c:v>
                </c:pt>
                <c:pt idx="6089">
                  <c:v>80.604559699935137</c:v>
                </c:pt>
                <c:pt idx="6090">
                  <c:v>80.601081652384039</c:v>
                </c:pt>
                <c:pt idx="6091">
                  <c:v>80.59751096354195</c:v>
                </c:pt>
                <c:pt idx="6092">
                  <c:v>80.593933009908199</c:v>
                </c:pt>
                <c:pt idx="6093">
                  <c:v>80.59046284354919</c:v>
                </c:pt>
                <c:pt idx="6094">
                  <c:v>80.587157973759275</c:v>
                </c:pt>
                <c:pt idx="6095">
                  <c:v>80.584107445012549</c:v>
                </c:pt>
                <c:pt idx="6096">
                  <c:v>80.581405856607418</c:v>
                </c:pt>
                <c:pt idx="6097">
                  <c:v>80.579079149078254</c:v>
                </c:pt>
                <c:pt idx="6098">
                  <c:v>80.576973295479661</c:v>
                </c:pt>
                <c:pt idx="6099">
                  <c:v>80.575004789594075</c:v>
                </c:pt>
                <c:pt idx="6100">
                  <c:v>80.573014068649755</c:v>
                </c:pt>
                <c:pt idx="6101">
                  <c:v>80.570808192077052</c:v>
                </c:pt>
                <c:pt idx="6102">
                  <c:v>80.568253606452274</c:v>
                </c:pt>
                <c:pt idx="6103">
                  <c:v>80.565368895807723</c:v>
                </c:pt>
                <c:pt idx="6104">
                  <c:v>80.562180065783735</c:v>
                </c:pt>
                <c:pt idx="6105">
                  <c:v>80.558861516327539</c:v>
                </c:pt>
                <c:pt idx="6106">
                  <c:v>80.555496732085516</c:v>
                </c:pt>
                <c:pt idx="6107">
                  <c:v>80.552261923185526</c:v>
                </c:pt>
                <c:pt idx="6108">
                  <c:v>80.549118125019476</c:v>
                </c:pt>
                <c:pt idx="6109">
                  <c:v>80.546165477655123</c:v>
                </c:pt>
                <c:pt idx="6110">
                  <c:v>80.543372432219655</c:v>
                </c:pt>
                <c:pt idx="6111">
                  <c:v>80.540831698122901</c:v>
                </c:pt>
                <c:pt idx="6112">
                  <c:v>80.538758370125535</c:v>
                </c:pt>
                <c:pt idx="6113">
                  <c:v>80.53731560270883</c:v>
                </c:pt>
                <c:pt idx="6114">
                  <c:v>80.536597937539966</c:v>
                </c:pt>
                <c:pt idx="6115">
                  <c:v>80.536673968947497</c:v>
                </c:pt>
                <c:pt idx="6116">
                  <c:v>80.537323020470069</c:v>
                </c:pt>
                <c:pt idx="6117">
                  <c:v>80.538239119234987</c:v>
                </c:pt>
                <c:pt idx="6118">
                  <c:v>80.53898647068219</c:v>
                </c:pt>
                <c:pt idx="6119">
                  <c:v>80.539307296135689</c:v>
                </c:pt>
                <c:pt idx="6120">
                  <c:v>80.538940108728113</c:v>
                </c:pt>
                <c:pt idx="6121">
                  <c:v>80.538024001989655</c:v>
                </c:pt>
                <c:pt idx="6122">
                  <c:v>80.536774107984016</c:v>
                </c:pt>
                <c:pt idx="6123">
                  <c:v>80.535522378976893</c:v>
                </c:pt>
                <c:pt idx="6124">
                  <c:v>80.534537699163238</c:v>
                </c:pt>
                <c:pt idx="6125">
                  <c:v>80.53401291239156</c:v>
                </c:pt>
                <c:pt idx="6126">
                  <c:v>80.533920194236146</c:v>
                </c:pt>
                <c:pt idx="6127">
                  <c:v>80.534179805340344</c:v>
                </c:pt>
                <c:pt idx="6128">
                  <c:v>80.534637835543535</c:v>
                </c:pt>
                <c:pt idx="6129">
                  <c:v>80.535240510832338</c:v>
                </c:pt>
                <c:pt idx="6130">
                  <c:v>80.535872861137818</c:v>
                </c:pt>
                <c:pt idx="6131">
                  <c:v>80.536668405671335</c:v>
                </c:pt>
                <c:pt idx="6132">
                  <c:v>80.537575224758555</c:v>
                </c:pt>
                <c:pt idx="6133">
                  <c:v>80.538628557089041</c:v>
                </c:pt>
                <c:pt idx="6134">
                  <c:v>80.539711575116627</c:v>
                </c:pt>
                <c:pt idx="6135">
                  <c:v>80.540779771546482</c:v>
                </c:pt>
                <c:pt idx="6136">
                  <c:v>80.541733000461562</c:v>
                </c:pt>
                <c:pt idx="6137">
                  <c:v>80.542563839534949</c:v>
                </c:pt>
                <c:pt idx="6138">
                  <c:v>80.543313085691537</c:v>
                </c:pt>
                <c:pt idx="6139">
                  <c:v>80.544075320988</c:v>
                </c:pt>
                <c:pt idx="6140">
                  <c:v>80.544867237318257</c:v>
                </c:pt>
                <c:pt idx="6141">
                  <c:v>80.545646179009353</c:v>
                </c:pt>
                <c:pt idx="6142">
                  <c:v>80.546287884252095</c:v>
                </c:pt>
                <c:pt idx="6143">
                  <c:v>80.546638413263395</c:v>
                </c:pt>
                <c:pt idx="6144">
                  <c:v>80.546586482943241</c:v>
                </c:pt>
                <c:pt idx="6145">
                  <c:v>80.546150640504507</c:v>
                </c:pt>
                <c:pt idx="6146">
                  <c:v>80.54534943842927</c:v>
                </c:pt>
                <c:pt idx="6147">
                  <c:v>80.544531552864555</c:v>
                </c:pt>
                <c:pt idx="6148">
                  <c:v>80.543938081010424</c:v>
                </c:pt>
                <c:pt idx="6149">
                  <c:v>80.543845351428232</c:v>
                </c:pt>
                <c:pt idx="6150">
                  <c:v>80.544288599795621</c:v>
                </c:pt>
                <c:pt idx="6151">
                  <c:v>80.545334601428948</c:v>
                </c:pt>
                <c:pt idx="6152">
                  <c:v>80.546783076474654</c:v>
                </c:pt>
                <c:pt idx="6153">
                  <c:v>80.548515345879281</c:v>
                </c:pt>
                <c:pt idx="6154">
                  <c:v>80.550314423134239</c:v>
                </c:pt>
                <c:pt idx="6155">
                  <c:v>80.552085718862614</c:v>
                </c:pt>
                <c:pt idx="6156">
                  <c:v>80.553801408927725</c:v>
                </c:pt>
                <c:pt idx="6157">
                  <c:v>80.555426247479716</c:v>
                </c:pt>
                <c:pt idx="6158">
                  <c:v>80.556984342626322</c:v>
                </c:pt>
                <c:pt idx="6159">
                  <c:v>80.558540612980494</c:v>
                </c:pt>
                <c:pt idx="6160">
                  <c:v>80.56008949354127</c:v>
                </c:pt>
                <c:pt idx="6161">
                  <c:v>80.56177381901604</c:v>
                </c:pt>
                <c:pt idx="6162">
                  <c:v>80.563645539184023</c:v>
                </c:pt>
                <c:pt idx="6163">
                  <c:v>80.565841944170941</c:v>
                </c:pt>
                <c:pt idx="6164">
                  <c:v>80.568405729108875</c:v>
                </c:pt>
                <c:pt idx="6165">
                  <c:v>80.571320232055683</c:v>
                </c:pt>
                <c:pt idx="6166">
                  <c:v>80.574424080267377</c:v>
                </c:pt>
                <c:pt idx="6167">
                  <c:v>80.577552167812129</c:v>
                </c:pt>
                <c:pt idx="6168">
                  <c:v>80.580491122267915</c:v>
                </c:pt>
                <c:pt idx="6169">
                  <c:v>80.583068361830385</c:v>
                </c:pt>
                <c:pt idx="6170">
                  <c:v>80.585166952553109</c:v>
                </c:pt>
                <c:pt idx="6171">
                  <c:v>80.586836957694302</c:v>
                </c:pt>
                <c:pt idx="6172">
                  <c:v>80.588197109675178</c:v>
                </c:pt>
                <c:pt idx="6173">
                  <c:v>80.58943852353984</c:v>
                </c:pt>
                <c:pt idx="6174">
                  <c:v>80.590653977166184</c:v>
                </c:pt>
                <c:pt idx="6175">
                  <c:v>80.591986358080291</c:v>
                </c:pt>
                <c:pt idx="6176">
                  <c:v>80.593398557440736</c:v>
                </c:pt>
                <c:pt idx="6177">
                  <c:v>80.594818204603641</c:v>
                </c:pt>
                <c:pt idx="6178">
                  <c:v>80.59613766380005</c:v>
                </c:pt>
                <c:pt idx="6179">
                  <c:v>80.597267850666881</c:v>
                </c:pt>
                <c:pt idx="6180">
                  <c:v>80.598067713346737</c:v>
                </c:pt>
                <c:pt idx="6181">
                  <c:v>80.598602196777549</c:v>
                </c:pt>
                <c:pt idx="6182">
                  <c:v>80.598832322679584</c:v>
                </c:pt>
                <c:pt idx="6183">
                  <c:v>80.598952953455253</c:v>
                </c:pt>
                <c:pt idx="6184">
                  <c:v>80.599014196841225</c:v>
                </c:pt>
                <c:pt idx="6185">
                  <c:v>80.599281441251847</c:v>
                </c:pt>
                <c:pt idx="6186">
                  <c:v>80.599776959274607</c:v>
                </c:pt>
                <c:pt idx="6187">
                  <c:v>80.600615820698962</c:v>
                </c:pt>
                <c:pt idx="6188">
                  <c:v>80.601844434383139</c:v>
                </c:pt>
                <c:pt idx="6189">
                  <c:v>80.603423842929828</c:v>
                </c:pt>
                <c:pt idx="6190">
                  <c:v>80.605277970714269</c:v>
                </c:pt>
                <c:pt idx="6191">
                  <c:v>80.607384564046569</c:v>
                </c:pt>
                <c:pt idx="6192">
                  <c:v>80.609663830116759</c:v>
                </c:pt>
                <c:pt idx="6193">
                  <c:v>80.612113927406654</c:v>
                </c:pt>
                <c:pt idx="6194">
                  <c:v>80.614699603262395</c:v>
                </c:pt>
                <c:pt idx="6195">
                  <c:v>80.617415301871432</c:v>
                </c:pt>
                <c:pt idx="6196">
                  <c:v>80.620155224481451</c:v>
                </c:pt>
                <c:pt idx="6197">
                  <c:v>80.622824696634183</c:v>
                </c:pt>
                <c:pt idx="6198">
                  <c:v>80.625199078890773</c:v>
                </c:pt>
                <c:pt idx="6199">
                  <c:v>80.627166954550162</c:v>
                </c:pt>
                <c:pt idx="6200">
                  <c:v>80.628570487666309</c:v>
                </c:pt>
                <c:pt idx="6201">
                  <c:v>80.629417075009584</c:v>
                </c:pt>
                <c:pt idx="6202">
                  <c:v>80.62971412530689</c:v>
                </c:pt>
                <c:pt idx="6203">
                  <c:v>80.629638006063914</c:v>
                </c:pt>
                <c:pt idx="6204">
                  <c:v>80.62932610357494</c:v>
                </c:pt>
                <c:pt idx="6205">
                  <c:v>80.628943653360238</c:v>
                </c:pt>
                <c:pt idx="6206">
                  <c:v>80.62860761850375</c:v>
                </c:pt>
                <c:pt idx="6207">
                  <c:v>80.628447956024061</c:v>
                </c:pt>
                <c:pt idx="6208">
                  <c:v>80.628486943344569</c:v>
                </c:pt>
                <c:pt idx="6209">
                  <c:v>80.628754285478834</c:v>
                </c:pt>
                <c:pt idx="6210">
                  <c:v>80.629181292115192</c:v>
                </c:pt>
                <c:pt idx="6211">
                  <c:v>80.629723408146305</c:v>
                </c:pt>
                <c:pt idx="6212">
                  <c:v>80.630233965960471</c:v>
                </c:pt>
                <c:pt idx="6213">
                  <c:v>80.630560724658181</c:v>
                </c:pt>
                <c:pt idx="6214">
                  <c:v>80.630479034859619</c:v>
                </c:pt>
                <c:pt idx="6215">
                  <c:v>80.629944340039998</c:v>
                </c:pt>
                <c:pt idx="6216">
                  <c:v>80.628899096171665</c:v>
                </c:pt>
                <c:pt idx="6217">
                  <c:v>80.627517835538669</c:v>
                </c:pt>
                <c:pt idx="6218">
                  <c:v>80.62604563083481</c:v>
                </c:pt>
                <c:pt idx="6219">
                  <c:v>80.624762811074561</c:v>
                </c:pt>
                <c:pt idx="6220">
                  <c:v>80.623879143922792</c:v>
                </c:pt>
                <c:pt idx="6221">
                  <c:v>80.623481868149156</c:v>
                </c:pt>
                <c:pt idx="6222">
                  <c:v>80.623420606171365</c:v>
                </c:pt>
                <c:pt idx="6223">
                  <c:v>80.623496719544718</c:v>
                </c:pt>
                <c:pt idx="6224">
                  <c:v>80.623337067185759</c:v>
                </c:pt>
                <c:pt idx="6225">
                  <c:v>80.622748583895245</c:v>
                </c:pt>
                <c:pt idx="6226">
                  <c:v>80.621566061059852</c:v>
                </c:pt>
                <c:pt idx="6227">
                  <c:v>80.619910186960581</c:v>
                </c:pt>
                <c:pt idx="6228">
                  <c:v>80.618042728503411</c:v>
                </c:pt>
                <c:pt idx="6229">
                  <c:v>80.616218007203699</c:v>
                </c:pt>
                <c:pt idx="6230">
                  <c:v>80.614723734152733</c:v>
                </c:pt>
                <c:pt idx="6231">
                  <c:v>80.613738085971676</c:v>
                </c:pt>
                <c:pt idx="6232">
                  <c:v>80.613318585882155</c:v>
                </c:pt>
                <c:pt idx="6233">
                  <c:v>80.613450375498118</c:v>
                </c:pt>
                <c:pt idx="6234">
                  <c:v>80.613968255089858</c:v>
                </c:pt>
                <c:pt idx="6235">
                  <c:v>80.61483882003678</c:v>
                </c:pt>
                <c:pt idx="6236">
                  <c:v>80.615989687913753</c:v>
                </c:pt>
                <c:pt idx="6237">
                  <c:v>80.617316918848346</c:v>
                </c:pt>
                <c:pt idx="6238">
                  <c:v>80.618651596885854</c:v>
                </c:pt>
                <c:pt idx="6239">
                  <c:v>80.619986297019892</c:v>
                </c:pt>
                <c:pt idx="6240">
                  <c:v>80.621131669272245</c:v>
                </c:pt>
                <c:pt idx="6241">
                  <c:v>80.622009737139351</c:v>
                </c:pt>
                <c:pt idx="6242">
                  <c:v>80.622536953730489</c:v>
                </c:pt>
                <c:pt idx="6243">
                  <c:v>80.622757865932741</c:v>
                </c:pt>
                <c:pt idx="6244">
                  <c:v>80.62277271719492</c:v>
                </c:pt>
                <c:pt idx="6245">
                  <c:v>80.622733732637485</c:v>
                </c:pt>
                <c:pt idx="6246">
                  <c:v>80.62278756845987</c:v>
                </c:pt>
                <c:pt idx="6247">
                  <c:v>80.623015907002653</c:v>
                </c:pt>
                <c:pt idx="6248">
                  <c:v>80.623413180480256</c:v>
                </c:pt>
                <c:pt idx="6249">
                  <c:v>80.623916272599786</c:v>
                </c:pt>
                <c:pt idx="6250">
                  <c:v>80.624283847424635</c:v>
                </c:pt>
                <c:pt idx="6251">
                  <c:v>80.624389664730316</c:v>
                </c:pt>
                <c:pt idx="6252">
                  <c:v>80.624092634049035</c:v>
                </c:pt>
                <c:pt idx="6253">
                  <c:v>80.623366769926278</c:v>
                </c:pt>
                <c:pt idx="6254">
                  <c:v>80.62220651475954</c:v>
                </c:pt>
                <c:pt idx="6255">
                  <c:v>80.620866208776448</c:v>
                </c:pt>
                <c:pt idx="6256">
                  <c:v>80.619492511084886</c:v>
                </c:pt>
                <c:pt idx="6257">
                  <c:v>80.618369437795423</c:v>
                </c:pt>
                <c:pt idx="6258">
                  <c:v>80.617606499410627</c:v>
                </c:pt>
                <c:pt idx="6259">
                  <c:v>80.617378176188254</c:v>
                </c:pt>
                <c:pt idx="6260">
                  <c:v>80.617652906648743</c:v>
                </c:pt>
                <c:pt idx="6261">
                  <c:v>80.618310036007486</c:v>
                </c:pt>
                <c:pt idx="6262">
                  <c:v>80.619132383400427</c:v>
                </c:pt>
                <c:pt idx="6263">
                  <c:v>80.619964020897555</c:v>
                </c:pt>
                <c:pt idx="6264">
                  <c:v>80.620621169094605</c:v>
                </c:pt>
                <c:pt idx="6265">
                  <c:v>80.621062983605597</c:v>
                </c:pt>
                <c:pt idx="6266">
                  <c:v>80.621308024630295</c:v>
                </c:pt>
                <c:pt idx="6267">
                  <c:v>80.621499231401728</c:v>
                </c:pt>
                <c:pt idx="6268">
                  <c:v>80.621833380246343</c:v>
                </c:pt>
                <c:pt idx="6269">
                  <c:v>80.622483118075465</c:v>
                </c:pt>
                <c:pt idx="6270">
                  <c:v>80.623533848045611</c:v>
                </c:pt>
                <c:pt idx="6271">
                  <c:v>80.625037566700627</c:v>
                </c:pt>
                <c:pt idx="6272">
                  <c:v>80.626855061620034</c:v>
                </c:pt>
                <c:pt idx="6273">
                  <c:v>80.62886010865185</c:v>
                </c:pt>
                <c:pt idx="6274">
                  <c:v>80.630751953373931</c:v>
                </c:pt>
                <c:pt idx="6275">
                  <c:v>80.632361634423347</c:v>
                </c:pt>
                <c:pt idx="6276">
                  <c:v>80.633507182492721</c:v>
                </c:pt>
                <c:pt idx="6277">
                  <c:v>80.634086460969812</c:v>
                </c:pt>
                <c:pt idx="6278">
                  <c:v>80.634116167670555</c:v>
                </c:pt>
                <c:pt idx="6279">
                  <c:v>80.633750404679787</c:v>
                </c:pt>
                <c:pt idx="6280">
                  <c:v>80.633124712445849</c:v>
                </c:pt>
                <c:pt idx="6281">
                  <c:v>80.632417333304744</c:v>
                </c:pt>
                <c:pt idx="6282">
                  <c:v>80.631843636668989</c:v>
                </c:pt>
                <c:pt idx="6283">
                  <c:v>80.631546578526297</c:v>
                </c:pt>
                <c:pt idx="6284">
                  <c:v>80.631598563622262</c:v>
                </c:pt>
                <c:pt idx="6285">
                  <c:v>80.631995879391283</c:v>
                </c:pt>
                <c:pt idx="6286">
                  <c:v>80.632643842485535</c:v>
                </c:pt>
                <c:pt idx="6287">
                  <c:v>80.633438486282699</c:v>
                </c:pt>
                <c:pt idx="6288">
                  <c:v>80.634170011093559</c:v>
                </c:pt>
                <c:pt idx="6289">
                  <c:v>80.634743724281506</c:v>
                </c:pt>
                <c:pt idx="6290">
                  <c:v>80.635016657230963</c:v>
                </c:pt>
                <c:pt idx="6291">
                  <c:v>80.634964669931264</c:v>
                </c:pt>
                <c:pt idx="6292">
                  <c:v>80.634604473132583</c:v>
                </c:pt>
                <c:pt idx="6293">
                  <c:v>80.634040044271799</c:v>
                </c:pt>
                <c:pt idx="6294">
                  <c:v>80.633323373845698</c:v>
                </c:pt>
                <c:pt idx="6295">
                  <c:v>80.632660552204399</c:v>
                </c:pt>
                <c:pt idx="6296">
                  <c:v>80.632172258514331</c:v>
                </c:pt>
                <c:pt idx="6297">
                  <c:v>80.632003305872885</c:v>
                </c:pt>
                <c:pt idx="6298">
                  <c:v>80.632194538009955</c:v>
                </c:pt>
                <c:pt idx="6299">
                  <c:v>80.632820223025988</c:v>
                </c:pt>
                <c:pt idx="6300">
                  <c:v>80.633833954455326</c:v>
                </c:pt>
                <c:pt idx="6301">
                  <c:v>80.635185616186462</c:v>
                </c:pt>
                <c:pt idx="6302">
                  <c:v>80.63666541469442</c:v>
                </c:pt>
                <c:pt idx="6303">
                  <c:v>80.638167521505338</c:v>
                </c:pt>
                <c:pt idx="6304">
                  <c:v>80.639526683054399</c:v>
                </c:pt>
                <c:pt idx="6305">
                  <c:v>80.640640766982472</c:v>
                </c:pt>
                <c:pt idx="6306">
                  <c:v>80.641433632752566</c:v>
                </c:pt>
                <c:pt idx="6307">
                  <c:v>80.641951692115285</c:v>
                </c:pt>
                <c:pt idx="6308">
                  <c:v>80.642243218022884</c:v>
                </c:pt>
                <c:pt idx="6309">
                  <c:v>80.642440045027826</c:v>
                </c:pt>
                <c:pt idx="6310">
                  <c:v>80.642700005959256</c:v>
                </c:pt>
                <c:pt idx="6311">
                  <c:v>80.643234785367639</c:v>
                </c:pt>
                <c:pt idx="6312">
                  <c:v>80.644081526683777</c:v>
                </c:pt>
                <c:pt idx="6313">
                  <c:v>80.645340513761639</c:v>
                </c:pt>
                <c:pt idx="6314">
                  <c:v>80.646881778388249</c:v>
                </c:pt>
                <c:pt idx="6315">
                  <c:v>80.648605058535892</c:v>
                </c:pt>
                <c:pt idx="6316">
                  <c:v>80.650291234666739</c:v>
                </c:pt>
                <c:pt idx="6317">
                  <c:v>80.651710026915964</c:v>
                </c:pt>
                <c:pt idx="6318">
                  <c:v>80.652686853888142</c:v>
                </c:pt>
                <c:pt idx="6319">
                  <c:v>80.653175271810852</c:v>
                </c:pt>
                <c:pt idx="6320">
                  <c:v>80.653204985544164</c:v>
                </c:pt>
                <c:pt idx="6321">
                  <c:v>80.652993275433076</c:v>
                </c:pt>
                <c:pt idx="6322">
                  <c:v>80.652710996149438</c:v>
                </c:pt>
                <c:pt idx="6323">
                  <c:v>80.652671997115547</c:v>
                </c:pt>
                <c:pt idx="6324">
                  <c:v>80.652983989914617</c:v>
                </c:pt>
                <c:pt idx="6325">
                  <c:v>80.653808548121901</c:v>
                </c:pt>
                <c:pt idx="6326">
                  <c:v>80.655097401485136</c:v>
                </c:pt>
                <c:pt idx="6327">
                  <c:v>80.656776284591899</c:v>
                </c:pt>
                <c:pt idx="6328">
                  <c:v>80.658759788869503</c:v>
                </c:pt>
                <c:pt idx="6329">
                  <c:v>80.660897496499473</c:v>
                </c:pt>
                <c:pt idx="6330">
                  <c:v>80.66300925809918</c:v>
                </c:pt>
                <c:pt idx="6331">
                  <c:v>80.665046779698457</c:v>
                </c:pt>
                <c:pt idx="6332">
                  <c:v>80.666846602298037</c:v>
                </c:pt>
                <c:pt idx="6333">
                  <c:v>80.668395707774721</c:v>
                </c:pt>
                <c:pt idx="6334">
                  <c:v>80.669593777374416</c:v>
                </c:pt>
                <c:pt idx="6335">
                  <c:v>80.670531813278814</c:v>
                </c:pt>
                <c:pt idx="6336">
                  <c:v>80.671334260570319</c:v>
                </c:pt>
                <c:pt idx="6337">
                  <c:v>80.672110710223805</c:v>
                </c:pt>
                <c:pt idx="6338">
                  <c:v>80.673026484611356</c:v>
                </c:pt>
                <c:pt idx="6339">
                  <c:v>80.67418561354971</c:v>
                </c:pt>
                <c:pt idx="6340">
                  <c:v>80.675651266771197</c:v>
                </c:pt>
                <c:pt idx="6341">
                  <c:v>80.677323147062324</c:v>
                </c:pt>
                <c:pt idx="6342">
                  <c:v>80.678978342679713</c:v>
                </c:pt>
                <c:pt idx="6343">
                  <c:v>80.680542543035045</c:v>
                </c:pt>
                <c:pt idx="6344">
                  <c:v>80.681824392538346</c:v>
                </c:pt>
                <c:pt idx="6345">
                  <c:v>80.682846171222025</c:v>
                </c:pt>
                <c:pt idx="6346">
                  <c:v>80.683609727013518</c:v>
                </c:pt>
                <c:pt idx="6347">
                  <c:v>80.684356569595607</c:v>
                </c:pt>
                <c:pt idx="6348">
                  <c:v>80.685218605449165</c:v>
                </c:pt>
                <c:pt idx="6349">
                  <c:v>80.686286873865129</c:v>
                </c:pt>
                <c:pt idx="6350">
                  <c:v>80.687522367149228</c:v>
                </c:pt>
                <c:pt idx="6351">
                  <c:v>80.688843344053154</c:v>
                </c:pt>
                <c:pt idx="6352">
                  <c:v>80.690010132076068</c:v>
                </c:pt>
                <c:pt idx="6353">
                  <c:v>80.690857364525996</c:v>
                </c:pt>
                <c:pt idx="6354">
                  <c:v>80.691206664704794</c:v>
                </c:pt>
                <c:pt idx="6355">
                  <c:v>80.691063600087034</c:v>
                </c:pt>
                <c:pt idx="6356">
                  <c:v>80.690489486185285</c:v>
                </c:pt>
                <c:pt idx="6357">
                  <c:v>80.689742586834768</c:v>
                </c:pt>
                <c:pt idx="6358">
                  <c:v>80.689017989594333</c:v>
                </c:pt>
                <c:pt idx="6359">
                  <c:v>80.688583234373397</c:v>
                </c:pt>
                <c:pt idx="6360">
                  <c:v>80.688583234373397</c:v>
                </c:pt>
                <c:pt idx="6361">
                  <c:v>80.68913132360521</c:v>
                </c:pt>
                <c:pt idx="6362">
                  <c:v>80.690116035645815</c:v>
                </c:pt>
                <c:pt idx="6363">
                  <c:v>80.691489078720807</c:v>
                </c:pt>
                <c:pt idx="6364">
                  <c:v>80.693016361117827</c:v>
                </c:pt>
                <c:pt idx="6365">
                  <c:v>80.694556678847178</c:v>
                </c:pt>
                <c:pt idx="6366">
                  <c:v>80.695900068011525</c:v>
                </c:pt>
                <c:pt idx="6367">
                  <c:v>80.697059525602882</c:v>
                </c:pt>
                <c:pt idx="6368">
                  <c:v>80.69802761112895</c:v>
                </c:pt>
                <c:pt idx="6369">
                  <c:v>80.698943679720216</c:v>
                </c:pt>
                <c:pt idx="6370">
                  <c:v>80.699921078770871</c:v>
                </c:pt>
                <c:pt idx="6371">
                  <c:v>80.701149347975232</c:v>
                </c:pt>
                <c:pt idx="6372">
                  <c:v>80.702712119932343</c:v>
                </c:pt>
                <c:pt idx="6373">
                  <c:v>80.704620563828882</c:v>
                </c:pt>
                <c:pt idx="6374">
                  <c:v>80.706794795413998</c:v>
                </c:pt>
                <c:pt idx="6375">
                  <c:v>80.709143774676235</c:v>
                </c:pt>
                <c:pt idx="6376">
                  <c:v>80.71146308709838</c:v>
                </c:pt>
                <c:pt idx="6377">
                  <c:v>80.713639361525452</c:v>
                </c:pt>
                <c:pt idx="6378">
                  <c:v>80.715438409795539</c:v>
                </c:pt>
                <c:pt idx="6379">
                  <c:v>80.716843479514253</c:v>
                </c:pt>
                <c:pt idx="6380">
                  <c:v>80.717765337485147</c:v>
                </c:pt>
                <c:pt idx="6381">
                  <c:v>80.718269018364524</c:v>
                </c:pt>
                <c:pt idx="6382">
                  <c:v>80.718413989827425</c:v>
                </c:pt>
                <c:pt idx="6383">
                  <c:v>80.718406555387105</c:v>
                </c:pt>
                <c:pt idx="6384">
                  <c:v>80.718475323986283</c:v>
                </c:pt>
                <c:pt idx="6385">
                  <c:v>80.718865633361759</c:v>
                </c:pt>
                <c:pt idx="6386">
                  <c:v>80.719703875590028</c:v>
                </c:pt>
                <c:pt idx="6387">
                  <c:v>80.721055118084195</c:v>
                </c:pt>
                <c:pt idx="6388">
                  <c:v>80.722785559316222</c:v>
                </c:pt>
                <c:pt idx="6389">
                  <c:v>80.724739088033076</c:v>
                </c:pt>
                <c:pt idx="6390">
                  <c:v>80.726609018033997</c:v>
                </c:pt>
                <c:pt idx="6391">
                  <c:v>80.728270801323532</c:v>
                </c:pt>
                <c:pt idx="6392">
                  <c:v>80.729676094424605</c:v>
                </c:pt>
                <c:pt idx="6393">
                  <c:v>80.731025644952467</c:v>
                </c:pt>
                <c:pt idx="6394">
                  <c:v>80.732588995461924</c:v>
                </c:pt>
                <c:pt idx="6395">
                  <c:v>80.734672890239622</c:v>
                </c:pt>
                <c:pt idx="6396">
                  <c:v>80.737418657099795</c:v>
                </c:pt>
                <c:pt idx="6397">
                  <c:v>80.740722252566854</c:v>
                </c:pt>
                <c:pt idx="6398">
                  <c:v>80.74421748102705</c:v>
                </c:pt>
                <c:pt idx="6399">
                  <c:v>80.747344723243017</c:v>
                </c:pt>
                <c:pt idx="6400">
                  <c:v>80.749549855071052</c:v>
                </c:pt>
                <c:pt idx="6401">
                  <c:v>80.750449774400877</c:v>
                </c:pt>
                <c:pt idx="6402">
                  <c:v>80.74980086461936</c:v>
                </c:pt>
                <c:pt idx="6403">
                  <c:v>80.747902508066304</c:v>
                </c:pt>
                <c:pt idx="6404">
                  <c:v>80.745087593334759</c:v>
                </c:pt>
                <c:pt idx="6405">
                  <c:v>80.741921396344765</c:v>
                </c:pt>
                <c:pt idx="6406">
                  <c:v>80.738846418408556</c:v>
                </c:pt>
                <c:pt idx="6407">
                  <c:v>80.736167527646984</c:v>
                </c:pt>
                <c:pt idx="6408">
                  <c:v>80.733999940639762</c:v>
                </c:pt>
                <c:pt idx="6409">
                  <c:v>80.732299001879511</c:v>
                </c:pt>
                <c:pt idx="6410">
                  <c:v>80.730888086428081</c:v>
                </c:pt>
                <c:pt idx="6411">
                  <c:v>80.729698400861537</c:v>
                </c:pt>
                <c:pt idx="6412">
                  <c:v>80.728744806183087</c:v>
                </c:pt>
                <c:pt idx="6413">
                  <c:v>80.728012423376043</c:v>
                </c:pt>
                <c:pt idx="6414">
                  <c:v>80.727508681697955</c:v>
                </c:pt>
                <c:pt idx="6415">
                  <c:v>80.727302352988147</c:v>
                </c:pt>
                <c:pt idx="6416">
                  <c:v>80.727324658769206</c:v>
                </c:pt>
                <c:pt idx="6417">
                  <c:v>80.727447340675099</c:v>
                </c:pt>
                <c:pt idx="6418">
                  <c:v>80.727523552255974</c:v>
                </c:pt>
                <c:pt idx="6419">
                  <c:v>80.727400870234263</c:v>
                </c:pt>
                <c:pt idx="6420">
                  <c:v>80.727043978140273</c:v>
                </c:pt>
                <c:pt idx="6421">
                  <c:v>80.726439867514472</c:v>
                </c:pt>
                <c:pt idx="6422">
                  <c:v>80.725616425542285</c:v>
                </c:pt>
                <c:pt idx="6423">
                  <c:v>80.724623845255223</c:v>
                </c:pt>
                <c:pt idx="6424">
                  <c:v>80.723525329615057</c:v>
                </c:pt>
                <c:pt idx="6425">
                  <c:v>80.72231344814675</c:v>
                </c:pt>
                <c:pt idx="6426">
                  <c:v>80.720993781965092</c:v>
                </c:pt>
                <c:pt idx="6427">
                  <c:v>80.719657409606697</c:v>
                </c:pt>
                <c:pt idx="6428">
                  <c:v>80.718337786846533</c:v>
                </c:pt>
                <c:pt idx="6429">
                  <c:v>80.717207760841333</c:v>
                </c:pt>
                <c:pt idx="6430">
                  <c:v>80.716393705858053</c:v>
                </c:pt>
                <c:pt idx="6431">
                  <c:v>80.716087043438506</c:v>
                </c:pt>
                <c:pt idx="6432">
                  <c:v>80.716339807530218</c:v>
                </c:pt>
                <c:pt idx="6433">
                  <c:v>80.717111114614752</c:v>
                </c:pt>
                <c:pt idx="6434">
                  <c:v>80.718229987630536</c:v>
                </c:pt>
                <c:pt idx="6435">
                  <c:v>80.719497566828267</c:v>
                </c:pt>
                <c:pt idx="6436">
                  <c:v>80.720610896941793</c:v>
                </c:pt>
                <c:pt idx="6437">
                  <c:v>80.721298604350068</c:v>
                </c:pt>
                <c:pt idx="6438">
                  <c:v>80.721404548985134</c:v>
                </c:pt>
                <c:pt idx="6439">
                  <c:v>80.720832077874491</c:v>
                </c:pt>
                <c:pt idx="6440">
                  <c:v>80.719635105944192</c:v>
                </c:pt>
                <c:pt idx="6441">
                  <c:v>80.717949338622844</c:v>
                </c:pt>
                <c:pt idx="6442">
                  <c:v>80.715895612336951</c:v>
                </c:pt>
                <c:pt idx="6443">
                  <c:v>80.713730428087999</c:v>
                </c:pt>
                <c:pt idx="6444">
                  <c:v>80.711624772420535</c:v>
                </c:pt>
                <c:pt idx="6445">
                  <c:v>80.709747755867951</c:v>
                </c:pt>
                <c:pt idx="6446">
                  <c:v>80.70816068880228</c:v>
                </c:pt>
                <c:pt idx="6447">
                  <c:v>80.706954613038079</c:v>
                </c:pt>
                <c:pt idx="6448">
                  <c:v>80.706123936514231</c:v>
                </c:pt>
                <c:pt idx="6449">
                  <c:v>80.70565006447481</c:v>
                </c:pt>
                <c:pt idx="6450">
                  <c:v>80.70538432568604</c:v>
                </c:pt>
                <c:pt idx="6451">
                  <c:v>80.705352734419705</c:v>
                </c:pt>
                <c:pt idx="6452">
                  <c:v>80.705428925141931</c:v>
                </c:pt>
                <c:pt idx="6453">
                  <c:v>80.705657497740219</c:v>
                </c:pt>
                <c:pt idx="6454">
                  <c:v>80.705986420420146</c:v>
                </c:pt>
                <c:pt idx="6455">
                  <c:v>80.706536486202367</c:v>
                </c:pt>
                <c:pt idx="6456">
                  <c:v>80.70737460039598</c:v>
                </c:pt>
                <c:pt idx="6457">
                  <c:v>80.708526789325745</c:v>
                </c:pt>
                <c:pt idx="6458">
                  <c:v>80.709907579339543</c:v>
                </c:pt>
                <c:pt idx="6459">
                  <c:v>80.711433351901988</c:v>
                </c:pt>
                <c:pt idx="6460">
                  <c:v>80.712929417560659</c:v>
                </c:pt>
                <c:pt idx="6461">
                  <c:v>80.71418018690369</c:v>
                </c:pt>
                <c:pt idx="6462">
                  <c:v>80.715035107264498</c:v>
                </c:pt>
                <c:pt idx="6463">
                  <c:v>80.715492307521458</c:v>
                </c:pt>
                <c:pt idx="6464">
                  <c:v>80.715575941994999</c:v>
                </c:pt>
                <c:pt idx="6465">
                  <c:v>80.715484873350235</c:v>
                </c:pt>
                <c:pt idx="6466">
                  <c:v>80.715323180295343</c:v>
                </c:pt>
                <c:pt idx="6467">
                  <c:v>80.715246980232337</c:v>
                </c:pt>
                <c:pt idx="6468">
                  <c:v>80.715332472990866</c:v>
                </c:pt>
                <c:pt idx="6469">
                  <c:v>80.715484873350235</c:v>
                </c:pt>
                <c:pt idx="6470">
                  <c:v>80.71558523471964</c:v>
                </c:pt>
                <c:pt idx="6471">
                  <c:v>80.715600103081272</c:v>
                </c:pt>
                <c:pt idx="6472">
                  <c:v>80.715492307521458</c:v>
                </c:pt>
                <c:pt idx="6473">
                  <c:v>80.715271141220128</c:v>
                </c:pt>
                <c:pt idx="6474">
                  <c:v>80.715049975524806</c:v>
                </c:pt>
                <c:pt idx="6475">
                  <c:v>80.714964483065486</c:v>
                </c:pt>
                <c:pt idx="6476">
                  <c:v>80.715064843787843</c:v>
                </c:pt>
                <c:pt idx="6477">
                  <c:v>80.715354775464505</c:v>
                </c:pt>
                <c:pt idx="6478">
                  <c:v>80.71572834281406</c:v>
                </c:pt>
                <c:pt idx="6479">
                  <c:v>80.716057306538573</c:v>
                </c:pt>
                <c:pt idx="6480">
                  <c:v>80.716232010982552</c:v>
                </c:pt>
                <c:pt idx="6481">
                  <c:v>80.716239445222598</c:v>
                </c:pt>
                <c:pt idx="6482">
                  <c:v>80.716064740762519</c:v>
                </c:pt>
                <c:pt idx="6483">
                  <c:v>80.715904905098384</c:v>
                </c:pt>
                <c:pt idx="6484">
                  <c:v>80.715865875507546</c:v>
                </c:pt>
                <c:pt idx="6485">
                  <c:v>80.716079609212485</c:v>
                </c:pt>
                <c:pt idx="6486">
                  <c:v>80.716514512585633</c:v>
                </c:pt>
                <c:pt idx="6487">
                  <c:v>80.717116690355439</c:v>
                </c:pt>
                <c:pt idx="6488">
                  <c:v>80.71775790310457</c:v>
                </c:pt>
                <c:pt idx="6489">
                  <c:v>80.718246715085655</c:v>
                </c:pt>
                <c:pt idx="6490">
                  <c:v>80.718406555387105</c:v>
                </c:pt>
                <c:pt idx="6491">
                  <c:v>80.71820768436244</c:v>
                </c:pt>
                <c:pt idx="6492">
                  <c:v>80.717627801555153</c:v>
                </c:pt>
                <c:pt idx="6493">
                  <c:v>80.716767278015993</c:v>
                </c:pt>
                <c:pt idx="6494">
                  <c:v>80.715652142368569</c:v>
                </c:pt>
                <c:pt idx="6495">
                  <c:v>80.714538880648121</c:v>
                </c:pt>
                <c:pt idx="6496">
                  <c:v>80.713524134593555</c:v>
                </c:pt>
                <c:pt idx="6497">
                  <c:v>80.712730560030366</c:v>
                </c:pt>
                <c:pt idx="6498">
                  <c:v>80.712219479840414</c:v>
                </c:pt>
                <c:pt idx="6499">
                  <c:v>80.712059651790753</c:v>
                </c:pt>
                <c:pt idx="6500">
                  <c:v>80.712158150435116</c:v>
                </c:pt>
                <c:pt idx="6501">
                  <c:v>80.712462939454554</c:v>
                </c:pt>
                <c:pt idx="6502">
                  <c:v>80.712806757717729</c:v>
                </c:pt>
                <c:pt idx="6503">
                  <c:v>80.713135709535067</c:v>
                </c:pt>
                <c:pt idx="6504">
                  <c:v>80.713423775786907</c:v>
                </c:pt>
                <c:pt idx="6505">
                  <c:v>80.713691399548594</c:v>
                </c:pt>
                <c:pt idx="6506">
                  <c:v>80.714012920935716</c:v>
                </c:pt>
                <c:pt idx="6507">
                  <c:v>80.714538880648121</c:v>
                </c:pt>
                <c:pt idx="6508">
                  <c:v>80.715302736368926</c:v>
                </c:pt>
                <c:pt idx="6509">
                  <c:v>80.716293343483386</c:v>
                </c:pt>
                <c:pt idx="6510">
                  <c:v>80.717293255676708</c:v>
                </c:pt>
                <c:pt idx="6511">
                  <c:v>80.718131481576307</c:v>
                </c:pt>
                <c:pt idx="6512">
                  <c:v>80.71857383046013</c:v>
                </c:pt>
                <c:pt idx="6513">
                  <c:v>80.718430717320686</c:v>
                </c:pt>
                <c:pt idx="6514">
                  <c:v>80.717605498453466</c:v>
                </c:pt>
                <c:pt idx="6515">
                  <c:v>80.716246879463299</c:v>
                </c:pt>
                <c:pt idx="6516">
                  <c:v>80.714568616988629</c:v>
                </c:pt>
                <c:pt idx="6517">
                  <c:v>80.712907115757176</c:v>
                </c:pt>
                <c:pt idx="6518">
                  <c:v>80.711539283589161</c:v>
                </c:pt>
                <c:pt idx="6519">
                  <c:v>80.710708559877574</c:v>
                </c:pt>
                <c:pt idx="6520">
                  <c:v>80.710587761839619</c:v>
                </c:pt>
                <c:pt idx="6521">
                  <c:v>80.711136000540492</c:v>
                </c:pt>
                <c:pt idx="6522">
                  <c:v>80.712189744365361</c:v>
                </c:pt>
                <c:pt idx="6523">
                  <c:v>80.713499974128709</c:v>
                </c:pt>
                <c:pt idx="6524">
                  <c:v>80.714721015905738</c:v>
                </c:pt>
                <c:pt idx="6525">
                  <c:v>80.715590810354925</c:v>
                </c:pt>
                <c:pt idx="6526">
                  <c:v>80.715735777007723</c:v>
                </c:pt>
                <c:pt idx="6527">
                  <c:v>80.715087146187543</c:v>
                </c:pt>
                <c:pt idx="6528">
                  <c:v>80.713607767027753</c:v>
                </c:pt>
                <c:pt idx="6529">
                  <c:v>80.711494680756573</c:v>
                </c:pt>
                <c:pt idx="6530">
                  <c:v>80.709008111830187</c:v>
                </c:pt>
                <c:pt idx="6531">
                  <c:v>80.706542061212588</c:v>
                </c:pt>
                <c:pt idx="6532">
                  <c:v>80.704451459382881</c:v>
                </c:pt>
                <c:pt idx="6533">
                  <c:v>80.703002007237529</c:v>
                </c:pt>
                <c:pt idx="6534">
                  <c:v>80.702299589793327</c:v>
                </c:pt>
                <c:pt idx="6535">
                  <c:v>80.702316313947136</c:v>
                </c:pt>
                <c:pt idx="6536">
                  <c:v>80.702903519767062</c:v>
                </c:pt>
                <c:pt idx="6537">
                  <c:v>80.703804777517107</c:v>
                </c:pt>
                <c:pt idx="6538">
                  <c:v>80.704772943962865</c:v>
                </c:pt>
                <c:pt idx="6539">
                  <c:v>80.705627764682674</c:v>
                </c:pt>
                <c:pt idx="6540">
                  <c:v>80.706259594512304</c:v>
                </c:pt>
                <c:pt idx="6541">
                  <c:v>80.706679578253443</c:v>
                </c:pt>
                <c:pt idx="6542">
                  <c:v>80.70686355412046</c:v>
                </c:pt>
                <c:pt idx="6543">
                  <c:v>80.706991779972753</c:v>
                </c:pt>
                <c:pt idx="6544">
                  <c:v>80.707153456337764</c:v>
                </c:pt>
                <c:pt idx="6545">
                  <c:v>80.707480526756171</c:v>
                </c:pt>
                <c:pt idx="6546">
                  <c:v>80.707991576938454</c:v>
                </c:pt>
                <c:pt idx="6547">
                  <c:v>80.708785104907548</c:v>
                </c:pt>
                <c:pt idx="6548">
                  <c:v>80.709779348854667</c:v>
                </c:pt>
                <c:pt idx="6549">
                  <c:v>80.71094643961932</c:v>
                </c:pt>
                <c:pt idx="6550">
                  <c:v>80.712081953360084</c:v>
                </c:pt>
                <c:pt idx="6551">
                  <c:v>80.713079954895392</c:v>
                </c:pt>
                <c:pt idx="6552">
                  <c:v>80.713851230829505</c:v>
                </c:pt>
                <c:pt idx="6553">
                  <c:v>80.714347453218267</c:v>
                </c:pt>
                <c:pt idx="6554">
                  <c:v>80.714538880648121</c:v>
                </c:pt>
                <c:pt idx="6555">
                  <c:v>80.714492417637985</c:v>
                </c:pt>
                <c:pt idx="6556">
                  <c:v>80.714263820017649</c:v>
                </c:pt>
                <c:pt idx="6557">
                  <c:v>80.713944156138311</c:v>
                </c:pt>
                <c:pt idx="6558">
                  <c:v>80.713470238181884</c:v>
                </c:pt>
                <c:pt idx="6559">
                  <c:v>80.712921983625478</c:v>
                </c:pt>
                <c:pt idx="6560">
                  <c:v>80.712332846439608</c:v>
                </c:pt>
                <c:pt idx="6561">
                  <c:v>80.711814334934857</c:v>
                </c:pt>
                <c:pt idx="6562">
                  <c:v>80.711554151205505</c:v>
                </c:pt>
                <c:pt idx="6563">
                  <c:v>80.7118533625666</c:v>
                </c:pt>
                <c:pt idx="6564">
                  <c:v>80.712929417560659</c:v>
                </c:pt>
                <c:pt idx="6565">
                  <c:v>80.715020239006947</c:v>
                </c:pt>
                <c:pt idx="6566">
                  <c:v>80.718131481576307</c:v>
                </c:pt>
                <c:pt idx="6567">
                  <c:v>80.722053230572328</c:v>
                </c:pt>
                <c:pt idx="6568">
                  <c:v>80.72635622178413</c:v>
                </c:pt>
                <c:pt idx="6569">
                  <c:v>80.730590663392832</c:v>
                </c:pt>
                <c:pt idx="6570">
                  <c:v>80.734115196802975</c:v>
                </c:pt>
                <c:pt idx="6571">
                  <c:v>80.736504010779583</c:v>
                </c:pt>
                <c:pt idx="6572">
                  <c:v>80.73750417334233</c:v>
                </c:pt>
                <c:pt idx="6573">
                  <c:v>80.73704498936344</c:v>
                </c:pt>
                <c:pt idx="6574">
                  <c:v>80.735304947458317</c:v>
                </c:pt>
                <c:pt idx="6575">
                  <c:v>80.732559252482474</c:v>
                </c:pt>
                <c:pt idx="6576">
                  <c:v>80.729202084096912</c:v>
                </c:pt>
                <c:pt idx="6577">
                  <c:v>80.725601555335572</c:v>
                </c:pt>
                <c:pt idx="6578">
                  <c:v>80.72202349147436</c:v>
                </c:pt>
                <c:pt idx="6579">
                  <c:v>80.718742964497508</c:v>
                </c:pt>
                <c:pt idx="6580">
                  <c:v>80.715919773518905</c:v>
                </c:pt>
                <c:pt idx="6581">
                  <c:v>80.713691399548594</c:v>
                </c:pt>
                <c:pt idx="6582">
                  <c:v>80.712074519502949</c:v>
                </c:pt>
                <c:pt idx="6583">
                  <c:v>80.711128566770498</c:v>
                </c:pt>
                <c:pt idx="6584">
                  <c:v>80.710807056873108</c:v>
                </c:pt>
                <c:pt idx="6585">
                  <c:v>80.711043078464684</c:v>
                </c:pt>
                <c:pt idx="6586">
                  <c:v>80.711585744899324</c:v>
                </c:pt>
                <c:pt idx="6587">
                  <c:v>80.712256649199659</c:v>
                </c:pt>
                <c:pt idx="6588">
                  <c:v>80.712830917975083</c:v>
                </c:pt>
                <c:pt idx="6589">
                  <c:v>80.713050219103323</c:v>
                </c:pt>
                <c:pt idx="6590">
                  <c:v>80.712821625567543</c:v>
                </c:pt>
                <c:pt idx="6591">
                  <c:v>80.7121135472605</c:v>
                </c:pt>
                <c:pt idx="6592">
                  <c:v>80.71103750314353</c:v>
                </c:pt>
                <c:pt idx="6593">
                  <c:v>80.709732888584369</c:v>
                </c:pt>
                <c:pt idx="6594">
                  <c:v>80.708305642110432</c:v>
                </c:pt>
                <c:pt idx="6595">
                  <c:v>80.706932312885485</c:v>
                </c:pt>
                <c:pt idx="6596">
                  <c:v>80.705642631210083</c:v>
                </c:pt>
                <c:pt idx="6597">
                  <c:v>80.704451459382881</c:v>
                </c:pt>
                <c:pt idx="6598">
                  <c:v>80.703232431222915</c:v>
                </c:pt>
                <c:pt idx="6599">
                  <c:v>80.702033862036643</c:v>
                </c:pt>
                <c:pt idx="6600">
                  <c:v>80.700889198625674</c:v>
                </c:pt>
                <c:pt idx="6601">
                  <c:v>80.69985232597908</c:v>
                </c:pt>
                <c:pt idx="6602">
                  <c:v>80.699066318495326</c:v>
                </c:pt>
                <c:pt idx="6603">
                  <c:v>80.698769012695593</c:v>
                </c:pt>
                <c:pt idx="6604">
                  <c:v>80.699027297046669</c:v>
                </c:pt>
                <c:pt idx="6605">
                  <c:v>80.699883915092357</c:v>
                </c:pt>
                <c:pt idx="6606">
                  <c:v>80.701186512236475</c:v>
                </c:pt>
                <c:pt idx="6607">
                  <c:v>80.702782733410757</c:v>
                </c:pt>
                <c:pt idx="6608">
                  <c:v>80.704466325693588</c:v>
                </c:pt>
                <c:pt idx="6609">
                  <c:v>80.70606261174062</c:v>
                </c:pt>
                <c:pt idx="6610">
                  <c:v>80.70737460039598</c:v>
                </c:pt>
                <c:pt idx="6611">
                  <c:v>80.708404136173499</c:v>
                </c:pt>
                <c:pt idx="6612">
                  <c:v>80.709091739585034</c:v>
                </c:pt>
                <c:pt idx="6613">
                  <c:v>80.709441118698081</c:v>
                </c:pt>
                <c:pt idx="6614">
                  <c:v>80.709350056975026</c:v>
                </c:pt>
                <c:pt idx="6615">
                  <c:v>80.708733070047586</c:v>
                </c:pt>
                <c:pt idx="6616">
                  <c:v>80.707556719487158</c:v>
                </c:pt>
                <c:pt idx="6617">
                  <c:v>80.70580987983206</c:v>
                </c:pt>
                <c:pt idx="6618">
                  <c:v>80.703483296793763</c:v>
                </c:pt>
                <c:pt idx="6619">
                  <c:v>80.700844601678526</c:v>
                </c:pt>
                <c:pt idx="6620">
                  <c:v>80.698036901833262</c:v>
                </c:pt>
                <c:pt idx="6621">
                  <c:v>80.695381662074112</c:v>
                </c:pt>
                <c:pt idx="6622">
                  <c:v>80.693016361117827</c:v>
                </c:pt>
                <c:pt idx="6623">
                  <c:v>80.691139777319478</c:v>
                </c:pt>
                <c:pt idx="6624">
                  <c:v>80.689781603793875</c:v>
                </c:pt>
                <c:pt idx="6625">
                  <c:v>80.688934382639161</c:v>
                </c:pt>
                <c:pt idx="6626">
                  <c:v>80.688460611529479</c:v>
                </c:pt>
                <c:pt idx="6627">
                  <c:v>80.68827853552925</c:v>
                </c:pt>
                <c:pt idx="6628">
                  <c:v>80.688246950958799</c:v>
                </c:pt>
                <c:pt idx="6629">
                  <c:v>80.688271103864523</c:v>
                </c:pt>
                <c:pt idx="6630">
                  <c:v>80.688163344802533</c:v>
                </c:pt>
                <c:pt idx="6631">
                  <c:v>80.687880942426332</c:v>
                </c:pt>
                <c:pt idx="6632">
                  <c:v>80.687370019586382</c:v>
                </c:pt>
                <c:pt idx="6633">
                  <c:v>80.686645443651699</c:v>
                </c:pt>
                <c:pt idx="6634">
                  <c:v>80.685768529684694</c:v>
                </c:pt>
                <c:pt idx="6635">
                  <c:v>80.684891625248113</c:v>
                </c:pt>
                <c:pt idx="6636">
                  <c:v>80.684157782462023</c:v>
                </c:pt>
                <c:pt idx="6637">
                  <c:v>80.683669176916055</c:v>
                </c:pt>
                <c:pt idx="6638">
                  <c:v>80.683425804154894</c:v>
                </c:pt>
                <c:pt idx="6639">
                  <c:v>80.683366354431683</c:v>
                </c:pt>
                <c:pt idx="6640">
                  <c:v>80.683366354431683</c:v>
                </c:pt>
                <c:pt idx="6641">
                  <c:v>80.683189863323918</c:v>
                </c:pt>
                <c:pt idx="6642">
                  <c:v>80.682686401337989</c:v>
                </c:pt>
                <c:pt idx="6643">
                  <c:v>80.681816961468044</c:v>
                </c:pt>
                <c:pt idx="6644">
                  <c:v>80.680655865141503</c:v>
                </c:pt>
                <c:pt idx="6645">
                  <c:v>80.67930529891683</c:v>
                </c:pt>
                <c:pt idx="6646">
                  <c:v>80.677947324586285</c:v>
                </c:pt>
                <c:pt idx="6647">
                  <c:v>80.67679742985861</c:v>
                </c:pt>
                <c:pt idx="6648">
                  <c:v>80.675965206094844</c:v>
                </c:pt>
                <c:pt idx="6649">
                  <c:v>80.675575104160828</c:v>
                </c:pt>
                <c:pt idx="6650">
                  <c:v>80.675582534656243</c:v>
                </c:pt>
                <c:pt idx="6651">
                  <c:v>80.676026507998841</c:v>
                </c:pt>
                <c:pt idx="6652">
                  <c:v>80.676773280387366</c:v>
                </c:pt>
                <c:pt idx="6653">
                  <c:v>80.677780133704573</c:v>
                </c:pt>
                <c:pt idx="6654">
                  <c:v>80.678840872839316</c:v>
                </c:pt>
                <c:pt idx="6655">
                  <c:v>80.679808739804599</c:v>
                </c:pt>
                <c:pt idx="6656">
                  <c:v>80.680564835895879</c:v>
                </c:pt>
                <c:pt idx="6657">
                  <c:v>80.680954961957454</c:v>
                </c:pt>
                <c:pt idx="6658">
                  <c:v>80.680839781685862</c:v>
                </c:pt>
                <c:pt idx="6659">
                  <c:v>80.680366058104241</c:v>
                </c:pt>
                <c:pt idx="6660">
                  <c:v>80.679596959860163</c:v>
                </c:pt>
                <c:pt idx="6661">
                  <c:v>80.678710834016712</c:v>
                </c:pt>
                <c:pt idx="6662">
                  <c:v>80.677871159808319</c:v>
                </c:pt>
                <c:pt idx="6663">
                  <c:v>80.677124377257442</c:v>
                </c:pt>
                <c:pt idx="6664">
                  <c:v>80.676498348455269</c:v>
                </c:pt>
                <c:pt idx="6665">
                  <c:v>80.675879755033691</c:v>
                </c:pt>
                <c:pt idx="6666">
                  <c:v>80.675108841942929</c:v>
                </c:pt>
                <c:pt idx="6667">
                  <c:v>80.674079730888195</c:v>
                </c:pt>
                <c:pt idx="6668">
                  <c:v>80.672851873682632</c:v>
                </c:pt>
                <c:pt idx="6669">
                  <c:v>80.671486577855717</c:v>
                </c:pt>
                <c:pt idx="6670">
                  <c:v>80.670180745098776</c:v>
                </c:pt>
                <c:pt idx="6671">
                  <c:v>80.669250143188748</c:v>
                </c:pt>
                <c:pt idx="6672">
                  <c:v>80.668815494477656</c:v>
                </c:pt>
                <c:pt idx="6673">
                  <c:v>80.669006813920916</c:v>
                </c:pt>
                <c:pt idx="6674">
                  <c:v>80.669738661415707</c:v>
                </c:pt>
                <c:pt idx="6675">
                  <c:v>80.670875452924122</c:v>
                </c:pt>
                <c:pt idx="6676">
                  <c:v>80.67221844784747</c:v>
                </c:pt>
                <c:pt idx="6677">
                  <c:v>80.673529886319173</c:v>
                </c:pt>
                <c:pt idx="6678">
                  <c:v>80.674614718390202</c:v>
                </c:pt>
                <c:pt idx="6679">
                  <c:v>80.675422779155824</c:v>
                </c:pt>
                <c:pt idx="6680">
                  <c:v>80.675911334763128</c:v>
                </c:pt>
                <c:pt idx="6681">
                  <c:v>80.676132393215454</c:v>
                </c:pt>
                <c:pt idx="6682">
                  <c:v>80.676117532124039</c:v>
                </c:pt>
                <c:pt idx="6683">
                  <c:v>80.675987497690912</c:v>
                </c:pt>
                <c:pt idx="6684">
                  <c:v>80.675796161691849</c:v>
                </c:pt>
                <c:pt idx="6685">
                  <c:v>80.675521233089611</c:v>
                </c:pt>
                <c:pt idx="6686">
                  <c:v>80.675086550589654</c:v>
                </c:pt>
                <c:pt idx="6687">
                  <c:v>80.674453107208322</c:v>
                </c:pt>
                <c:pt idx="6688">
                  <c:v>80.673561465128785</c:v>
                </c:pt>
                <c:pt idx="6689">
                  <c:v>80.672355906403837</c:v>
                </c:pt>
                <c:pt idx="6690">
                  <c:v>80.670966471237563</c:v>
                </c:pt>
                <c:pt idx="6691">
                  <c:v>80.66966250438719</c:v>
                </c:pt>
                <c:pt idx="6692">
                  <c:v>80.668845213973057</c:v>
                </c:pt>
                <c:pt idx="6693">
                  <c:v>80.668913940348091</c:v>
                </c:pt>
                <c:pt idx="6694">
                  <c:v>80.670204892596615</c:v>
                </c:pt>
                <c:pt idx="6695">
                  <c:v>80.672844443438734</c:v>
                </c:pt>
                <c:pt idx="6696">
                  <c:v>80.676535501364313</c:v>
                </c:pt>
                <c:pt idx="6697">
                  <c:v>80.680824919727314</c:v>
                </c:pt>
                <c:pt idx="6698">
                  <c:v>80.684815453914311</c:v>
                </c:pt>
                <c:pt idx="6699">
                  <c:v>80.687804768270439</c:v>
                </c:pt>
                <c:pt idx="6700">
                  <c:v>80.68917034026876</c:v>
                </c:pt>
                <c:pt idx="6701">
                  <c:v>80.688735584226947</c:v>
                </c:pt>
                <c:pt idx="6702">
                  <c:v>80.686682601233656</c:v>
                </c:pt>
                <c:pt idx="6703">
                  <c:v>80.683609727013518</c:v>
                </c:pt>
                <c:pt idx="6704">
                  <c:v>80.680252736404839</c:v>
                </c:pt>
                <c:pt idx="6705">
                  <c:v>80.677276705475279</c:v>
                </c:pt>
                <c:pt idx="6706">
                  <c:v>80.675108841942929</c:v>
                </c:pt>
                <c:pt idx="6707">
                  <c:v>80.673988709062186</c:v>
                </c:pt>
                <c:pt idx="6708">
                  <c:v>80.673775086812654</c:v>
                </c:pt>
                <c:pt idx="6709">
                  <c:v>80.674217192616013</c:v>
                </c:pt>
                <c:pt idx="6710">
                  <c:v>80.674950944989916</c:v>
                </c:pt>
                <c:pt idx="6711">
                  <c:v>80.675796161691849</c:v>
                </c:pt>
                <c:pt idx="6712">
                  <c:v>80.676581942524692</c:v>
                </c:pt>
                <c:pt idx="6713">
                  <c:v>80.677261844173074</c:v>
                </c:pt>
                <c:pt idx="6714">
                  <c:v>80.677726261160927</c:v>
                </c:pt>
                <c:pt idx="6715">
                  <c:v>80.677917601737548</c:v>
                </c:pt>
                <c:pt idx="6716">
                  <c:v>80.677757841613186</c:v>
                </c:pt>
                <c:pt idx="6717">
                  <c:v>80.677170818756792</c:v>
                </c:pt>
                <c:pt idx="6718">
                  <c:v>80.676093382856322</c:v>
                </c:pt>
                <c:pt idx="6719">
                  <c:v>80.674728032170563</c:v>
                </c:pt>
                <c:pt idx="6720">
                  <c:v>80.673293974426613</c:v>
                </c:pt>
                <c:pt idx="6721">
                  <c:v>80.672051268837848</c:v>
                </c:pt>
                <c:pt idx="6722">
                  <c:v>80.671133647999127</c:v>
                </c:pt>
                <c:pt idx="6723">
                  <c:v>80.670661838918406</c:v>
                </c:pt>
                <c:pt idx="6724">
                  <c:v>80.670472373056228</c:v>
                </c:pt>
                <c:pt idx="6725">
                  <c:v>80.67036463776445</c:v>
                </c:pt>
                <c:pt idx="6726">
                  <c:v>80.669998710347642</c:v>
                </c:pt>
                <c:pt idx="6727">
                  <c:v>80.669220423544175</c:v>
                </c:pt>
                <c:pt idx="6728">
                  <c:v>80.66799078284798</c:v>
                </c:pt>
                <c:pt idx="6729">
                  <c:v>80.666488120497107</c:v>
                </c:pt>
                <c:pt idx="6730">
                  <c:v>80.664963197581343</c:v>
                </c:pt>
                <c:pt idx="6731">
                  <c:v>80.663772626160679</c:v>
                </c:pt>
                <c:pt idx="6732">
                  <c:v>80.66317641837081</c:v>
                </c:pt>
                <c:pt idx="6733">
                  <c:v>80.663421587395774</c:v>
                </c:pt>
                <c:pt idx="6734">
                  <c:v>80.664457991961754</c:v>
                </c:pt>
                <c:pt idx="6735">
                  <c:v>80.666313523720191</c:v>
                </c:pt>
                <c:pt idx="6736">
                  <c:v>80.668899080586371</c:v>
                </c:pt>
                <c:pt idx="6737">
                  <c:v>80.672103280048162</c:v>
                </c:pt>
                <c:pt idx="6738">
                  <c:v>80.675749720983816</c:v>
                </c:pt>
                <c:pt idx="6739">
                  <c:v>80.67970284976289</c:v>
                </c:pt>
                <c:pt idx="6740">
                  <c:v>80.683669176916055</c:v>
                </c:pt>
                <c:pt idx="6741">
                  <c:v>80.687293845912833</c:v>
                </c:pt>
                <c:pt idx="6742">
                  <c:v>80.690162484623755</c:v>
                </c:pt>
                <c:pt idx="6743">
                  <c:v>80.691948003604963</c:v>
                </c:pt>
                <c:pt idx="6744">
                  <c:v>80.69245895543331</c:v>
                </c:pt>
                <c:pt idx="6745">
                  <c:v>80.691665587982754</c:v>
                </c:pt>
                <c:pt idx="6746">
                  <c:v>80.689789035597741</c:v>
                </c:pt>
                <c:pt idx="6747">
                  <c:v>80.687225103878916</c:v>
                </c:pt>
                <c:pt idx="6748">
                  <c:v>80.684447603119338</c:v>
                </c:pt>
                <c:pt idx="6749">
                  <c:v>80.681893129971101</c:v>
                </c:pt>
                <c:pt idx="6750">
                  <c:v>80.679825459297589</c:v>
                </c:pt>
                <c:pt idx="6751">
                  <c:v>80.678467476211807</c:v>
                </c:pt>
                <c:pt idx="6752">
                  <c:v>80.677765272309628</c:v>
                </c:pt>
                <c:pt idx="6753">
                  <c:v>80.677620373852406</c:v>
                </c:pt>
                <c:pt idx="6754">
                  <c:v>80.677811714177921</c:v>
                </c:pt>
                <c:pt idx="6755">
                  <c:v>80.67819253850621</c:v>
                </c:pt>
                <c:pt idx="6756">
                  <c:v>80.678634668517944</c:v>
                </c:pt>
                <c:pt idx="6757">
                  <c:v>80.67903221605944</c:v>
                </c:pt>
                <c:pt idx="6758">
                  <c:v>80.679268144732262</c:v>
                </c:pt>
                <c:pt idx="6759">
                  <c:v>80.679390753606313</c:v>
                </c:pt>
                <c:pt idx="6760">
                  <c:v>80.679366603358801</c:v>
                </c:pt>
                <c:pt idx="6761">
                  <c:v>80.679160397693721</c:v>
                </c:pt>
                <c:pt idx="6762">
                  <c:v>80.678718264800935</c:v>
                </c:pt>
                <c:pt idx="6763">
                  <c:v>80.678094081312452</c:v>
                </c:pt>
                <c:pt idx="6764">
                  <c:v>80.677215402621329</c:v>
                </c:pt>
                <c:pt idx="6765">
                  <c:v>80.676193695246468</c:v>
                </c:pt>
                <c:pt idx="6766">
                  <c:v>80.674973236305718</c:v>
                </c:pt>
                <c:pt idx="6767">
                  <c:v>80.673706356296123</c:v>
                </c:pt>
                <c:pt idx="6768">
                  <c:v>80.672493365194399</c:v>
                </c:pt>
                <c:pt idx="6769">
                  <c:v>80.67143270951459</c:v>
                </c:pt>
                <c:pt idx="6770">
                  <c:v>80.670524383248605</c:v>
                </c:pt>
                <c:pt idx="6771">
                  <c:v>80.669807388551931</c:v>
                </c:pt>
                <c:pt idx="6772">
                  <c:v>80.669212993634744</c:v>
                </c:pt>
                <c:pt idx="6773">
                  <c:v>80.668616745633614</c:v>
                </c:pt>
                <c:pt idx="6774">
                  <c:v>80.667899767891925</c:v>
                </c:pt>
                <c:pt idx="6775">
                  <c:v>80.667045346780853</c:v>
                </c:pt>
                <c:pt idx="6776">
                  <c:v>80.66611478104042</c:v>
                </c:pt>
                <c:pt idx="6777">
                  <c:v>80.665368107310684</c:v>
                </c:pt>
                <c:pt idx="6778">
                  <c:v>80.665054209224166</c:v>
                </c:pt>
                <c:pt idx="6779">
                  <c:v>80.665520413331265</c:v>
                </c:pt>
                <c:pt idx="6780">
                  <c:v>80.666961762592891</c:v>
                </c:pt>
                <c:pt idx="6781">
                  <c:v>80.669357876992137</c:v>
                </c:pt>
                <c:pt idx="6782">
                  <c:v>80.672294607288961</c:v>
                </c:pt>
                <c:pt idx="6783">
                  <c:v>80.675285315373799</c:v>
                </c:pt>
                <c:pt idx="6784">
                  <c:v>80.677703969084433</c:v>
                </c:pt>
                <c:pt idx="6785">
                  <c:v>80.678931900139872</c:v>
                </c:pt>
                <c:pt idx="6786">
                  <c:v>80.678664391630861</c:v>
                </c:pt>
                <c:pt idx="6787">
                  <c:v>80.676986910576048</c:v>
                </c:pt>
                <c:pt idx="6788">
                  <c:v>80.674339793814099</c:v>
                </c:pt>
                <c:pt idx="6789">
                  <c:v>80.671349120780619</c:v>
                </c:pt>
                <c:pt idx="6790">
                  <c:v>80.668707761398622</c:v>
                </c:pt>
                <c:pt idx="6791">
                  <c:v>80.666961762592891</c:v>
                </c:pt>
                <c:pt idx="6792">
                  <c:v>80.666397107236449</c:v>
                </c:pt>
                <c:pt idx="6793">
                  <c:v>80.666922756668171</c:v>
                </c:pt>
                <c:pt idx="6794">
                  <c:v>80.668152381084184</c:v>
                </c:pt>
                <c:pt idx="6795">
                  <c:v>80.669692224194662</c:v>
                </c:pt>
                <c:pt idx="6796">
                  <c:v>80.671133647999127</c:v>
                </c:pt>
                <c:pt idx="6797">
                  <c:v>80.672233308220669</c:v>
                </c:pt>
                <c:pt idx="6798">
                  <c:v>80.672851873682632</c:v>
                </c:pt>
                <c:pt idx="6799">
                  <c:v>80.67313422345805</c:v>
                </c:pt>
                <c:pt idx="6800">
                  <c:v>80.673104502382529</c:v>
                </c:pt>
                <c:pt idx="6801">
                  <c:v>80.67282215271112</c:v>
                </c:pt>
                <c:pt idx="6802">
                  <c:v>80.672196157292859</c:v>
                </c:pt>
                <c:pt idx="6803">
                  <c:v>80.671194946231836</c:v>
                </c:pt>
                <c:pt idx="6804">
                  <c:v>80.669799958588428</c:v>
                </c:pt>
                <c:pt idx="6805">
                  <c:v>80.668044648890742</c:v>
                </c:pt>
                <c:pt idx="6806">
                  <c:v>80.666090634766888</c:v>
                </c:pt>
                <c:pt idx="6807">
                  <c:v>80.664253681764137</c:v>
                </c:pt>
                <c:pt idx="6808">
                  <c:v>80.662726943760362</c:v>
                </c:pt>
                <c:pt idx="6809">
                  <c:v>80.661606982795973</c:v>
                </c:pt>
                <c:pt idx="6810">
                  <c:v>80.660691338038959</c:v>
                </c:pt>
                <c:pt idx="6811">
                  <c:v>80.659714414120273</c:v>
                </c:pt>
                <c:pt idx="6812">
                  <c:v>80.658317767774847</c:v>
                </c:pt>
                <c:pt idx="6813">
                  <c:v>80.656226557956742</c:v>
                </c:pt>
                <c:pt idx="6814">
                  <c:v>80.653442695804884</c:v>
                </c:pt>
                <c:pt idx="6815">
                  <c:v>80.650283806500752</c:v>
                </c:pt>
                <c:pt idx="6816">
                  <c:v>80.647240173058606</c:v>
                </c:pt>
                <c:pt idx="6817">
                  <c:v>80.644896709289057</c:v>
                </c:pt>
                <c:pt idx="6818">
                  <c:v>80.643583879394527</c:v>
                </c:pt>
                <c:pt idx="6819">
                  <c:v>80.643401904660053</c:v>
                </c:pt>
                <c:pt idx="6820">
                  <c:v>80.644066671496333</c:v>
                </c:pt>
                <c:pt idx="6821">
                  <c:v>80.645058261262051</c:v>
                </c:pt>
                <c:pt idx="6822">
                  <c:v>80.645743468055116</c:v>
                </c:pt>
                <c:pt idx="6823">
                  <c:v>80.645743468055116</c:v>
                </c:pt>
                <c:pt idx="6824">
                  <c:v>80.644866998616621</c:v>
                </c:pt>
                <c:pt idx="6825">
                  <c:v>80.643310917446797</c:v>
                </c:pt>
                <c:pt idx="6826">
                  <c:v>80.641402066519035</c:v>
                </c:pt>
                <c:pt idx="6827">
                  <c:v>80.639625093181635</c:v>
                </c:pt>
                <c:pt idx="6828">
                  <c:v>80.63829749497981</c:v>
                </c:pt>
                <c:pt idx="6829">
                  <c:v>80.637565932723803</c:v>
                </c:pt>
                <c:pt idx="6830">
                  <c:v>80.637382114824632</c:v>
                </c:pt>
                <c:pt idx="6831">
                  <c:v>80.637573359718431</c:v>
                </c:pt>
                <c:pt idx="6832">
                  <c:v>80.637924285994558</c:v>
                </c:pt>
                <c:pt idx="6833">
                  <c:v>80.638252932622095</c:v>
                </c:pt>
                <c:pt idx="6834">
                  <c:v>80.638420041590464</c:v>
                </c:pt>
                <c:pt idx="6835">
                  <c:v>80.638434895737731</c:v>
                </c:pt>
                <c:pt idx="6836">
                  <c:v>80.638213940579305</c:v>
                </c:pt>
                <c:pt idx="6837">
                  <c:v>80.637772032078729</c:v>
                </c:pt>
                <c:pt idx="6838">
                  <c:v>80.637008910075934</c:v>
                </c:pt>
                <c:pt idx="6839">
                  <c:v>80.635956147779879</c:v>
                </c:pt>
                <c:pt idx="6840">
                  <c:v>80.63471216066668</c:v>
                </c:pt>
                <c:pt idx="6841">
                  <c:v>80.633392069957679</c:v>
                </c:pt>
                <c:pt idx="6842">
                  <c:v>80.632140695906088</c:v>
                </c:pt>
                <c:pt idx="6843">
                  <c:v>80.63113441216602</c:v>
                </c:pt>
                <c:pt idx="6844">
                  <c:v>80.63043262023821</c:v>
                </c:pt>
                <c:pt idx="6845">
                  <c:v>80.630042738473236</c:v>
                </c:pt>
                <c:pt idx="6846">
                  <c:v>80.62971412530689</c:v>
                </c:pt>
                <c:pt idx="6847">
                  <c:v>80.62938737004005</c:v>
                </c:pt>
                <c:pt idx="6848">
                  <c:v>80.628936227160438</c:v>
                </c:pt>
                <c:pt idx="6849">
                  <c:v>80.628356985682842</c:v>
                </c:pt>
                <c:pt idx="6850">
                  <c:v>80.627631083167799</c:v>
                </c:pt>
                <c:pt idx="6851">
                  <c:v>80.62693674774701</c:v>
                </c:pt>
                <c:pt idx="6852">
                  <c:v>80.626281404559634</c:v>
                </c:pt>
                <c:pt idx="6853">
                  <c:v>80.625601932545123</c:v>
                </c:pt>
                <c:pt idx="6854">
                  <c:v>80.624679270698181</c:v>
                </c:pt>
                <c:pt idx="6855">
                  <c:v>80.623366769926278</c:v>
                </c:pt>
                <c:pt idx="6856">
                  <c:v>80.621536358982738</c:v>
                </c:pt>
                <c:pt idx="6857">
                  <c:v>80.619201067422281</c:v>
                </c:pt>
                <c:pt idx="6858">
                  <c:v>80.616546565365482</c:v>
                </c:pt>
                <c:pt idx="6859">
                  <c:v>80.613921849972826</c:v>
                </c:pt>
                <c:pt idx="6860">
                  <c:v>80.611670305785395</c:v>
                </c:pt>
                <c:pt idx="6861">
                  <c:v>80.610023915504968</c:v>
                </c:pt>
                <c:pt idx="6862">
                  <c:v>80.608993778598474</c:v>
                </c:pt>
                <c:pt idx="6863">
                  <c:v>80.608542749826427</c:v>
                </c:pt>
                <c:pt idx="6864">
                  <c:v>80.608436953319384</c:v>
                </c:pt>
                <c:pt idx="6865">
                  <c:v>80.608459226256684</c:v>
                </c:pt>
                <c:pt idx="6866">
                  <c:v>80.608459226256684</c:v>
                </c:pt>
                <c:pt idx="6867">
                  <c:v>80.608420248620433</c:v>
                </c:pt>
                <c:pt idx="6868">
                  <c:v>80.608360854163337</c:v>
                </c:pt>
                <c:pt idx="6869">
                  <c:v>80.608314452274172</c:v>
                </c:pt>
                <c:pt idx="6870">
                  <c:v>80.608193807487353</c:v>
                </c:pt>
                <c:pt idx="6871">
                  <c:v>80.607971079124539</c:v>
                </c:pt>
                <c:pt idx="6872">
                  <c:v>80.607536760587166</c:v>
                </c:pt>
                <c:pt idx="6873">
                  <c:v>80.606788773036129</c:v>
                </c:pt>
                <c:pt idx="6874">
                  <c:v>80.605773525603212</c:v>
                </c:pt>
                <c:pt idx="6875">
                  <c:v>80.604613523621808</c:v>
                </c:pt>
                <c:pt idx="6876">
                  <c:v>80.603453538334051</c:v>
                </c:pt>
                <c:pt idx="6877">
                  <c:v>80.602440188848362</c:v>
                </c:pt>
                <c:pt idx="6878">
                  <c:v>80.601525215733872</c:v>
                </c:pt>
                <c:pt idx="6879">
                  <c:v>80.600600973518212</c:v>
                </c:pt>
                <c:pt idx="6880">
                  <c:v>80.599455892942359</c:v>
                </c:pt>
                <c:pt idx="6881">
                  <c:v>80.597861715470714</c:v>
                </c:pt>
                <c:pt idx="6882">
                  <c:v>80.595671860688611</c:v>
                </c:pt>
                <c:pt idx="6883">
                  <c:v>80.592949471649305</c:v>
                </c:pt>
                <c:pt idx="6884">
                  <c:v>80.589904290625682</c:v>
                </c:pt>
                <c:pt idx="6885">
                  <c:v>80.586890769546599</c:v>
                </c:pt>
                <c:pt idx="6886">
                  <c:v>80.584213209587745</c:v>
                </c:pt>
                <c:pt idx="6887">
                  <c:v>80.582138764838788</c:v>
                </c:pt>
                <c:pt idx="6888">
                  <c:v>80.580711919261233</c:v>
                </c:pt>
                <c:pt idx="6889">
                  <c:v>80.579802759054459</c:v>
                </c:pt>
                <c:pt idx="6890">
                  <c:v>80.579145943573067</c:v>
                </c:pt>
                <c:pt idx="6891">
                  <c:v>80.578370388683098</c:v>
                </c:pt>
                <c:pt idx="6892">
                  <c:v>80.577179239967506</c:v>
                </c:pt>
                <c:pt idx="6893">
                  <c:v>80.575409247763858</c:v>
                </c:pt>
                <c:pt idx="6894">
                  <c:v>80.572989950244605</c:v>
                </c:pt>
                <c:pt idx="6895">
                  <c:v>80.570151449911435</c:v>
                </c:pt>
                <c:pt idx="6896">
                  <c:v>80.567261105925994</c:v>
                </c:pt>
                <c:pt idx="6897">
                  <c:v>80.564758574768121</c:v>
                </c:pt>
                <c:pt idx="6898">
                  <c:v>80.562935059510195</c:v>
                </c:pt>
                <c:pt idx="6899">
                  <c:v>80.562035374919262</c:v>
                </c:pt>
                <c:pt idx="6900">
                  <c:v>80.561920364417489</c:v>
                </c:pt>
                <c:pt idx="6901">
                  <c:v>80.562219021060884</c:v>
                </c:pt>
                <c:pt idx="6902">
                  <c:v>80.562263541400682</c:v>
                </c:pt>
                <c:pt idx="6903">
                  <c:v>80.561508553967329</c:v>
                </c:pt>
                <c:pt idx="6904">
                  <c:v>80.559545990743487</c:v>
                </c:pt>
                <c:pt idx="6905">
                  <c:v>80.556364810708942</c:v>
                </c:pt>
                <c:pt idx="6906">
                  <c:v>80.552360226817385</c:v>
                </c:pt>
                <c:pt idx="6907">
                  <c:v>80.548216740037546</c:v>
                </c:pt>
                <c:pt idx="6908">
                  <c:v>80.544624283236772</c:v>
                </c:pt>
                <c:pt idx="6909">
                  <c:v>80.542137291618673</c:v>
                </c:pt>
                <c:pt idx="6910">
                  <c:v>80.540863224989195</c:v>
                </c:pt>
                <c:pt idx="6911">
                  <c:v>80.540534975279968</c:v>
                </c:pt>
                <c:pt idx="6912">
                  <c:v>80.540640682667416</c:v>
                </c:pt>
                <c:pt idx="6913">
                  <c:v>80.540718572410086</c:v>
                </c:pt>
                <c:pt idx="6914">
                  <c:v>80.540466358278167</c:v>
                </c:pt>
                <c:pt idx="6915">
                  <c:v>80.540008294926025</c:v>
                </c:pt>
                <c:pt idx="6916">
                  <c:v>80.539696739154849</c:v>
                </c:pt>
                <c:pt idx="6917">
                  <c:v>80.539878479874901</c:v>
                </c:pt>
                <c:pt idx="6918">
                  <c:v>80.540733408560101</c:v>
                </c:pt>
                <c:pt idx="6919">
                  <c:v>80.54204456410973</c:v>
                </c:pt>
                <c:pt idx="6920">
                  <c:v>80.543288976176967</c:v>
                </c:pt>
                <c:pt idx="6921">
                  <c:v>80.543761894895525</c:v>
                </c:pt>
                <c:pt idx="6922">
                  <c:v>80.543014499135367</c:v>
                </c:pt>
                <c:pt idx="6923">
                  <c:v>80.54091700614255</c:v>
                </c:pt>
                <c:pt idx="6924">
                  <c:v>80.537818157577348</c:v>
                </c:pt>
                <c:pt idx="6925">
                  <c:v>80.53437080547279</c:v>
                </c:pt>
                <c:pt idx="6926">
                  <c:v>80.531090487475893</c:v>
                </c:pt>
                <c:pt idx="6927">
                  <c:v>80.5283739883576</c:v>
                </c:pt>
                <c:pt idx="6928">
                  <c:v>80.526122979336606</c:v>
                </c:pt>
                <c:pt idx="6929">
                  <c:v>80.524016655560487</c:v>
                </c:pt>
                <c:pt idx="6930">
                  <c:v>80.521674918364653</c:v>
                </c:pt>
                <c:pt idx="6931">
                  <c:v>80.518980985068737</c:v>
                </c:pt>
                <c:pt idx="6932">
                  <c:v>80.516274164209932</c:v>
                </c:pt>
                <c:pt idx="6933">
                  <c:v>80.514136581632727</c:v>
                </c:pt>
                <c:pt idx="6934">
                  <c:v>80.513291204703819</c:v>
                </c:pt>
                <c:pt idx="6935">
                  <c:v>80.514153266793016</c:v>
                </c:pt>
                <c:pt idx="6936">
                  <c:v>80.516563381822678</c:v>
                </c:pt>
                <c:pt idx="6937">
                  <c:v>80.519744844129875</c:v>
                </c:pt>
                <c:pt idx="6938">
                  <c:v>80.522522237420802</c:v>
                </c:pt>
                <c:pt idx="6939">
                  <c:v>80.523840513022776</c:v>
                </c:pt>
                <c:pt idx="6940">
                  <c:v>80.523024699978336</c:v>
                </c:pt>
                <c:pt idx="6941">
                  <c:v>80.520126776377893</c:v>
                </c:pt>
                <c:pt idx="6942">
                  <c:v>80.515769889831518</c:v>
                </c:pt>
                <c:pt idx="6943">
                  <c:v>80.511001686761574</c:v>
                </c:pt>
                <c:pt idx="6944">
                  <c:v>80.50669163733096</c:v>
                </c:pt>
                <c:pt idx="6945">
                  <c:v>80.503447666298811</c:v>
                </c:pt>
                <c:pt idx="6946">
                  <c:v>80.501341935641406</c:v>
                </c:pt>
                <c:pt idx="6947">
                  <c:v>80.5001148539165</c:v>
                </c:pt>
                <c:pt idx="6948">
                  <c:v>80.499353034643434</c:v>
                </c:pt>
                <c:pt idx="6949">
                  <c:v>80.49876360278067</c:v>
                </c:pt>
                <c:pt idx="6950">
                  <c:v>80.498359529343119</c:v>
                </c:pt>
                <c:pt idx="6951">
                  <c:v>80.49832245848711</c:v>
                </c:pt>
                <c:pt idx="6952">
                  <c:v>80.498733945945645</c:v>
                </c:pt>
                <c:pt idx="6953">
                  <c:v>80.499603266456248</c:v>
                </c:pt>
                <c:pt idx="6954">
                  <c:v>80.500533764910145</c:v>
                </c:pt>
                <c:pt idx="6955">
                  <c:v>80.501030529444677</c:v>
                </c:pt>
                <c:pt idx="6956">
                  <c:v>80.500587519133489</c:v>
                </c:pt>
                <c:pt idx="6957">
                  <c:v>80.4989396904637</c:v>
                </c:pt>
                <c:pt idx="6958">
                  <c:v>80.496192766472944</c:v>
                </c:pt>
                <c:pt idx="6959">
                  <c:v>80.492873228358008</c:v>
                </c:pt>
                <c:pt idx="6960">
                  <c:v>80.489670587669863</c:v>
                </c:pt>
                <c:pt idx="6961">
                  <c:v>80.487190852725419</c:v>
                </c:pt>
                <c:pt idx="6962">
                  <c:v>80.485695264771778</c:v>
                </c:pt>
                <c:pt idx="6963">
                  <c:v>80.48513002501214</c:v>
                </c:pt>
                <c:pt idx="6964">
                  <c:v>80.485154117117617</c:v>
                </c:pt>
                <c:pt idx="6965">
                  <c:v>80.48530608287227</c:v>
                </c:pt>
                <c:pt idx="6966">
                  <c:v>80.485161530074606</c:v>
                </c:pt>
                <c:pt idx="6967">
                  <c:v>80.484527724718802</c:v>
                </c:pt>
                <c:pt idx="6968">
                  <c:v>80.48342135715481</c:v>
                </c:pt>
                <c:pt idx="6969">
                  <c:v>80.481918426585793</c:v>
                </c:pt>
                <c:pt idx="6970">
                  <c:v>80.479994864660071</c:v>
                </c:pt>
                <c:pt idx="6971">
                  <c:v>80.477752620254947</c:v>
                </c:pt>
                <c:pt idx="6972">
                  <c:v>80.475113893636902</c:v>
                </c:pt>
                <c:pt idx="6973">
                  <c:v>80.472115782580488</c:v>
                </c:pt>
                <c:pt idx="6974">
                  <c:v>80.468841706076034</c:v>
                </c:pt>
                <c:pt idx="6975">
                  <c:v>80.465623346444403</c:v>
                </c:pt>
                <c:pt idx="6976">
                  <c:v>80.462768248558575</c:v>
                </c:pt>
                <c:pt idx="6977">
                  <c:v>80.460578358937539</c:v>
                </c:pt>
                <c:pt idx="6978">
                  <c:v>80.459098086601216</c:v>
                </c:pt>
                <c:pt idx="6979">
                  <c:v>80.458236613985818</c:v>
                </c:pt>
                <c:pt idx="6980">
                  <c:v>80.457695650950612</c:v>
                </c:pt>
                <c:pt idx="6981">
                  <c:v>80.457130607828333</c:v>
                </c:pt>
                <c:pt idx="6982">
                  <c:v>80.456276566575241</c:v>
                </c:pt>
                <c:pt idx="6983">
                  <c:v>80.455107600727899</c:v>
                </c:pt>
                <c:pt idx="6984">
                  <c:v>80.453773777718197</c:v>
                </c:pt>
                <c:pt idx="6985">
                  <c:v>80.452536306145177</c:v>
                </c:pt>
                <c:pt idx="6986">
                  <c:v>80.451621182224528</c:v>
                </c:pt>
                <c:pt idx="6987">
                  <c:v>80.451171033994044</c:v>
                </c:pt>
                <c:pt idx="6988">
                  <c:v>80.451133984869145</c:v>
                </c:pt>
                <c:pt idx="6989">
                  <c:v>80.451378509408755</c:v>
                </c:pt>
                <c:pt idx="6990">
                  <c:v>80.45169157600273</c:v>
                </c:pt>
                <c:pt idx="6991">
                  <c:v>80.451926839866189</c:v>
                </c:pt>
                <c:pt idx="6992">
                  <c:v>80.452041693340789</c:v>
                </c:pt>
                <c:pt idx="6993">
                  <c:v>80.452026873528382</c:v>
                </c:pt>
                <c:pt idx="6994">
                  <c:v>80.451865708244952</c:v>
                </c:pt>
                <c:pt idx="6995">
                  <c:v>80.451508181814674</c:v>
                </c:pt>
                <c:pt idx="6996">
                  <c:v>80.450867231673556</c:v>
                </c:pt>
                <c:pt idx="6997">
                  <c:v>80.449768736515281</c:v>
                </c:pt>
                <c:pt idx="6998">
                  <c:v>80.448058966979247</c:v>
                </c:pt>
                <c:pt idx="6999">
                  <c:v>80.445710177070993</c:v>
                </c:pt>
                <c:pt idx="7000">
                  <c:v>80.442787251964944</c:v>
                </c:pt>
                <c:pt idx="7001">
                  <c:v>80.439499551211952</c:v>
                </c:pt>
                <c:pt idx="7002">
                  <c:v>80.436087893403965</c:v>
                </c:pt>
                <c:pt idx="7003">
                  <c:v>80.432883808012562</c:v>
                </c:pt>
                <c:pt idx="7004">
                  <c:v>80.430153953875362</c:v>
                </c:pt>
                <c:pt idx="7005">
                  <c:v>80.428131625073561</c:v>
                </c:pt>
                <c:pt idx="7006">
                  <c:v>80.426940845361798</c:v>
                </c:pt>
                <c:pt idx="7007">
                  <c:v>80.426642690215601</c:v>
                </c:pt>
                <c:pt idx="7008">
                  <c:v>80.427170481134709</c:v>
                </c:pt>
                <c:pt idx="7009">
                  <c:v>80.42832237369521</c:v>
                </c:pt>
                <c:pt idx="7010">
                  <c:v>80.429718741460078</c:v>
                </c:pt>
                <c:pt idx="7011">
                  <c:v>80.430992901899828</c:v>
                </c:pt>
                <c:pt idx="7012">
                  <c:v>80.431739258159922</c:v>
                </c:pt>
                <c:pt idx="7013">
                  <c:v>80.431679993886135</c:v>
                </c:pt>
                <c:pt idx="7014">
                  <c:v>80.430655840052495</c:v>
                </c:pt>
                <c:pt idx="7015">
                  <c:v>80.428733503330648</c:v>
                </c:pt>
                <c:pt idx="7016">
                  <c:v>80.426116754639779</c:v>
                </c:pt>
                <c:pt idx="7017">
                  <c:v>80.423103802682988</c:v>
                </c:pt>
                <c:pt idx="7018">
                  <c:v>80.419898382762298</c:v>
                </c:pt>
                <c:pt idx="7019">
                  <c:v>80.41671716221974</c:v>
                </c:pt>
                <c:pt idx="7020">
                  <c:v>80.413604576381388</c:v>
                </c:pt>
                <c:pt idx="7021">
                  <c:v>80.410590241638005</c:v>
                </c:pt>
                <c:pt idx="7022">
                  <c:v>80.407668592584329</c:v>
                </c:pt>
                <c:pt idx="7023">
                  <c:v>80.40489330944915</c:v>
                </c:pt>
                <c:pt idx="7024">
                  <c:v>80.402390267660252</c:v>
                </c:pt>
                <c:pt idx="7025">
                  <c:v>80.400290882933831</c:v>
                </c:pt>
                <c:pt idx="7026">
                  <c:v>80.398735818478102</c:v>
                </c:pt>
                <c:pt idx="7027">
                  <c:v>80.397873140929846</c:v>
                </c:pt>
                <c:pt idx="7028">
                  <c:v>80.397658398601365</c:v>
                </c:pt>
                <c:pt idx="7029">
                  <c:v>80.39807122272417</c:v>
                </c:pt>
                <c:pt idx="7030">
                  <c:v>80.398895026076048</c:v>
                </c:pt>
                <c:pt idx="7031">
                  <c:v>80.399994677861443</c:v>
                </c:pt>
                <c:pt idx="7032">
                  <c:v>80.401107303813617</c:v>
                </c:pt>
                <c:pt idx="7033">
                  <c:v>80.401977421360229</c:v>
                </c:pt>
                <c:pt idx="7034">
                  <c:v>80.402336579008022</c:v>
                </c:pt>
                <c:pt idx="7035">
                  <c:v>80.401955205475943</c:v>
                </c:pt>
                <c:pt idx="7036">
                  <c:v>80.400757408135718</c:v>
                </c:pt>
                <c:pt idx="7037">
                  <c:v>80.398819124740044</c:v>
                </c:pt>
                <c:pt idx="7038">
                  <c:v>80.3963551471182</c:v>
                </c:pt>
                <c:pt idx="7039">
                  <c:v>80.393759814336534</c:v>
                </c:pt>
                <c:pt idx="7040">
                  <c:v>80.391486653026917</c:v>
                </c:pt>
                <c:pt idx="7041">
                  <c:v>80.389868823299196</c:v>
                </c:pt>
                <c:pt idx="7042">
                  <c:v>80.388932199916823</c:v>
                </c:pt>
                <c:pt idx="7043">
                  <c:v>80.388565698085571</c:v>
                </c:pt>
                <c:pt idx="7044">
                  <c:v>80.388328768498056</c:v>
                </c:pt>
                <c:pt idx="7045">
                  <c:v>80.387732745592345</c:v>
                </c:pt>
                <c:pt idx="7046">
                  <c:v>80.38639078472923</c:v>
                </c:pt>
                <c:pt idx="7047">
                  <c:v>80.384147446390344</c:v>
                </c:pt>
                <c:pt idx="7048">
                  <c:v>80.381219354728486</c:v>
                </c:pt>
                <c:pt idx="7049">
                  <c:v>80.378082232021313</c:v>
                </c:pt>
                <c:pt idx="7050">
                  <c:v>80.375335730716628</c:v>
                </c:pt>
                <c:pt idx="7051">
                  <c:v>80.373634945763072</c:v>
                </c:pt>
                <c:pt idx="7052">
                  <c:v>80.373336988230122</c:v>
                </c:pt>
                <c:pt idx="7053">
                  <c:v>80.374489960468537</c:v>
                </c:pt>
                <c:pt idx="7054">
                  <c:v>80.376716372606666</c:v>
                </c:pt>
                <c:pt idx="7055">
                  <c:v>80.379379634883435</c:v>
                </c:pt>
                <c:pt idx="7056">
                  <c:v>80.381713532122731</c:v>
                </c:pt>
                <c:pt idx="7057">
                  <c:v>80.383010993598589</c:v>
                </c:pt>
                <c:pt idx="7058">
                  <c:v>80.382737062755538</c:v>
                </c:pt>
                <c:pt idx="7059">
                  <c:v>80.380797362954013</c:v>
                </c:pt>
                <c:pt idx="7060">
                  <c:v>80.37744926989464</c:v>
                </c:pt>
                <c:pt idx="7061">
                  <c:v>80.373229649762166</c:v>
                </c:pt>
                <c:pt idx="7062">
                  <c:v>80.368843700485584</c:v>
                </c:pt>
                <c:pt idx="7063">
                  <c:v>80.364974270555919</c:v>
                </c:pt>
                <c:pt idx="7064">
                  <c:v>80.36215235042701</c:v>
                </c:pt>
                <c:pt idx="7065">
                  <c:v>80.360511056231744</c:v>
                </c:pt>
                <c:pt idx="7066">
                  <c:v>80.359870831056782</c:v>
                </c:pt>
                <c:pt idx="7067">
                  <c:v>80.359839375038021</c:v>
                </c:pt>
                <c:pt idx="7068">
                  <c:v>80.359909688508708</c:v>
                </c:pt>
                <c:pt idx="7069">
                  <c:v>80.359633986041771</c:v>
                </c:pt>
                <c:pt idx="7070">
                  <c:v>80.358817986296515</c:v>
                </c:pt>
                <c:pt idx="7071">
                  <c:v>80.357452454237915</c:v>
                </c:pt>
                <c:pt idx="7072">
                  <c:v>80.355752047704044</c:v>
                </c:pt>
                <c:pt idx="7073">
                  <c:v>80.353935113350033</c:v>
                </c:pt>
                <c:pt idx="7074">
                  <c:v>80.352034962206773</c:v>
                </c:pt>
                <c:pt idx="7075">
                  <c:v>80.350020148004674</c:v>
                </c:pt>
                <c:pt idx="7076">
                  <c:v>80.347679770693276</c:v>
                </c:pt>
                <c:pt idx="7077">
                  <c:v>80.344834407730133</c:v>
                </c:pt>
                <c:pt idx="7078">
                  <c:v>80.341491512494358</c:v>
                </c:pt>
                <c:pt idx="7079">
                  <c:v>80.337974870235783</c:v>
                </c:pt>
                <c:pt idx="7080">
                  <c:v>80.334922675331583</c:v>
                </c:pt>
                <c:pt idx="7081">
                  <c:v>80.333059968513311</c:v>
                </c:pt>
                <c:pt idx="7082">
                  <c:v>80.332991528271108</c:v>
                </c:pt>
                <c:pt idx="7083">
                  <c:v>80.33497631896816</c:v>
                </c:pt>
                <c:pt idx="7084">
                  <c:v>80.338707414267958</c:v>
                </c:pt>
                <c:pt idx="7085">
                  <c:v>80.343369214611542</c:v>
                </c:pt>
                <c:pt idx="7086">
                  <c:v>80.347748223449216</c:v>
                </c:pt>
                <c:pt idx="7087">
                  <c:v>80.350706548270949</c:v>
                </c:pt>
                <c:pt idx="7088">
                  <c:v>80.3514318077534</c:v>
                </c:pt>
                <c:pt idx="7089">
                  <c:v>80.349785182144785</c:v>
                </c:pt>
                <c:pt idx="7090">
                  <c:v>80.346192325209316</c:v>
                </c:pt>
                <c:pt idx="7091">
                  <c:v>80.341645056931256</c:v>
                </c:pt>
                <c:pt idx="7092">
                  <c:v>80.337281179393187</c:v>
                </c:pt>
                <c:pt idx="7093">
                  <c:v>80.334114325558616</c:v>
                </c:pt>
                <c:pt idx="7094">
                  <c:v>80.332580888042386</c:v>
                </c:pt>
                <c:pt idx="7095">
                  <c:v>80.332603084757849</c:v>
                </c:pt>
                <c:pt idx="7096">
                  <c:v>80.333633389049552</c:v>
                </c:pt>
                <c:pt idx="7097">
                  <c:v>80.334739547324858</c:v>
                </c:pt>
                <c:pt idx="7098">
                  <c:v>80.33507620721447</c:v>
                </c:pt>
                <c:pt idx="7099">
                  <c:v>80.334175367706067</c:v>
                </c:pt>
                <c:pt idx="7100">
                  <c:v>80.331970480770806</c:v>
                </c:pt>
                <c:pt idx="7101">
                  <c:v>80.32888707008216</c:v>
                </c:pt>
                <c:pt idx="7102">
                  <c:v>80.32553928967296</c:v>
                </c:pt>
                <c:pt idx="7103">
                  <c:v>80.322585590442429</c:v>
                </c:pt>
                <c:pt idx="7104">
                  <c:v>80.320434655531656</c:v>
                </c:pt>
                <c:pt idx="7105">
                  <c:v>80.319114161688987</c:v>
                </c:pt>
                <c:pt idx="7106">
                  <c:v>80.318352205932001</c:v>
                </c:pt>
                <c:pt idx="7107">
                  <c:v>80.31770306971508</c:v>
                </c:pt>
                <c:pt idx="7108">
                  <c:v>80.316758040327812</c:v>
                </c:pt>
                <c:pt idx="7109">
                  <c:v>80.315293359218487</c:v>
                </c:pt>
                <c:pt idx="7110">
                  <c:v>80.313323849076795</c:v>
                </c:pt>
                <c:pt idx="7111">
                  <c:v>80.311156519087291</c:v>
                </c:pt>
                <c:pt idx="7112">
                  <c:v>80.309105746187043</c:v>
                </c:pt>
                <c:pt idx="7113">
                  <c:v>80.307472931992109</c:v>
                </c:pt>
                <c:pt idx="7114">
                  <c:v>80.306365300038337</c:v>
                </c:pt>
                <c:pt idx="7115">
                  <c:v>80.305747695532929</c:v>
                </c:pt>
                <c:pt idx="7116">
                  <c:v>80.305464782480456</c:v>
                </c:pt>
                <c:pt idx="7117">
                  <c:v>80.305359383754947</c:v>
                </c:pt>
                <c:pt idx="7118">
                  <c:v>80.305215154144207</c:v>
                </c:pt>
                <c:pt idx="7119">
                  <c:v>80.30498586657832</c:v>
                </c:pt>
                <c:pt idx="7120">
                  <c:v>80.304680767203379</c:v>
                </c:pt>
                <c:pt idx="7121">
                  <c:v>80.304222195777825</c:v>
                </c:pt>
                <c:pt idx="7122">
                  <c:v>80.303543588836021</c:v>
                </c:pt>
                <c:pt idx="7123">
                  <c:v>80.302611669301896</c:v>
                </c:pt>
                <c:pt idx="7124">
                  <c:v>80.301491161324364</c:v>
                </c:pt>
                <c:pt idx="7125">
                  <c:v>80.300261578978507</c:v>
                </c:pt>
                <c:pt idx="7126">
                  <c:v>80.299178082922694</c:v>
                </c:pt>
                <c:pt idx="7127">
                  <c:v>80.298530950613824</c:v>
                </c:pt>
                <c:pt idx="7128">
                  <c:v>80.298538346382188</c:v>
                </c:pt>
                <c:pt idx="7129">
                  <c:v>80.299124463190381</c:v>
                </c:pt>
                <c:pt idx="7130">
                  <c:v>80.300011966816342</c:v>
                </c:pt>
                <c:pt idx="7131">
                  <c:v>80.300751560664381</c:v>
                </c:pt>
                <c:pt idx="7132">
                  <c:v>80.300810728466516</c:v>
                </c:pt>
                <c:pt idx="7133">
                  <c:v>80.299880689620196</c:v>
                </c:pt>
                <c:pt idx="7134">
                  <c:v>80.297920802070763</c:v>
                </c:pt>
                <c:pt idx="7135">
                  <c:v>80.295250994489564</c:v>
                </c:pt>
                <c:pt idx="7136">
                  <c:v>80.292389000185636</c:v>
                </c:pt>
                <c:pt idx="7137">
                  <c:v>80.289832149694945</c:v>
                </c:pt>
                <c:pt idx="7138">
                  <c:v>80.287926119620124</c:v>
                </c:pt>
                <c:pt idx="7139">
                  <c:v>80.28670413966158</c:v>
                </c:pt>
                <c:pt idx="7140">
                  <c:v>80.285940642713555</c:v>
                </c:pt>
                <c:pt idx="7141">
                  <c:v>80.285301011634559</c:v>
                </c:pt>
                <c:pt idx="7142">
                  <c:v>80.284446945711025</c:v>
                </c:pt>
                <c:pt idx="7143">
                  <c:v>80.283278627820849</c:v>
                </c:pt>
                <c:pt idx="7144">
                  <c:v>80.281860771193067</c:v>
                </c:pt>
                <c:pt idx="7145">
                  <c:v>80.28037269566687</c:v>
                </c:pt>
                <c:pt idx="7146">
                  <c:v>80.278945647904081</c:v>
                </c:pt>
                <c:pt idx="7147">
                  <c:v>80.277611048470249</c:v>
                </c:pt>
                <c:pt idx="7148">
                  <c:v>80.276298652381499</c:v>
                </c:pt>
                <c:pt idx="7149">
                  <c:v>80.274734895759693</c:v>
                </c:pt>
                <c:pt idx="7150">
                  <c:v>80.272766380201986</c:v>
                </c:pt>
                <c:pt idx="7151">
                  <c:v>80.270346928147433</c:v>
                </c:pt>
                <c:pt idx="7152">
                  <c:v>80.267607804594121</c:v>
                </c:pt>
                <c:pt idx="7153">
                  <c:v>80.264748643751105</c:v>
                </c:pt>
                <c:pt idx="7154">
                  <c:v>80.261970901119014</c:v>
                </c:pt>
                <c:pt idx="7155">
                  <c:v>80.259476004656662</c:v>
                </c:pt>
                <c:pt idx="7156">
                  <c:v>80.257371111589009</c:v>
                </c:pt>
                <c:pt idx="7157">
                  <c:v>80.255759676769131</c:v>
                </c:pt>
                <c:pt idx="7158">
                  <c:v>80.254693412571811</c:v>
                </c:pt>
                <c:pt idx="7159">
                  <c:v>80.254401439751007</c:v>
                </c:pt>
                <c:pt idx="7160">
                  <c:v>80.255096262891186</c:v>
                </c:pt>
                <c:pt idx="7161">
                  <c:v>80.256859218810547</c:v>
                </c:pt>
                <c:pt idx="7162">
                  <c:v>80.259551774444361</c:v>
                </c:pt>
                <c:pt idx="7163">
                  <c:v>80.262795158030471</c:v>
                </c:pt>
                <c:pt idx="7164">
                  <c:v>80.265839067998868</c:v>
                </c:pt>
                <c:pt idx="7165">
                  <c:v>80.267944183153801</c:v>
                </c:pt>
                <c:pt idx="7166">
                  <c:v>80.268424726398734</c:v>
                </c:pt>
                <c:pt idx="7167">
                  <c:v>80.267029310697566</c:v>
                </c:pt>
                <c:pt idx="7168">
                  <c:v>80.263939151941017</c:v>
                </c:pt>
                <c:pt idx="7169">
                  <c:v>80.259743971299869</c:v>
                </c:pt>
                <c:pt idx="7170">
                  <c:v>80.255157244996482</c:v>
                </c:pt>
                <c:pt idx="7171">
                  <c:v>80.250892305218187</c:v>
                </c:pt>
                <c:pt idx="7172">
                  <c:v>80.247451691430442</c:v>
                </c:pt>
                <c:pt idx="7173">
                  <c:v>80.244957246289218</c:v>
                </c:pt>
                <c:pt idx="7174">
                  <c:v>80.243338670034206</c:v>
                </c:pt>
                <c:pt idx="7175">
                  <c:v>80.242309523800856</c:v>
                </c:pt>
                <c:pt idx="7176">
                  <c:v>80.241585249266265</c:v>
                </c:pt>
                <c:pt idx="7177">
                  <c:v>80.240951514411194</c:v>
                </c:pt>
                <c:pt idx="7178">
                  <c:v>80.24031778456127</c:v>
                </c:pt>
                <c:pt idx="7179">
                  <c:v>80.239615699026388</c:v>
                </c:pt>
                <c:pt idx="7180">
                  <c:v>80.238915467203896</c:v>
                </c:pt>
                <c:pt idx="7181">
                  <c:v>80.238266972997977</c:v>
                </c:pt>
                <c:pt idx="7182">
                  <c:v>80.237709013516948</c:v>
                </c:pt>
                <c:pt idx="7183">
                  <c:v>80.237404169744124</c:v>
                </c:pt>
                <c:pt idx="7184">
                  <c:v>80.237381999333095</c:v>
                </c:pt>
                <c:pt idx="7185">
                  <c:v>80.23761848403322</c:v>
                </c:pt>
                <c:pt idx="7186">
                  <c:v>80.237930718806439</c:v>
                </c:pt>
                <c:pt idx="7187">
                  <c:v>80.237952889369097</c:v>
                </c:pt>
                <c:pt idx="7188">
                  <c:v>80.237297012814253</c:v>
                </c:pt>
                <c:pt idx="7189">
                  <c:v>80.235588063876662</c:v>
                </c:pt>
                <c:pt idx="7190">
                  <c:v>80.232718959027707</c:v>
                </c:pt>
                <c:pt idx="7191">
                  <c:v>80.228935518505168</c:v>
                </c:pt>
                <c:pt idx="7192">
                  <c:v>80.224877016258972</c:v>
                </c:pt>
                <c:pt idx="7193">
                  <c:v>80.221328535059499</c:v>
                </c:pt>
                <c:pt idx="7194">
                  <c:v>80.219039931073027</c:v>
                </c:pt>
                <c:pt idx="7195">
                  <c:v>80.21837682072956</c:v>
                </c:pt>
                <c:pt idx="7196">
                  <c:v>80.219252349194633</c:v>
                </c:pt>
                <c:pt idx="7197">
                  <c:v>80.221108722802725</c:v>
                </c:pt>
                <c:pt idx="7198">
                  <c:v>80.223107374052532</c:v>
                </c:pt>
                <c:pt idx="7199">
                  <c:v>80.224479859339354</c:v>
                </c:pt>
                <c:pt idx="7200">
                  <c:v>80.224723694982586</c:v>
                </c:pt>
                <c:pt idx="7201">
                  <c:v>80.223792690150304</c:v>
                </c:pt>
                <c:pt idx="7202">
                  <c:v>80.221993516982423</c:v>
                </c:pt>
                <c:pt idx="7203">
                  <c:v>80.219848970057726</c:v>
                </c:pt>
                <c:pt idx="7204">
                  <c:v>80.21778021081532</c:v>
                </c:pt>
                <c:pt idx="7205">
                  <c:v>80.21602550149052</c:v>
                </c:pt>
                <c:pt idx="7206">
                  <c:v>80.214501706111392</c:v>
                </c:pt>
                <c:pt idx="7207">
                  <c:v>80.212974245734415</c:v>
                </c:pt>
                <c:pt idx="7208">
                  <c:v>80.211204866085509</c:v>
                </c:pt>
                <c:pt idx="7209">
                  <c:v>80.208992272969908</c:v>
                </c:pt>
                <c:pt idx="7210">
                  <c:v>80.206375286279027</c:v>
                </c:pt>
                <c:pt idx="7211">
                  <c:v>80.203546007878813</c:v>
                </c:pt>
                <c:pt idx="7212">
                  <c:v>80.200781463448635</c:v>
                </c:pt>
                <c:pt idx="7213">
                  <c:v>80.198332788248464</c:v>
                </c:pt>
                <c:pt idx="7214">
                  <c:v>80.196356913293528</c:v>
                </c:pt>
                <c:pt idx="7215">
                  <c:v>80.194946131432033</c:v>
                </c:pt>
                <c:pt idx="7216">
                  <c:v>80.194129957446592</c:v>
                </c:pt>
                <c:pt idx="7217">
                  <c:v>80.193864056403626</c:v>
                </c:pt>
                <c:pt idx="7218">
                  <c:v>80.194022858309353</c:v>
                </c:pt>
                <c:pt idx="7219">
                  <c:v>80.194442022989591</c:v>
                </c:pt>
                <c:pt idx="7220">
                  <c:v>80.194892581300536</c:v>
                </c:pt>
                <c:pt idx="7221">
                  <c:v>80.195038459328927</c:v>
                </c:pt>
                <c:pt idx="7222">
                  <c:v>80.194610058784988</c:v>
                </c:pt>
                <c:pt idx="7223">
                  <c:v>80.193479978675839</c:v>
                </c:pt>
                <c:pt idx="7224">
                  <c:v>80.19174980518109</c:v>
                </c:pt>
                <c:pt idx="7225">
                  <c:v>80.189742702977256</c:v>
                </c:pt>
                <c:pt idx="7226">
                  <c:v>80.187905519146668</c:v>
                </c:pt>
                <c:pt idx="7227">
                  <c:v>80.186692446965779</c:v>
                </c:pt>
                <c:pt idx="7228">
                  <c:v>80.186361947984878</c:v>
                </c:pt>
                <c:pt idx="7229">
                  <c:v>80.186836463707607</c:v>
                </c:pt>
                <c:pt idx="7230">
                  <c:v>80.187720879883358</c:v>
                </c:pt>
                <c:pt idx="7231">
                  <c:v>80.188453900265145</c:v>
                </c:pt>
                <c:pt idx="7232">
                  <c:v>80.188522217367534</c:v>
                </c:pt>
                <c:pt idx="7233">
                  <c:v>80.187545472976993</c:v>
                </c:pt>
                <c:pt idx="7234">
                  <c:v>80.18553847600252</c:v>
                </c:pt>
                <c:pt idx="7235">
                  <c:v>80.182793015044112</c:v>
                </c:pt>
                <c:pt idx="7236">
                  <c:v>80.179802102024425</c:v>
                </c:pt>
                <c:pt idx="7237">
                  <c:v>80.177077145070001</c:v>
                </c:pt>
                <c:pt idx="7238">
                  <c:v>80.174965182518605</c:v>
                </c:pt>
                <c:pt idx="7239">
                  <c:v>80.173575083681882</c:v>
                </c:pt>
                <c:pt idx="7240">
                  <c:v>80.172851429550732</c:v>
                </c:pt>
                <c:pt idx="7241">
                  <c:v>80.172500681174114</c:v>
                </c:pt>
                <c:pt idx="7242">
                  <c:v>80.172194239111562</c:v>
                </c:pt>
                <c:pt idx="7243">
                  <c:v>80.171738270258857</c:v>
                </c:pt>
                <c:pt idx="7244">
                  <c:v>80.17092971648367</c:v>
                </c:pt>
                <c:pt idx="7245">
                  <c:v>80.169792586160199</c:v>
                </c:pt>
                <c:pt idx="7246">
                  <c:v>80.168358274323353</c:v>
                </c:pt>
                <c:pt idx="7247">
                  <c:v>80.166717246310412</c:v>
                </c:pt>
                <c:pt idx="7248">
                  <c:v>80.165039334515541</c:v>
                </c:pt>
                <c:pt idx="7249">
                  <c:v>80.163390991119059</c:v>
                </c:pt>
                <c:pt idx="7250">
                  <c:v>80.161742681615593</c:v>
                </c:pt>
                <c:pt idx="7251">
                  <c:v>80.1601331668559</c:v>
                </c:pt>
                <c:pt idx="7252">
                  <c:v>80.158492307209045</c:v>
                </c:pt>
                <c:pt idx="7253">
                  <c:v>80.156761042895283</c:v>
                </c:pt>
                <c:pt idx="7254">
                  <c:v>80.154937534138114</c:v>
                </c:pt>
                <c:pt idx="7255">
                  <c:v>80.153060544666332</c:v>
                </c:pt>
                <c:pt idx="7256">
                  <c:v>80.151253730048509</c:v>
                </c:pt>
                <c:pt idx="7257">
                  <c:v>80.149718246474137</c:v>
                </c:pt>
                <c:pt idx="7258">
                  <c:v>80.148612790334468</c:v>
                </c:pt>
                <c:pt idx="7259">
                  <c:v>80.148086827407283</c:v>
                </c:pt>
                <c:pt idx="7260">
                  <c:v>80.148079445496037</c:v>
                </c:pt>
                <c:pt idx="7261">
                  <c:v>80.14845961480998</c:v>
                </c:pt>
                <c:pt idx="7262">
                  <c:v>80.148994807677028</c:v>
                </c:pt>
                <c:pt idx="7263">
                  <c:v>80.14943588310544</c:v>
                </c:pt>
                <c:pt idx="7264">
                  <c:v>80.149627816267383</c:v>
                </c:pt>
                <c:pt idx="7265">
                  <c:v>80.149498630434763</c:v>
                </c:pt>
                <c:pt idx="7266">
                  <c:v>80.149094464674533</c:v>
                </c:pt>
                <c:pt idx="7267">
                  <c:v>80.14855188918726</c:v>
                </c:pt>
                <c:pt idx="7268">
                  <c:v>80.147987171662677</c:v>
                </c:pt>
                <c:pt idx="7269">
                  <c:v>80.147437221819189</c:v>
                </c:pt>
                <c:pt idx="7270">
                  <c:v>80.146828221362114</c:v>
                </c:pt>
                <c:pt idx="7271">
                  <c:v>80.146066054582505</c:v>
                </c:pt>
                <c:pt idx="7272">
                  <c:v>80.145003093162615</c:v>
                </c:pt>
                <c:pt idx="7273">
                  <c:v>80.143563688711296</c:v>
                </c:pt>
                <c:pt idx="7274">
                  <c:v>80.141799530822851</c:v>
                </c:pt>
                <c:pt idx="7275">
                  <c:v>80.139830584561139</c:v>
                </c:pt>
                <c:pt idx="7276">
                  <c:v>80.137863531915542</c:v>
                </c:pt>
                <c:pt idx="7277">
                  <c:v>80.136077357082129</c:v>
                </c:pt>
                <c:pt idx="7278">
                  <c:v>80.134621506424679</c:v>
                </c:pt>
                <c:pt idx="7279">
                  <c:v>80.133575303083688</c:v>
                </c:pt>
                <c:pt idx="7280">
                  <c:v>80.132879686905625</c:v>
                </c:pt>
                <c:pt idx="7281">
                  <c:v>80.132453463530695</c:v>
                </c:pt>
                <c:pt idx="7282">
                  <c:v>80.132042003289101</c:v>
                </c:pt>
                <c:pt idx="7283">
                  <c:v>80.131470021709802</c:v>
                </c:pt>
                <c:pt idx="7284">
                  <c:v>80.13050135254089</c:v>
                </c:pt>
                <c:pt idx="7285">
                  <c:v>80.128975491715238</c:v>
                </c:pt>
                <c:pt idx="7286">
                  <c:v>80.126809446562163</c:v>
                </c:pt>
                <c:pt idx="7287">
                  <c:v>80.124077065968009</c:v>
                </c:pt>
                <c:pt idx="7288">
                  <c:v>80.121032997454677</c:v>
                </c:pt>
                <c:pt idx="7289">
                  <c:v>80.118057301660784</c:v>
                </c:pt>
                <c:pt idx="7290">
                  <c:v>80.115478331720681</c:v>
                </c:pt>
                <c:pt idx="7291">
                  <c:v>80.113677898339759</c:v>
                </c:pt>
                <c:pt idx="7292">
                  <c:v>80.112807211465736</c:v>
                </c:pt>
                <c:pt idx="7293">
                  <c:v>80.112816434794041</c:v>
                </c:pt>
                <c:pt idx="7294">
                  <c:v>80.113403040656152</c:v>
                </c:pt>
                <c:pt idx="7295">
                  <c:v>80.114212858951234</c:v>
                </c:pt>
                <c:pt idx="7296">
                  <c:v>80.114891710662889</c:v>
                </c:pt>
                <c:pt idx="7297">
                  <c:v>80.115127834345742</c:v>
                </c:pt>
                <c:pt idx="7298">
                  <c:v>80.114814232731106</c:v>
                </c:pt>
                <c:pt idx="7299">
                  <c:v>80.113998874277982</c:v>
                </c:pt>
                <c:pt idx="7300">
                  <c:v>80.11286070678473</c:v>
                </c:pt>
                <c:pt idx="7301">
                  <c:v>80.111587896811983</c:v>
                </c:pt>
                <c:pt idx="7302">
                  <c:v>80.110305884020946</c:v>
                </c:pt>
                <c:pt idx="7303">
                  <c:v>80.109123499043577</c:v>
                </c:pt>
                <c:pt idx="7304">
                  <c:v>80.10800938002653</c:v>
                </c:pt>
                <c:pt idx="7305">
                  <c:v>80.106941389753104</c:v>
                </c:pt>
                <c:pt idx="7306">
                  <c:v>80.10591768187183</c:v>
                </c:pt>
                <c:pt idx="7307">
                  <c:v>80.104949321592329</c:v>
                </c:pt>
                <c:pt idx="7308">
                  <c:v>80.104049218153946</c:v>
                </c:pt>
                <c:pt idx="7309">
                  <c:v>80.103233969260415</c:v>
                </c:pt>
                <c:pt idx="7310">
                  <c:v>80.102431639649467</c:v>
                </c:pt>
                <c:pt idx="7311">
                  <c:v>80.101540786531316</c:v>
                </c:pt>
                <c:pt idx="7312">
                  <c:v>80.100395418508839</c:v>
                </c:pt>
                <c:pt idx="7313">
                  <c:v>80.098846154489564</c:v>
                </c:pt>
                <c:pt idx="7314">
                  <c:v>80.096885640713936</c:v>
                </c:pt>
                <c:pt idx="7315">
                  <c:v>80.09459689841924</c:v>
                </c:pt>
                <c:pt idx="7316">
                  <c:v>80.092169907127783</c:v>
                </c:pt>
                <c:pt idx="7317">
                  <c:v>80.089820443063715</c:v>
                </c:pt>
                <c:pt idx="7318">
                  <c:v>80.087791918860333</c:v>
                </c:pt>
                <c:pt idx="7319">
                  <c:v>80.086296376192649</c:v>
                </c:pt>
                <c:pt idx="7320">
                  <c:v>80.085403858487012</c:v>
                </c:pt>
                <c:pt idx="7321">
                  <c:v>80.084983419708479</c:v>
                </c:pt>
                <c:pt idx="7322">
                  <c:v>80.084915190816602</c:v>
                </c:pt>
                <c:pt idx="7323">
                  <c:v>80.084922566910222</c:v>
                </c:pt>
                <c:pt idx="7324">
                  <c:v>80.084846961982876</c:v>
                </c:pt>
                <c:pt idx="7325">
                  <c:v>80.084518726784395</c:v>
                </c:pt>
                <c:pt idx="7326">
                  <c:v>80.083893608413774</c:v>
                </c:pt>
                <c:pt idx="7327">
                  <c:v>80.083069344746789</c:v>
                </c:pt>
                <c:pt idx="7328">
                  <c:v>80.082169487163895</c:v>
                </c:pt>
                <c:pt idx="7329">
                  <c:v>80.081330489714887</c:v>
                </c:pt>
                <c:pt idx="7330">
                  <c:v>80.080718303716509</c:v>
                </c:pt>
                <c:pt idx="7331">
                  <c:v>80.080375334088089</c:v>
                </c:pt>
                <c:pt idx="7332">
                  <c:v>80.080238884214239</c:v>
                </c:pt>
                <c:pt idx="7333">
                  <c:v>80.080261011205025</c:v>
                </c:pt>
                <c:pt idx="7334">
                  <c:v>80.080275762535592</c:v>
                </c:pt>
                <c:pt idx="7335">
                  <c:v>80.080122717612994</c:v>
                </c:pt>
                <c:pt idx="7336">
                  <c:v>80.079696774850134</c:v>
                </c:pt>
                <c:pt idx="7337">
                  <c:v>80.07891865149692</c:v>
                </c:pt>
                <c:pt idx="7338">
                  <c:v>80.077751480643769</c:v>
                </c:pt>
                <c:pt idx="7339">
                  <c:v>80.076256125469143</c:v>
                </c:pt>
                <c:pt idx="7340">
                  <c:v>80.074463948658348</c:v>
                </c:pt>
                <c:pt idx="7341">
                  <c:v>80.072540906425303</c:v>
                </c:pt>
                <c:pt idx="7342">
                  <c:v>80.070557068492832</c:v>
                </c:pt>
                <c:pt idx="7343">
                  <c:v>80.068648869274966</c:v>
                </c:pt>
                <c:pt idx="7344">
                  <c:v>80.066939825102182</c:v>
                </c:pt>
                <c:pt idx="7345">
                  <c:v>80.065483386906379</c:v>
                </c:pt>
                <c:pt idx="7346">
                  <c:v>80.064231608665921</c:v>
                </c:pt>
                <c:pt idx="7347">
                  <c:v>80.063171576122713</c:v>
                </c:pt>
                <c:pt idx="7348">
                  <c:v>80.062172393079351</c:v>
                </c:pt>
                <c:pt idx="7349">
                  <c:v>80.061134509505621</c:v>
                </c:pt>
                <c:pt idx="7350">
                  <c:v>80.059965754412062</c:v>
                </c:pt>
                <c:pt idx="7351">
                  <c:v>80.05866244669285</c:v>
                </c:pt>
                <c:pt idx="7352">
                  <c:v>80.05733519613932</c:v>
                </c:pt>
                <c:pt idx="7353">
                  <c:v>80.056068798416973</c:v>
                </c:pt>
                <c:pt idx="7354">
                  <c:v>80.055014403951859</c:v>
                </c:pt>
                <c:pt idx="7355">
                  <c:v>80.054238363750756</c:v>
                </c:pt>
                <c:pt idx="7356">
                  <c:v>80.053733296497271</c:v>
                </c:pt>
                <c:pt idx="7357">
                  <c:v>80.053414405310448</c:v>
                </c:pt>
                <c:pt idx="7358">
                  <c:v>80.053115791593584</c:v>
                </c:pt>
                <c:pt idx="7359">
                  <c:v>80.052719484985758</c:v>
                </c:pt>
                <c:pt idx="7360">
                  <c:v>80.052094614831489</c:v>
                </c:pt>
                <c:pt idx="7361">
                  <c:v>80.051208008027018</c:v>
                </c:pt>
                <c:pt idx="7362">
                  <c:v>80.050026495302461</c:v>
                </c:pt>
                <c:pt idx="7363">
                  <c:v>80.048599855753082</c:v>
                </c:pt>
                <c:pt idx="7364">
                  <c:v>80.046966808616062</c:v>
                </c:pt>
                <c:pt idx="7365">
                  <c:v>80.045142111383782</c:v>
                </c:pt>
                <c:pt idx="7366">
                  <c:v>80.043182912077967</c:v>
                </c:pt>
                <c:pt idx="7367">
                  <c:v>80.041153726099651</c:v>
                </c:pt>
                <c:pt idx="7368">
                  <c:v>80.039124591563493</c:v>
                </c:pt>
                <c:pt idx="7369">
                  <c:v>80.037239256531251</c:v>
                </c:pt>
                <c:pt idx="7370">
                  <c:v>80.035575112069438</c:v>
                </c:pt>
                <c:pt idx="7371">
                  <c:v>80.034301687129968</c:v>
                </c:pt>
                <c:pt idx="7372">
                  <c:v>80.033431862927927</c:v>
                </c:pt>
                <c:pt idx="7373">
                  <c:v>80.032982211750422</c:v>
                </c:pt>
                <c:pt idx="7374">
                  <c:v>80.03284584263028</c:v>
                </c:pt>
                <c:pt idx="7375">
                  <c:v>80.032989583060825</c:v>
                </c:pt>
                <c:pt idx="7376">
                  <c:v>80.033264164857314</c:v>
                </c:pt>
                <c:pt idx="7377">
                  <c:v>80.033584818617413</c:v>
                </c:pt>
                <c:pt idx="7378">
                  <c:v>80.033805959890145</c:v>
                </c:pt>
                <c:pt idx="7379">
                  <c:v>80.033881516631723</c:v>
                </c:pt>
                <c:pt idx="7380">
                  <c:v>80.033689860645779</c:v>
                </c:pt>
                <c:pt idx="7381">
                  <c:v>80.03317939453774</c:v>
                </c:pt>
                <c:pt idx="7382">
                  <c:v>80.032311425345</c:v>
                </c:pt>
                <c:pt idx="7383">
                  <c:v>80.03113571987862</c:v>
                </c:pt>
                <c:pt idx="7384">
                  <c:v>80.029738901037774</c:v>
                </c:pt>
                <c:pt idx="7385">
                  <c:v>80.028283139536342</c:v>
                </c:pt>
                <c:pt idx="7386">
                  <c:v>80.026878999734549</c:v>
                </c:pt>
                <c:pt idx="7387">
                  <c:v>80.025649936952874</c:v>
                </c:pt>
                <c:pt idx="7388">
                  <c:v>80.024649379541387</c:v>
                </c:pt>
                <c:pt idx="7389">
                  <c:v>80.023834938729735</c:v>
                </c:pt>
                <c:pt idx="7390">
                  <c:v>80.02310158056622</c:v>
                </c:pt>
                <c:pt idx="7391">
                  <c:v>80.02243824731265</c:v>
                </c:pt>
                <c:pt idx="7392">
                  <c:v>80.021773076988183</c:v>
                </c:pt>
                <c:pt idx="7393">
                  <c:v>80.021111597301115</c:v>
                </c:pt>
                <c:pt idx="7394">
                  <c:v>80.020393004394748</c:v>
                </c:pt>
                <c:pt idx="7395">
                  <c:v>80.019608087209448</c:v>
                </c:pt>
                <c:pt idx="7396">
                  <c:v>80.018631557797434</c:v>
                </c:pt>
                <c:pt idx="7397">
                  <c:v>80.0173786695904</c:v>
                </c:pt>
                <c:pt idx="7398">
                  <c:v>80.015655980336604</c:v>
                </c:pt>
                <c:pt idx="7399">
                  <c:v>80.01348010178441</c:v>
                </c:pt>
                <c:pt idx="7400">
                  <c:v>80.010863967133545</c:v>
                </c:pt>
                <c:pt idx="7401">
                  <c:v>80.007919996770099</c:v>
                </c:pt>
                <c:pt idx="7402">
                  <c:v>80.004845339867444</c:v>
                </c:pt>
                <c:pt idx="7403">
                  <c:v>80.001846327620456</c:v>
                </c:pt>
                <c:pt idx="7404">
                  <c:v>79.999092419691962</c:v>
                </c:pt>
                <c:pt idx="7405">
                  <c:v>79.996574380831106</c:v>
                </c:pt>
                <c:pt idx="7406">
                  <c:v>79.994262717790107</c:v>
                </c:pt>
                <c:pt idx="7407">
                  <c:v>79.992065318360815</c:v>
                </c:pt>
                <c:pt idx="7408">
                  <c:v>79.989890081313291</c:v>
                </c:pt>
                <c:pt idx="7409">
                  <c:v>79.987724112343841</c:v>
                </c:pt>
                <c:pt idx="7410">
                  <c:v>79.985587669798647</c:v>
                </c:pt>
                <c:pt idx="7411">
                  <c:v>79.983565468994172</c:v>
                </c:pt>
                <c:pt idx="7412">
                  <c:v>79.981766158439854</c:v>
                </c:pt>
                <c:pt idx="7413">
                  <c:v>79.980331527339459</c:v>
                </c:pt>
                <c:pt idx="7414">
                  <c:v>79.979309437439255</c:v>
                </c:pt>
                <c:pt idx="7415">
                  <c:v>79.978690665036268</c:v>
                </c:pt>
                <c:pt idx="7416">
                  <c:v>79.978469676052526</c:v>
                </c:pt>
                <c:pt idx="7417">
                  <c:v>79.978646467190671</c:v>
                </c:pt>
                <c:pt idx="7418">
                  <c:v>79.979071872468381</c:v>
                </c:pt>
                <c:pt idx="7419">
                  <c:v>79.979644607823047</c:v>
                </c:pt>
                <c:pt idx="7420">
                  <c:v>79.980232080180983</c:v>
                </c:pt>
                <c:pt idx="7421">
                  <c:v>79.980675910121619</c:v>
                </c:pt>
                <c:pt idx="7422">
                  <c:v>79.980858231018388</c:v>
                </c:pt>
                <c:pt idx="7423">
                  <c:v>79.980751416705203</c:v>
                </c:pt>
                <c:pt idx="7424">
                  <c:v>79.980377567732504</c:v>
                </c:pt>
                <c:pt idx="7425">
                  <c:v>79.979874808076104</c:v>
                </c:pt>
                <c:pt idx="7426">
                  <c:v>79.979309437439255</c:v>
                </c:pt>
                <c:pt idx="7427">
                  <c:v>79.978768011324831</c:v>
                </c:pt>
                <c:pt idx="7428">
                  <c:v>79.978210014776863</c:v>
                </c:pt>
                <c:pt idx="7429">
                  <c:v>79.977484440929601</c:v>
                </c:pt>
                <c:pt idx="7430">
                  <c:v>79.976394250976355</c:v>
                </c:pt>
                <c:pt idx="7431">
                  <c:v>79.974784774730523</c:v>
                </c:pt>
                <c:pt idx="7432">
                  <c:v>79.972549240184591</c:v>
                </c:pt>
                <c:pt idx="7433">
                  <c:v>79.96973557547831</c:v>
                </c:pt>
                <c:pt idx="7434">
                  <c:v>79.966529812457978</c:v>
                </c:pt>
                <c:pt idx="7435">
                  <c:v>79.963217387051259</c:v>
                </c:pt>
                <c:pt idx="7436">
                  <c:v>79.960052390578056</c:v>
                </c:pt>
                <c:pt idx="7437">
                  <c:v>79.957244688797545</c:v>
                </c:pt>
                <c:pt idx="7438">
                  <c:v>79.954893659609212</c:v>
                </c:pt>
                <c:pt idx="7439">
                  <c:v>79.953071061215013</c:v>
                </c:pt>
                <c:pt idx="7440">
                  <c:v>79.951705060162453</c:v>
                </c:pt>
                <c:pt idx="7441">
                  <c:v>79.950775382766267</c:v>
                </c:pt>
                <c:pt idx="7442">
                  <c:v>79.950248877194085</c:v>
                </c:pt>
                <c:pt idx="7443">
                  <c:v>79.950042694138546</c:v>
                </c:pt>
                <c:pt idx="7444">
                  <c:v>79.950073989746684</c:v>
                </c:pt>
                <c:pt idx="7445">
                  <c:v>79.950156831121447</c:v>
                </c:pt>
                <c:pt idx="7446">
                  <c:v>79.950118171802529</c:v>
                </c:pt>
                <c:pt idx="7447">
                  <c:v>79.949691079618631</c:v>
                </c:pt>
                <c:pt idx="7448">
                  <c:v>79.948722766996823</c:v>
                </c:pt>
                <c:pt idx="7449">
                  <c:v>79.947152505488944</c:v>
                </c:pt>
                <c:pt idx="7450">
                  <c:v>79.9449766489616</c:v>
                </c:pt>
                <c:pt idx="7451">
                  <c:v>79.942359072629756</c:v>
                </c:pt>
                <c:pt idx="7452">
                  <c:v>79.93950597523704</c:v>
                </c:pt>
                <c:pt idx="7453">
                  <c:v>79.936667704546736</c:v>
                </c:pt>
                <c:pt idx="7454">
                  <c:v>79.934052240817763</c:v>
                </c:pt>
                <c:pt idx="7455">
                  <c:v>79.931808642377959</c:v>
                </c:pt>
                <c:pt idx="7456">
                  <c:v>79.930030741169531</c:v>
                </c:pt>
                <c:pt idx="7457">
                  <c:v>79.928764516801976</c:v>
                </c:pt>
                <c:pt idx="7458">
                  <c:v>79.927910562856823</c:v>
                </c:pt>
                <c:pt idx="7459">
                  <c:v>79.927375005878332</c:v>
                </c:pt>
                <c:pt idx="7460">
                  <c:v>79.926940673644424</c:v>
                </c:pt>
                <c:pt idx="7461">
                  <c:v>79.926383038685856</c:v>
                </c:pt>
                <c:pt idx="7462">
                  <c:v>79.925553034780989</c:v>
                </c:pt>
                <c:pt idx="7463">
                  <c:v>79.924345771760329</c:v>
                </c:pt>
                <c:pt idx="7464">
                  <c:v>79.92283671862819</c:v>
                </c:pt>
                <c:pt idx="7465">
                  <c:v>79.921173112585464</c:v>
                </c:pt>
                <c:pt idx="7466">
                  <c:v>79.919555546552033</c:v>
                </c:pt>
                <c:pt idx="7467">
                  <c:v>79.918214040513149</c:v>
                </c:pt>
                <c:pt idx="7468">
                  <c:v>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D8F3-4BA2-8787-4E5A5266B8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21389119"/>
        <c:axId val="85951172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'flexible thermoplastic 6-11-26'!$B$1</c15:sqref>
                        </c15:formulaRef>
                      </c:ext>
                    </c:extLst>
                    <c:strCache>
                      <c:ptCount val="1"/>
                      <c:pt idx="0">
                        <c:v>Absorbance</c:v>
                      </c:pt>
                    </c:strCache>
                  </c:strRef>
                </c:tx>
                <c:spPr>
                  <a:ln w="952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xVal>
                  <c:numRef>
                    <c:extLst>
                      <c:ext uri="{02D57815-91ED-43cb-92C2-25804820EDAC}">
                        <c15:formulaRef>
                          <c15:sqref>'flexible thermoplastic 6-11-26'!$A$2:$A$7470</c15:sqref>
                        </c15:formulaRef>
                      </c:ext>
                    </c:extLst>
                    <c:numCache>
                      <c:formatCode>0.00</c:formatCode>
                      <c:ptCount val="7469"/>
                      <c:pt idx="0">
                        <c:v>399.69159999999999</c:v>
                      </c:pt>
                      <c:pt idx="1">
                        <c:v>400.1737</c:v>
                      </c:pt>
                      <c:pt idx="2">
                        <c:v>400.65589999999997</c:v>
                      </c:pt>
                      <c:pt idx="3">
                        <c:v>401.13799999999998</c:v>
                      </c:pt>
                      <c:pt idx="4">
                        <c:v>401.62009999999998</c:v>
                      </c:pt>
                      <c:pt idx="5">
                        <c:v>402.10230000000001</c:v>
                      </c:pt>
                      <c:pt idx="6">
                        <c:v>402.58440000000002</c:v>
                      </c:pt>
                      <c:pt idx="7">
                        <c:v>403.06659999999999</c:v>
                      </c:pt>
                      <c:pt idx="8">
                        <c:v>403.5487</c:v>
                      </c:pt>
                      <c:pt idx="9">
                        <c:v>404.0308</c:v>
                      </c:pt>
                      <c:pt idx="10">
                        <c:v>404.51299999999998</c:v>
                      </c:pt>
                      <c:pt idx="11">
                        <c:v>404.99509999999998</c:v>
                      </c:pt>
                      <c:pt idx="12">
                        <c:v>405.47719999999998</c:v>
                      </c:pt>
                      <c:pt idx="13">
                        <c:v>405.95940000000002</c:v>
                      </c:pt>
                      <c:pt idx="14">
                        <c:v>406.44150000000002</c:v>
                      </c:pt>
                      <c:pt idx="15">
                        <c:v>406.92360000000002</c:v>
                      </c:pt>
                      <c:pt idx="16">
                        <c:v>407.4058</c:v>
                      </c:pt>
                      <c:pt idx="17">
                        <c:v>407.8879</c:v>
                      </c:pt>
                      <c:pt idx="18">
                        <c:v>408.37009999999998</c:v>
                      </c:pt>
                      <c:pt idx="19">
                        <c:v>408.85219999999998</c:v>
                      </c:pt>
                      <c:pt idx="20">
                        <c:v>409.33429999999998</c:v>
                      </c:pt>
                      <c:pt idx="21">
                        <c:v>409.81650000000002</c:v>
                      </c:pt>
                      <c:pt idx="22">
                        <c:v>410.29860000000002</c:v>
                      </c:pt>
                      <c:pt idx="23">
                        <c:v>410.78070000000002</c:v>
                      </c:pt>
                      <c:pt idx="24">
                        <c:v>411.2629</c:v>
                      </c:pt>
                      <c:pt idx="25">
                        <c:v>411.745</c:v>
                      </c:pt>
                      <c:pt idx="26">
                        <c:v>412.22710000000001</c:v>
                      </c:pt>
                      <c:pt idx="27">
                        <c:v>412.70929999999998</c:v>
                      </c:pt>
                      <c:pt idx="28">
                        <c:v>413.19139999999999</c:v>
                      </c:pt>
                      <c:pt idx="29">
                        <c:v>413.67360000000002</c:v>
                      </c:pt>
                      <c:pt idx="30">
                        <c:v>414.15570000000002</c:v>
                      </c:pt>
                      <c:pt idx="31">
                        <c:v>414.63780000000003</c:v>
                      </c:pt>
                      <c:pt idx="32">
                        <c:v>415.12</c:v>
                      </c:pt>
                      <c:pt idx="33">
                        <c:v>415.60210000000001</c:v>
                      </c:pt>
                      <c:pt idx="34">
                        <c:v>416.08429999999998</c:v>
                      </c:pt>
                      <c:pt idx="35">
                        <c:v>416.56639999999999</c:v>
                      </c:pt>
                      <c:pt idx="36">
                        <c:v>417.04849999999999</c:v>
                      </c:pt>
                      <c:pt idx="37">
                        <c:v>417.53070000000002</c:v>
                      </c:pt>
                      <c:pt idx="38">
                        <c:v>418.01280000000003</c:v>
                      </c:pt>
                      <c:pt idx="39">
                        <c:v>418.49489999999997</c:v>
                      </c:pt>
                      <c:pt idx="40">
                        <c:v>418.97710000000001</c:v>
                      </c:pt>
                      <c:pt idx="41">
                        <c:v>419.45920000000001</c:v>
                      </c:pt>
                      <c:pt idx="42">
                        <c:v>419.94130000000001</c:v>
                      </c:pt>
                      <c:pt idx="43">
                        <c:v>420.42349999999999</c:v>
                      </c:pt>
                      <c:pt idx="44">
                        <c:v>420.90559999999999</c:v>
                      </c:pt>
                      <c:pt idx="45">
                        <c:v>421.38780000000003</c:v>
                      </c:pt>
                      <c:pt idx="46">
                        <c:v>421.86989999999997</c:v>
                      </c:pt>
                      <c:pt idx="47">
                        <c:v>422.35199999999998</c:v>
                      </c:pt>
                      <c:pt idx="48">
                        <c:v>422.83420000000001</c:v>
                      </c:pt>
                      <c:pt idx="49">
                        <c:v>423.31630000000001</c:v>
                      </c:pt>
                      <c:pt idx="50">
                        <c:v>423.79840000000002</c:v>
                      </c:pt>
                      <c:pt idx="51">
                        <c:v>424.28059999999999</c:v>
                      </c:pt>
                      <c:pt idx="52">
                        <c:v>424.7627</c:v>
                      </c:pt>
                      <c:pt idx="53">
                        <c:v>425.2448</c:v>
                      </c:pt>
                      <c:pt idx="54">
                        <c:v>425.72699999999998</c:v>
                      </c:pt>
                      <c:pt idx="55">
                        <c:v>426.20909999999998</c:v>
                      </c:pt>
                      <c:pt idx="56">
                        <c:v>426.69130000000001</c:v>
                      </c:pt>
                      <c:pt idx="57">
                        <c:v>427.17340000000002</c:v>
                      </c:pt>
                      <c:pt idx="58">
                        <c:v>427.65550000000002</c:v>
                      </c:pt>
                      <c:pt idx="59">
                        <c:v>428.1377</c:v>
                      </c:pt>
                      <c:pt idx="60">
                        <c:v>428.6198</c:v>
                      </c:pt>
                      <c:pt idx="61">
                        <c:v>429.10199999999998</c:v>
                      </c:pt>
                      <c:pt idx="62">
                        <c:v>429.58409999999998</c:v>
                      </c:pt>
                      <c:pt idx="63">
                        <c:v>430.06619999999998</c:v>
                      </c:pt>
                      <c:pt idx="64">
                        <c:v>430.54840000000002</c:v>
                      </c:pt>
                      <c:pt idx="65">
                        <c:v>431.03050000000002</c:v>
                      </c:pt>
                      <c:pt idx="66">
                        <c:v>431.51260000000002</c:v>
                      </c:pt>
                      <c:pt idx="67">
                        <c:v>431.9948</c:v>
                      </c:pt>
                      <c:pt idx="68">
                        <c:v>432.4769</c:v>
                      </c:pt>
                      <c:pt idx="69">
                        <c:v>432.959</c:v>
                      </c:pt>
                      <c:pt idx="70">
                        <c:v>433.44119999999998</c:v>
                      </c:pt>
                      <c:pt idx="71">
                        <c:v>433.92329999999998</c:v>
                      </c:pt>
                      <c:pt idx="72">
                        <c:v>434.40550000000002</c:v>
                      </c:pt>
                      <c:pt idx="73">
                        <c:v>434.88760000000002</c:v>
                      </c:pt>
                      <c:pt idx="74">
                        <c:v>435.36970000000002</c:v>
                      </c:pt>
                      <c:pt idx="75">
                        <c:v>435.8519</c:v>
                      </c:pt>
                      <c:pt idx="76">
                        <c:v>436.334</c:v>
                      </c:pt>
                      <c:pt idx="77">
                        <c:v>436.81610000000001</c:v>
                      </c:pt>
                      <c:pt idx="78">
                        <c:v>437.29829999999998</c:v>
                      </c:pt>
                      <c:pt idx="79">
                        <c:v>437.78039999999999</c:v>
                      </c:pt>
                      <c:pt idx="80">
                        <c:v>438.26249999999999</c:v>
                      </c:pt>
                      <c:pt idx="81">
                        <c:v>438.74470000000002</c:v>
                      </c:pt>
                      <c:pt idx="82">
                        <c:v>439.22680000000003</c:v>
                      </c:pt>
                      <c:pt idx="83">
                        <c:v>439.709</c:v>
                      </c:pt>
                      <c:pt idx="84">
                        <c:v>440.19110000000001</c:v>
                      </c:pt>
                      <c:pt idx="85">
                        <c:v>440.67320000000001</c:v>
                      </c:pt>
                      <c:pt idx="86">
                        <c:v>441.15539999999999</c:v>
                      </c:pt>
                      <c:pt idx="87">
                        <c:v>441.63749999999999</c:v>
                      </c:pt>
                      <c:pt idx="88">
                        <c:v>442.11959999999999</c:v>
                      </c:pt>
                      <c:pt idx="89">
                        <c:v>442.60180000000003</c:v>
                      </c:pt>
                      <c:pt idx="90">
                        <c:v>443.08390000000003</c:v>
                      </c:pt>
                      <c:pt idx="91">
                        <c:v>443.56599999999997</c:v>
                      </c:pt>
                      <c:pt idx="92">
                        <c:v>444.04820000000001</c:v>
                      </c:pt>
                      <c:pt idx="93">
                        <c:v>444.53030000000001</c:v>
                      </c:pt>
                      <c:pt idx="94">
                        <c:v>445.01249999999999</c:v>
                      </c:pt>
                      <c:pt idx="95">
                        <c:v>445.49459999999999</c:v>
                      </c:pt>
                      <c:pt idx="96">
                        <c:v>445.97669999999999</c:v>
                      </c:pt>
                      <c:pt idx="97">
                        <c:v>446.45890000000003</c:v>
                      </c:pt>
                      <c:pt idx="98">
                        <c:v>446.94099999999997</c:v>
                      </c:pt>
                      <c:pt idx="99">
                        <c:v>447.42320000000001</c:v>
                      </c:pt>
                      <c:pt idx="100">
                        <c:v>447.90530000000001</c:v>
                      </c:pt>
                      <c:pt idx="101">
                        <c:v>448.38740000000001</c:v>
                      </c:pt>
                      <c:pt idx="102">
                        <c:v>448.86959999999999</c:v>
                      </c:pt>
                      <c:pt idx="103">
                        <c:v>449.35169999999999</c:v>
                      </c:pt>
                      <c:pt idx="104">
                        <c:v>449.8338</c:v>
                      </c:pt>
                      <c:pt idx="105">
                        <c:v>450.31599999999997</c:v>
                      </c:pt>
                      <c:pt idx="106">
                        <c:v>450.79809999999998</c:v>
                      </c:pt>
                      <c:pt idx="107">
                        <c:v>451.28019999999998</c:v>
                      </c:pt>
                      <c:pt idx="108">
                        <c:v>451.76240000000001</c:v>
                      </c:pt>
                      <c:pt idx="109">
                        <c:v>452.24450000000002</c:v>
                      </c:pt>
                      <c:pt idx="110">
                        <c:v>452.72669999999999</c:v>
                      </c:pt>
                      <c:pt idx="111">
                        <c:v>453.2088</c:v>
                      </c:pt>
                      <c:pt idx="112">
                        <c:v>453.6909</c:v>
                      </c:pt>
                      <c:pt idx="113">
                        <c:v>454.17309999999998</c:v>
                      </c:pt>
                      <c:pt idx="114">
                        <c:v>454.65519999999998</c:v>
                      </c:pt>
                      <c:pt idx="115">
                        <c:v>455.13729999999998</c:v>
                      </c:pt>
                      <c:pt idx="116">
                        <c:v>455.61950000000002</c:v>
                      </c:pt>
                      <c:pt idx="117">
                        <c:v>456.10160000000002</c:v>
                      </c:pt>
                      <c:pt idx="118">
                        <c:v>456.58370000000002</c:v>
                      </c:pt>
                      <c:pt idx="119">
                        <c:v>457.0659</c:v>
                      </c:pt>
                      <c:pt idx="120">
                        <c:v>457.548</c:v>
                      </c:pt>
                      <c:pt idx="121">
                        <c:v>458.03019999999998</c:v>
                      </c:pt>
                      <c:pt idx="122">
                        <c:v>458.51229999999998</c:v>
                      </c:pt>
                      <c:pt idx="123">
                        <c:v>458.99439999999998</c:v>
                      </c:pt>
                      <c:pt idx="124">
                        <c:v>459.47660000000002</c:v>
                      </c:pt>
                      <c:pt idx="125">
                        <c:v>459.95870000000002</c:v>
                      </c:pt>
                      <c:pt idx="126">
                        <c:v>460.4409</c:v>
                      </c:pt>
                      <c:pt idx="127">
                        <c:v>460.923</c:v>
                      </c:pt>
                      <c:pt idx="128">
                        <c:v>461.4051</c:v>
                      </c:pt>
                      <c:pt idx="129">
                        <c:v>461.88729999999998</c:v>
                      </c:pt>
                      <c:pt idx="130">
                        <c:v>462.36939999999998</c:v>
                      </c:pt>
                      <c:pt idx="131">
                        <c:v>462.85149999999999</c:v>
                      </c:pt>
                      <c:pt idx="132">
                        <c:v>463.33370000000002</c:v>
                      </c:pt>
                      <c:pt idx="133">
                        <c:v>463.81580000000002</c:v>
                      </c:pt>
                      <c:pt idx="134">
                        <c:v>464.29790000000003</c:v>
                      </c:pt>
                      <c:pt idx="135">
                        <c:v>464.7801</c:v>
                      </c:pt>
                      <c:pt idx="136">
                        <c:v>465.26220000000001</c:v>
                      </c:pt>
                      <c:pt idx="137">
                        <c:v>465.74439999999998</c:v>
                      </c:pt>
                      <c:pt idx="138">
                        <c:v>466.22649999999999</c:v>
                      </c:pt>
                      <c:pt idx="139">
                        <c:v>466.70859999999999</c:v>
                      </c:pt>
                      <c:pt idx="140">
                        <c:v>467.19080000000002</c:v>
                      </c:pt>
                      <c:pt idx="141">
                        <c:v>467.67290000000003</c:v>
                      </c:pt>
                      <c:pt idx="142">
                        <c:v>468.15499999999997</c:v>
                      </c:pt>
                      <c:pt idx="143">
                        <c:v>468.63720000000001</c:v>
                      </c:pt>
                      <c:pt idx="144">
                        <c:v>469.11930000000001</c:v>
                      </c:pt>
                      <c:pt idx="145">
                        <c:v>469.60140000000001</c:v>
                      </c:pt>
                      <c:pt idx="146">
                        <c:v>470.08359999999999</c:v>
                      </c:pt>
                      <c:pt idx="147">
                        <c:v>470.56569999999999</c:v>
                      </c:pt>
                      <c:pt idx="148">
                        <c:v>471.04790000000003</c:v>
                      </c:pt>
                      <c:pt idx="149">
                        <c:v>471.53</c:v>
                      </c:pt>
                      <c:pt idx="150">
                        <c:v>472.01209999999998</c:v>
                      </c:pt>
                      <c:pt idx="151">
                        <c:v>472.49430000000001</c:v>
                      </c:pt>
                      <c:pt idx="152">
                        <c:v>472.97640000000001</c:v>
                      </c:pt>
                      <c:pt idx="153">
                        <c:v>473.45859999999999</c:v>
                      </c:pt>
                      <c:pt idx="154">
                        <c:v>473.94069999999999</c:v>
                      </c:pt>
                      <c:pt idx="155">
                        <c:v>474.4228</c:v>
                      </c:pt>
                      <c:pt idx="156">
                        <c:v>474.90499999999997</c:v>
                      </c:pt>
                      <c:pt idx="157">
                        <c:v>475.38709999999998</c:v>
                      </c:pt>
                      <c:pt idx="158">
                        <c:v>475.86919999999998</c:v>
                      </c:pt>
                      <c:pt idx="159">
                        <c:v>476.35140000000001</c:v>
                      </c:pt>
                      <c:pt idx="160">
                        <c:v>476.83350000000002</c:v>
                      </c:pt>
                      <c:pt idx="161">
                        <c:v>477.31560000000002</c:v>
                      </c:pt>
                      <c:pt idx="162">
                        <c:v>477.7978</c:v>
                      </c:pt>
                      <c:pt idx="163">
                        <c:v>478.2799</c:v>
                      </c:pt>
                      <c:pt idx="164">
                        <c:v>478.76209999999998</c:v>
                      </c:pt>
                      <c:pt idx="165">
                        <c:v>479.24419999999998</c:v>
                      </c:pt>
                      <c:pt idx="166">
                        <c:v>479.72629999999998</c:v>
                      </c:pt>
                      <c:pt idx="167">
                        <c:v>480.20850000000002</c:v>
                      </c:pt>
                      <c:pt idx="168">
                        <c:v>480.69060000000002</c:v>
                      </c:pt>
                      <c:pt idx="169">
                        <c:v>481.17270000000002</c:v>
                      </c:pt>
                      <c:pt idx="170">
                        <c:v>481.6549</c:v>
                      </c:pt>
                      <c:pt idx="171">
                        <c:v>482.137</c:v>
                      </c:pt>
                      <c:pt idx="172">
                        <c:v>482.6191</c:v>
                      </c:pt>
                      <c:pt idx="173">
                        <c:v>483.10129999999998</c:v>
                      </c:pt>
                      <c:pt idx="174">
                        <c:v>483.58339999999998</c:v>
                      </c:pt>
                      <c:pt idx="175">
                        <c:v>484.06560000000002</c:v>
                      </c:pt>
                      <c:pt idx="176">
                        <c:v>484.54770000000002</c:v>
                      </c:pt>
                      <c:pt idx="177">
                        <c:v>485.02980000000002</c:v>
                      </c:pt>
                      <c:pt idx="178">
                        <c:v>485.512</c:v>
                      </c:pt>
                      <c:pt idx="179">
                        <c:v>485.9941</c:v>
                      </c:pt>
                      <c:pt idx="180">
                        <c:v>486.47629999999998</c:v>
                      </c:pt>
                      <c:pt idx="181">
                        <c:v>486.95839999999998</c:v>
                      </c:pt>
                      <c:pt idx="182">
                        <c:v>487.44049999999999</c:v>
                      </c:pt>
                      <c:pt idx="183">
                        <c:v>487.92270000000002</c:v>
                      </c:pt>
                      <c:pt idx="184">
                        <c:v>488.40480000000002</c:v>
                      </c:pt>
                      <c:pt idx="185">
                        <c:v>488.88690000000003</c:v>
                      </c:pt>
                      <c:pt idx="186">
                        <c:v>489.3691</c:v>
                      </c:pt>
                      <c:pt idx="187">
                        <c:v>489.85120000000001</c:v>
                      </c:pt>
                      <c:pt idx="188">
                        <c:v>490.33330000000001</c:v>
                      </c:pt>
                      <c:pt idx="189">
                        <c:v>490.81549999999999</c:v>
                      </c:pt>
                      <c:pt idx="190">
                        <c:v>491.29759999999999</c:v>
                      </c:pt>
                      <c:pt idx="191">
                        <c:v>491.77980000000002</c:v>
                      </c:pt>
                      <c:pt idx="192">
                        <c:v>492.26190000000003</c:v>
                      </c:pt>
                      <c:pt idx="193">
                        <c:v>492.74400000000003</c:v>
                      </c:pt>
                      <c:pt idx="194">
                        <c:v>493.22620000000001</c:v>
                      </c:pt>
                      <c:pt idx="195">
                        <c:v>493.70830000000001</c:v>
                      </c:pt>
                      <c:pt idx="196">
                        <c:v>494.19040000000001</c:v>
                      </c:pt>
                      <c:pt idx="197">
                        <c:v>494.67259999999999</c:v>
                      </c:pt>
                      <c:pt idx="198">
                        <c:v>495.15469999999999</c:v>
                      </c:pt>
                      <c:pt idx="199">
                        <c:v>495.63679999999999</c:v>
                      </c:pt>
                      <c:pt idx="200">
                        <c:v>496.11900000000003</c:v>
                      </c:pt>
                      <c:pt idx="201">
                        <c:v>496.60109999999997</c:v>
                      </c:pt>
                      <c:pt idx="202">
                        <c:v>497.08330000000001</c:v>
                      </c:pt>
                      <c:pt idx="203">
                        <c:v>497.56540000000001</c:v>
                      </c:pt>
                      <c:pt idx="204">
                        <c:v>498.04750000000001</c:v>
                      </c:pt>
                      <c:pt idx="205">
                        <c:v>498.52969999999999</c:v>
                      </c:pt>
                      <c:pt idx="206">
                        <c:v>499.01179999999999</c:v>
                      </c:pt>
                      <c:pt idx="207">
                        <c:v>499.49400000000003</c:v>
                      </c:pt>
                      <c:pt idx="208">
                        <c:v>499.97609999999997</c:v>
                      </c:pt>
                      <c:pt idx="209">
                        <c:v>500.45819999999998</c:v>
                      </c:pt>
                      <c:pt idx="210">
                        <c:v>500.94040000000001</c:v>
                      </c:pt>
                      <c:pt idx="211">
                        <c:v>501.42250000000001</c:v>
                      </c:pt>
                      <c:pt idx="212">
                        <c:v>501.90460000000002</c:v>
                      </c:pt>
                      <c:pt idx="213">
                        <c:v>502.38679999999999</c:v>
                      </c:pt>
                      <c:pt idx="214">
                        <c:v>502.8689</c:v>
                      </c:pt>
                      <c:pt idx="215">
                        <c:v>503.351</c:v>
                      </c:pt>
                      <c:pt idx="216">
                        <c:v>503.83319999999998</c:v>
                      </c:pt>
                      <c:pt idx="217">
                        <c:v>504.31529999999998</c:v>
                      </c:pt>
                      <c:pt idx="218">
                        <c:v>504.79750000000001</c:v>
                      </c:pt>
                      <c:pt idx="219">
                        <c:v>505.27960000000002</c:v>
                      </c:pt>
                      <c:pt idx="220">
                        <c:v>505.76170000000002</c:v>
                      </c:pt>
                      <c:pt idx="221">
                        <c:v>506.2439</c:v>
                      </c:pt>
                      <c:pt idx="222">
                        <c:v>506.726</c:v>
                      </c:pt>
                      <c:pt idx="223">
                        <c:v>507.2081</c:v>
                      </c:pt>
                      <c:pt idx="224">
                        <c:v>507.69029999999998</c:v>
                      </c:pt>
                      <c:pt idx="225">
                        <c:v>508.17239999999998</c:v>
                      </c:pt>
                      <c:pt idx="226">
                        <c:v>508.65449999999998</c:v>
                      </c:pt>
                      <c:pt idx="227">
                        <c:v>509.13670000000002</c:v>
                      </c:pt>
                      <c:pt idx="228">
                        <c:v>509.61880000000002</c:v>
                      </c:pt>
                      <c:pt idx="229">
                        <c:v>510.101</c:v>
                      </c:pt>
                      <c:pt idx="230">
                        <c:v>510.5831</c:v>
                      </c:pt>
                      <c:pt idx="231">
                        <c:v>511.0652</c:v>
                      </c:pt>
                      <c:pt idx="232">
                        <c:v>511.54739999999998</c:v>
                      </c:pt>
                      <c:pt idx="233">
                        <c:v>512.02949999999998</c:v>
                      </c:pt>
                      <c:pt idx="234">
                        <c:v>512.51170000000002</c:v>
                      </c:pt>
                      <c:pt idx="235">
                        <c:v>512.99379999999996</c:v>
                      </c:pt>
                      <c:pt idx="236">
                        <c:v>513.476</c:v>
                      </c:pt>
                      <c:pt idx="237">
                        <c:v>513.95809999999994</c:v>
                      </c:pt>
                      <c:pt idx="238">
                        <c:v>514.4402</c:v>
                      </c:pt>
                      <c:pt idx="239">
                        <c:v>514.92240000000004</c:v>
                      </c:pt>
                      <c:pt idx="240">
                        <c:v>515.40449999999998</c:v>
                      </c:pt>
                      <c:pt idx="241">
                        <c:v>515.88660000000004</c:v>
                      </c:pt>
                      <c:pt idx="242">
                        <c:v>516.36879999999996</c:v>
                      </c:pt>
                      <c:pt idx="243">
                        <c:v>516.85090000000002</c:v>
                      </c:pt>
                      <c:pt idx="244">
                        <c:v>517.33299999999997</c:v>
                      </c:pt>
                      <c:pt idx="245">
                        <c:v>517.8152</c:v>
                      </c:pt>
                      <c:pt idx="246">
                        <c:v>518.29729999999995</c:v>
                      </c:pt>
                      <c:pt idx="247">
                        <c:v>518.77940000000001</c:v>
                      </c:pt>
                      <c:pt idx="248">
                        <c:v>519.26160000000004</c:v>
                      </c:pt>
                      <c:pt idx="249">
                        <c:v>519.74369999999999</c:v>
                      </c:pt>
                      <c:pt idx="250">
                        <c:v>520.22580000000005</c:v>
                      </c:pt>
                      <c:pt idx="251">
                        <c:v>520.70799999999997</c:v>
                      </c:pt>
                      <c:pt idx="252">
                        <c:v>521.19010000000003</c:v>
                      </c:pt>
                      <c:pt idx="253">
                        <c:v>521.67219999999998</c:v>
                      </c:pt>
                      <c:pt idx="254">
                        <c:v>522.15440000000001</c:v>
                      </c:pt>
                      <c:pt idx="255">
                        <c:v>522.63649999999996</c:v>
                      </c:pt>
                      <c:pt idx="256">
                        <c:v>523.11869999999999</c:v>
                      </c:pt>
                      <c:pt idx="257">
                        <c:v>523.60080000000005</c:v>
                      </c:pt>
                      <c:pt idx="258">
                        <c:v>524.0829</c:v>
                      </c:pt>
                      <c:pt idx="259">
                        <c:v>524.56510000000003</c:v>
                      </c:pt>
                      <c:pt idx="260">
                        <c:v>525.04719999999998</c:v>
                      </c:pt>
                      <c:pt idx="261">
                        <c:v>525.52940000000001</c:v>
                      </c:pt>
                      <c:pt idx="262">
                        <c:v>526.01149999999996</c:v>
                      </c:pt>
                      <c:pt idx="263">
                        <c:v>526.49369999999999</c:v>
                      </c:pt>
                      <c:pt idx="264">
                        <c:v>526.97580000000005</c:v>
                      </c:pt>
                      <c:pt idx="265">
                        <c:v>527.4579</c:v>
                      </c:pt>
                      <c:pt idx="266">
                        <c:v>527.94010000000003</c:v>
                      </c:pt>
                      <c:pt idx="267">
                        <c:v>528.42219999999998</c:v>
                      </c:pt>
                      <c:pt idx="268">
                        <c:v>528.90430000000003</c:v>
                      </c:pt>
                      <c:pt idx="269">
                        <c:v>529.38649999999996</c:v>
                      </c:pt>
                      <c:pt idx="270">
                        <c:v>529.86860000000001</c:v>
                      </c:pt>
                      <c:pt idx="271">
                        <c:v>530.35069999999996</c:v>
                      </c:pt>
                      <c:pt idx="272">
                        <c:v>530.8329</c:v>
                      </c:pt>
                      <c:pt idx="273">
                        <c:v>531.31500000000005</c:v>
                      </c:pt>
                      <c:pt idx="274">
                        <c:v>531.7971</c:v>
                      </c:pt>
                      <c:pt idx="275">
                        <c:v>532.27930000000003</c:v>
                      </c:pt>
                      <c:pt idx="276">
                        <c:v>532.76139999999998</c:v>
                      </c:pt>
                      <c:pt idx="277">
                        <c:v>533.24350000000004</c:v>
                      </c:pt>
                      <c:pt idx="278">
                        <c:v>533.72569999999996</c:v>
                      </c:pt>
                      <c:pt idx="279">
                        <c:v>534.20780000000002</c:v>
                      </c:pt>
                      <c:pt idx="280">
                        <c:v>534.68989999999997</c:v>
                      </c:pt>
                      <c:pt idx="281">
                        <c:v>535.1721</c:v>
                      </c:pt>
                      <c:pt idx="282">
                        <c:v>535.65419999999995</c:v>
                      </c:pt>
                      <c:pt idx="283">
                        <c:v>536.13639999999998</c:v>
                      </c:pt>
                      <c:pt idx="284">
                        <c:v>536.61850000000004</c:v>
                      </c:pt>
                      <c:pt idx="285">
                        <c:v>537.10059999999999</c:v>
                      </c:pt>
                      <c:pt idx="286">
                        <c:v>537.58280000000002</c:v>
                      </c:pt>
                      <c:pt idx="287">
                        <c:v>538.06489999999997</c:v>
                      </c:pt>
                      <c:pt idx="288">
                        <c:v>538.5471</c:v>
                      </c:pt>
                      <c:pt idx="289">
                        <c:v>539.02919999999995</c:v>
                      </c:pt>
                      <c:pt idx="290">
                        <c:v>539.51139999999998</c:v>
                      </c:pt>
                      <c:pt idx="291">
                        <c:v>539.99350000000004</c:v>
                      </c:pt>
                      <c:pt idx="292">
                        <c:v>540.47559999999999</c:v>
                      </c:pt>
                      <c:pt idx="293">
                        <c:v>540.95780000000002</c:v>
                      </c:pt>
                      <c:pt idx="294">
                        <c:v>541.43989999999997</c:v>
                      </c:pt>
                      <c:pt idx="295">
                        <c:v>541.92200000000003</c:v>
                      </c:pt>
                      <c:pt idx="296">
                        <c:v>542.40419999999995</c:v>
                      </c:pt>
                      <c:pt idx="297">
                        <c:v>542.88630000000001</c:v>
                      </c:pt>
                      <c:pt idx="298">
                        <c:v>543.36839999999995</c:v>
                      </c:pt>
                      <c:pt idx="299">
                        <c:v>543.85059999999999</c:v>
                      </c:pt>
                      <c:pt idx="300">
                        <c:v>544.33270000000005</c:v>
                      </c:pt>
                      <c:pt idx="301">
                        <c:v>544.81479999999999</c:v>
                      </c:pt>
                      <c:pt idx="302">
                        <c:v>545.29700000000003</c:v>
                      </c:pt>
                      <c:pt idx="303">
                        <c:v>545.77909999999997</c:v>
                      </c:pt>
                      <c:pt idx="304">
                        <c:v>546.26120000000003</c:v>
                      </c:pt>
                      <c:pt idx="305">
                        <c:v>546.74339999999995</c:v>
                      </c:pt>
                      <c:pt idx="306">
                        <c:v>547.22550000000001</c:v>
                      </c:pt>
                      <c:pt idx="307">
                        <c:v>547.70759999999996</c:v>
                      </c:pt>
                      <c:pt idx="308">
                        <c:v>548.18979999999999</c:v>
                      </c:pt>
                      <c:pt idx="309">
                        <c:v>548.67190000000005</c:v>
                      </c:pt>
                      <c:pt idx="310">
                        <c:v>549.15409999999997</c:v>
                      </c:pt>
                      <c:pt idx="311">
                        <c:v>549.63620000000003</c:v>
                      </c:pt>
                      <c:pt idx="312">
                        <c:v>550.11829999999998</c:v>
                      </c:pt>
                      <c:pt idx="313">
                        <c:v>550.60050000000001</c:v>
                      </c:pt>
                      <c:pt idx="314">
                        <c:v>551.08259999999996</c:v>
                      </c:pt>
                      <c:pt idx="315">
                        <c:v>551.56479999999999</c:v>
                      </c:pt>
                      <c:pt idx="316">
                        <c:v>552.04690000000005</c:v>
                      </c:pt>
                      <c:pt idx="317">
                        <c:v>552.52909999999997</c:v>
                      </c:pt>
                      <c:pt idx="318">
                        <c:v>553.01120000000003</c:v>
                      </c:pt>
                      <c:pt idx="319">
                        <c:v>553.49329999999998</c:v>
                      </c:pt>
                      <c:pt idx="320">
                        <c:v>553.97550000000001</c:v>
                      </c:pt>
                      <c:pt idx="321">
                        <c:v>554.45759999999996</c:v>
                      </c:pt>
                      <c:pt idx="322">
                        <c:v>554.93970000000002</c:v>
                      </c:pt>
                      <c:pt idx="323">
                        <c:v>555.42190000000005</c:v>
                      </c:pt>
                      <c:pt idx="324">
                        <c:v>555.904</c:v>
                      </c:pt>
                      <c:pt idx="325">
                        <c:v>556.38610000000006</c:v>
                      </c:pt>
                      <c:pt idx="326">
                        <c:v>556.86829999999998</c:v>
                      </c:pt>
                      <c:pt idx="327">
                        <c:v>557.35040000000004</c:v>
                      </c:pt>
                      <c:pt idx="328">
                        <c:v>557.83249999999998</c:v>
                      </c:pt>
                      <c:pt idx="329">
                        <c:v>558.31470000000002</c:v>
                      </c:pt>
                      <c:pt idx="330">
                        <c:v>558.79679999999996</c:v>
                      </c:pt>
                      <c:pt idx="331">
                        <c:v>559.27890000000002</c:v>
                      </c:pt>
                      <c:pt idx="332">
                        <c:v>559.76110000000006</c:v>
                      </c:pt>
                      <c:pt idx="333">
                        <c:v>560.2432</c:v>
                      </c:pt>
                      <c:pt idx="334">
                        <c:v>560.72529999999995</c:v>
                      </c:pt>
                      <c:pt idx="335">
                        <c:v>561.20749999999998</c:v>
                      </c:pt>
                      <c:pt idx="336">
                        <c:v>561.68960000000004</c:v>
                      </c:pt>
                      <c:pt idx="337">
                        <c:v>562.17179999999996</c:v>
                      </c:pt>
                      <c:pt idx="338">
                        <c:v>562.65390000000002</c:v>
                      </c:pt>
                      <c:pt idx="339">
                        <c:v>563.13599999999997</c:v>
                      </c:pt>
                      <c:pt idx="340">
                        <c:v>563.6182</c:v>
                      </c:pt>
                      <c:pt idx="341">
                        <c:v>564.10029999999995</c:v>
                      </c:pt>
                      <c:pt idx="342">
                        <c:v>564.58249999999998</c:v>
                      </c:pt>
                      <c:pt idx="343">
                        <c:v>565.06460000000004</c:v>
                      </c:pt>
                      <c:pt idx="344">
                        <c:v>565.54679999999996</c:v>
                      </c:pt>
                      <c:pt idx="345">
                        <c:v>566.02890000000002</c:v>
                      </c:pt>
                      <c:pt idx="346">
                        <c:v>566.51099999999997</c:v>
                      </c:pt>
                      <c:pt idx="347">
                        <c:v>566.9932</c:v>
                      </c:pt>
                      <c:pt idx="348">
                        <c:v>567.47529999999995</c:v>
                      </c:pt>
                      <c:pt idx="349">
                        <c:v>567.95740000000001</c:v>
                      </c:pt>
                      <c:pt idx="350">
                        <c:v>568.43960000000004</c:v>
                      </c:pt>
                      <c:pt idx="351">
                        <c:v>568.92169999999999</c:v>
                      </c:pt>
                      <c:pt idx="352">
                        <c:v>569.40380000000005</c:v>
                      </c:pt>
                      <c:pt idx="353">
                        <c:v>569.88599999999997</c:v>
                      </c:pt>
                      <c:pt idx="354">
                        <c:v>570.36810000000003</c:v>
                      </c:pt>
                      <c:pt idx="355">
                        <c:v>570.85019999999997</c:v>
                      </c:pt>
                      <c:pt idx="356">
                        <c:v>571.33240000000001</c:v>
                      </c:pt>
                      <c:pt idx="357">
                        <c:v>571.81449999999995</c:v>
                      </c:pt>
                      <c:pt idx="358">
                        <c:v>572.29660000000001</c:v>
                      </c:pt>
                      <c:pt idx="359">
                        <c:v>572.77869999999996</c:v>
                      </c:pt>
                      <c:pt idx="360">
                        <c:v>573.26089999999999</c:v>
                      </c:pt>
                      <c:pt idx="361">
                        <c:v>573.74300000000005</c:v>
                      </c:pt>
                      <c:pt idx="362">
                        <c:v>574.22519999999997</c:v>
                      </c:pt>
                      <c:pt idx="363">
                        <c:v>574.70730000000003</c:v>
                      </c:pt>
                      <c:pt idx="364">
                        <c:v>575.18949999999995</c:v>
                      </c:pt>
                      <c:pt idx="365">
                        <c:v>575.67160000000001</c:v>
                      </c:pt>
                      <c:pt idx="366">
                        <c:v>576.15369999999996</c:v>
                      </c:pt>
                      <c:pt idx="367">
                        <c:v>576.63589999999999</c:v>
                      </c:pt>
                      <c:pt idx="368">
                        <c:v>577.11800000000005</c:v>
                      </c:pt>
                      <c:pt idx="369">
                        <c:v>577.60019999999997</c:v>
                      </c:pt>
                      <c:pt idx="370">
                        <c:v>578.08230000000003</c:v>
                      </c:pt>
                      <c:pt idx="371">
                        <c:v>578.56439999999998</c:v>
                      </c:pt>
                      <c:pt idx="372">
                        <c:v>579.04660000000001</c:v>
                      </c:pt>
                      <c:pt idx="373">
                        <c:v>579.52869999999996</c:v>
                      </c:pt>
                      <c:pt idx="374">
                        <c:v>580.01080000000002</c:v>
                      </c:pt>
                      <c:pt idx="375">
                        <c:v>580.49300000000005</c:v>
                      </c:pt>
                      <c:pt idx="376">
                        <c:v>580.9751</c:v>
                      </c:pt>
                      <c:pt idx="377">
                        <c:v>581.45719999999994</c:v>
                      </c:pt>
                      <c:pt idx="378">
                        <c:v>581.93939999999998</c:v>
                      </c:pt>
                      <c:pt idx="379">
                        <c:v>582.42150000000004</c:v>
                      </c:pt>
                      <c:pt idx="380">
                        <c:v>582.90359999999998</c:v>
                      </c:pt>
                      <c:pt idx="381">
                        <c:v>583.38580000000002</c:v>
                      </c:pt>
                      <c:pt idx="382">
                        <c:v>583.86789999999996</c:v>
                      </c:pt>
                      <c:pt idx="383">
                        <c:v>584.35</c:v>
                      </c:pt>
                      <c:pt idx="384">
                        <c:v>584.83219999999994</c:v>
                      </c:pt>
                      <c:pt idx="385">
                        <c:v>585.3143</c:v>
                      </c:pt>
                      <c:pt idx="386">
                        <c:v>585.79639999999995</c:v>
                      </c:pt>
                      <c:pt idx="387">
                        <c:v>586.27859999999998</c:v>
                      </c:pt>
                      <c:pt idx="388">
                        <c:v>586.76070000000004</c:v>
                      </c:pt>
                      <c:pt idx="389">
                        <c:v>587.24289999999996</c:v>
                      </c:pt>
                      <c:pt idx="390">
                        <c:v>587.72500000000002</c:v>
                      </c:pt>
                      <c:pt idx="391">
                        <c:v>588.20719999999994</c:v>
                      </c:pt>
                      <c:pt idx="392">
                        <c:v>588.6893</c:v>
                      </c:pt>
                      <c:pt idx="393">
                        <c:v>589.17139999999995</c:v>
                      </c:pt>
                      <c:pt idx="394">
                        <c:v>589.65359999999998</c:v>
                      </c:pt>
                      <c:pt idx="395">
                        <c:v>590.13570000000004</c:v>
                      </c:pt>
                      <c:pt idx="396">
                        <c:v>590.61789999999996</c:v>
                      </c:pt>
                      <c:pt idx="397">
                        <c:v>591.1</c:v>
                      </c:pt>
                      <c:pt idx="398">
                        <c:v>591.58209999999997</c:v>
                      </c:pt>
                      <c:pt idx="399">
                        <c:v>592.0643</c:v>
                      </c:pt>
                      <c:pt idx="400">
                        <c:v>592.54639999999995</c:v>
                      </c:pt>
                      <c:pt idx="401">
                        <c:v>593.02850000000001</c:v>
                      </c:pt>
                      <c:pt idx="402">
                        <c:v>593.51070000000004</c:v>
                      </c:pt>
                      <c:pt idx="403">
                        <c:v>593.99279999999999</c:v>
                      </c:pt>
                      <c:pt idx="404">
                        <c:v>594.47490000000005</c:v>
                      </c:pt>
                      <c:pt idx="405">
                        <c:v>594.95709999999997</c:v>
                      </c:pt>
                      <c:pt idx="406">
                        <c:v>595.43920000000003</c:v>
                      </c:pt>
                      <c:pt idx="407">
                        <c:v>595.92129999999997</c:v>
                      </c:pt>
                      <c:pt idx="408">
                        <c:v>596.40350000000001</c:v>
                      </c:pt>
                      <c:pt idx="409">
                        <c:v>596.88559999999995</c:v>
                      </c:pt>
                      <c:pt idx="410">
                        <c:v>597.36770000000001</c:v>
                      </c:pt>
                      <c:pt idx="411">
                        <c:v>597.84990000000005</c:v>
                      </c:pt>
                      <c:pt idx="412">
                        <c:v>598.33199999999999</c:v>
                      </c:pt>
                      <c:pt idx="413">
                        <c:v>598.81410000000005</c:v>
                      </c:pt>
                      <c:pt idx="414">
                        <c:v>599.29629999999997</c:v>
                      </c:pt>
                      <c:pt idx="415">
                        <c:v>599.77840000000003</c:v>
                      </c:pt>
                      <c:pt idx="416">
                        <c:v>600.26059999999995</c:v>
                      </c:pt>
                      <c:pt idx="417">
                        <c:v>600.74270000000001</c:v>
                      </c:pt>
                      <c:pt idx="418">
                        <c:v>601.22490000000005</c:v>
                      </c:pt>
                      <c:pt idx="419">
                        <c:v>601.70699999999999</c:v>
                      </c:pt>
                      <c:pt idx="420">
                        <c:v>602.18910000000005</c:v>
                      </c:pt>
                      <c:pt idx="421">
                        <c:v>602.67129999999997</c:v>
                      </c:pt>
                      <c:pt idx="422">
                        <c:v>603.15340000000003</c:v>
                      </c:pt>
                      <c:pt idx="423">
                        <c:v>603.63559999999995</c:v>
                      </c:pt>
                      <c:pt idx="424">
                        <c:v>604.11770000000001</c:v>
                      </c:pt>
                      <c:pt idx="425">
                        <c:v>604.59979999999996</c:v>
                      </c:pt>
                      <c:pt idx="426">
                        <c:v>605.08199999999999</c:v>
                      </c:pt>
                      <c:pt idx="427">
                        <c:v>605.56410000000005</c:v>
                      </c:pt>
                      <c:pt idx="428">
                        <c:v>606.0462</c:v>
                      </c:pt>
                      <c:pt idx="429">
                        <c:v>606.52840000000003</c:v>
                      </c:pt>
                      <c:pt idx="430">
                        <c:v>607.01049999999998</c:v>
                      </c:pt>
                      <c:pt idx="431">
                        <c:v>607.49260000000004</c:v>
                      </c:pt>
                      <c:pt idx="432">
                        <c:v>607.97479999999996</c:v>
                      </c:pt>
                      <c:pt idx="433">
                        <c:v>608.45690000000002</c:v>
                      </c:pt>
                      <c:pt idx="434">
                        <c:v>608.93899999999996</c:v>
                      </c:pt>
                      <c:pt idx="435">
                        <c:v>609.4212</c:v>
                      </c:pt>
                      <c:pt idx="436">
                        <c:v>609.90329999999994</c:v>
                      </c:pt>
                      <c:pt idx="437">
                        <c:v>610.3854</c:v>
                      </c:pt>
                      <c:pt idx="438">
                        <c:v>610.86760000000004</c:v>
                      </c:pt>
                      <c:pt idx="439">
                        <c:v>611.34969999999998</c:v>
                      </c:pt>
                      <c:pt idx="440">
                        <c:v>611.83180000000004</c:v>
                      </c:pt>
                      <c:pt idx="441">
                        <c:v>612.31399999999996</c:v>
                      </c:pt>
                      <c:pt idx="442">
                        <c:v>612.79610000000002</c:v>
                      </c:pt>
                      <c:pt idx="443">
                        <c:v>613.27829999999994</c:v>
                      </c:pt>
                      <c:pt idx="444">
                        <c:v>613.7604</c:v>
                      </c:pt>
                      <c:pt idx="445">
                        <c:v>614.24260000000004</c:v>
                      </c:pt>
                      <c:pt idx="446">
                        <c:v>614.72469999999998</c:v>
                      </c:pt>
                      <c:pt idx="447">
                        <c:v>615.20680000000004</c:v>
                      </c:pt>
                      <c:pt idx="448">
                        <c:v>615.68899999999996</c:v>
                      </c:pt>
                      <c:pt idx="449">
                        <c:v>616.17110000000002</c:v>
                      </c:pt>
                      <c:pt idx="450">
                        <c:v>616.65329999999994</c:v>
                      </c:pt>
                      <c:pt idx="451">
                        <c:v>617.1354</c:v>
                      </c:pt>
                      <c:pt idx="452">
                        <c:v>617.61749999999995</c:v>
                      </c:pt>
                      <c:pt idx="453">
                        <c:v>618.09969999999998</c:v>
                      </c:pt>
                      <c:pt idx="454">
                        <c:v>618.58180000000004</c:v>
                      </c:pt>
                      <c:pt idx="455">
                        <c:v>619.06389999999999</c:v>
                      </c:pt>
                      <c:pt idx="456">
                        <c:v>619.54610000000002</c:v>
                      </c:pt>
                      <c:pt idx="457">
                        <c:v>620.02819999999997</c:v>
                      </c:pt>
                      <c:pt idx="458">
                        <c:v>620.51030000000003</c:v>
                      </c:pt>
                      <c:pt idx="459">
                        <c:v>620.99249999999995</c:v>
                      </c:pt>
                      <c:pt idx="460">
                        <c:v>621.47460000000001</c:v>
                      </c:pt>
                      <c:pt idx="461">
                        <c:v>621.95669999999996</c:v>
                      </c:pt>
                      <c:pt idx="462">
                        <c:v>622.43880000000001</c:v>
                      </c:pt>
                      <c:pt idx="463">
                        <c:v>622.92100000000005</c:v>
                      </c:pt>
                      <c:pt idx="464">
                        <c:v>623.40309999999999</c:v>
                      </c:pt>
                      <c:pt idx="465">
                        <c:v>623.88530000000003</c:v>
                      </c:pt>
                      <c:pt idx="466">
                        <c:v>624.36739999999998</c:v>
                      </c:pt>
                      <c:pt idx="467">
                        <c:v>624.84950000000003</c:v>
                      </c:pt>
                      <c:pt idx="468">
                        <c:v>625.33169999999996</c:v>
                      </c:pt>
                      <c:pt idx="469">
                        <c:v>625.81380000000001</c:v>
                      </c:pt>
                      <c:pt idx="470">
                        <c:v>626.29600000000005</c:v>
                      </c:pt>
                      <c:pt idx="471">
                        <c:v>626.77809999999999</c:v>
                      </c:pt>
                      <c:pt idx="472">
                        <c:v>627.26030000000003</c:v>
                      </c:pt>
                      <c:pt idx="473">
                        <c:v>627.74239999999998</c:v>
                      </c:pt>
                      <c:pt idx="474">
                        <c:v>628.22450000000003</c:v>
                      </c:pt>
                      <c:pt idx="475">
                        <c:v>628.70669999999996</c:v>
                      </c:pt>
                      <c:pt idx="476">
                        <c:v>629.18880000000001</c:v>
                      </c:pt>
                      <c:pt idx="477">
                        <c:v>629.67089999999996</c:v>
                      </c:pt>
                      <c:pt idx="478">
                        <c:v>630.15309999999999</c:v>
                      </c:pt>
                      <c:pt idx="479">
                        <c:v>630.63520000000005</c:v>
                      </c:pt>
                      <c:pt idx="480">
                        <c:v>631.1173</c:v>
                      </c:pt>
                      <c:pt idx="481">
                        <c:v>631.59950000000003</c:v>
                      </c:pt>
                      <c:pt idx="482">
                        <c:v>632.08159999999998</c:v>
                      </c:pt>
                      <c:pt idx="483">
                        <c:v>632.56370000000004</c:v>
                      </c:pt>
                      <c:pt idx="484">
                        <c:v>633.04589999999996</c:v>
                      </c:pt>
                      <c:pt idx="485">
                        <c:v>633.52800000000002</c:v>
                      </c:pt>
                      <c:pt idx="486">
                        <c:v>634.01009999999997</c:v>
                      </c:pt>
                      <c:pt idx="487">
                        <c:v>634.4923</c:v>
                      </c:pt>
                      <c:pt idx="488">
                        <c:v>634.97439999999995</c:v>
                      </c:pt>
                      <c:pt idx="489">
                        <c:v>635.45650000000001</c:v>
                      </c:pt>
                      <c:pt idx="490">
                        <c:v>635.93870000000004</c:v>
                      </c:pt>
                      <c:pt idx="491">
                        <c:v>636.42079999999999</c:v>
                      </c:pt>
                      <c:pt idx="492">
                        <c:v>636.90300000000002</c:v>
                      </c:pt>
                      <c:pt idx="493">
                        <c:v>637.38509999999997</c:v>
                      </c:pt>
                      <c:pt idx="494">
                        <c:v>637.86720000000003</c:v>
                      </c:pt>
                      <c:pt idx="495">
                        <c:v>638.34939999999995</c:v>
                      </c:pt>
                      <c:pt idx="496">
                        <c:v>638.83150000000001</c:v>
                      </c:pt>
                      <c:pt idx="497">
                        <c:v>639.31370000000004</c:v>
                      </c:pt>
                      <c:pt idx="498">
                        <c:v>639.79579999999999</c:v>
                      </c:pt>
                      <c:pt idx="499">
                        <c:v>640.27800000000002</c:v>
                      </c:pt>
                      <c:pt idx="500">
                        <c:v>640.76009999999997</c:v>
                      </c:pt>
                      <c:pt idx="501">
                        <c:v>641.24220000000003</c:v>
                      </c:pt>
                      <c:pt idx="502">
                        <c:v>641.72439999999995</c:v>
                      </c:pt>
                      <c:pt idx="503">
                        <c:v>642.20650000000001</c:v>
                      </c:pt>
                      <c:pt idx="504">
                        <c:v>642.68859999999995</c:v>
                      </c:pt>
                      <c:pt idx="505">
                        <c:v>643.17079999999999</c:v>
                      </c:pt>
                      <c:pt idx="506">
                        <c:v>643.65290000000005</c:v>
                      </c:pt>
                      <c:pt idx="507">
                        <c:v>644.13499999999999</c:v>
                      </c:pt>
                      <c:pt idx="508">
                        <c:v>644.61720000000003</c:v>
                      </c:pt>
                      <c:pt idx="509">
                        <c:v>645.09929999999997</c:v>
                      </c:pt>
                      <c:pt idx="510">
                        <c:v>645.58140000000003</c:v>
                      </c:pt>
                      <c:pt idx="511">
                        <c:v>646.06359999999995</c:v>
                      </c:pt>
                      <c:pt idx="512">
                        <c:v>646.54570000000001</c:v>
                      </c:pt>
                      <c:pt idx="513">
                        <c:v>647.02779999999996</c:v>
                      </c:pt>
                      <c:pt idx="514">
                        <c:v>647.51</c:v>
                      </c:pt>
                      <c:pt idx="515">
                        <c:v>647.99210000000005</c:v>
                      </c:pt>
                      <c:pt idx="516">
                        <c:v>648.4742</c:v>
                      </c:pt>
                      <c:pt idx="517">
                        <c:v>648.95640000000003</c:v>
                      </c:pt>
                      <c:pt idx="518">
                        <c:v>649.43849999999998</c:v>
                      </c:pt>
                      <c:pt idx="519">
                        <c:v>649.92070000000001</c:v>
                      </c:pt>
                      <c:pt idx="520">
                        <c:v>650.40279999999996</c:v>
                      </c:pt>
                      <c:pt idx="521">
                        <c:v>650.88490000000002</c:v>
                      </c:pt>
                      <c:pt idx="522">
                        <c:v>651.36710000000005</c:v>
                      </c:pt>
                      <c:pt idx="523">
                        <c:v>651.8492</c:v>
                      </c:pt>
                      <c:pt idx="524">
                        <c:v>652.33140000000003</c:v>
                      </c:pt>
                      <c:pt idx="525">
                        <c:v>652.81349999999998</c:v>
                      </c:pt>
                      <c:pt idx="526">
                        <c:v>653.29570000000001</c:v>
                      </c:pt>
                      <c:pt idx="527">
                        <c:v>653.77779999999996</c:v>
                      </c:pt>
                      <c:pt idx="528">
                        <c:v>654.25990000000002</c:v>
                      </c:pt>
                      <c:pt idx="529">
                        <c:v>654.74210000000005</c:v>
                      </c:pt>
                      <c:pt idx="530">
                        <c:v>655.2242</c:v>
                      </c:pt>
                      <c:pt idx="531">
                        <c:v>655.70630000000006</c:v>
                      </c:pt>
                      <c:pt idx="532">
                        <c:v>656.18849999999998</c:v>
                      </c:pt>
                      <c:pt idx="533">
                        <c:v>656.67060000000004</c:v>
                      </c:pt>
                      <c:pt idx="534">
                        <c:v>657.15269999999998</c:v>
                      </c:pt>
                      <c:pt idx="535">
                        <c:v>657.63490000000002</c:v>
                      </c:pt>
                      <c:pt idx="536">
                        <c:v>658.11699999999996</c:v>
                      </c:pt>
                      <c:pt idx="537">
                        <c:v>658.59910000000002</c:v>
                      </c:pt>
                      <c:pt idx="538">
                        <c:v>659.08130000000006</c:v>
                      </c:pt>
                      <c:pt idx="539">
                        <c:v>659.5634</c:v>
                      </c:pt>
                      <c:pt idx="540">
                        <c:v>660.04549999999995</c:v>
                      </c:pt>
                      <c:pt idx="541">
                        <c:v>660.52769999999998</c:v>
                      </c:pt>
                      <c:pt idx="542">
                        <c:v>661.00980000000004</c:v>
                      </c:pt>
                      <c:pt idx="543">
                        <c:v>661.49189999999999</c:v>
                      </c:pt>
                      <c:pt idx="544">
                        <c:v>661.97410000000002</c:v>
                      </c:pt>
                      <c:pt idx="545">
                        <c:v>662.45619999999997</c:v>
                      </c:pt>
                      <c:pt idx="546">
                        <c:v>662.9384</c:v>
                      </c:pt>
                      <c:pt idx="547">
                        <c:v>663.42049999999995</c:v>
                      </c:pt>
                      <c:pt idx="548">
                        <c:v>663.90260000000001</c:v>
                      </c:pt>
                      <c:pt idx="549">
                        <c:v>664.38480000000004</c:v>
                      </c:pt>
                      <c:pt idx="550">
                        <c:v>664.86689999999999</c:v>
                      </c:pt>
                      <c:pt idx="551">
                        <c:v>665.34910000000002</c:v>
                      </c:pt>
                      <c:pt idx="552">
                        <c:v>665.83119999999997</c:v>
                      </c:pt>
                      <c:pt idx="553">
                        <c:v>666.3134</c:v>
                      </c:pt>
                      <c:pt idx="554">
                        <c:v>666.79549999999995</c:v>
                      </c:pt>
                      <c:pt idx="555">
                        <c:v>667.27760000000001</c:v>
                      </c:pt>
                      <c:pt idx="556">
                        <c:v>667.75980000000004</c:v>
                      </c:pt>
                      <c:pt idx="557">
                        <c:v>668.24189999999999</c:v>
                      </c:pt>
                      <c:pt idx="558">
                        <c:v>668.72400000000005</c:v>
                      </c:pt>
                      <c:pt idx="559">
                        <c:v>669.20619999999997</c:v>
                      </c:pt>
                      <c:pt idx="560">
                        <c:v>669.68830000000003</c:v>
                      </c:pt>
                      <c:pt idx="561">
                        <c:v>670.17039999999997</c:v>
                      </c:pt>
                      <c:pt idx="562">
                        <c:v>670.65260000000001</c:v>
                      </c:pt>
                      <c:pt idx="563">
                        <c:v>671.13469999999995</c:v>
                      </c:pt>
                      <c:pt idx="564">
                        <c:v>671.61680000000001</c:v>
                      </c:pt>
                      <c:pt idx="565">
                        <c:v>672.09900000000005</c:v>
                      </c:pt>
                      <c:pt idx="566">
                        <c:v>672.58109999999999</c:v>
                      </c:pt>
                      <c:pt idx="567">
                        <c:v>673.06320000000005</c:v>
                      </c:pt>
                      <c:pt idx="568">
                        <c:v>673.54539999999997</c:v>
                      </c:pt>
                      <c:pt idx="569">
                        <c:v>674.02750000000003</c:v>
                      </c:pt>
                      <c:pt idx="570">
                        <c:v>674.50959999999998</c:v>
                      </c:pt>
                      <c:pt idx="571">
                        <c:v>674.99180000000001</c:v>
                      </c:pt>
                      <c:pt idx="572">
                        <c:v>675.47389999999996</c:v>
                      </c:pt>
                      <c:pt idx="573">
                        <c:v>675.95609999999999</c:v>
                      </c:pt>
                      <c:pt idx="574">
                        <c:v>676.43820000000005</c:v>
                      </c:pt>
                      <c:pt idx="575">
                        <c:v>676.9203</c:v>
                      </c:pt>
                      <c:pt idx="576">
                        <c:v>677.40250000000003</c:v>
                      </c:pt>
                      <c:pt idx="577">
                        <c:v>677.88459999999998</c:v>
                      </c:pt>
                      <c:pt idx="578">
                        <c:v>678.36680000000001</c:v>
                      </c:pt>
                      <c:pt idx="579">
                        <c:v>678.84889999999996</c:v>
                      </c:pt>
                      <c:pt idx="580">
                        <c:v>679.33109999999999</c:v>
                      </c:pt>
                      <c:pt idx="581">
                        <c:v>679.81320000000005</c:v>
                      </c:pt>
                      <c:pt idx="582">
                        <c:v>680.2953</c:v>
                      </c:pt>
                      <c:pt idx="583">
                        <c:v>680.77750000000003</c:v>
                      </c:pt>
                      <c:pt idx="584">
                        <c:v>681.25959999999998</c:v>
                      </c:pt>
                      <c:pt idx="585">
                        <c:v>681.74170000000004</c:v>
                      </c:pt>
                      <c:pt idx="586">
                        <c:v>682.22389999999996</c:v>
                      </c:pt>
                      <c:pt idx="587">
                        <c:v>682.70600000000002</c:v>
                      </c:pt>
                      <c:pt idx="588">
                        <c:v>683.18809999999996</c:v>
                      </c:pt>
                      <c:pt idx="589">
                        <c:v>683.6703</c:v>
                      </c:pt>
                      <c:pt idx="590">
                        <c:v>684.15239999999994</c:v>
                      </c:pt>
                      <c:pt idx="591">
                        <c:v>684.6345</c:v>
                      </c:pt>
                      <c:pt idx="592">
                        <c:v>685.11670000000004</c:v>
                      </c:pt>
                      <c:pt idx="593">
                        <c:v>685.59879999999998</c:v>
                      </c:pt>
                      <c:pt idx="594">
                        <c:v>686.08090000000004</c:v>
                      </c:pt>
                      <c:pt idx="595">
                        <c:v>686.56309999999996</c:v>
                      </c:pt>
                      <c:pt idx="596">
                        <c:v>687.04520000000002</c:v>
                      </c:pt>
                      <c:pt idx="597">
                        <c:v>687.52729999999997</c:v>
                      </c:pt>
                      <c:pt idx="598">
                        <c:v>688.0095</c:v>
                      </c:pt>
                      <c:pt idx="599">
                        <c:v>688.49159999999995</c:v>
                      </c:pt>
                      <c:pt idx="600">
                        <c:v>688.97379999999998</c:v>
                      </c:pt>
                      <c:pt idx="601">
                        <c:v>689.45590000000004</c:v>
                      </c:pt>
                      <c:pt idx="602">
                        <c:v>689.93799999999999</c:v>
                      </c:pt>
                      <c:pt idx="603">
                        <c:v>690.42020000000002</c:v>
                      </c:pt>
                      <c:pt idx="604">
                        <c:v>690.90229999999997</c:v>
                      </c:pt>
                      <c:pt idx="605">
                        <c:v>691.3845</c:v>
                      </c:pt>
                      <c:pt idx="606">
                        <c:v>691.86659999999995</c:v>
                      </c:pt>
                      <c:pt idx="607">
                        <c:v>692.34879999999998</c:v>
                      </c:pt>
                      <c:pt idx="608">
                        <c:v>692.83090000000004</c:v>
                      </c:pt>
                      <c:pt idx="609">
                        <c:v>693.31299999999999</c:v>
                      </c:pt>
                      <c:pt idx="610">
                        <c:v>693.79520000000002</c:v>
                      </c:pt>
                      <c:pt idx="611">
                        <c:v>694.27729999999997</c:v>
                      </c:pt>
                      <c:pt idx="612">
                        <c:v>694.75940000000003</c:v>
                      </c:pt>
                      <c:pt idx="613">
                        <c:v>695.24159999999995</c:v>
                      </c:pt>
                      <c:pt idx="614">
                        <c:v>695.72370000000001</c:v>
                      </c:pt>
                      <c:pt idx="615">
                        <c:v>696.20579999999995</c:v>
                      </c:pt>
                      <c:pt idx="616">
                        <c:v>696.68799999999999</c:v>
                      </c:pt>
                      <c:pt idx="617">
                        <c:v>697.17010000000005</c:v>
                      </c:pt>
                      <c:pt idx="618">
                        <c:v>697.65219999999999</c:v>
                      </c:pt>
                      <c:pt idx="619">
                        <c:v>698.13440000000003</c:v>
                      </c:pt>
                      <c:pt idx="620">
                        <c:v>698.61649999999997</c:v>
                      </c:pt>
                      <c:pt idx="621">
                        <c:v>699.09860000000003</c:v>
                      </c:pt>
                      <c:pt idx="622">
                        <c:v>699.58079999999995</c:v>
                      </c:pt>
                      <c:pt idx="623">
                        <c:v>700.06290000000001</c:v>
                      </c:pt>
                      <c:pt idx="624">
                        <c:v>700.54499999999996</c:v>
                      </c:pt>
                      <c:pt idx="625">
                        <c:v>701.02719999999999</c:v>
                      </c:pt>
                      <c:pt idx="626">
                        <c:v>701.50930000000005</c:v>
                      </c:pt>
                      <c:pt idx="627">
                        <c:v>701.99149999999997</c:v>
                      </c:pt>
                      <c:pt idx="628">
                        <c:v>702.47360000000003</c:v>
                      </c:pt>
                      <c:pt idx="629">
                        <c:v>702.95569999999998</c:v>
                      </c:pt>
                      <c:pt idx="630">
                        <c:v>703.43790000000001</c:v>
                      </c:pt>
                      <c:pt idx="631">
                        <c:v>703.92</c:v>
                      </c:pt>
                      <c:pt idx="632">
                        <c:v>704.40219999999999</c:v>
                      </c:pt>
                      <c:pt idx="633">
                        <c:v>704.88430000000005</c:v>
                      </c:pt>
                      <c:pt idx="634">
                        <c:v>705.36649999999997</c:v>
                      </c:pt>
                      <c:pt idx="635">
                        <c:v>705.84860000000003</c:v>
                      </c:pt>
                      <c:pt idx="636">
                        <c:v>706.33069999999998</c:v>
                      </c:pt>
                      <c:pt idx="637">
                        <c:v>706.81290000000001</c:v>
                      </c:pt>
                      <c:pt idx="638">
                        <c:v>707.29499999999996</c:v>
                      </c:pt>
                      <c:pt idx="639">
                        <c:v>707.77710000000002</c:v>
                      </c:pt>
                      <c:pt idx="640">
                        <c:v>708.25930000000005</c:v>
                      </c:pt>
                      <c:pt idx="641">
                        <c:v>708.7414</c:v>
                      </c:pt>
                      <c:pt idx="642">
                        <c:v>709.22349999999994</c:v>
                      </c:pt>
                      <c:pt idx="643">
                        <c:v>709.70569999999998</c:v>
                      </c:pt>
                      <c:pt idx="644">
                        <c:v>710.18780000000004</c:v>
                      </c:pt>
                      <c:pt idx="645">
                        <c:v>710.66989999999998</c:v>
                      </c:pt>
                      <c:pt idx="646">
                        <c:v>711.15210000000002</c:v>
                      </c:pt>
                      <c:pt idx="647">
                        <c:v>711.63419999999996</c:v>
                      </c:pt>
                      <c:pt idx="648">
                        <c:v>712.11630000000002</c:v>
                      </c:pt>
                      <c:pt idx="649">
                        <c:v>712.59849999999994</c:v>
                      </c:pt>
                      <c:pt idx="650">
                        <c:v>713.0806</c:v>
                      </c:pt>
                      <c:pt idx="651">
                        <c:v>713.56269999999995</c:v>
                      </c:pt>
                      <c:pt idx="652">
                        <c:v>714.04489999999998</c:v>
                      </c:pt>
                      <c:pt idx="653">
                        <c:v>714.52700000000004</c:v>
                      </c:pt>
                      <c:pt idx="654">
                        <c:v>715.00919999999996</c:v>
                      </c:pt>
                      <c:pt idx="655">
                        <c:v>715.49130000000002</c:v>
                      </c:pt>
                      <c:pt idx="656">
                        <c:v>715.97339999999997</c:v>
                      </c:pt>
                      <c:pt idx="657">
                        <c:v>716.4556</c:v>
                      </c:pt>
                      <c:pt idx="658">
                        <c:v>716.93769999999995</c:v>
                      </c:pt>
                      <c:pt idx="659">
                        <c:v>717.41989999999998</c:v>
                      </c:pt>
                      <c:pt idx="660">
                        <c:v>717.90200000000004</c:v>
                      </c:pt>
                      <c:pt idx="661">
                        <c:v>718.38419999999996</c:v>
                      </c:pt>
                      <c:pt idx="662">
                        <c:v>718.86630000000002</c:v>
                      </c:pt>
                      <c:pt idx="663">
                        <c:v>719.34839999999997</c:v>
                      </c:pt>
                      <c:pt idx="664">
                        <c:v>719.8306</c:v>
                      </c:pt>
                      <c:pt idx="665">
                        <c:v>720.31269999999995</c:v>
                      </c:pt>
                      <c:pt idx="666">
                        <c:v>720.79480000000001</c:v>
                      </c:pt>
                      <c:pt idx="667">
                        <c:v>721.27700000000004</c:v>
                      </c:pt>
                      <c:pt idx="668">
                        <c:v>721.75909999999999</c:v>
                      </c:pt>
                      <c:pt idx="669">
                        <c:v>722.24120000000005</c:v>
                      </c:pt>
                      <c:pt idx="670">
                        <c:v>722.72339999999997</c:v>
                      </c:pt>
                      <c:pt idx="671">
                        <c:v>723.20550000000003</c:v>
                      </c:pt>
                      <c:pt idx="672">
                        <c:v>723.68759999999997</c:v>
                      </c:pt>
                      <c:pt idx="673">
                        <c:v>724.16980000000001</c:v>
                      </c:pt>
                      <c:pt idx="674">
                        <c:v>724.65189999999996</c:v>
                      </c:pt>
                      <c:pt idx="675">
                        <c:v>725.13400000000001</c:v>
                      </c:pt>
                      <c:pt idx="676">
                        <c:v>725.61620000000005</c:v>
                      </c:pt>
                      <c:pt idx="677">
                        <c:v>726.09829999999999</c:v>
                      </c:pt>
                      <c:pt idx="678">
                        <c:v>726.58040000000005</c:v>
                      </c:pt>
                      <c:pt idx="679">
                        <c:v>727.06259999999997</c:v>
                      </c:pt>
                      <c:pt idx="680">
                        <c:v>727.54470000000003</c:v>
                      </c:pt>
                      <c:pt idx="681">
                        <c:v>728.02689999999996</c:v>
                      </c:pt>
                      <c:pt idx="682">
                        <c:v>728.50900000000001</c:v>
                      </c:pt>
                      <c:pt idx="683">
                        <c:v>728.99109999999996</c:v>
                      </c:pt>
                      <c:pt idx="684">
                        <c:v>729.47329999999999</c:v>
                      </c:pt>
                      <c:pt idx="685">
                        <c:v>729.95540000000005</c:v>
                      </c:pt>
                      <c:pt idx="686">
                        <c:v>730.43759999999997</c:v>
                      </c:pt>
                      <c:pt idx="687">
                        <c:v>730.91970000000003</c:v>
                      </c:pt>
                      <c:pt idx="688">
                        <c:v>731.40189999999996</c:v>
                      </c:pt>
                      <c:pt idx="689">
                        <c:v>731.88400000000001</c:v>
                      </c:pt>
                      <c:pt idx="690">
                        <c:v>732.36609999999996</c:v>
                      </c:pt>
                      <c:pt idx="691">
                        <c:v>732.84829999999999</c:v>
                      </c:pt>
                      <c:pt idx="692">
                        <c:v>733.33040000000005</c:v>
                      </c:pt>
                      <c:pt idx="693">
                        <c:v>733.8125</c:v>
                      </c:pt>
                      <c:pt idx="694">
                        <c:v>734.29470000000003</c:v>
                      </c:pt>
                      <c:pt idx="695">
                        <c:v>734.77679999999998</c:v>
                      </c:pt>
                      <c:pt idx="696">
                        <c:v>735.25890000000004</c:v>
                      </c:pt>
                      <c:pt idx="697">
                        <c:v>735.74109999999996</c:v>
                      </c:pt>
                      <c:pt idx="698">
                        <c:v>736.22320000000002</c:v>
                      </c:pt>
                      <c:pt idx="699">
                        <c:v>736.70529999999997</c:v>
                      </c:pt>
                      <c:pt idx="700">
                        <c:v>737.1875</c:v>
                      </c:pt>
                      <c:pt idx="701">
                        <c:v>737.66959999999995</c:v>
                      </c:pt>
                      <c:pt idx="702">
                        <c:v>738.15170000000001</c:v>
                      </c:pt>
                      <c:pt idx="703">
                        <c:v>738.63390000000004</c:v>
                      </c:pt>
                      <c:pt idx="704">
                        <c:v>739.11599999999999</c:v>
                      </c:pt>
                      <c:pt idx="705">
                        <c:v>739.59810000000004</c:v>
                      </c:pt>
                      <c:pt idx="706">
                        <c:v>740.08029999999997</c:v>
                      </c:pt>
                      <c:pt idx="707">
                        <c:v>740.56240000000003</c:v>
                      </c:pt>
                      <c:pt idx="708">
                        <c:v>741.04459999999995</c:v>
                      </c:pt>
                      <c:pt idx="709">
                        <c:v>741.52670000000001</c:v>
                      </c:pt>
                      <c:pt idx="710">
                        <c:v>742.00890000000004</c:v>
                      </c:pt>
                      <c:pt idx="711">
                        <c:v>742.49099999999999</c:v>
                      </c:pt>
                      <c:pt idx="712">
                        <c:v>742.97310000000004</c:v>
                      </c:pt>
                      <c:pt idx="713">
                        <c:v>743.45529999999997</c:v>
                      </c:pt>
                      <c:pt idx="714">
                        <c:v>743.93740000000003</c:v>
                      </c:pt>
                      <c:pt idx="715">
                        <c:v>744.41959999999995</c:v>
                      </c:pt>
                      <c:pt idx="716">
                        <c:v>744.90170000000001</c:v>
                      </c:pt>
                      <c:pt idx="717">
                        <c:v>745.38379999999995</c:v>
                      </c:pt>
                      <c:pt idx="718">
                        <c:v>745.86599999999999</c:v>
                      </c:pt>
                      <c:pt idx="719">
                        <c:v>746.34810000000004</c:v>
                      </c:pt>
                      <c:pt idx="720">
                        <c:v>746.83019999999999</c:v>
                      </c:pt>
                      <c:pt idx="721">
                        <c:v>747.31240000000003</c:v>
                      </c:pt>
                      <c:pt idx="722">
                        <c:v>747.79449999999997</c:v>
                      </c:pt>
                      <c:pt idx="723">
                        <c:v>748.27660000000003</c:v>
                      </c:pt>
                      <c:pt idx="724">
                        <c:v>748.75879999999995</c:v>
                      </c:pt>
                      <c:pt idx="725">
                        <c:v>749.24090000000001</c:v>
                      </c:pt>
                      <c:pt idx="726">
                        <c:v>749.72299999999996</c:v>
                      </c:pt>
                      <c:pt idx="727">
                        <c:v>750.20519999999999</c:v>
                      </c:pt>
                      <c:pt idx="728">
                        <c:v>750.68730000000005</c:v>
                      </c:pt>
                      <c:pt idx="729">
                        <c:v>751.1694</c:v>
                      </c:pt>
                      <c:pt idx="730">
                        <c:v>751.65160000000003</c:v>
                      </c:pt>
                      <c:pt idx="731">
                        <c:v>752.13369999999998</c:v>
                      </c:pt>
                      <c:pt idx="732">
                        <c:v>752.61580000000004</c:v>
                      </c:pt>
                      <c:pt idx="733">
                        <c:v>753.09799999999996</c:v>
                      </c:pt>
                      <c:pt idx="734">
                        <c:v>753.58010000000002</c:v>
                      </c:pt>
                      <c:pt idx="735">
                        <c:v>754.06230000000005</c:v>
                      </c:pt>
                      <c:pt idx="736">
                        <c:v>754.5444</c:v>
                      </c:pt>
                      <c:pt idx="737">
                        <c:v>755.02660000000003</c:v>
                      </c:pt>
                      <c:pt idx="738">
                        <c:v>755.50869999999998</c:v>
                      </c:pt>
                      <c:pt idx="739">
                        <c:v>755.99080000000004</c:v>
                      </c:pt>
                      <c:pt idx="740">
                        <c:v>756.47299999999996</c:v>
                      </c:pt>
                      <c:pt idx="741">
                        <c:v>756.95510000000002</c:v>
                      </c:pt>
                      <c:pt idx="742">
                        <c:v>757.43730000000005</c:v>
                      </c:pt>
                      <c:pt idx="743">
                        <c:v>757.9194</c:v>
                      </c:pt>
                      <c:pt idx="744">
                        <c:v>758.40150000000006</c:v>
                      </c:pt>
                      <c:pt idx="745">
                        <c:v>758.88369999999998</c:v>
                      </c:pt>
                      <c:pt idx="746">
                        <c:v>759.36580000000004</c:v>
                      </c:pt>
                      <c:pt idx="747">
                        <c:v>759.84789999999998</c:v>
                      </c:pt>
                      <c:pt idx="748">
                        <c:v>760.33010000000002</c:v>
                      </c:pt>
                      <c:pt idx="749">
                        <c:v>760.81219999999996</c:v>
                      </c:pt>
                      <c:pt idx="750">
                        <c:v>761.29430000000002</c:v>
                      </c:pt>
                      <c:pt idx="751">
                        <c:v>761.77650000000006</c:v>
                      </c:pt>
                      <c:pt idx="752">
                        <c:v>762.2586</c:v>
                      </c:pt>
                      <c:pt idx="753">
                        <c:v>762.74069999999995</c:v>
                      </c:pt>
                      <c:pt idx="754">
                        <c:v>763.22289999999998</c:v>
                      </c:pt>
                      <c:pt idx="755">
                        <c:v>763.70500000000004</c:v>
                      </c:pt>
                      <c:pt idx="756">
                        <c:v>764.18709999999999</c:v>
                      </c:pt>
                      <c:pt idx="757">
                        <c:v>764.66930000000002</c:v>
                      </c:pt>
                      <c:pt idx="758">
                        <c:v>765.15139999999997</c:v>
                      </c:pt>
                      <c:pt idx="759">
                        <c:v>765.63350000000003</c:v>
                      </c:pt>
                      <c:pt idx="760">
                        <c:v>766.11569999999995</c:v>
                      </c:pt>
                      <c:pt idx="761">
                        <c:v>766.59780000000001</c:v>
                      </c:pt>
                      <c:pt idx="762">
                        <c:v>767.08</c:v>
                      </c:pt>
                      <c:pt idx="763">
                        <c:v>767.56209999999999</c:v>
                      </c:pt>
                      <c:pt idx="764">
                        <c:v>768.04430000000002</c:v>
                      </c:pt>
                      <c:pt idx="765">
                        <c:v>768.52639999999997</c:v>
                      </c:pt>
                      <c:pt idx="766">
                        <c:v>769.00850000000003</c:v>
                      </c:pt>
                      <c:pt idx="767">
                        <c:v>769.49069999999995</c:v>
                      </c:pt>
                      <c:pt idx="768">
                        <c:v>769.97280000000001</c:v>
                      </c:pt>
                      <c:pt idx="769">
                        <c:v>770.45500000000004</c:v>
                      </c:pt>
                      <c:pt idx="770">
                        <c:v>770.93709999999999</c:v>
                      </c:pt>
                      <c:pt idx="771">
                        <c:v>771.41920000000005</c:v>
                      </c:pt>
                      <c:pt idx="772">
                        <c:v>771.90139999999997</c:v>
                      </c:pt>
                      <c:pt idx="773">
                        <c:v>772.38350000000003</c:v>
                      </c:pt>
                      <c:pt idx="774">
                        <c:v>772.86559999999997</c:v>
                      </c:pt>
                      <c:pt idx="775">
                        <c:v>773.34780000000001</c:v>
                      </c:pt>
                      <c:pt idx="776">
                        <c:v>773.82989999999995</c:v>
                      </c:pt>
                      <c:pt idx="777">
                        <c:v>774.31200000000001</c:v>
                      </c:pt>
                      <c:pt idx="778">
                        <c:v>774.79420000000005</c:v>
                      </c:pt>
                      <c:pt idx="779">
                        <c:v>775.27629999999999</c:v>
                      </c:pt>
                      <c:pt idx="780">
                        <c:v>775.75840000000005</c:v>
                      </c:pt>
                      <c:pt idx="781">
                        <c:v>776.24059999999997</c:v>
                      </c:pt>
                      <c:pt idx="782">
                        <c:v>776.72270000000003</c:v>
                      </c:pt>
                      <c:pt idx="783">
                        <c:v>777.20479999999998</c:v>
                      </c:pt>
                      <c:pt idx="784">
                        <c:v>777.68700000000001</c:v>
                      </c:pt>
                      <c:pt idx="785">
                        <c:v>778.16909999999996</c:v>
                      </c:pt>
                      <c:pt idx="786">
                        <c:v>778.65120000000002</c:v>
                      </c:pt>
                      <c:pt idx="787">
                        <c:v>779.13340000000005</c:v>
                      </c:pt>
                      <c:pt idx="788">
                        <c:v>779.6155</c:v>
                      </c:pt>
                      <c:pt idx="789">
                        <c:v>780.09770000000003</c:v>
                      </c:pt>
                      <c:pt idx="790">
                        <c:v>780.57979999999998</c:v>
                      </c:pt>
                      <c:pt idx="791">
                        <c:v>781.06200000000001</c:v>
                      </c:pt>
                      <c:pt idx="792">
                        <c:v>781.54409999999996</c:v>
                      </c:pt>
                      <c:pt idx="793">
                        <c:v>782.02620000000002</c:v>
                      </c:pt>
                      <c:pt idx="794">
                        <c:v>782.50840000000005</c:v>
                      </c:pt>
                      <c:pt idx="795">
                        <c:v>782.9905</c:v>
                      </c:pt>
                      <c:pt idx="796">
                        <c:v>783.47270000000003</c:v>
                      </c:pt>
                      <c:pt idx="797">
                        <c:v>783.95479999999998</c:v>
                      </c:pt>
                      <c:pt idx="798">
                        <c:v>784.43690000000004</c:v>
                      </c:pt>
                      <c:pt idx="799">
                        <c:v>784.91909999999996</c:v>
                      </c:pt>
                      <c:pt idx="800">
                        <c:v>785.40120000000002</c:v>
                      </c:pt>
                      <c:pt idx="801">
                        <c:v>785.88329999999996</c:v>
                      </c:pt>
                      <c:pt idx="802">
                        <c:v>786.3655</c:v>
                      </c:pt>
                      <c:pt idx="803">
                        <c:v>786.84760000000006</c:v>
                      </c:pt>
                      <c:pt idx="804">
                        <c:v>787.3297</c:v>
                      </c:pt>
                      <c:pt idx="805">
                        <c:v>787.81190000000004</c:v>
                      </c:pt>
                      <c:pt idx="806">
                        <c:v>788.29399999999998</c:v>
                      </c:pt>
                      <c:pt idx="807">
                        <c:v>788.77610000000004</c:v>
                      </c:pt>
                      <c:pt idx="808">
                        <c:v>789.25829999999996</c:v>
                      </c:pt>
                      <c:pt idx="809">
                        <c:v>789.74040000000002</c:v>
                      </c:pt>
                      <c:pt idx="810">
                        <c:v>790.22249999999997</c:v>
                      </c:pt>
                      <c:pt idx="811">
                        <c:v>790.7047</c:v>
                      </c:pt>
                      <c:pt idx="812">
                        <c:v>791.18679999999995</c:v>
                      </c:pt>
                      <c:pt idx="813">
                        <c:v>791.66890000000001</c:v>
                      </c:pt>
                      <c:pt idx="814">
                        <c:v>792.15110000000004</c:v>
                      </c:pt>
                      <c:pt idx="815">
                        <c:v>792.63319999999999</c:v>
                      </c:pt>
                      <c:pt idx="816">
                        <c:v>793.11540000000002</c:v>
                      </c:pt>
                      <c:pt idx="817">
                        <c:v>793.59749999999997</c:v>
                      </c:pt>
                      <c:pt idx="818">
                        <c:v>794.0797</c:v>
                      </c:pt>
                      <c:pt idx="819">
                        <c:v>794.56179999999995</c:v>
                      </c:pt>
                      <c:pt idx="820">
                        <c:v>795.04390000000001</c:v>
                      </c:pt>
                      <c:pt idx="821">
                        <c:v>795.52610000000004</c:v>
                      </c:pt>
                      <c:pt idx="822">
                        <c:v>796.00819999999999</c:v>
                      </c:pt>
                      <c:pt idx="823">
                        <c:v>796.49040000000002</c:v>
                      </c:pt>
                      <c:pt idx="824">
                        <c:v>796.97249999999997</c:v>
                      </c:pt>
                      <c:pt idx="825">
                        <c:v>797.45460000000003</c:v>
                      </c:pt>
                      <c:pt idx="826">
                        <c:v>797.93679999999995</c:v>
                      </c:pt>
                      <c:pt idx="827">
                        <c:v>798.41890000000001</c:v>
                      </c:pt>
                      <c:pt idx="828">
                        <c:v>798.90099999999995</c:v>
                      </c:pt>
                      <c:pt idx="829">
                        <c:v>799.38319999999999</c:v>
                      </c:pt>
                      <c:pt idx="830">
                        <c:v>799.86530000000005</c:v>
                      </c:pt>
                      <c:pt idx="831">
                        <c:v>800.34739999999999</c:v>
                      </c:pt>
                      <c:pt idx="832">
                        <c:v>800.82960000000003</c:v>
                      </c:pt>
                      <c:pt idx="833">
                        <c:v>801.31169999999997</c:v>
                      </c:pt>
                      <c:pt idx="834">
                        <c:v>801.79380000000003</c:v>
                      </c:pt>
                      <c:pt idx="835">
                        <c:v>802.27599999999995</c:v>
                      </c:pt>
                      <c:pt idx="836">
                        <c:v>802.75810000000001</c:v>
                      </c:pt>
                      <c:pt idx="837">
                        <c:v>803.24019999999996</c:v>
                      </c:pt>
                      <c:pt idx="838">
                        <c:v>803.72239999999999</c:v>
                      </c:pt>
                      <c:pt idx="839">
                        <c:v>804.20450000000005</c:v>
                      </c:pt>
                      <c:pt idx="840">
                        <c:v>804.6866</c:v>
                      </c:pt>
                      <c:pt idx="841">
                        <c:v>805.16880000000003</c:v>
                      </c:pt>
                      <c:pt idx="842">
                        <c:v>805.65089999999998</c:v>
                      </c:pt>
                      <c:pt idx="843">
                        <c:v>806.13310000000001</c:v>
                      </c:pt>
                      <c:pt idx="844">
                        <c:v>806.61519999999996</c:v>
                      </c:pt>
                      <c:pt idx="845">
                        <c:v>807.09739999999999</c:v>
                      </c:pt>
                      <c:pt idx="846">
                        <c:v>807.57950000000005</c:v>
                      </c:pt>
                      <c:pt idx="847">
                        <c:v>808.0616</c:v>
                      </c:pt>
                      <c:pt idx="848">
                        <c:v>808.54380000000003</c:v>
                      </c:pt>
                      <c:pt idx="849">
                        <c:v>809.02589999999998</c:v>
                      </c:pt>
                      <c:pt idx="850">
                        <c:v>809.50810000000001</c:v>
                      </c:pt>
                      <c:pt idx="851">
                        <c:v>809.99019999999996</c:v>
                      </c:pt>
                      <c:pt idx="852">
                        <c:v>810.47230000000002</c:v>
                      </c:pt>
                      <c:pt idx="853">
                        <c:v>810.95450000000005</c:v>
                      </c:pt>
                      <c:pt idx="854">
                        <c:v>811.4366</c:v>
                      </c:pt>
                      <c:pt idx="855">
                        <c:v>811.91869999999994</c:v>
                      </c:pt>
                      <c:pt idx="856">
                        <c:v>812.40089999999998</c:v>
                      </c:pt>
                      <c:pt idx="857">
                        <c:v>812.88300000000004</c:v>
                      </c:pt>
                      <c:pt idx="858">
                        <c:v>813.36509999999998</c:v>
                      </c:pt>
                      <c:pt idx="859">
                        <c:v>813.84730000000002</c:v>
                      </c:pt>
                      <c:pt idx="860">
                        <c:v>814.32939999999996</c:v>
                      </c:pt>
                      <c:pt idx="861">
                        <c:v>814.81150000000002</c:v>
                      </c:pt>
                      <c:pt idx="862">
                        <c:v>815.29369999999994</c:v>
                      </c:pt>
                      <c:pt idx="863">
                        <c:v>815.7758</c:v>
                      </c:pt>
                      <c:pt idx="864">
                        <c:v>816.25789999999995</c:v>
                      </c:pt>
                      <c:pt idx="865">
                        <c:v>816.74009999999998</c:v>
                      </c:pt>
                      <c:pt idx="866">
                        <c:v>817.22220000000004</c:v>
                      </c:pt>
                      <c:pt idx="867">
                        <c:v>817.70429999999999</c:v>
                      </c:pt>
                      <c:pt idx="868">
                        <c:v>818.18650000000002</c:v>
                      </c:pt>
                      <c:pt idx="869">
                        <c:v>818.66859999999997</c:v>
                      </c:pt>
                      <c:pt idx="870">
                        <c:v>819.1508</c:v>
                      </c:pt>
                      <c:pt idx="871">
                        <c:v>819.63289999999995</c:v>
                      </c:pt>
                      <c:pt idx="872">
                        <c:v>820.11509999999998</c:v>
                      </c:pt>
                      <c:pt idx="873">
                        <c:v>820.59720000000004</c:v>
                      </c:pt>
                      <c:pt idx="874">
                        <c:v>821.07929999999999</c:v>
                      </c:pt>
                      <c:pt idx="875">
                        <c:v>821.56150000000002</c:v>
                      </c:pt>
                      <c:pt idx="876">
                        <c:v>822.04359999999997</c:v>
                      </c:pt>
                      <c:pt idx="877">
                        <c:v>822.5258</c:v>
                      </c:pt>
                      <c:pt idx="878">
                        <c:v>823.00789999999995</c:v>
                      </c:pt>
                      <c:pt idx="879">
                        <c:v>823.49</c:v>
                      </c:pt>
                      <c:pt idx="880">
                        <c:v>823.97220000000004</c:v>
                      </c:pt>
                      <c:pt idx="881">
                        <c:v>824.45429999999999</c:v>
                      </c:pt>
                      <c:pt idx="882">
                        <c:v>824.93640000000005</c:v>
                      </c:pt>
                      <c:pt idx="883">
                        <c:v>825.41859999999997</c:v>
                      </c:pt>
                      <c:pt idx="884">
                        <c:v>825.90070000000003</c:v>
                      </c:pt>
                      <c:pt idx="885">
                        <c:v>826.38279999999997</c:v>
                      </c:pt>
                      <c:pt idx="886">
                        <c:v>826.86500000000001</c:v>
                      </c:pt>
                      <c:pt idx="887">
                        <c:v>827.34709999999995</c:v>
                      </c:pt>
                      <c:pt idx="888">
                        <c:v>827.82920000000001</c:v>
                      </c:pt>
                      <c:pt idx="889">
                        <c:v>828.31140000000005</c:v>
                      </c:pt>
                      <c:pt idx="890">
                        <c:v>828.79349999999999</c:v>
                      </c:pt>
                      <c:pt idx="891">
                        <c:v>829.27560000000005</c:v>
                      </c:pt>
                      <c:pt idx="892">
                        <c:v>829.75779999999997</c:v>
                      </c:pt>
                      <c:pt idx="893">
                        <c:v>830.23990000000003</c:v>
                      </c:pt>
                      <c:pt idx="894">
                        <c:v>830.72199999999998</c:v>
                      </c:pt>
                      <c:pt idx="895">
                        <c:v>831.20420000000001</c:v>
                      </c:pt>
                      <c:pt idx="896">
                        <c:v>831.68629999999996</c:v>
                      </c:pt>
                      <c:pt idx="897">
                        <c:v>832.16849999999999</c:v>
                      </c:pt>
                      <c:pt idx="898">
                        <c:v>832.65060000000005</c:v>
                      </c:pt>
                      <c:pt idx="899">
                        <c:v>833.13279999999997</c:v>
                      </c:pt>
                      <c:pt idx="900">
                        <c:v>833.61490000000003</c:v>
                      </c:pt>
                      <c:pt idx="901">
                        <c:v>834.09699999999998</c:v>
                      </c:pt>
                      <c:pt idx="902">
                        <c:v>834.57920000000001</c:v>
                      </c:pt>
                      <c:pt idx="903">
                        <c:v>835.06129999999996</c:v>
                      </c:pt>
                      <c:pt idx="904">
                        <c:v>835.54349999999999</c:v>
                      </c:pt>
                      <c:pt idx="905">
                        <c:v>836.02560000000005</c:v>
                      </c:pt>
                      <c:pt idx="906">
                        <c:v>836.5077</c:v>
                      </c:pt>
                      <c:pt idx="907">
                        <c:v>836.98990000000003</c:v>
                      </c:pt>
                      <c:pt idx="908">
                        <c:v>837.47199999999998</c:v>
                      </c:pt>
                      <c:pt idx="909">
                        <c:v>837.95410000000004</c:v>
                      </c:pt>
                      <c:pt idx="910">
                        <c:v>838.43629999999996</c:v>
                      </c:pt>
                      <c:pt idx="911">
                        <c:v>838.91840000000002</c:v>
                      </c:pt>
                      <c:pt idx="912">
                        <c:v>839.40049999999997</c:v>
                      </c:pt>
                      <c:pt idx="913">
                        <c:v>839.8827</c:v>
                      </c:pt>
                      <c:pt idx="914">
                        <c:v>840.36479999999995</c:v>
                      </c:pt>
                      <c:pt idx="915">
                        <c:v>840.84690000000001</c:v>
                      </c:pt>
                      <c:pt idx="916">
                        <c:v>841.32910000000004</c:v>
                      </c:pt>
                      <c:pt idx="917">
                        <c:v>841.81119999999999</c:v>
                      </c:pt>
                      <c:pt idx="918">
                        <c:v>842.29330000000004</c:v>
                      </c:pt>
                      <c:pt idx="919">
                        <c:v>842.77549999999997</c:v>
                      </c:pt>
                      <c:pt idx="920">
                        <c:v>843.25760000000002</c:v>
                      </c:pt>
                      <c:pt idx="921">
                        <c:v>843.73969999999997</c:v>
                      </c:pt>
                      <c:pt idx="922">
                        <c:v>844.22190000000001</c:v>
                      </c:pt>
                      <c:pt idx="923">
                        <c:v>844.70399999999995</c:v>
                      </c:pt>
                      <c:pt idx="924">
                        <c:v>845.18619999999999</c:v>
                      </c:pt>
                      <c:pt idx="925">
                        <c:v>845.66830000000004</c:v>
                      </c:pt>
                      <c:pt idx="926">
                        <c:v>846.15049999999997</c:v>
                      </c:pt>
                      <c:pt idx="927">
                        <c:v>846.63260000000002</c:v>
                      </c:pt>
                      <c:pt idx="928">
                        <c:v>847.11469999999997</c:v>
                      </c:pt>
                      <c:pt idx="929">
                        <c:v>847.59690000000001</c:v>
                      </c:pt>
                      <c:pt idx="930">
                        <c:v>848.07899999999995</c:v>
                      </c:pt>
                      <c:pt idx="931">
                        <c:v>848.56119999999999</c:v>
                      </c:pt>
                      <c:pt idx="932">
                        <c:v>849.04330000000004</c:v>
                      </c:pt>
                      <c:pt idx="933">
                        <c:v>849.52539999999999</c:v>
                      </c:pt>
                      <c:pt idx="934">
                        <c:v>850.00760000000002</c:v>
                      </c:pt>
                      <c:pt idx="935">
                        <c:v>850.48969999999997</c:v>
                      </c:pt>
                      <c:pt idx="936">
                        <c:v>850.97180000000003</c:v>
                      </c:pt>
                      <c:pt idx="937">
                        <c:v>851.45399999999995</c:v>
                      </c:pt>
                      <c:pt idx="938">
                        <c:v>851.93610000000001</c:v>
                      </c:pt>
                      <c:pt idx="939">
                        <c:v>852.41819999999996</c:v>
                      </c:pt>
                      <c:pt idx="940">
                        <c:v>852.90039999999999</c:v>
                      </c:pt>
                      <c:pt idx="941">
                        <c:v>853.38250000000005</c:v>
                      </c:pt>
                      <c:pt idx="942">
                        <c:v>853.8646</c:v>
                      </c:pt>
                      <c:pt idx="943">
                        <c:v>854.34680000000003</c:v>
                      </c:pt>
                      <c:pt idx="944">
                        <c:v>854.82889999999998</c:v>
                      </c:pt>
                      <c:pt idx="945">
                        <c:v>855.31100000000004</c:v>
                      </c:pt>
                      <c:pt idx="946">
                        <c:v>855.79319999999996</c:v>
                      </c:pt>
                      <c:pt idx="947">
                        <c:v>856.27530000000002</c:v>
                      </c:pt>
                      <c:pt idx="948">
                        <c:v>856.75739999999996</c:v>
                      </c:pt>
                      <c:pt idx="949">
                        <c:v>857.2396</c:v>
                      </c:pt>
                      <c:pt idx="950">
                        <c:v>857.72170000000006</c:v>
                      </c:pt>
                      <c:pt idx="951">
                        <c:v>858.20389999999998</c:v>
                      </c:pt>
                      <c:pt idx="952">
                        <c:v>858.68600000000004</c:v>
                      </c:pt>
                      <c:pt idx="953">
                        <c:v>859.16819999999996</c:v>
                      </c:pt>
                      <c:pt idx="954">
                        <c:v>859.65030000000002</c:v>
                      </c:pt>
                      <c:pt idx="955">
                        <c:v>860.13239999999996</c:v>
                      </c:pt>
                      <c:pt idx="956">
                        <c:v>860.6146</c:v>
                      </c:pt>
                      <c:pt idx="957">
                        <c:v>861.09670000000006</c:v>
                      </c:pt>
                      <c:pt idx="958">
                        <c:v>861.57889999999998</c:v>
                      </c:pt>
                      <c:pt idx="959">
                        <c:v>862.06100000000004</c:v>
                      </c:pt>
                      <c:pt idx="960">
                        <c:v>862.54309999999998</c:v>
                      </c:pt>
                      <c:pt idx="961">
                        <c:v>863.02530000000002</c:v>
                      </c:pt>
                      <c:pt idx="962">
                        <c:v>863.50739999999996</c:v>
                      </c:pt>
                      <c:pt idx="963">
                        <c:v>863.98950000000002</c:v>
                      </c:pt>
                      <c:pt idx="964">
                        <c:v>864.47170000000006</c:v>
                      </c:pt>
                      <c:pt idx="965">
                        <c:v>864.9538</c:v>
                      </c:pt>
                      <c:pt idx="966">
                        <c:v>865.43589999999995</c:v>
                      </c:pt>
                      <c:pt idx="967">
                        <c:v>865.91809999999998</c:v>
                      </c:pt>
                      <c:pt idx="968">
                        <c:v>866.40020000000004</c:v>
                      </c:pt>
                      <c:pt idx="969">
                        <c:v>866.88229999999999</c:v>
                      </c:pt>
                      <c:pt idx="970">
                        <c:v>867.36450000000002</c:v>
                      </c:pt>
                      <c:pt idx="971">
                        <c:v>867.84659999999997</c:v>
                      </c:pt>
                      <c:pt idx="972">
                        <c:v>868.32870000000003</c:v>
                      </c:pt>
                      <c:pt idx="973">
                        <c:v>868.81089999999995</c:v>
                      </c:pt>
                      <c:pt idx="974">
                        <c:v>869.29300000000001</c:v>
                      </c:pt>
                      <c:pt idx="975">
                        <c:v>869.77509999999995</c:v>
                      </c:pt>
                      <c:pt idx="976">
                        <c:v>870.25729999999999</c:v>
                      </c:pt>
                      <c:pt idx="977">
                        <c:v>870.73940000000005</c:v>
                      </c:pt>
                      <c:pt idx="978">
                        <c:v>871.22159999999997</c:v>
                      </c:pt>
                      <c:pt idx="979">
                        <c:v>871.70370000000003</c:v>
                      </c:pt>
                      <c:pt idx="980">
                        <c:v>872.18589999999995</c:v>
                      </c:pt>
                      <c:pt idx="981">
                        <c:v>872.66800000000001</c:v>
                      </c:pt>
                      <c:pt idx="982">
                        <c:v>873.15009999999995</c:v>
                      </c:pt>
                      <c:pt idx="983">
                        <c:v>873.63229999999999</c:v>
                      </c:pt>
                      <c:pt idx="984">
                        <c:v>874.11440000000005</c:v>
                      </c:pt>
                      <c:pt idx="985">
                        <c:v>874.59659999999997</c:v>
                      </c:pt>
                      <c:pt idx="986">
                        <c:v>875.07870000000003</c:v>
                      </c:pt>
                      <c:pt idx="987">
                        <c:v>875.56079999999997</c:v>
                      </c:pt>
                      <c:pt idx="988">
                        <c:v>876.04300000000001</c:v>
                      </c:pt>
                      <c:pt idx="989">
                        <c:v>876.52509999999995</c:v>
                      </c:pt>
                      <c:pt idx="990">
                        <c:v>877.00720000000001</c:v>
                      </c:pt>
                      <c:pt idx="991">
                        <c:v>877.48940000000005</c:v>
                      </c:pt>
                      <c:pt idx="992">
                        <c:v>877.97149999999999</c:v>
                      </c:pt>
                      <c:pt idx="993">
                        <c:v>878.45360000000005</c:v>
                      </c:pt>
                      <c:pt idx="994">
                        <c:v>878.93579999999997</c:v>
                      </c:pt>
                      <c:pt idx="995">
                        <c:v>879.41790000000003</c:v>
                      </c:pt>
                      <c:pt idx="996">
                        <c:v>879.9</c:v>
                      </c:pt>
                      <c:pt idx="997">
                        <c:v>880.38220000000001</c:v>
                      </c:pt>
                      <c:pt idx="998">
                        <c:v>880.86429999999996</c:v>
                      </c:pt>
                      <c:pt idx="999">
                        <c:v>881.34640000000002</c:v>
                      </c:pt>
                      <c:pt idx="1000">
                        <c:v>881.82860000000005</c:v>
                      </c:pt>
                      <c:pt idx="1001">
                        <c:v>882.3107</c:v>
                      </c:pt>
                      <c:pt idx="1002">
                        <c:v>882.79280000000006</c:v>
                      </c:pt>
                      <c:pt idx="1003">
                        <c:v>883.27499999999998</c:v>
                      </c:pt>
                      <c:pt idx="1004">
                        <c:v>883.75710000000004</c:v>
                      </c:pt>
                      <c:pt idx="1005">
                        <c:v>884.23929999999996</c:v>
                      </c:pt>
                      <c:pt idx="1006">
                        <c:v>884.72140000000002</c:v>
                      </c:pt>
                      <c:pt idx="1007">
                        <c:v>885.20360000000005</c:v>
                      </c:pt>
                      <c:pt idx="1008">
                        <c:v>885.6857</c:v>
                      </c:pt>
                      <c:pt idx="1009">
                        <c:v>886.16780000000006</c:v>
                      </c:pt>
                      <c:pt idx="1010">
                        <c:v>886.65</c:v>
                      </c:pt>
                      <c:pt idx="1011">
                        <c:v>887.13210000000004</c:v>
                      </c:pt>
                      <c:pt idx="1012">
                        <c:v>887.61429999999996</c:v>
                      </c:pt>
                      <c:pt idx="1013">
                        <c:v>888.09640000000002</c:v>
                      </c:pt>
                      <c:pt idx="1014">
                        <c:v>888.57849999999996</c:v>
                      </c:pt>
                      <c:pt idx="1015">
                        <c:v>889.0607</c:v>
                      </c:pt>
                      <c:pt idx="1016">
                        <c:v>889.54280000000006</c:v>
                      </c:pt>
                      <c:pt idx="1017">
                        <c:v>890.0249</c:v>
                      </c:pt>
                      <c:pt idx="1018">
                        <c:v>890.50710000000004</c:v>
                      </c:pt>
                      <c:pt idx="1019">
                        <c:v>890.98919999999998</c:v>
                      </c:pt>
                      <c:pt idx="1020">
                        <c:v>891.47130000000004</c:v>
                      </c:pt>
                      <c:pt idx="1021">
                        <c:v>891.95349999999996</c:v>
                      </c:pt>
                      <c:pt idx="1022">
                        <c:v>892.43560000000002</c:v>
                      </c:pt>
                      <c:pt idx="1023">
                        <c:v>892.91769999999997</c:v>
                      </c:pt>
                      <c:pt idx="1024">
                        <c:v>893.3999</c:v>
                      </c:pt>
                      <c:pt idx="1025">
                        <c:v>893.88199999999995</c:v>
                      </c:pt>
                      <c:pt idx="1026">
                        <c:v>894.36410000000001</c:v>
                      </c:pt>
                      <c:pt idx="1027">
                        <c:v>894.84630000000004</c:v>
                      </c:pt>
                      <c:pt idx="1028">
                        <c:v>895.32839999999999</c:v>
                      </c:pt>
                      <c:pt idx="1029">
                        <c:v>895.81050000000005</c:v>
                      </c:pt>
                      <c:pt idx="1030">
                        <c:v>896.29269999999997</c:v>
                      </c:pt>
                      <c:pt idx="1031">
                        <c:v>896.77480000000003</c:v>
                      </c:pt>
                      <c:pt idx="1032">
                        <c:v>897.25699999999995</c:v>
                      </c:pt>
                      <c:pt idx="1033">
                        <c:v>897.73910000000001</c:v>
                      </c:pt>
                      <c:pt idx="1034">
                        <c:v>898.22130000000004</c:v>
                      </c:pt>
                      <c:pt idx="1035">
                        <c:v>898.70339999999999</c:v>
                      </c:pt>
                      <c:pt idx="1036">
                        <c:v>899.18550000000005</c:v>
                      </c:pt>
                      <c:pt idx="1037">
                        <c:v>899.66769999999997</c:v>
                      </c:pt>
                      <c:pt idx="1038">
                        <c:v>900.14980000000003</c:v>
                      </c:pt>
                      <c:pt idx="1039">
                        <c:v>900.63199999999995</c:v>
                      </c:pt>
                      <c:pt idx="1040">
                        <c:v>901.11410000000001</c:v>
                      </c:pt>
                      <c:pt idx="1041">
                        <c:v>901.59619999999995</c:v>
                      </c:pt>
                      <c:pt idx="1042">
                        <c:v>902.07839999999999</c:v>
                      </c:pt>
                      <c:pt idx="1043">
                        <c:v>902.56050000000005</c:v>
                      </c:pt>
                      <c:pt idx="1044">
                        <c:v>903.04259999999999</c:v>
                      </c:pt>
                      <c:pt idx="1045">
                        <c:v>903.52480000000003</c:v>
                      </c:pt>
                      <c:pt idx="1046">
                        <c:v>904.00689999999997</c:v>
                      </c:pt>
                      <c:pt idx="1047">
                        <c:v>904.48900000000003</c:v>
                      </c:pt>
                      <c:pt idx="1048">
                        <c:v>904.97119999999995</c:v>
                      </c:pt>
                      <c:pt idx="1049">
                        <c:v>905.45330000000001</c:v>
                      </c:pt>
                      <c:pt idx="1050">
                        <c:v>905.93539999999996</c:v>
                      </c:pt>
                      <c:pt idx="1051">
                        <c:v>906.41759999999999</c:v>
                      </c:pt>
                      <c:pt idx="1052">
                        <c:v>906.89970000000005</c:v>
                      </c:pt>
                      <c:pt idx="1053">
                        <c:v>907.3818</c:v>
                      </c:pt>
                      <c:pt idx="1054">
                        <c:v>907.86400000000003</c:v>
                      </c:pt>
                      <c:pt idx="1055">
                        <c:v>908.34609999999998</c:v>
                      </c:pt>
                      <c:pt idx="1056">
                        <c:v>908.82820000000004</c:v>
                      </c:pt>
                      <c:pt idx="1057">
                        <c:v>909.31039999999996</c:v>
                      </c:pt>
                      <c:pt idx="1058">
                        <c:v>909.79250000000002</c:v>
                      </c:pt>
                      <c:pt idx="1059">
                        <c:v>910.27470000000005</c:v>
                      </c:pt>
                      <c:pt idx="1060">
                        <c:v>910.7568</c:v>
                      </c:pt>
                      <c:pt idx="1061">
                        <c:v>911.23900000000003</c:v>
                      </c:pt>
                      <c:pt idx="1062">
                        <c:v>911.72109999999998</c:v>
                      </c:pt>
                      <c:pt idx="1063">
                        <c:v>912.20320000000004</c:v>
                      </c:pt>
                      <c:pt idx="1064">
                        <c:v>912.68539999999996</c:v>
                      </c:pt>
                      <c:pt idx="1065">
                        <c:v>913.16750000000002</c:v>
                      </c:pt>
                      <c:pt idx="1066">
                        <c:v>913.64959999999996</c:v>
                      </c:pt>
                      <c:pt idx="1067">
                        <c:v>914.1318</c:v>
                      </c:pt>
                      <c:pt idx="1068">
                        <c:v>914.61389999999994</c:v>
                      </c:pt>
                      <c:pt idx="1069">
                        <c:v>915.096</c:v>
                      </c:pt>
                      <c:pt idx="1070">
                        <c:v>915.57820000000004</c:v>
                      </c:pt>
                      <c:pt idx="1071">
                        <c:v>916.06029999999998</c:v>
                      </c:pt>
                      <c:pt idx="1072">
                        <c:v>916.54240000000004</c:v>
                      </c:pt>
                      <c:pt idx="1073">
                        <c:v>917.02459999999996</c:v>
                      </c:pt>
                      <c:pt idx="1074">
                        <c:v>917.50670000000002</c:v>
                      </c:pt>
                      <c:pt idx="1075">
                        <c:v>917.98879999999997</c:v>
                      </c:pt>
                      <c:pt idx="1076">
                        <c:v>918.471</c:v>
                      </c:pt>
                      <c:pt idx="1077">
                        <c:v>918.95309999999995</c:v>
                      </c:pt>
                      <c:pt idx="1078">
                        <c:v>919.43520000000001</c:v>
                      </c:pt>
                      <c:pt idx="1079">
                        <c:v>919.91740000000004</c:v>
                      </c:pt>
                      <c:pt idx="1080">
                        <c:v>920.39949999999999</c:v>
                      </c:pt>
                      <c:pt idx="1081">
                        <c:v>920.88170000000002</c:v>
                      </c:pt>
                      <c:pt idx="1082">
                        <c:v>921.36379999999997</c:v>
                      </c:pt>
                      <c:pt idx="1083">
                        <c:v>921.84590000000003</c:v>
                      </c:pt>
                      <c:pt idx="1084">
                        <c:v>922.32809999999995</c:v>
                      </c:pt>
                      <c:pt idx="1085">
                        <c:v>922.81020000000001</c:v>
                      </c:pt>
                      <c:pt idx="1086">
                        <c:v>923.29240000000004</c:v>
                      </c:pt>
                      <c:pt idx="1087">
                        <c:v>923.77449999999999</c:v>
                      </c:pt>
                      <c:pt idx="1088">
                        <c:v>924.25670000000002</c:v>
                      </c:pt>
                      <c:pt idx="1089">
                        <c:v>924.73879999999997</c:v>
                      </c:pt>
                      <c:pt idx="1090">
                        <c:v>925.22090000000003</c:v>
                      </c:pt>
                      <c:pt idx="1091">
                        <c:v>925.70309999999995</c:v>
                      </c:pt>
                      <c:pt idx="1092">
                        <c:v>926.18520000000001</c:v>
                      </c:pt>
                      <c:pt idx="1093">
                        <c:v>926.66729999999995</c:v>
                      </c:pt>
                      <c:pt idx="1094">
                        <c:v>927.14949999999999</c:v>
                      </c:pt>
                      <c:pt idx="1095">
                        <c:v>927.63160000000005</c:v>
                      </c:pt>
                      <c:pt idx="1096">
                        <c:v>928.11369999999999</c:v>
                      </c:pt>
                      <c:pt idx="1097">
                        <c:v>928.59590000000003</c:v>
                      </c:pt>
                      <c:pt idx="1098">
                        <c:v>929.07799999999997</c:v>
                      </c:pt>
                      <c:pt idx="1099">
                        <c:v>929.56010000000003</c:v>
                      </c:pt>
                      <c:pt idx="1100">
                        <c:v>930.04229999999995</c:v>
                      </c:pt>
                      <c:pt idx="1101">
                        <c:v>930.52440000000001</c:v>
                      </c:pt>
                      <c:pt idx="1102">
                        <c:v>931.00649999999996</c:v>
                      </c:pt>
                      <c:pt idx="1103">
                        <c:v>931.48869999999999</c:v>
                      </c:pt>
                      <c:pt idx="1104">
                        <c:v>931.97080000000005</c:v>
                      </c:pt>
                      <c:pt idx="1105">
                        <c:v>932.4529</c:v>
                      </c:pt>
                      <c:pt idx="1106">
                        <c:v>932.93510000000003</c:v>
                      </c:pt>
                      <c:pt idx="1107">
                        <c:v>933.41719999999998</c:v>
                      </c:pt>
                      <c:pt idx="1108">
                        <c:v>933.89940000000001</c:v>
                      </c:pt>
                      <c:pt idx="1109">
                        <c:v>934.38149999999996</c:v>
                      </c:pt>
                      <c:pt idx="1110">
                        <c:v>934.86360000000002</c:v>
                      </c:pt>
                      <c:pt idx="1111">
                        <c:v>935.34580000000005</c:v>
                      </c:pt>
                      <c:pt idx="1112">
                        <c:v>935.8279</c:v>
                      </c:pt>
                      <c:pt idx="1113">
                        <c:v>936.31010000000003</c:v>
                      </c:pt>
                      <c:pt idx="1114">
                        <c:v>936.79219999999998</c:v>
                      </c:pt>
                      <c:pt idx="1115">
                        <c:v>937.27440000000001</c:v>
                      </c:pt>
                      <c:pt idx="1116">
                        <c:v>937.75649999999996</c:v>
                      </c:pt>
                      <c:pt idx="1117">
                        <c:v>938.23860000000002</c:v>
                      </c:pt>
                      <c:pt idx="1118">
                        <c:v>938.72080000000005</c:v>
                      </c:pt>
                      <c:pt idx="1119">
                        <c:v>939.2029</c:v>
                      </c:pt>
                      <c:pt idx="1120">
                        <c:v>939.68499999999995</c:v>
                      </c:pt>
                      <c:pt idx="1121">
                        <c:v>940.16719999999998</c:v>
                      </c:pt>
                      <c:pt idx="1122">
                        <c:v>940.64930000000004</c:v>
                      </c:pt>
                      <c:pt idx="1123">
                        <c:v>941.13139999999999</c:v>
                      </c:pt>
                      <c:pt idx="1124">
                        <c:v>941.61360000000002</c:v>
                      </c:pt>
                      <c:pt idx="1125">
                        <c:v>942.09569999999997</c:v>
                      </c:pt>
                      <c:pt idx="1126">
                        <c:v>942.57780000000002</c:v>
                      </c:pt>
                      <c:pt idx="1127">
                        <c:v>943.06</c:v>
                      </c:pt>
                      <c:pt idx="1128">
                        <c:v>943.5421</c:v>
                      </c:pt>
                      <c:pt idx="1129">
                        <c:v>944.02419999999995</c:v>
                      </c:pt>
                      <c:pt idx="1130">
                        <c:v>944.50639999999999</c:v>
                      </c:pt>
                      <c:pt idx="1131">
                        <c:v>944.98850000000004</c:v>
                      </c:pt>
                      <c:pt idx="1132">
                        <c:v>945.47059999999999</c:v>
                      </c:pt>
                      <c:pt idx="1133">
                        <c:v>945.95280000000002</c:v>
                      </c:pt>
                      <c:pt idx="1134">
                        <c:v>946.43489999999997</c:v>
                      </c:pt>
                      <c:pt idx="1135">
                        <c:v>946.9171</c:v>
                      </c:pt>
                      <c:pt idx="1136">
                        <c:v>947.39919999999995</c:v>
                      </c:pt>
                      <c:pt idx="1137">
                        <c:v>947.88130000000001</c:v>
                      </c:pt>
                      <c:pt idx="1138">
                        <c:v>948.36350000000004</c:v>
                      </c:pt>
                      <c:pt idx="1139">
                        <c:v>948.84559999999999</c:v>
                      </c:pt>
                      <c:pt idx="1140">
                        <c:v>949.32780000000002</c:v>
                      </c:pt>
                      <c:pt idx="1141">
                        <c:v>949.80989999999997</c:v>
                      </c:pt>
                      <c:pt idx="1142">
                        <c:v>950.2921</c:v>
                      </c:pt>
                      <c:pt idx="1143">
                        <c:v>950.77419999999995</c:v>
                      </c:pt>
                      <c:pt idx="1144">
                        <c:v>951.25630000000001</c:v>
                      </c:pt>
                      <c:pt idx="1145">
                        <c:v>951.73850000000004</c:v>
                      </c:pt>
                      <c:pt idx="1146">
                        <c:v>952.22059999999999</c:v>
                      </c:pt>
                      <c:pt idx="1147">
                        <c:v>952.70270000000005</c:v>
                      </c:pt>
                      <c:pt idx="1148">
                        <c:v>953.18489999999997</c:v>
                      </c:pt>
                      <c:pt idx="1149">
                        <c:v>953.66700000000003</c:v>
                      </c:pt>
                      <c:pt idx="1150">
                        <c:v>954.14909999999998</c:v>
                      </c:pt>
                      <c:pt idx="1151">
                        <c:v>954.63130000000001</c:v>
                      </c:pt>
                      <c:pt idx="1152">
                        <c:v>955.11339999999996</c:v>
                      </c:pt>
                      <c:pt idx="1153">
                        <c:v>955.59550000000002</c:v>
                      </c:pt>
                      <c:pt idx="1154">
                        <c:v>956.07770000000005</c:v>
                      </c:pt>
                      <c:pt idx="1155">
                        <c:v>956.5598</c:v>
                      </c:pt>
                      <c:pt idx="1156">
                        <c:v>957.04190000000006</c:v>
                      </c:pt>
                      <c:pt idx="1157">
                        <c:v>957.52409999999998</c:v>
                      </c:pt>
                      <c:pt idx="1158">
                        <c:v>958.00620000000004</c:v>
                      </c:pt>
                      <c:pt idx="1159">
                        <c:v>958.48829999999998</c:v>
                      </c:pt>
                      <c:pt idx="1160">
                        <c:v>958.97050000000002</c:v>
                      </c:pt>
                      <c:pt idx="1161">
                        <c:v>959.45259999999996</c:v>
                      </c:pt>
                      <c:pt idx="1162">
                        <c:v>959.9348</c:v>
                      </c:pt>
                      <c:pt idx="1163">
                        <c:v>960.41690000000006</c:v>
                      </c:pt>
                      <c:pt idx="1164">
                        <c:v>960.899</c:v>
                      </c:pt>
                      <c:pt idx="1165">
                        <c:v>961.38120000000004</c:v>
                      </c:pt>
                      <c:pt idx="1166">
                        <c:v>961.86329999999998</c:v>
                      </c:pt>
                      <c:pt idx="1167">
                        <c:v>962.34550000000002</c:v>
                      </c:pt>
                      <c:pt idx="1168">
                        <c:v>962.82759999999996</c:v>
                      </c:pt>
                      <c:pt idx="1169">
                        <c:v>963.3098</c:v>
                      </c:pt>
                      <c:pt idx="1170">
                        <c:v>963.79190000000006</c:v>
                      </c:pt>
                      <c:pt idx="1171">
                        <c:v>964.274</c:v>
                      </c:pt>
                      <c:pt idx="1172">
                        <c:v>964.75620000000004</c:v>
                      </c:pt>
                      <c:pt idx="1173">
                        <c:v>965.23829999999998</c:v>
                      </c:pt>
                      <c:pt idx="1174">
                        <c:v>965.72040000000004</c:v>
                      </c:pt>
                      <c:pt idx="1175">
                        <c:v>966.20259999999996</c:v>
                      </c:pt>
                      <c:pt idx="1176">
                        <c:v>966.68470000000002</c:v>
                      </c:pt>
                      <c:pt idx="1177">
                        <c:v>967.16679999999997</c:v>
                      </c:pt>
                      <c:pt idx="1178">
                        <c:v>967.649</c:v>
                      </c:pt>
                      <c:pt idx="1179">
                        <c:v>968.13109999999995</c:v>
                      </c:pt>
                      <c:pt idx="1180">
                        <c:v>968.61320000000001</c:v>
                      </c:pt>
                      <c:pt idx="1181">
                        <c:v>969.09540000000004</c:v>
                      </c:pt>
                      <c:pt idx="1182">
                        <c:v>969.57749999999999</c:v>
                      </c:pt>
                      <c:pt idx="1183">
                        <c:v>970.05960000000005</c:v>
                      </c:pt>
                      <c:pt idx="1184">
                        <c:v>970.54179999999997</c:v>
                      </c:pt>
                      <c:pt idx="1185">
                        <c:v>971.02390000000003</c:v>
                      </c:pt>
                      <c:pt idx="1186">
                        <c:v>971.50599999999997</c:v>
                      </c:pt>
                      <c:pt idx="1187">
                        <c:v>971.98820000000001</c:v>
                      </c:pt>
                      <c:pt idx="1188">
                        <c:v>972.47029999999995</c:v>
                      </c:pt>
                      <c:pt idx="1189">
                        <c:v>972.95249999999999</c:v>
                      </c:pt>
                      <c:pt idx="1190">
                        <c:v>973.43460000000005</c:v>
                      </c:pt>
                      <c:pt idx="1191">
                        <c:v>973.91669999999999</c:v>
                      </c:pt>
                      <c:pt idx="1192">
                        <c:v>974.39890000000003</c:v>
                      </c:pt>
                      <c:pt idx="1193">
                        <c:v>974.88099999999997</c:v>
                      </c:pt>
                      <c:pt idx="1194">
                        <c:v>975.36320000000001</c:v>
                      </c:pt>
                      <c:pt idx="1195">
                        <c:v>975.84529999999995</c:v>
                      </c:pt>
                      <c:pt idx="1196">
                        <c:v>976.32749999999999</c:v>
                      </c:pt>
                      <c:pt idx="1197">
                        <c:v>976.80960000000005</c:v>
                      </c:pt>
                      <c:pt idx="1198">
                        <c:v>977.29169999999999</c:v>
                      </c:pt>
                      <c:pt idx="1199">
                        <c:v>977.77390000000003</c:v>
                      </c:pt>
                      <c:pt idx="1200">
                        <c:v>978.25599999999997</c:v>
                      </c:pt>
                      <c:pt idx="1201">
                        <c:v>978.73810000000003</c:v>
                      </c:pt>
                      <c:pt idx="1202">
                        <c:v>979.22029999999995</c:v>
                      </c:pt>
                      <c:pt idx="1203">
                        <c:v>979.70240000000001</c:v>
                      </c:pt>
                      <c:pt idx="1204">
                        <c:v>980.18449999999996</c:v>
                      </c:pt>
                      <c:pt idx="1205">
                        <c:v>980.66669999999999</c:v>
                      </c:pt>
                      <c:pt idx="1206">
                        <c:v>981.14880000000005</c:v>
                      </c:pt>
                      <c:pt idx="1207">
                        <c:v>981.6309</c:v>
                      </c:pt>
                      <c:pt idx="1208">
                        <c:v>982.11310000000003</c:v>
                      </c:pt>
                      <c:pt idx="1209">
                        <c:v>982.59519999999998</c:v>
                      </c:pt>
                      <c:pt idx="1210">
                        <c:v>983.07730000000004</c:v>
                      </c:pt>
                      <c:pt idx="1211">
                        <c:v>983.55949999999996</c:v>
                      </c:pt>
                      <c:pt idx="1212">
                        <c:v>984.04160000000002</c:v>
                      </c:pt>
                      <c:pt idx="1213">
                        <c:v>984.52369999999996</c:v>
                      </c:pt>
                      <c:pt idx="1214">
                        <c:v>985.0059</c:v>
                      </c:pt>
                      <c:pt idx="1215">
                        <c:v>985.48800000000006</c:v>
                      </c:pt>
                      <c:pt idx="1216">
                        <c:v>985.97019999999998</c:v>
                      </c:pt>
                      <c:pt idx="1217">
                        <c:v>986.45230000000004</c:v>
                      </c:pt>
                      <c:pt idx="1218">
                        <c:v>986.93439999999998</c:v>
                      </c:pt>
                      <c:pt idx="1219">
                        <c:v>987.41660000000002</c:v>
                      </c:pt>
                      <c:pt idx="1220">
                        <c:v>987.89869999999996</c:v>
                      </c:pt>
                      <c:pt idx="1221">
                        <c:v>988.3809</c:v>
                      </c:pt>
                      <c:pt idx="1222">
                        <c:v>988.86300000000006</c:v>
                      </c:pt>
                      <c:pt idx="1223">
                        <c:v>989.34519999999998</c:v>
                      </c:pt>
                      <c:pt idx="1224">
                        <c:v>989.82730000000004</c:v>
                      </c:pt>
                      <c:pt idx="1225">
                        <c:v>990.30939999999998</c:v>
                      </c:pt>
                      <c:pt idx="1226">
                        <c:v>990.79160000000002</c:v>
                      </c:pt>
                      <c:pt idx="1227">
                        <c:v>991.27369999999996</c:v>
                      </c:pt>
                      <c:pt idx="1228">
                        <c:v>991.75580000000002</c:v>
                      </c:pt>
                      <c:pt idx="1229">
                        <c:v>992.23800000000006</c:v>
                      </c:pt>
                      <c:pt idx="1230">
                        <c:v>992.7201</c:v>
                      </c:pt>
                      <c:pt idx="1231">
                        <c:v>993.20219999999995</c:v>
                      </c:pt>
                      <c:pt idx="1232">
                        <c:v>993.68439999999998</c:v>
                      </c:pt>
                      <c:pt idx="1233">
                        <c:v>994.16650000000004</c:v>
                      </c:pt>
                      <c:pt idx="1234">
                        <c:v>994.64859999999999</c:v>
                      </c:pt>
                      <c:pt idx="1235">
                        <c:v>995.13080000000002</c:v>
                      </c:pt>
                      <c:pt idx="1236">
                        <c:v>995.61289999999997</c:v>
                      </c:pt>
                      <c:pt idx="1237">
                        <c:v>996.09500000000003</c:v>
                      </c:pt>
                      <c:pt idx="1238">
                        <c:v>996.57719999999995</c:v>
                      </c:pt>
                      <c:pt idx="1239">
                        <c:v>997.05930000000001</c:v>
                      </c:pt>
                      <c:pt idx="1240">
                        <c:v>997.54139999999995</c:v>
                      </c:pt>
                      <c:pt idx="1241">
                        <c:v>998.02359999999999</c:v>
                      </c:pt>
                      <c:pt idx="1242">
                        <c:v>998.50570000000005</c:v>
                      </c:pt>
                      <c:pt idx="1243">
                        <c:v>998.98789999999997</c:v>
                      </c:pt>
                      <c:pt idx="1244">
                        <c:v>999.47</c:v>
                      </c:pt>
                      <c:pt idx="1245">
                        <c:v>999.95209999999997</c:v>
                      </c:pt>
                      <c:pt idx="1246">
                        <c:v>1000.434</c:v>
                      </c:pt>
                      <c:pt idx="1247">
                        <c:v>1000.9160000000001</c:v>
                      </c:pt>
                      <c:pt idx="1248">
                        <c:v>1001.399</c:v>
                      </c:pt>
                      <c:pt idx="1249">
                        <c:v>1001.881</c:v>
                      </c:pt>
                      <c:pt idx="1250">
                        <c:v>1002.3630000000001</c:v>
                      </c:pt>
                      <c:pt idx="1251">
                        <c:v>1002.845</c:v>
                      </c:pt>
                      <c:pt idx="1252">
                        <c:v>1003.327</c:v>
                      </c:pt>
                      <c:pt idx="1253">
                        <c:v>1003.809</c:v>
                      </c:pt>
                      <c:pt idx="1254">
                        <c:v>1004.2910000000001</c:v>
                      </c:pt>
                      <c:pt idx="1255">
                        <c:v>1004.773</c:v>
                      </c:pt>
                      <c:pt idx="1256">
                        <c:v>1005.256</c:v>
                      </c:pt>
                      <c:pt idx="1257">
                        <c:v>1005.7380000000001</c:v>
                      </c:pt>
                      <c:pt idx="1258">
                        <c:v>1006.22</c:v>
                      </c:pt>
                      <c:pt idx="1259">
                        <c:v>1006.702</c:v>
                      </c:pt>
                      <c:pt idx="1260">
                        <c:v>1007.184</c:v>
                      </c:pt>
                      <c:pt idx="1261">
                        <c:v>1007.6660000000001</c:v>
                      </c:pt>
                      <c:pt idx="1262">
                        <c:v>1008.148</c:v>
                      </c:pt>
                      <c:pt idx="1263">
                        <c:v>1008.631</c:v>
                      </c:pt>
                      <c:pt idx="1264">
                        <c:v>1009.1130000000001</c:v>
                      </c:pt>
                      <c:pt idx="1265">
                        <c:v>1009.595</c:v>
                      </c:pt>
                      <c:pt idx="1266">
                        <c:v>1010.077</c:v>
                      </c:pt>
                      <c:pt idx="1267">
                        <c:v>1010.559</c:v>
                      </c:pt>
                      <c:pt idx="1268">
                        <c:v>1011.0410000000001</c:v>
                      </c:pt>
                      <c:pt idx="1269">
                        <c:v>1011.523</c:v>
                      </c:pt>
                      <c:pt idx="1270">
                        <c:v>1012.006</c:v>
                      </c:pt>
                      <c:pt idx="1271">
                        <c:v>1012.4880000000001</c:v>
                      </c:pt>
                      <c:pt idx="1272">
                        <c:v>1012.97</c:v>
                      </c:pt>
                      <c:pt idx="1273">
                        <c:v>1013.452</c:v>
                      </c:pt>
                      <c:pt idx="1274">
                        <c:v>1013.934</c:v>
                      </c:pt>
                      <c:pt idx="1275">
                        <c:v>1014.4160000000001</c:v>
                      </c:pt>
                      <c:pt idx="1276">
                        <c:v>1014.898</c:v>
                      </c:pt>
                      <c:pt idx="1277">
                        <c:v>1015.381</c:v>
                      </c:pt>
                      <c:pt idx="1278">
                        <c:v>1015.8630000000001</c:v>
                      </c:pt>
                      <c:pt idx="1279">
                        <c:v>1016.345</c:v>
                      </c:pt>
                      <c:pt idx="1280">
                        <c:v>1016.827</c:v>
                      </c:pt>
                      <c:pt idx="1281">
                        <c:v>1017.309</c:v>
                      </c:pt>
                      <c:pt idx="1282">
                        <c:v>1017.7910000000001</c:v>
                      </c:pt>
                      <c:pt idx="1283">
                        <c:v>1018.273</c:v>
                      </c:pt>
                      <c:pt idx="1284">
                        <c:v>1018.755</c:v>
                      </c:pt>
                      <c:pt idx="1285">
                        <c:v>1019.2380000000001</c:v>
                      </c:pt>
                      <c:pt idx="1286">
                        <c:v>1019.72</c:v>
                      </c:pt>
                      <c:pt idx="1287">
                        <c:v>1020.202</c:v>
                      </c:pt>
                      <c:pt idx="1288">
                        <c:v>1020.684</c:v>
                      </c:pt>
                      <c:pt idx="1289">
                        <c:v>1021.1660000000001</c:v>
                      </c:pt>
                      <c:pt idx="1290">
                        <c:v>1021.648</c:v>
                      </c:pt>
                      <c:pt idx="1291">
                        <c:v>1022.13</c:v>
                      </c:pt>
                      <c:pt idx="1292">
                        <c:v>1022.6130000000001</c:v>
                      </c:pt>
                      <c:pt idx="1293">
                        <c:v>1023.095</c:v>
                      </c:pt>
                      <c:pt idx="1294">
                        <c:v>1023.577</c:v>
                      </c:pt>
                      <c:pt idx="1295">
                        <c:v>1024.059</c:v>
                      </c:pt>
                      <c:pt idx="1296">
                        <c:v>1024.5409999999999</c:v>
                      </c:pt>
                      <c:pt idx="1297">
                        <c:v>1025.0229999999999</c:v>
                      </c:pt>
                      <c:pt idx="1298">
                        <c:v>1025.5050000000001</c:v>
                      </c:pt>
                      <c:pt idx="1299">
                        <c:v>1025.9880000000001</c:v>
                      </c:pt>
                      <c:pt idx="1300">
                        <c:v>1026.47</c:v>
                      </c:pt>
                      <c:pt idx="1301">
                        <c:v>1026.952</c:v>
                      </c:pt>
                      <c:pt idx="1302">
                        <c:v>1027.434</c:v>
                      </c:pt>
                      <c:pt idx="1303">
                        <c:v>1027.9159999999999</c:v>
                      </c:pt>
                      <c:pt idx="1304">
                        <c:v>1028.3979999999999</c:v>
                      </c:pt>
                      <c:pt idx="1305">
                        <c:v>1028.8800000000001</c:v>
                      </c:pt>
                      <c:pt idx="1306">
                        <c:v>1029.3630000000001</c:v>
                      </c:pt>
                      <c:pt idx="1307">
                        <c:v>1029.845</c:v>
                      </c:pt>
                      <c:pt idx="1308">
                        <c:v>1030.327</c:v>
                      </c:pt>
                      <c:pt idx="1309">
                        <c:v>1030.809</c:v>
                      </c:pt>
                      <c:pt idx="1310">
                        <c:v>1031.2909999999999</c:v>
                      </c:pt>
                      <c:pt idx="1311">
                        <c:v>1031.7729999999999</c:v>
                      </c:pt>
                      <c:pt idx="1312">
                        <c:v>1032.2550000000001</c:v>
                      </c:pt>
                      <c:pt idx="1313">
                        <c:v>1032.7380000000001</c:v>
                      </c:pt>
                      <c:pt idx="1314">
                        <c:v>1033.22</c:v>
                      </c:pt>
                      <c:pt idx="1315">
                        <c:v>1033.702</c:v>
                      </c:pt>
                      <c:pt idx="1316">
                        <c:v>1034.184</c:v>
                      </c:pt>
                      <c:pt idx="1317">
                        <c:v>1034.6659999999999</c:v>
                      </c:pt>
                      <c:pt idx="1318">
                        <c:v>1035.1479999999999</c:v>
                      </c:pt>
                      <c:pt idx="1319">
                        <c:v>1035.6300000000001</c:v>
                      </c:pt>
                      <c:pt idx="1320">
                        <c:v>1036.1120000000001</c:v>
                      </c:pt>
                      <c:pt idx="1321">
                        <c:v>1036.5940000000001</c:v>
                      </c:pt>
                      <c:pt idx="1322">
                        <c:v>1037.077</c:v>
                      </c:pt>
                      <c:pt idx="1323">
                        <c:v>1037.559</c:v>
                      </c:pt>
                      <c:pt idx="1324">
                        <c:v>1038.0409999999999</c:v>
                      </c:pt>
                      <c:pt idx="1325">
                        <c:v>1038.5229999999999</c:v>
                      </c:pt>
                      <c:pt idx="1326">
                        <c:v>1039.0050000000001</c:v>
                      </c:pt>
                      <c:pt idx="1327">
                        <c:v>1039.4870000000001</c:v>
                      </c:pt>
                      <c:pt idx="1328">
                        <c:v>1039.9690000000001</c:v>
                      </c:pt>
                      <c:pt idx="1329">
                        <c:v>1040.452</c:v>
                      </c:pt>
                      <c:pt idx="1330">
                        <c:v>1040.934</c:v>
                      </c:pt>
                      <c:pt idx="1331">
                        <c:v>1041.4159999999999</c:v>
                      </c:pt>
                      <c:pt idx="1332">
                        <c:v>1041.8979999999999</c:v>
                      </c:pt>
                      <c:pt idx="1333">
                        <c:v>1042.3800000000001</c:v>
                      </c:pt>
                      <c:pt idx="1334">
                        <c:v>1042.8620000000001</c:v>
                      </c:pt>
                      <c:pt idx="1335">
                        <c:v>1043.3440000000001</c:v>
                      </c:pt>
                      <c:pt idx="1336">
                        <c:v>1043.827</c:v>
                      </c:pt>
                      <c:pt idx="1337">
                        <c:v>1044.309</c:v>
                      </c:pt>
                      <c:pt idx="1338">
                        <c:v>1044.7909999999999</c:v>
                      </c:pt>
                      <c:pt idx="1339">
                        <c:v>1045.2729999999999</c:v>
                      </c:pt>
                      <c:pt idx="1340">
                        <c:v>1045.7550000000001</c:v>
                      </c:pt>
                      <c:pt idx="1341">
                        <c:v>1046.2370000000001</c:v>
                      </c:pt>
                      <c:pt idx="1342">
                        <c:v>1046.7190000000001</c:v>
                      </c:pt>
                      <c:pt idx="1343">
                        <c:v>1047.202</c:v>
                      </c:pt>
                      <c:pt idx="1344">
                        <c:v>1047.684</c:v>
                      </c:pt>
                      <c:pt idx="1345">
                        <c:v>1048.1659999999999</c:v>
                      </c:pt>
                      <c:pt idx="1346">
                        <c:v>1048.6479999999999</c:v>
                      </c:pt>
                      <c:pt idx="1347">
                        <c:v>1049.1300000000001</c:v>
                      </c:pt>
                      <c:pt idx="1348">
                        <c:v>1049.6120000000001</c:v>
                      </c:pt>
                      <c:pt idx="1349">
                        <c:v>1050.0940000000001</c:v>
                      </c:pt>
                      <c:pt idx="1350">
                        <c:v>1050.577</c:v>
                      </c:pt>
                      <c:pt idx="1351">
                        <c:v>1051.059</c:v>
                      </c:pt>
                      <c:pt idx="1352">
                        <c:v>1051.5409999999999</c:v>
                      </c:pt>
                      <c:pt idx="1353">
                        <c:v>1052.0229999999999</c:v>
                      </c:pt>
                      <c:pt idx="1354">
                        <c:v>1052.5050000000001</c:v>
                      </c:pt>
                      <c:pt idx="1355">
                        <c:v>1052.9870000000001</c:v>
                      </c:pt>
                      <c:pt idx="1356">
                        <c:v>1053.4690000000001</c:v>
                      </c:pt>
                      <c:pt idx="1357">
                        <c:v>1053.951</c:v>
                      </c:pt>
                      <c:pt idx="1358">
                        <c:v>1054.434</c:v>
                      </c:pt>
                      <c:pt idx="1359">
                        <c:v>1054.9159999999999</c:v>
                      </c:pt>
                      <c:pt idx="1360">
                        <c:v>1055.3979999999999</c:v>
                      </c:pt>
                      <c:pt idx="1361">
                        <c:v>1055.8800000000001</c:v>
                      </c:pt>
                      <c:pt idx="1362">
                        <c:v>1056.3620000000001</c:v>
                      </c:pt>
                      <c:pt idx="1363">
                        <c:v>1056.8440000000001</c:v>
                      </c:pt>
                      <c:pt idx="1364">
                        <c:v>1057.326</c:v>
                      </c:pt>
                      <c:pt idx="1365">
                        <c:v>1057.809</c:v>
                      </c:pt>
                      <c:pt idx="1366">
                        <c:v>1058.2909999999999</c:v>
                      </c:pt>
                      <c:pt idx="1367">
                        <c:v>1058.7729999999999</c:v>
                      </c:pt>
                      <c:pt idx="1368">
                        <c:v>1059.2550000000001</c:v>
                      </c:pt>
                      <c:pt idx="1369">
                        <c:v>1059.7370000000001</c:v>
                      </c:pt>
                      <c:pt idx="1370">
                        <c:v>1060.2190000000001</c:v>
                      </c:pt>
                      <c:pt idx="1371">
                        <c:v>1060.701</c:v>
                      </c:pt>
                      <c:pt idx="1372">
                        <c:v>1061.184</c:v>
                      </c:pt>
                      <c:pt idx="1373">
                        <c:v>1061.6659999999999</c:v>
                      </c:pt>
                      <c:pt idx="1374">
                        <c:v>1062.1479999999999</c:v>
                      </c:pt>
                      <c:pt idx="1375">
                        <c:v>1062.6300000000001</c:v>
                      </c:pt>
                      <c:pt idx="1376">
                        <c:v>1063.1120000000001</c:v>
                      </c:pt>
                      <c:pt idx="1377">
                        <c:v>1063.5940000000001</c:v>
                      </c:pt>
                      <c:pt idx="1378">
                        <c:v>1064.076</c:v>
                      </c:pt>
                      <c:pt idx="1379">
                        <c:v>1064.559</c:v>
                      </c:pt>
                      <c:pt idx="1380">
                        <c:v>1065.0409999999999</c:v>
                      </c:pt>
                      <c:pt idx="1381">
                        <c:v>1065.5229999999999</c:v>
                      </c:pt>
                      <c:pt idx="1382">
                        <c:v>1066.0050000000001</c:v>
                      </c:pt>
                      <c:pt idx="1383">
                        <c:v>1066.4870000000001</c:v>
                      </c:pt>
                      <c:pt idx="1384">
                        <c:v>1066.9690000000001</c:v>
                      </c:pt>
                      <c:pt idx="1385">
                        <c:v>1067.451</c:v>
                      </c:pt>
                      <c:pt idx="1386">
                        <c:v>1067.933</c:v>
                      </c:pt>
                      <c:pt idx="1387">
                        <c:v>1068.4159999999999</c:v>
                      </c:pt>
                      <c:pt idx="1388">
                        <c:v>1068.8979999999999</c:v>
                      </c:pt>
                      <c:pt idx="1389">
                        <c:v>1069.3800000000001</c:v>
                      </c:pt>
                      <c:pt idx="1390">
                        <c:v>1069.8620000000001</c:v>
                      </c:pt>
                      <c:pt idx="1391">
                        <c:v>1070.3440000000001</c:v>
                      </c:pt>
                      <c:pt idx="1392">
                        <c:v>1070.826</c:v>
                      </c:pt>
                      <c:pt idx="1393">
                        <c:v>1071.308</c:v>
                      </c:pt>
                      <c:pt idx="1394">
                        <c:v>1071.7909999999999</c:v>
                      </c:pt>
                      <c:pt idx="1395">
                        <c:v>1072.2729999999999</c:v>
                      </c:pt>
                      <c:pt idx="1396">
                        <c:v>1072.7550000000001</c:v>
                      </c:pt>
                      <c:pt idx="1397">
                        <c:v>1073.2370000000001</c:v>
                      </c:pt>
                      <c:pt idx="1398">
                        <c:v>1073.7190000000001</c:v>
                      </c:pt>
                      <c:pt idx="1399">
                        <c:v>1074.201</c:v>
                      </c:pt>
                      <c:pt idx="1400">
                        <c:v>1074.683</c:v>
                      </c:pt>
                      <c:pt idx="1401">
                        <c:v>1075.1659999999999</c:v>
                      </c:pt>
                      <c:pt idx="1402">
                        <c:v>1075.6479999999999</c:v>
                      </c:pt>
                      <c:pt idx="1403">
                        <c:v>1076.1300000000001</c:v>
                      </c:pt>
                      <c:pt idx="1404">
                        <c:v>1076.6120000000001</c:v>
                      </c:pt>
                      <c:pt idx="1405">
                        <c:v>1077.0940000000001</c:v>
                      </c:pt>
                      <c:pt idx="1406">
                        <c:v>1077.576</c:v>
                      </c:pt>
                      <c:pt idx="1407">
                        <c:v>1078.058</c:v>
                      </c:pt>
                      <c:pt idx="1408">
                        <c:v>1078.5409999999999</c:v>
                      </c:pt>
                      <c:pt idx="1409">
                        <c:v>1079.0229999999999</c:v>
                      </c:pt>
                      <c:pt idx="1410">
                        <c:v>1079.5050000000001</c:v>
                      </c:pt>
                      <c:pt idx="1411">
                        <c:v>1079.9870000000001</c:v>
                      </c:pt>
                      <c:pt idx="1412">
                        <c:v>1080.4690000000001</c:v>
                      </c:pt>
                      <c:pt idx="1413">
                        <c:v>1080.951</c:v>
                      </c:pt>
                      <c:pt idx="1414">
                        <c:v>1081.433</c:v>
                      </c:pt>
                      <c:pt idx="1415">
                        <c:v>1081.9159999999999</c:v>
                      </c:pt>
                      <c:pt idx="1416">
                        <c:v>1082.3979999999999</c:v>
                      </c:pt>
                      <c:pt idx="1417">
                        <c:v>1082.8800000000001</c:v>
                      </c:pt>
                      <c:pt idx="1418">
                        <c:v>1083.3620000000001</c:v>
                      </c:pt>
                      <c:pt idx="1419">
                        <c:v>1083.8440000000001</c:v>
                      </c:pt>
                      <c:pt idx="1420">
                        <c:v>1084.326</c:v>
                      </c:pt>
                      <c:pt idx="1421">
                        <c:v>1084.808</c:v>
                      </c:pt>
                      <c:pt idx="1422">
                        <c:v>1085.29</c:v>
                      </c:pt>
                      <c:pt idx="1423">
                        <c:v>1085.7719999999999</c:v>
                      </c:pt>
                      <c:pt idx="1424">
                        <c:v>1086.2550000000001</c:v>
                      </c:pt>
                      <c:pt idx="1425">
                        <c:v>1086.7370000000001</c:v>
                      </c:pt>
                      <c:pt idx="1426">
                        <c:v>1087.2190000000001</c:v>
                      </c:pt>
                      <c:pt idx="1427">
                        <c:v>1087.701</c:v>
                      </c:pt>
                      <c:pt idx="1428">
                        <c:v>1088.183</c:v>
                      </c:pt>
                      <c:pt idx="1429">
                        <c:v>1088.665</c:v>
                      </c:pt>
                      <c:pt idx="1430">
                        <c:v>1089.1469999999999</c:v>
                      </c:pt>
                      <c:pt idx="1431">
                        <c:v>1089.6300000000001</c:v>
                      </c:pt>
                      <c:pt idx="1432">
                        <c:v>1090.1120000000001</c:v>
                      </c:pt>
                      <c:pt idx="1433">
                        <c:v>1090.5940000000001</c:v>
                      </c:pt>
                      <c:pt idx="1434">
                        <c:v>1091.076</c:v>
                      </c:pt>
                      <c:pt idx="1435">
                        <c:v>1091.558</c:v>
                      </c:pt>
                      <c:pt idx="1436">
                        <c:v>1092.04</c:v>
                      </c:pt>
                      <c:pt idx="1437">
                        <c:v>1092.5219999999999</c:v>
                      </c:pt>
                      <c:pt idx="1438">
                        <c:v>1093.0050000000001</c:v>
                      </c:pt>
                      <c:pt idx="1439">
                        <c:v>1093.4870000000001</c:v>
                      </c:pt>
                      <c:pt idx="1440">
                        <c:v>1093.9690000000001</c:v>
                      </c:pt>
                      <c:pt idx="1441">
                        <c:v>1094.451</c:v>
                      </c:pt>
                      <c:pt idx="1442">
                        <c:v>1094.933</c:v>
                      </c:pt>
                      <c:pt idx="1443">
                        <c:v>1095.415</c:v>
                      </c:pt>
                      <c:pt idx="1444">
                        <c:v>1095.8969999999999</c:v>
                      </c:pt>
                      <c:pt idx="1445">
                        <c:v>1096.3800000000001</c:v>
                      </c:pt>
                      <c:pt idx="1446">
                        <c:v>1096.8620000000001</c:v>
                      </c:pt>
                      <c:pt idx="1447">
                        <c:v>1097.3440000000001</c:v>
                      </c:pt>
                      <c:pt idx="1448">
                        <c:v>1097.826</c:v>
                      </c:pt>
                      <c:pt idx="1449">
                        <c:v>1098.308</c:v>
                      </c:pt>
                      <c:pt idx="1450">
                        <c:v>1098.79</c:v>
                      </c:pt>
                      <c:pt idx="1451">
                        <c:v>1099.2719999999999</c:v>
                      </c:pt>
                      <c:pt idx="1452">
                        <c:v>1099.7550000000001</c:v>
                      </c:pt>
                      <c:pt idx="1453">
                        <c:v>1100.2370000000001</c:v>
                      </c:pt>
                      <c:pt idx="1454">
                        <c:v>1100.7190000000001</c:v>
                      </c:pt>
                      <c:pt idx="1455">
                        <c:v>1101.201</c:v>
                      </c:pt>
                      <c:pt idx="1456">
                        <c:v>1101.683</c:v>
                      </c:pt>
                      <c:pt idx="1457">
                        <c:v>1102.165</c:v>
                      </c:pt>
                      <c:pt idx="1458">
                        <c:v>1102.6469999999999</c:v>
                      </c:pt>
                      <c:pt idx="1459">
                        <c:v>1103.1289999999999</c:v>
                      </c:pt>
                      <c:pt idx="1460">
                        <c:v>1103.6120000000001</c:v>
                      </c:pt>
                      <c:pt idx="1461">
                        <c:v>1104.0940000000001</c:v>
                      </c:pt>
                      <c:pt idx="1462">
                        <c:v>1104.576</c:v>
                      </c:pt>
                      <c:pt idx="1463">
                        <c:v>1105.058</c:v>
                      </c:pt>
                      <c:pt idx="1464">
                        <c:v>1105.54</c:v>
                      </c:pt>
                      <c:pt idx="1465">
                        <c:v>1106.0219999999999</c:v>
                      </c:pt>
                      <c:pt idx="1466">
                        <c:v>1106.5039999999999</c:v>
                      </c:pt>
                      <c:pt idx="1467">
                        <c:v>1106.9870000000001</c:v>
                      </c:pt>
                      <c:pt idx="1468">
                        <c:v>1107.4690000000001</c:v>
                      </c:pt>
                      <c:pt idx="1469">
                        <c:v>1107.951</c:v>
                      </c:pt>
                      <c:pt idx="1470">
                        <c:v>1108.433</c:v>
                      </c:pt>
                      <c:pt idx="1471">
                        <c:v>1108.915</c:v>
                      </c:pt>
                      <c:pt idx="1472">
                        <c:v>1109.3969999999999</c:v>
                      </c:pt>
                      <c:pt idx="1473">
                        <c:v>1109.8789999999999</c:v>
                      </c:pt>
                      <c:pt idx="1474">
                        <c:v>1110.3620000000001</c:v>
                      </c:pt>
                      <c:pt idx="1475">
                        <c:v>1110.8440000000001</c:v>
                      </c:pt>
                      <c:pt idx="1476">
                        <c:v>1111.326</c:v>
                      </c:pt>
                      <c:pt idx="1477">
                        <c:v>1111.808</c:v>
                      </c:pt>
                      <c:pt idx="1478">
                        <c:v>1112.29</c:v>
                      </c:pt>
                      <c:pt idx="1479">
                        <c:v>1112.7719999999999</c:v>
                      </c:pt>
                      <c:pt idx="1480">
                        <c:v>1113.2539999999999</c:v>
                      </c:pt>
                      <c:pt idx="1481">
                        <c:v>1113.7360000000001</c:v>
                      </c:pt>
                      <c:pt idx="1482">
                        <c:v>1114.2190000000001</c:v>
                      </c:pt>
                      <c:pt idx="1483">
                        <c:v>1114.701</c:v>
                      </c:pt>
                      <c:pt idx="1484">
                        <c:v>1115.183</c:v>
                      </c:pt>
                      <c:pt idx="1485">
                        <c:v>1115.665</c:v>
                      </c:pt>
                      <c:pt idx="1486">
                        <c:v>1116.1469999999999</c:v>
                      </c:pt>
                      <c:pt idx="1487">
                        <c:v>1116.6289999999999</c:v>
                      </c:pt>
                      <c:pt idx="1488">
                        <c:v>1117.1110000000001</c:v>
                      </c:pt>
                      <c:pt idx="1489">
                        <c:v>1117.5940000000001</c:v>
                      </c:pt>
                      <c:pt idx="1490">
                        <c:v>1118.076</c:v>
                      </c:pt>
                      <c:pt idx="1491">
                        <c:v>1118.558</c:v>
                      </c:pt>
                      <c:pt idx="1492">
                        <c:v>1119.04</c:v>
                      </c:pt>
                      <c:pt idx="1493">
                        <c:v>1119.5219999999999</c:v>
                      </c:pt>
                      <c:pt idx="1494">
                        <c:v>1120.0039999999999</c:v>
                      </c:pt>
                      <c:pt idx="1495">
                        <c:v>1120.4860000000001</c:v>
                      </c:pt>
                      <c:pt idx="1496">
                        <c:v>1120.9690000000001</c:v>
                      </c:pt>
                      <c:pt idx="1497">
                        <c:v>1121.451</c:v>
                      </c:pt>
                      <c:pt idx="1498">
                        <c:v>1121.933</c:v>
                      </c:pt>
                      <c:pt idx="1499">
                        <c:v>1122.415</c:v>
                      </c:pt>
                      <c:pt idx="1500">
                        <c:v>1122.8969999999999</c:v>
                      </c:pt>
                      <c:pt idx="1501">
                        <c:v>1123.3789999999999</c:v>
                      </c:pt>
                      <c:pt idx="1502">
                        <c:v>1123.8610000000001</c:v>
                      </c:pt>
                      <c:pt idx="1503">
                        <c:v>1124.3440000000001</c:v>
                      </c:pt>
                      <c:pt idx="1504">
                        <c:v>1124.826</c:v>
                      </c:pt>
                      <c:pt idx="1505">
                        <c:v>1125.308</c:v>
                      </c:pt>
                      <c:pt idx="1506">
                        <c:v>1125.79</c:v>
                      </c:pt>
                      <c:pt idx="1507">
                        <c:v>1126.2719999999999</c:v>
                      </c:pt>
                      <c:pt idx="1508">
                        <c:v>1126.7539999999999</c:v>
                      </c:pt>
                      <c:pt idx="1509">
                        <c:v>1127.2360000000001</c:v>
                      </c:pt>
                      <c:pt idx="1510">
                        <c:v>1127.7190000000001</c:v>
                      </c:pt>
                      <c:pt idx="1511">
                        <c:v>1128.201</c:v>
                      </c:pt>
                      <c:pt idx="1512">
                        <c:v>1128.683</c:v>
                      </c:pt>
                      <c:pt idx="1513">
                        <c:v>1129.165</c:v>
                      </c:pt>
                      <c:pt idx="1514">
                        <c:v>1129.6469999999999</c:v>
                      </c:pt>
                      <c:pt idx="1515">
                        <c:v>1130.1289999999999</c:v>
                      </c:pt>
                      <c:pt idx="1516">
                        <c:v>1130.6110000000001</c:v>
                      </c:pt>
                      <c:pt idx="1517">
                        <c:v>1131.0930000000001</c:v>
                      </c:pt>
                      <c:pt idx="1518">
                        <c:v>1131.576</c:v>
                      </c:pt>
                      <c:pt idx="1519">
                        <c:v>1132.058</c:v>
                      </c:pt>
                      <c:pt idx="1520">
                        <c:v>1132.54</c:v>
                      </c:pt>
                      <c:pt idx="1521">
                        <c:v>1133.0219999999999</c:v>
                      </c:pt>
                      <c:pt idx="1522">
                        <c:v>1133.5039999999999</c:v>
                      </c:pt>
                      <c:pt idx="1523">
                        <c:v>1133.9860000000001</c:v>
                      </c:pt>
                      <c:pt idx="1524">
                        <c:v>1134.4680000000001</c:v>
                      </c:pt>
                      <c:pt idx="1525">
                        <c:v>1134.95</c:v>
                      </c:pt>
                      <c:pt idx="1526">
                        <c:v>1135.433</c:v>
                      </c:pt>
                      <c:pt idx="1527">
                        <c:v>1135.915</c:v>
                      </c:pt>
                      <c:pt idx="1528">
                        <c:v>1136.3969999999999</c:v>
                      </c:pt>
                      <c:pt idx="1529">
                        <c:v>1136.8789999999999</c:v>
                      </c:pt>
                      <c:pt idx="1530">
                        <c:v>1137.3610000000001</c:v>
                      </c:pt>
                      <c:pt idx="1531">
                        <c:v>1137.8430000000001</c:v>
                      </c:pt>
                      <c:pt idx="1532">
                        <c:v>1138.325</c:v>
                      </c:pt>
                      <c:pt idx="1533">
                        <c:v>1138.808</c:v>
                      </c:pt>
                      <c:pt idx="1534">
                        <c:v>1139.29</c:v>
                      </c:pt>
                      <c:pt idx="1535">
                        <c:v>1139.7719999999999</c:v>
                      </c:pt>
                      <c:pt idx="1536">
                        <c:v>1140.2539999999999</c:v>
                      </c:pt>
                      <c:pt idx="1537">
                        <c:v>1140.7360000000001</c:v>
                      </c:pt>
                      <c:pt idx="1538">
                        <c:v>1141.2180000000001</c:v>
                      </c:pt>
                      <c:pt idx="1539">
                        <c:v>1141.7</c:v>
                      </c:pt>
                      <c:pt idx="1540">
                        <c:v>1142.183</c:v>
                      </c:pt>
                      <c:pt idx="1541">
                        <c:v>1142.665</c:v>
                      </c:pt>
                      <c:pt idx="1542">
                        <c:v>1143.1469999999999</c:v>
                      </c:pt>
                      <c:pt idx="1543">
                        <c:v>1143.6289999999999</c:v>
                      </c:pt>
                      <c:pt idx="1544">
                        <c:v>1144.1110000000001</c:v>
                      </c:pt>
                      <c:pt idx="1545">
                        <c:v>1144.5930000000001</c:v>
                      </c:pt>
                      <c:pt idx="1546">
                        <c:v>1145.075</c:v>
                      </c:pt>
                      <c:pt idx="1547">
                        <c:v>1145.557</c:v>
                      </c:pt>
                      <c:pt idx="1548">
                        <c:v>1146.04</c:v>
                      </c:pt>
                      <c:pt idx="1549">
                        <c:v>1146.5219999999999</c:v>
                      </c:pt>
                      <c:pt idx="1550">
                        <c:v>1147.0039999999999</c:v>
                      </c:pt>
                      <c:pt idx="1551">
                        <c:v>1147.4860000000001</c:v>
                      </c:pt>
                      <c:pt idx="1552">
                        <c:v>1147.9680000000001</c:v>
                      </c:pt>
                      <c:pt idx="1553">
                        <c:v>1148.45</c:v>
                      </c:pt>
                      <c:pt idx="1554">
                        <c:v>1148.932</c:v>
                      </c:pt>
                      <c:pt idx="1555">
                        <c:v>1149.415</c:v>
                      </c:pt>
                      <c:pt idx="1556">
                        <c:v>1149.8969999999999</c:v>
                      </c:pt>
                      <c:pt idx="1557">
                        <c:v>1150.3789999999999</c:v>
                      </c:pt>
                      <c:pt idx="1558">
                        <c:v>1150.8610000000001</c:v>
                      </c:pt>
                      <c:pt idx="1559">
                        <c:v>1151.3430000000001</c:v>
                      </c:pt>
                      <c:pt idx="1560">
                        <c:v>1151.825</c:v>
                      </c:pt>
                      <c:pt idx="1561">
                        <c:v>1152.307</c:v>
                      </c:pt>
                      <c:pt idx="1562">
                        <c:v>1152.79</c:v>
                      </c:pt>
                      <c:pt idx="1563">
                        <c:v>1153.2719999999999</c:v>
                      </c:pt>
                      <c:pt idx="1564">
                        <c:v>1153.7539999999999</c:v>
                      </c:pt>
                      <c:pt idx="1565">
                        <c:v>1154.2360000000001</c:v>
                      </c:pt>
                      <c:pt idx="1566">
                        <c:v>1154.7180000000001</c:v>
                      </c:pt>
                      <c:pt idx="1567">
                        <c:v>1155.2</c:v>
                      </c:pt>
                      <c:pt idx="1568">
                        <c:v>1155.682</c:v>
                      </c:pt>
                      <c:pt idx="1569">
                        <c:v>1156.165</c:v>
                      </c:pt>
                      <c:pt idx="1570">
                        <c:v>1156.6469999999999</c:v>
                      </c:pt>
                      <c:pt idx="1571">
                        <c:v>1157.1289999999999</c:v>
                      </c:pt>
                      <c:pt idx="1572">
                        <c:v>1157.6110000000001</c:v>
                      </c:pt>
                      <c:pt idx="1573">
                        <c:v>1158.0930000000001</c:v>
                      </c:pt>
                      <c:pt idx="1574">
                        <c:v>1158.575</c:v>
                      </c:pt>
                      <c:pt idx="1575">
                        <c:v>1159.057</c:v>
                      </c:pt>
                      <c:pt idx="1576">
                        <c:v>1159.54</c:v>
                      </c:pt>
                      <c:pt idx="1577">
                        <c:v>1160.0219999999999</c:v>
                      </c:pt>
                      <c:pt idx="1578">
                        <c:v>1160.5039999999999</c:v>
                      </c:pt>
                      <c:pt idx="1579">
                        <c:v>1160.9860000000001</c:v>
                      </c:pt>
                      <c:pt idx="1580">
                        <c:v>1161.4680000000001</c:v>
                      </c:pt>
                      <c:pt idx="1581">
                        <c:v>1161.95</c:v>
                      </c:pt>
                      <c:pt idx="1582">
                        <c:v>1162.432</c:v>
                      </c:pt>
                      <c:pt idx="1583">
                        <c:v>1162.914</c:v>
                      </c:pt>
                      <c:pt idx="1584">
                        <c:v>1163.3969999999999</c:v>
                      </c:pt>
                      <c:pt idx="1585">
                        <c:v>1163.8789999999999</c:v>
                      </c:pt>
                      <c:pt idx="1586">
                        <c:v>1164.3610000000001</c:v>
                      </c:pt>
                      <c:pt idx="1587">
                        <c:v>1164.8430000000001</c:v>
                      </c:pt>
                      <c:pt idx="1588">
                        <c:v>1165.325</c:v>
                      </c:pt>
                      <c:pt idx="1589">
                        <c:v>1165.807</c:v>
                      </c:pt>
                      <c:pt idx="1590">
                        <c:v>1166.289</c:v>
                      </c:pt>
                      <c:pt idx="1591">
                        <c:v>1166.771</c:v>
                      </c:pt>
                      <c:pt idx="1592">
                        <c:v>1167.2539999999999</c:v>
                      </c:pt>
                      <c:pt idx="1593">
                        <c:v>1167.7360000000001</c:v>
                      </c:pt>
                      <c:pt idx="1594">
                        <c:v>1168.2180000000001</c:v>
                      </c:pt>
                      <c:pt idx="1595">
                        <c:v>1168.7</c:v>
                      </c:pt>
                      <c:pt idx="1596">
                        <c:v>1169.182</c:v>
                      </c:pt>
                      <c:pt idx="1597">
                        <c:v>1169.664</c:v>
                      </c:pt>
                      <c:pt idx="1598">
                        <c:v>1170.146</c:v>
                      </c:pt>
                      <c:pt idx="1599">
                        <c:v>1170.6289999999999</c:v>
                      </c:pt>
                      <c:pt idx="1600">
                        <c:v>1171.1110000000001</c:v>
                      </c:pt>
                      <c:pt idx="1601">
                        <c:v>1171.5930000000001</c:v>
                      </c:pt>
                      <c:pt idx="1602">
                        <c:v>1172.075</c:v>
                      </c:pt>
                      <c:pt idx="1603">
                        <c:v>1172.557</c:v>
                      </c:pt>
                      <c:pt idx="1604">
                        <c:v>1173.039</c:v>
                      </c:pt>
                      <c:pt idx="1605">
                        <c:v>1173.521</c:v>
                      </c:pt>
                      <c:pt idx="1606">
                        <c:v>1174.0039999999999</c:v>
                      </c:pt>
                      <c:pt idx="1607">
                        <c:v>1174.4860000000001</c:v>
                      </c:pt>
                      <c:pt idx="1608">
                        <c:v>1174.9680000000001</c:v>
                      </c:pt>
                      <c:pt idx="1609">
                        <c:v>1175.45</c:v>
                      </c:pt>
                      <c:pt idx="1610">
                        <c:v>1175.932</c:v>
                      </c:pt>
                      <c:pt idx="1611">
                        <c:v>1176.414</c:v>
                      </c:pt>
                      <c:pt idx="1612">
                        <c:v>1176.896</c:v>
                      </c:pt>
                      <c:pt idx="1613">
                        <c:v>1177.3789999999999</c:v>
                      </c:pt>
                      <c:pt idx="1614">
                        <c:v>1177.8610000000001</c:v>
                      </c:pt>
                      <c:pt idx="1615">
                        <c:v>1178.3430000000001</c:v>
                      </c:pt>
                      <c:pt idx="1616">
                        <c:v>1178.825</c:v>
                      </c:pt>
                      <c:pt idx="1617">
                        <c:v>1179.307</c:v>
                      </c:pt>
                      <c:pt idx="1618">
                        <c:v>1179.789</c:v>
                      </c:pt>
                      <c:pt idx="1619">
                        <c:v>1180.271</c:v>
                      </c:pt>
                      <c:pt idx="1620">
                        <c:v>1180.7539999999999</c:v>
                      </c:pt>
                      <c:pt idx="1621">
                        <c:v>1181.2360000000001</c:v>
                      </c:pt>
                      <c:pt idx="1622">
                        <c:v>1181.7180000000001</c:v>
                      </c:pt>
                      <c:pt idx="1623">
                        <c:v>1182.2</c:v>
                      </c:pt>
                      <c:pt idx="1624">
                        <c:v>1182.682</c:v>
                      </c:pt>
                      <c:pt idx="1625">
                        <c:v>1183.164</c:v>
                      </c:pt>
                      <c:pt idx="1626">
                        <c:v>1183.646</c:v>
                      </c:pt>
                      <c:pt idx="1627">
                        <c:v>1184.1279999999999</c:v>
                      </c:pt>
                      <c:pt idx="1628">
                        <c:v>1184.6110000000001</c:v>
                      </c:pt>
                      <c:pt idx="1629">
                        <c:v>1185.0930000000001</c:v>
                      </c:pt>
                      <c:pt idx="1630">
                        <c:v>1185.575</c:v>
                      </c:pt>
                      <c:pt idx="1631">
                        <c:v>1186.057</c:v>
                      </c:pt>
                      <c:pt idx="1632">
                        <c:v>1186.539</c:v>
                      </c:pt>
                      <c:pt idx="1633">
                        <c:v>1187.021</c:v>
                      </c:pt>
                      <c:pt idx="1634">
                        <c:v>1187.5029999999999</c:v>
                      </c:pt>
                      <c:pt idx="1635">
                        <c:v>1187.9860000000001</c:v>
                      </c:pt>
                      <c:pt idx="1636">
                        <c:v>1188.4680000000001</c:v>
                      </c:pt>
                      <c:pt idx="1637">
                        <c:v>1188.95</c:v>
                      </c:pt>
                      <c:pt idx="1638">
                        <c:v>1189.432</c:v>
                      </c:pt>
                      <c:pt idx="1639">
                        <c:v>1189.914</c:v>
                      </c:pt>
                      <c:pt idx="1640">
                        <c:v>1190.396</c:v>
                      </c:pt>
                      <c:pt idx="1641">
                        <c:v>1190.8779999999999</c:v>
                      </c:pt>
                      <c:pt idx="1642">
                        <c:v>1191.3610000000001</c:v>
                      </c:pt>
                      <c:pt idx="1643">
                        <c:v>1191.8430000000001</c:v>
                      </c:pt>
                      <c:pt idx="1644">
                        <c:v>1192.325</c:v>
                      </c:pt>
                      <c:pt idx="1645">
                        <c:v>1192.807</c:v>
                      </c:pt>
                      <c:pt idx="1646">
                        <c:v>1193.289</c:v>
                      </c:pt>
                      <c:pt idx="1647">
                        <c:v>1193.771</c:v>
                      </c:pt>
                      <c:pt idx="1648">
                        <c:v>1194.2529999999999</c:v>
                      </c:pt>
                      <c:pt idx="1649">
                        <c:v>1194.7349999999999</c:v>
                      </c:pt>
                      <c:pt idx="1650">
                        <c:v>1195.2180000000001</c:v>
                      </c:pt>
                      <c:pt idx="1651">
                        <c:v>1195.7</c:v>
                      </c:pt>
                      <c:pt idx="1652">
                        <c:v>1196.182</c:v>
                      </c:pt>
                      <c:pt idx="1653">
                        <c:v>1196.664</c:v>
                      </c:pt>
                      <c:pt idx="1654">
                        <c:v>1197.146</c:v>
                      </c:pt>
                      <c:pt idx="1655">
                        <c:v>1197.6279999999999</c:v>
                      </c:pt>
                      <c:pt idx="1656">
                        <c:v>1198.1099999999999</c:v>
                      </c:pt>
                      <c:pt idx="1657">
                        <c:v>1198.5930000000001</c:v>
                      </c:pt>
                      <c:pt idx="1658">
                        <c:v>1199.075</c:v>
                      </c:pt>
                      <c:pt idx="1659">
                        <c:v>1199.557</c:v>
                      </c:pt>
                      <c:pt idx="1660">
                        <c:v>1200.039</c:v>
                      </c:pt>
                      <c:pt idx="1661">
                        <c:v>1200.521</c:v>
                      </c:pt>
                      <c:pt idx="1662">
                        <c:v>1201.0029999999999</c:v>
                      </c:pt>
                      <c:pt idx="1663">
                        <c:v>1201.4849999999999</c:v>
                      </c:pt>
                      <c:pt idx="1664">
                        <c:v>1201.9680000000001</c:v>
                      </c:pt>
                      <c:pt idx="1665">
                        <c:v>1202.45</c:v>
                      </c:pt>
                      <c:pt idx="1666">
                        <c:v>1202.932</c:v>
                      </c:pt>
                      <c:pt idx="1667">
                        <c:v>1203.414</c:v>
                      </c:pt>
                      <c:pt idx="1668">
                        <c:v>1203.896</c:v>
                      </c:pt>
                      <c:pt idx="1669">
                        <c:v>1204.3779999999999</c:v>
                      </c:pt>
                      <c:pt idx="1670">
                        <c:v>1204.8599999999999</c:v>
                      </c:pt>
                      <c:pt idx="1671">
                        <c:v>1205.3430000000001</c:v>
                      </c:pt>
                      <c:pt idx="1672">
                        <c:v>1205.825</c:v>
                      </c:pt>
                      <c:pt idx="1673">
                        <c:v>1206.307</c:v>
                      </c:pt>
                      <c:pt idx="1674">
                        <c:v>1206.789</c:v>
                      </c:pt>
                      <c:pt idx="1675">
                        <c:v>1207.271</c:v>
                      </c:pt>
                      <c:pt idx="1676">
                        <c:v>1207.7529999999999</c:v>
                      </c:pt>
                      <c:pt idx="1677">
                        <c:v>1208.2349999999999</c:v>
                      </c:pt>
                      <c:pt idx="1678">
                        <c:v>1208.7180000000001</c:v>
                      </c:pt>
                      <c:pt idx="1679">
                        <c:v>1209.2</c:v>
                      </c:pt>
                      <c:pt idx="1680">
                        <c:v>1209.682</c:v>
                      </c:pt>
                      <c:pt idx="1681">
                        <c:v>1210.164</c:v>
                      </c:pt>
                      <c:pt idx="1682">
                        <c:v>1210.646</c:v>
                      </c:pt>
                      <c:pt idx="1683">
                        <c:v>1211.1279999999999</c:v>
                      </c:pt>
                      <c:pt idx="1684">
                        <c:v>1211.6099999999999</c:v>
                      </c:pt>
                      <c:pt idx="1685">
                        <c:v>1212.0920000000001</c:v>
                      </c:pt>
                      <c:pt idx="1686">
                        <c:v>1212.575</c:v>
                      </c:pt>
                      <c:pt idx="1687">
                        <c:v>1213.057</c:v>
                      </c:pt>
                      <c:pt idx="1688">
                        <c:v>1213.539</c:v>
                      </c:pt>
                      <c:pt idx="1689">
                        <c:v>1214.021</c:v>
                      </c:pt>
                      <c:pt idx="1690">
                        <c:v>1214.5029999999999</c:v>
                      </c:pt>
                      <c:pt idx="1691">
                        <c:v>1214.9849999999999</c:v>
                      </c:pt>
                      <c:pt idx="1692">
                        <c:v>1215.4670000000001</c:v>
                      </c:pt>
                      <c:pt idx="1693">
                        <c:v>1215.9490000000001</c:v>
                      </c:pt>
                      <c:pt idx="1694">
                        <c:v>1216.432</c:v>
                      </c:pt>
                      <c:pt idx="1695">
                        <c:v>1216.914</c:v>
                      </c:pt>
                      <c:pt idx="1696">
                        <c:v>1217.396</c:v>
                      </c:pt>
                      <c:pt idx="1697">
                        <c:v>1217.8779999999999</c:v>
                      </c:pt>
                      <c:pt idx="1698">
                        <c:v>1218.3599999999999</c:v>
                      </c:pt>
                      <c:pt idx="1699">
                        <c:v>1218.8420000000001</c:v>
                      </c:pt>
                      <c:pt idx="1700">
                        <c:v>1219.3240000000001</c:v>
                      </c:pt>
                      <c:pt idx="1701">
                        <c:v>1219.807</c:v>
                      </c:pt>
                      <c:pt idx="1702">
                        <c:v>1220.289</c:v>
                      </c:pt>
                      <c:pt idx="1703">
                        <c:v>1220.771</c:v>
                      </c:pt>
                      <c:pt idx="1704">
                        <c:v>1221.2529999999999</c:v>
                      </c:pt>
                      <c:pt idx="1705">
                        <c:v>1221.7349999999999</c:v>
                      </c:pt>
                      <c:pt idx="1706">
                        <c:v>1222.2170000000001</c:v>
                      </c:pt>
                      <c:pt idx="1707">
                        <c:v>1222.6990000000001</c:v>
                      </c:pt>
                      <c:pt idx="1708">
                        <c:v>1223.182</c:v>
                      </c:pt>
                      <c:pt idx="1709">
                        <c:v>1223.664</c:v>
                      </c:pt>
                      <c:pt idx="1710">
                        <c:v>1224.146</c:v>
                      </c:pt>
                      <c:pt idx="1711">
                        <c:v>1224.6279999999999</c:v>
                      </c:pt>
                      <c:pt idx="1712">
                        <c:v>1225.1099999999999</c:v>
                      </c:pt>
                      <c:pt idx="1713">
                        <c:v>1225.5920000000001</c:v>
                      </c:pt>
                      <c:pt idx="1714">
                        <c:v>1226.0740000000001</c:v>
                      </c:pt>
                      <c:pt idx="1715">
                        <c:v>1226.557</c:v>
                      </c:pt>
                      <c:pt idx="1716">
                        <c:v>1227.039</c:v>
                      </c:pt>
                      <c:pt idx="1717">
                        <c:v>1227.521</c:v>
                      </c:pt>
                      <c:pt idx="1718">
                        <c:v>1228.0029999999999</c:v>
                      </c:pt>
                      <c:pt idx="1719">
                        <c:v>1228.4849999999999</c:v>
                      </c:pt>
                      <c:pt idx="1720">
                        <c:v>1228.9670000000001</c:v>
                      </c:pt>
                      <c:pt idx="1721">
                        <c:v>1229.4490000000001</c:v>
                      </c:pt>
                      <c:pt idx="1722">
                        <c:v>1229.932</c:v>
                      </c:pt>
                      <c:pt idx="1723">
                        <c:v>1230.414</c:v>
                      </c:pt>
                      <c:pt idx="1724">
                        <c:v>1230.896</c:v>
                      </c:pt>
                      <c:pt idx="1725">
                        <c:v>1231.3779999999999</c:v>
                      </c:pt>
                      <c:pt idx="1726">
                        <c:v>1231.8599999999999</c:v>
                      </c:pt>
                      <c:pt idx="1727">
                        <c:v>1232.3420000000001</c:v>
                      </c:pt>
                      <c:pt idx="1728">
                        <c:v>1232.8240000000001</c:v>
                      </c:pt>
                      <c:pt idx="1729">
                        <c:v>1233.306</c:v>
                      </c:pt>
                      <c:pt idx="1730">
                        <c:v>1233.789</c:v>
                      </c:pt>
                      <c:pt idx="1731">
                        <c:v>1234.271</c:v>
                      </c:pt>
                      <c:pt idx="1732">
                        <c:v>1234.7529999999999</c:v>
                      </c:pt>
                      <c:pt idx="1733">
                        <c:v>1235.2349999999999</c:v>
                      </c:pt>
                      <c:pt idx="1734">
                        <c:v>1235.7170000000001</c:v>
                      </c:pt>
                      <c:pt idx="1735">
                        <c:v>1236.1990000000001</c:v>
                      </c:pt>
                      <c:pt idx="1736">
                        <c:v>1236.681</c:v>
                      </c:pt>
                      <c:pt idx="1737">
                        <c:v>1237.164</c:v>
                      </c:pt>
                      <c:pt idx="1738">
                        <c:v>1237.646</c:v>
                      </c:pt>
                      <c:pt idx="1739">
                        <c:v>1238.1279999999999</c:v>
                      </c:pt>
                      <c:pt idx="1740">
                        <c:v>1238.6099999999999</c:v>
                      </c:pt>
                      <c:pt idx="1741">
                        <c:v>1239.0920000000001</c:v>
                      </c:pt>
                      <c:pt idx="1742">
                        <c:v>1239.5740000000001</c:v>
                      </c:pt>
                      <c:pt idx="1743">
                        <c:v>1240.056</c:v>
                      </c:pt>
                      <c:pt idx="1744">
                        <c:v>1240.539</c:v>
                      </c:pt>
                      <c:pt idx="1745">
                        <c:v>1241.021</c:v>
                      </c:pt>
                      <c:pt idx="1746">
                        <c:v>1241.5029999999999</c:v>
                      </c:pt>
                      <c:pt idx="1747">
                        <c:v>1241.9849999999999</c:v>
                      </c:pt>
                      <c:pt idx="1748">
                        <c:v>1242.4670000000001</c:v>
                      </c:pt>
                      <c:pt idx="1749">
                        <c:v>1242.9490000000001</c:v>
                      </c:pt>
                      <c:pt idx="1750">
                        <c:v>1243.431</c:v>
                      </c:pt>
                      <c:pt idx="1751">
                        <c:v>1243.913</c:v>
                      </c:pt>
                      <c:pt idx="1752">
                        <c:v>1244.396</c:v>
                      </c:pt>
                      <c:pt idx="1753">
                        <c:v>1244.8779999999999</c:v>
                      </c:pt>
                      <c:pt idx="1754">
                        <c:v>1245.3599999999999</c:v>
                      </c:pt>
                      <c:pt idx="1755">
                        <c:v>1245.8420000000001</c:v>
                      </c:pt>
                      <c:pt idx="1756">
                        <c:v>1246.3240000000001</c:v>
                      </c:pt>
                      <c:pt idx="1757">
                        <c:v>1246.806</c:v>
                      </c:pt>
                      <c:pt idx="1758">
                        <c:v>1247.288</c:v>
                      </c:pt>
                      <c:pt idx="1759">
                        <c:v>1247.771</c:v>
                      </c:pt>
                      <c:pt idx="1760">
                        <c:v>1248.2529999999999</c:v>
                      </c:pt>
                      <c:pt idx="1761">
                        <c:v>1248.7349999999999</c:v>
                      </c:pt>
                      <c:pt idx="1762">
                        <c:v>1249.2170000000001</c:v>
                      </c:pt>
                      <c:pt idx="1763">
                        <c:v>1249.6990000000001</c:v>
                      </c:pt>
                      <c:pt idx="1764">
                        <c:v>1250.181</c:v>
                      </c:pt>
                      <c:pt idx="1765">
                        <c:v>1250.663</c:v>
                      </c:pt>
                      <c:pt idx="1766">
                        <c:v>1251.146</c:v>
                      </c:pt>
                      <c:pt idx="1767">
                        <c:v>1251.6279999999999</c:v>
                      </c:pt>
                      <c:pt idx="1768">
                        <c:v>1252.1099999999999</c:v>
                      </c:pt>
                      <c:pt idx="1769">
                        <c:v>1252.5920000000001</c:v>
                      </c:pt>
                      <c:pt idx="1770">
                        <c:v>1253.0740000000001</c:v>
                      </c:pt>
                      <c:pt idx="1771">
                        <c:v>1253.556</c:v>
                      </c:pt>
                      <c:pt idx="1772">
                        <c:v>1254.038</c:v>
                      </c:pt>
                      <c:pt idx="1773">
                        <c:v>1254.521</c:v>
                      </c:pt>
                      <c:pt idx="1774">
                        <c:v>1255.0029999999999</c:v>
                      </c:pt>
                      <c:pt idx="1775">
                        <c:v>1255.4849999999999</c:v>
                      </c:pt>
                      <c:pt idx="1776">
                        <c:v>1255.9670000000001</c:v>
                      </c:pt>
                      <c:pt idx="1777">
                        <c:v>1256.4490000000001</c:v>
                      </c:pt>
                      <c:pt idx="1778">
                        <c:v>1256.931</c:v>
                      </c:pt>
                      <c:pt idx="1779">
                        <c:v>1257.413</c:v>
                      </c:pt>
                      <c:pt idx="1780">
                        <c:v>1257.896</c:v>
                      </c:pt>
                      <c:pt idx="1781">
                        <c:v>1258.3779999999999</c:v>
                      </c:pt>
                      <c:pt idx="1782">
                        <c:v>1258.8599999999999</c:v>
                      </c:pt>
                      <c:pt idx="1783">
                        <c:v>1259.3420000000001</c:v>
                      </c:pt>
                      <c:pt idx="1784">
                        <c:v>1259.8240000000001</c:v>
                      </c:pt>
                      <c:pt idx="1785">
                        <c:v>1260.306</c:v>
                      </c:pt>
                      <c:pt idx="1786">
                        <c:v>1260.788</c:v>
                      </c:pt>
                      <c:pt idx="1787">
                        <c:v>1261.27</c:v>
                      </c:pt>
                      <c:pt idx="1788">
                        <c:v>1261.7529999999999</c:v>
                      </c:pt>
                      <c:pt idx="1789">
                        <c:v>1262.2349999999999</c:v>
                      </c:pt>
                      <c:pt idx="1790">
                        <c:v>1262.7170000000001</c:v>
                      </c:pt>
                      <c:pt idx="1791">
                        <c:v>1263.1990000000001</c:v>
                      </c:pt>
                      <c:pt idx="1792">
                        <c:v>1263.681</c:v>
                      </c:pt>
                      <c:pt idx="1793">
                        <c:v>1264.163</c:v>
                      </c:pt>
                      <c:pt idx="1794">
                        <c:v>1264.645</c:v>
                      </c:pt>
                      <c:pt idx="1795">
                        <c:v>1265.127</c:v>
                      </c:pt>
                      <c:pt idx="1796">
                        <c:v>1265.6099999999999</c:v>
                      </c:pt>
                      <c:pt idx="1797">
                        <c:v>1266.0920000000001</c:v>
                      </c:pt>
                      <c:pt idx="1798">
                        <c:v>1266.5740000000001</c:v>
                      </c:pt>
                      <c:pt idx="1799">
                        <c:v>1267.056</c:v>
                      </c:pt>
                      <c:pt idx="1800">
                        <c:v>1267.538</c:v>
                      </c:pt>
                      <c:pt idx="1801">
                        <c:v>1268.02</c:v>
                      </c:pt>
                      <c:pt idx="1802">
                        <c:v>1268.502</c:v>
                      </c:pt>
                      <c:pt idx="1803">
                        <c:v>1268.9849999999999</c:v>
                      </c:pt>
                      <c:pt idx="1804">
                        <c:v>1269.4670000000001</c:v>
                      </c:pt>
                      <c:pt idx="1805">
                        <c:v>1269.9490000000001</c:v>
                      </c:pt>
                      <c:pt idx="1806">
                        <c:v>1270.431</c:v>
                      </c:pt>
                      <c:pt idx="1807">
                        <c:v>1270.913</c:v>
                      </c:pt>
                      <c:pt idx="1808">
                        <c:v>1271.395</c:v>
                      </c:pt>
                      <c:pt idx="1809">
                        <c:v>1271.877</c:v>
                      </c:pt>
                      <c:pt idx="1810">
                        <c:v>1272.3599999999999</c:v>
                      </c:pt>
                      <c:pt idx="1811">
                        <c:v>1272.8420000000001</c:v>
                      </c:pt>
                      <c:pt idx="1812">
                        <c:v>1273.3240000000001</c:v>
                      </c:pt>
                      <c:pt idx="1813">
                        <c:v>1273.806</c:v>
                      </c:pt>
                      <c:pt idx="1814">
                        <c:v>1274.288</c:v>
                      </c:pt>
                      <c:pt idx="1815">
                        <c:v>1274.77</c:v>
                      </c:pt>
                      <c:pt idx="1816">
                        <c:v>1275.252</c:v>
                      </c:pt>
                      <c:pt idx="1817">
                        <c:v>1275.7339999999999</c:v>
                      </c:pt>
                      <c:pt idx="1818">
                        <c:v>1276.2170000000001</c:v>
                      </c:pt>
                      <c:pt idx="1819">
                        <c:v>1276.6990000000001</c:v>
                      </c:pt>
                      <c:pt idx="1820">
                        <c:v>1277.181</c:v>
                      </c:pt>
                      <c:pt idx="1821">
                        <c:v>1277.663</c:v>
                      </c:pt>
                      <c:pt idx="1822">
                        <c:v>1278.145</c:v>
                      </c:pt>
                      <c:pt idx="1823">
                        <c:v>1278.627</c:v>
                      </c:pt>
                      <c:pt idx="1824">
                        <c:v>1279.1089999999999</c:v>
                      </c:pt>
                      <c:pt idx="1825">
                        <c:v>1279.5920000000001</c:v>
                      </c:pt>
                      <c:pt idx="1826">
                        <c:v>1280.0740000000001</c:v>
                      </c:pt>
                      <c:pt idx="1827">
                        <c:v>1280.556</c:v>
                      </c:pt>
                      <c:pt idx="1828">
                        <c:v>1281.038</c:v>
                      </c:pt>
                      <c:pt idx="1829">
                        <c:v>1281.52</c:v>
                      </c:pt>
                      <c:pt idx="1830">
                        <c:v>1282.002</c:v>
                      </c:pt>
                      <c:pt idx="1831">
                        <c:v>1282.4839999999999</c:v>
                      </c:pt>
                      <c:pt idx="1832">
                        <c:v>1282.9670000000001</c:v>
                      </c:pt>
                      <c:pt idx="1833">
                        <c:v>1283.4490000000001</c:v>
                      </c:pt>
                      <c:pt idx="1834">
                        <c:v>1283.931</c:v>
                      </c:pt>
                      <c:pt idx="1835">
                        <c:v>1284.413</c:v>
                      </c:pt>
                      <c:pt idx="1836">
                        <c:v>1284.895</c:v>
                      </c:pt>
                      <c:pt idx="1837">
                        <c:v>1285.377</c:v>
                      </c:pt>
                      <c:pt idx="1838">
                        <c:v>1285.8589999999999</c:v>
                      </c:pt>
                      <c:pt idx="1839">
                        <c:v>1286.3420000000001</c:v>
                      </c:pt>
                      <c:pt idx="1840">
                        <c:v>1286.8240000000001</c:v>
                      </c:pt>
                      <c:pt idx="1841">
                        <c:v>1287.306</c:v>
                      </c:pt>
                      <c:pt idx="1842">
                        <c:v>1287.788</c:v>
                      </c:pt>
                      <c:pt idx="1843">
                        <c:v>1288.27</c:v>
                      </c:pt>
                      <c:pt idx="1844">
                        <c:v>1288.752</c:v>
                      </c:pt>
                      <c:pt idx="1845">
                        <c:v>1289.2339999999999</c:v>
                      </c:pt>
                      <c:pt idx="1846">
                        <c:v>1289.7170000000001</c:v>
                      </c:pt>
                      <c:pt idx="1847">
                        <c:v>1290.1990000000001</c:v>
                      </c:pt>
                      <c:pt idx="1848">
                        <c:v>1290.681</c:v>
                      </c:pt>
                      <c:pt idx="1849">
                        <c:v>1291.163</c:v>
                      </c:pt>
                      <c:pt idx="1850">
                        <c:v>1291.645</c:v>
                      </c:pt>
                      <c:pt idx="1851">
                        <c:v>1292.127</c:v>
                      </c:pt>
                      <c:pt idx="1852">
                        <c:v>1292.6089999999999</c:v>
                      </c:pt>
                      <c:pt idx="1853">
                        <c:v>1293.0909999999999</c:v>
                      </c:pt>
                      <c:pt idx="1854">
                        <c:v>1293.5730000000001</c:v>
                      </c:pt>
                      <c:pt idx="1855">
                        <c:v>1294.056</c:v>
                      </c:pt>
                      <c:pt idx="1856">
                        <c:v>1294.538</c:v>
                      </c:pt>
                      <c:pt idx="1857">
                        <c:v>1295.02</c:v>
                      </c:pt>
                      <c:pt idx="1858">
                        <c:v>1295.502</c:v>
                      </c:pt>
                      <c:pt idx="1859">
                        <c:v>1295.9839999999999</c:v>
                      </c:pt>
                      <c:pt idx="1860">
                        <c:v>1296.4659999999999</c:v>
                      </c:pt>
                      <c:pt idx="1861">
                        <c:v>1296.9480000000001</c:v>
                      </c:pt>
                      <c:pt idx="1862">
                        <c:v>1297.431</c:v>
                      </c:pt>
                      <c:pt idx="1863">
                        <c:v>1297.913</c:v>
                      </c:pt>
                      <c:pt idx="1864">
                        <c:v>1298.395</c:v>
                      </c:pt>
                      <c:pt idx="1865">
                        <c:v>1298.877</c:v>
                      </c:pt>
                      <c:pt idx="1866">
                        <c:v>1299.3589999999999</c:v>
                      </c:pt>
                      <c:pt idx="1867">
                        <c:v>1299.8409999999999</c:v>
                      </c:pt>
                      <c:pt idx="1868">
                        <c:v>1300.3230000000001</c:v>
                      </c:pt>
                      <c:pt idx="1869">
                        <c:v>1300.806</c:v>
                      </c:pt>
                      <c:pt idx="1870">
                        <c:v>1301.288</c:v>
                      </c:pt>
                      <c:pt idx="1871">
                        <c:v>1301.77</c:v>
                      </c:pt>
                      <c:pt idx="1872">
                        <c:v>1302.252</c:v>
                      </c:pt>
                      <c:pt idx="1873">
                        <c:v>1302.7339999999999</c:v>
                      </c:pt>
                      <c:pt idx="1874">
                        <c:v>1303.2159999999999</c:v>
                      </c:pt>
                      <c:pt idx="1875">
                        <c:v>1303.6980000000001</c:v>
                      </c:pt>
                      <c:pt idx="1876">
                        <c:v>1304.181</c:v>
                      </c:pt>
                      <c:pt idx="1877">
                        <c:v>1304.663</c:v>
                      </c:pt>
                      <c:pt idx="1878">
                        <c:v>1305.145</c:v>
                      </c:pt>
                      <c:pt idx="1879">
                        <c:v>1305.627</c:v>
                      </c:pt>
                      <c:pt idx="1880">
                        <c:v>1306.1089999999999</c:v>
                      </c:pt>
                      <c:pt idx="1881">
                        <c:v>1306.5909999999999</c:v>
                      </c:pt>
                      <c:pt idx="1882">
                        <c:v>1307.0730000000001</c:v>
                      </c:pt>
                      <c:pt idx="1883">
                        <c:v>1307.556</c:v>
                      </c:pt>
                      <c:pt idx="1884">
                        <c:v>1308.038</c:v>
                      </c:pt>
                      <c:pt idx="1885">
                        <c:v>1308.52</c:v>
                      </c:pt>
                      <c:pt idx="1886">
                        <c:v>1309.002</c:v>
                      </c:pt>
                      <c:pt idx="1887">
                        <c:v>1309.4839999999999</c:v>
                      </c:pt>
                      <c:pt idx="1888">
                        <c:v>1309.9659999999999</c:v>
                      </c:pt>
                      <c:pt idx="1889">
                        <c:v>1310.4480000000001</c:v>
                      </c:pt>
                      <c:pt idx="1890">
                        <c:v>1310.93</c:v>
                      </c:pt>
                      <c:pt idx="1891">
                        <c:v>1311.413</c:v>
                      </c:pt>
                      <c:pt idx="1892">
                        <c:v>1311.895</c:v>
                      </c:pt>
                      <c:pt idx="1893">
                        <c:v>1312.377</c:v>
                      </c:pt>
                      <c:pt idx="1894">
                        <c:v>1312.8589999999999</c:v>
                      </c:pt>
                      <c:pt idx="1895">
                        <c:v>1313.3409999999999</c:v>
                      </c:pt>
                      <c:pt idx="1896">
                        <c:v>1313.8230000000001</c:v>
                      </c:pt>
                      <c:pt idx="1897">
                        <c:v>1314.3050000000001</c:v>
                      </c:pt>
                      <c:pt idx="1898">
                        <c:v>1314.788</c:v>
                      </c:pt>
                      <c:pt idx="1899">
                        <c:v>1315.27</c:v>
                      </c:pt>
                      <c:pt idx="1900">
                        <c:v>1315.752</c:v>
                      </c:pt>
                      <c:pt idx="1901">
                        <c:v>1316.2339999999999</c:v>
                      </c:pt>
                      <c:pt idx="1902">
                        <c:v>1316.7159999999999</c:v>
                      </c:pt>
                      <c:pt idx="1903">
                        <c:v>1317.1980000000001</c:v>
                      </c:pt>
                      <c:pt idx="1904">
                        <c:v>1317.68</c:v>
                      </c:pt>
                      <c:pt idx="1905">
                        <c:v>1318.163</c:v>
                      </c:pt>
                      <c:pt idx="1906">
                        <c:v>1318.645</c:v>
                      </c:pt>
                      <c:pt idx="1907">
                        <c:v>1319.127</c:v>
                      </c:pt>
                      <c:pt idx="1908">
                        <c:v>1319.6089999999999</c:v>
                      </c:pt>
                      <c:pt idx="1909">
                        <c:v>1320.0909999999999</c:v>
                      </c:pt>
                      <c:pt idx="1910">
                        <c:v>1320.5730000000001</c:v>
                      </c:pt>
                      <c:pt idx="1911">
                        <c:v>1321.0550000000001</c:v>
                      </c:pt>
                      <c:pt idx="1912">
                        <c:v>1321.538</c:v>
                      </c:pt>
                      <c:pt idx="1913">
                        <c:v>1322.02</c:v>
                      </c:pt>
                      <c:pt idx="1914">
                        <c:v>1322.502</c:v>
                      </c:pt>
                      <c:pt idx="1915">
                        <c:v>1322.9839999999999</c:v>
                      </c:pt>
                      <c:pt idx="1916">
                        <c:v>1323.4659999999999</c:v>
                      </c:pt>
                      <c:pt idx="1917">
                        <c:v>1323.9480000000001</c:v>
                      </c:pt>
                      <c:pt idx="1918">
                        <c:v>1324.43</c:v>
                      </c:pt>
                      <c:pt idx="1919">
                        <c:v>1324.912</c:v>
                      </c:pt>
                      <c:pt idx="1920">
                        <c:v>1325.395</c:v>
                      </c:pt>
                      <c:pt idx="1921">
                        <c:v>1325.877</c:v>
                      </c:pt>
                      <c:pt idx="1922">
                        <c:v>1326.3589999999999</c:v>
                      </c:pt>
                      <c:pt idx="1923">
                        <c:v>1326.8409999999999</c:v>
                      </c:pt>
                      <c:pt idx="1924">
                        <c:v>1327.3230000000001</c:v>
                      </c:pt>
                      <c:pt idx="1925">
                        <c:v>1327.8050000000001</c:v>
                      </c:pt>
                      <c:pt idx="1926">
                        <c:v>1328.287</c:v>
                      </c:pt>
                      <c:pt idx="1927">
                        <c:v>1328.77</c:v>
                      </c:pt>
                      <c:pt idx="1928">
                        <c:v>1329.252</c:v>
                      </c:pt>
                      <c:pt idx="1929">
                        <c:v>1329.7339999999999</c:v>
                      </c:pt>
                      <c:pt idx="1930">
                        <c:v>1330.2159999999999</c:v>
                      </c:pt>
                      <c:pt idx="1931">
                        <c:v>1330.6980000000001</c:v>
                      </c:pt>
                      <c:pt idx="1932">
                        <c:v>1331.18</c:v>
                      </c:pt>
                      <c:pt idx="1933">
                        <c:v>1331.662</c:v>
                      </c:pt>
                      <c:pt idx="1934">
                        <c:v>1332.145</c:v>
                      </c:pt>
                      <c:pt idx="1935">
                        <c:v>1332.627</c:v>
                      </c:pt>
                      <c:pt idx="1936">
                        <c:v>1333.1089999999999</c:v>
                      </c:pt>
                      <c:pt idx="1937">
                        <c:v>1333.5909999999999</c:v>
                      </c:pt>
                      <c:pt idx="1938">
                        <c:v>1334.0730000000001</c:v>
                      </c:pt>
                      <c:pt idx="1939">
                        <c:v>1334.5550000000001</c:v>
                      </c:pt>
                      <c:pt idx="1940">
                        <c:v>1335.037</c:v>
                      </c:pt>
                      <c:pt idx="1941">
                        <c:v>1335.52</c:v>
                      </c:pt>
                      <c:pt idx="1942">
                        <c:v>1336.002</c:v>
                      </c:pt>
                      <c:pt idx="1943">
                        <c:v>1336.4839999999999</c:v>
                      </c:pt>
                      <c:pt idx="1944">
                        <c:v>1336.9659999999999</c:v>
                      </c:pt>
                      <c:pt idx="1945">
                        <c:v>1337.4480000000001</c:v>
                      </c:pt>
                      <c:pt idx="1946">
                        <c:v>1337.93</c:v>
                      </c:pt>
                      <c:pt idx="1947">
                        <c:v>1338.412</c:v>
                      </c:pt>
                      <c:pt idx="1948">
                        <c:v>1338.895</c:v>
                      </c:pt>
                      <c:pt idx="1949">
                        <c:v>1339.377</c:v>
                      </c:pt>
                      <c:pt idx="1950">
                        <c:v>1339.8589999999999</c:v>
                      </c:pt>
                      <c:pt idx="1951">
                        <c:v>1340.3409999999999</c:v>
                      </c:pt>
                      <c:pt idx="1952">
                        <c:v>1340.8230000000001</c:v>
                      </c:pt>
                      <c:pt idx="1953">
                        <c:v>1341.3050000000001</c:v>
                      </c:pt>
                      <c:pt idx="1954">
                        <c:v>1341.787</c:v>
                      </c:pt>
                      <c:pt idx="1955">
                        <c:v>1342.269</c:v>
                      </c:pt>
                      <c:pt idx="1956">
                        <c:v>1342.751</c:v>
                      </c:pt>
                      <c:pt idx="1957">
                        <c:v>1343.2339999999999</c:v>
                      </c:pt>
                      <c:pt idx="1958">
                        <c:v>1343.7159999999999</c:v>
                      </c:pt>
                      <c:pt idx="1959">
                        <c:v>1344.1980000000001</c:v>
                      </c:pt>
                      <c:pt idx="1960">
                        <c:v>1344.68</c:v>
                      </c:pt>
                      <c:pt idx="1961">
                        <c:v>1345.162</c:v>
                      </c:pt>
                      <c:pt idx="1962">
                        <c:v>1345.644</c:v>
                      </c:pt>
                      <c:pt idx="1963">
                        <c:v>1346.126</c:v>
                      </c:pt>
                      <c:pt idx="1964">
                        <c:v>1346.6089999999999</c:v>
                      </c:pt>
                      <c:pt idx="1965">
                        <c:v>1347.0909999999999</c:v>
                      </c:pt>
                      <c:pt idx="1966">
                        <c:v>1347.5730000000001</c:v>
                      </c:pt>
                      <c:pt idx="1967">
                        <c:v>1348.0550000000001</c:v>
                      </c:pt>
                      <c:pt idx="1968">
                        <c:v>1348.537</c:v>
                      </c:pt>
                      <c:pt idx="1969">
                        <c:v>1349.019</c:v>
                      </c:pt>
                      <c:pt idx="1970">
                        <c:v>1349.501</c:v>
                      </c:pt>
                      <c:pt idx="1971">
                        <c:v>1349.9839999999999</c:v>
                      </c:pt>
                      <c:pt idx="1972">
                        <c:v>1350.4659999999999</c:v>
                      </c:pt>
                      <c:pt idx="1973">
                        <c:v>1350.9480000000001</c:v>
                      </c:pt>
                      <c:pt idx="1974">
                        <c:v>1351.43</c:v>
                      </c:pt>
                      <c:pt idx="1975">
                        <c:v>1351.912</c:v>
                      </c:pt>
                      <c:pt idx="1976">
                        <c:v>1352.394</c:v>
                      </c:pt>
                      <c:pt idx="1977">
                        <c:v>1352.876</c:v>
                      </c:pt>
                      <c:pt idx="1978">
                        <c:v>1353.3589999999999</c:v>
                      </c:pt>
                      <c:pt idx="1979">
                        <c:v>1353.8409999999999</c:v>
                      </c:pt>
                      <c:pt idx="1980">
                        <c:v>1354.3230000000001</c:v>
                      </c:pt>
                      <c:pt idx="1981">
                        <c:v>1354.8050000000001</c:v>
                      </c:pt>
                      <c:pt idx="1982">
                        <c:v>1355.287</c:v>
                      </c:pt>
                      <c:pt idx="1983">
                        <c:v>1355.769</c:v>
                      </c:pt>
                      <c:pt idx="1984">
                        <c:v>1356.251</c:v>
                      </c:pt>
                      <c:pt idx="1985">
                        <c:v>1356.7339999999999</c:v>
                      </c:pt>
                      <c:pt idx="1986">
                        <c:v>1357.2159999999999</c:v>
                      </c:pt>
                      <c:pt idx="1987">
                        <c:v>1357.6980000000001</c:v>
                      </c:pt>
                      <c:pt idx="1988">
                        <c:v>1358.18</c:v>
                      </c:pt>
                      <c:pt idx="1989">
                        <c:v>1358.662</c:v>
                      </c:pt>
                      <c:pt idx="1990">
                        <c:v>1359.144</c:v>
                      </c:pt>
                      <c:pt idx="1991">
                        <c:v>1359.626</c:v>
                      </c:pt>
                      <c:pt idx="1992">
                        <c:v>1360.1079999999999</c:v>
                      </c:pt>
                      <c:pt idx="1993">
                        <c:v>1360.5909999999999</c:v>
                      </c:pt>
                      <c:pt idx="1994">
                        <c:v>1361.0730000000001</c:v>
                      </c:pt>
                      <c:pt idx="1995">
                        <c:v>1361.5550000000001</c:v>
                      </c:pt>
                      <c:pt idx="1996">
                        <c:v>1362.037</c:v>
                      </c:pt>
                      <c:pt idx="1997">
                        <c:v>1362.519</c:v>
                      </c:pt>
                      <c:pt idx="1998">
                        <c:v>1363.001</c:v>
                      </c:pt>
                      <c:pt idx="1999">
                        <c:v>1363.4829999999999</c:v>
                      </c:pt>
                      <c:pt idx="2000">
                        <c:v>1363.9659999999999</c:v>
                      </c:pt>
                      <c:pt idx="2001">
                        <c:v>1364.4480000000001</c:v>
                      </c:pt>
                      <c:pt idx="2002">
                        <c:v>1364.93</c:v>
                      </c:pt>
                      <c:pt idx="2003">
                        <c:v>1365.412</c:v>
                      </c:pt>
                      <c:pt idx="2004">
                        <c:v>1365.894</c:v>
                      </c:pt>
                      <c:pt idx="2005">
                        <c:v>1366.376</c:v>
                      </c:pt>
                      <c:pt idx="2006">
                        <c:v>1366.8579999999999</c:v>
                      </c:pt>
                      <c:pt idx="2007">
                        <c:v>1367.3409999999999</c:v>
                      </c:pt>
                      <c:pt idx="2008">
                        <c:v>1367.8230000000001</c:v>
                      </c:pt>
                      <c:pt idx="2009">
                        <c:v>1368.3050000000001</c:v>
                      </c:pt>
                      <c:pt idx="2010">
                        <c:v>1368.787</c:v>
                      </c:pt>
                      <c:pt idx="2011">
                        <c:v>1369.269</c:v>
                      </c:pt>
                      <c:pt idx="2012">
                        <c:v>1369.751</c:v>
                      </c:pt>
                      <c:pt idx="2013">
                        <c:v>1370.2329999999999</c:v>
                      </c:pt>
                      <c:pt idx="2014">
                        <c:v>1370.7159999999999</c:v>
                      </c:pt>
                      <c:pt idx="2015">
                        <c:v>1371.1980000000001</c:v>
                      </c:pt>
                      <c:pt idx="2016">
                        <c:v>1371.68</c:v>
                      </c:pt>
                      <c:pt idx="2017">
                        <c:v>1372.162</c:v>
                      </c:pt>
                      <c:pt idx="2018">
                        <c:v>1372.644</c:v>
                      </c:pt>
                      <c:pt idx="2019">
                        <c:v>1373.126</c:v>
                      </c:pt>
                      <c:pt idx="2020">
                        <c:v>1373.6079999999999</c:v>
                      </c:pt>
                      <c:pt idx="2021">
                        <c:v>1374.09</c:v>
                      </c:pt>
                      <c:pt idx="2022">
                        <c:v>1374.5730000000001</c:v>
                      </c:pt>
                      <c:pt idx="2023">
                        <c:v>1375.0550000000001</c:v>
                      </c:pt>
                      <c:pt idx="2024">
                        <c:v>1375.537</c:v>
                      </c:pt>
                      <c:pt idx="2025">
                        <c:v>1376.019</c:v>
                      </c:pt>
                      <c:pt idx="2026">
                        <c:v>1376.501</c:v>
                      </c:pt>
                      <c:pt idx="2027">
                        <c:v>1376.9829999999999</c:v>
                      </c:pt>
                      <c:pt idx="2028">
                        <c:v>1377.4649999999999</c:v>
                      </c:pt>
                      <c:pt idx="2029">
                        <c:v>1377.9480000000001</c:v>
                      </c:pt>
                      <c:pt idx="2030">
                        <c:v>1378.43</c:v>
                      </c:pt>
                      <c:pt idx="2031">
                        <c:v>1378.912</c:v>
                      </c:pt>
                      <c:pt idx="2032">
                        <c:v>1379.394</c:v>
                      </c:pt>
                      <c:pt idx="2033">
                        <c:v>1379.876</c:v>
                      </c:pt>
                      <c:pt idx="2034">
                        <c:v>1380.3579999999999</c:v>
                      </c:pt>
                      <c:pt idx="2035">
                        <c:v>1380.84</c:v>
                      </c:pt>
                      <c:pt idx="2036">
                        <c:v>1381.3230000000001</c:v>
                      </c:pt>
                      <c:pt idx="2037">
                        <c:v>1381.8050000000001</c:v>
                      </c:pt>
                      <c:pt idx="2038">
                        <c:v>1382.287</c:v>
                      </c:pt>
                      <c:pt idx="2039">
                        <c:v>1382.769</c:v>
                      </c:pt>
                      <c:pt idx="2040">
                        <c:v>1383.251</c:v>
                      </c:pt>
                      <c:pt idx="2041">
                        <c:v>1383.7329999999999</c:v>
                      </c:pt>
                      <c:pt idx="2042">
                        <c:v>1384.2149999999999</c:v>
                      </c:pt>
                      <c:pt idx="2043">
                        <c:v>1384.6980000000001</c:v>
                      </c:pt>
                      <c:pt idx="2044">
                        <c:v>1385.18</c:v>
                      </c:pt>
                      <c:pt idx="2045">
                        <c:v>1385.662</c:v>
                      </c:pt>
                      <c:pt idx="2046">
                        <c:v>1386.144</c:v>
                      </c:pt>
                      <c:pt idx="2047">
                        <c:v>1386.626</c:v>
                      </c:pt>
                      <c:pt idx="2048">
                        <c:v>1387.1079999999999</c:v>
                      </c:pt>
                      <c:pt idx="2049">
                        <c:v>1387.59</c:v>
                      </c:pt>
                      <c:pt idx="2050">
                        <c:v>1388.0730000000001</c:v>
                      </c:pt>
                      <c:pt idx="2051">
                        <c:v>1388.5550000000001</c:v>
                      </c:pt>
                      <c:pt idx="2052">
                        <c:v>1389.037</c:v>
                      </c:pt>
                      <c:pt idx="2053">
                        <c:v>1389.519</c:v>
                      </c:pt>
                      <c:pt idx="2054">
                        <c:v>1390.001</c:v>
                      </c:pt>
                      <c:pt idx="2055">
                        <c:v>1390.4829999999999</c:v>
                      </c:pt>
                      <c:pt idx="2056">
                        <c:v>1390.9649999999999</c:v>
                      </c:pt>
                      <c:pt idx="2057">
                        <c:v>1391.4469999999999</c:v>
                      </c:pt>
                      <c:pt idx="2058">
                        <c:v>1391.9290000000001</c:v>
                      </c:pt>
                      <c:pt idx="2059">
                        <c:v>1392.412</c:v>
                      </c:pt>
                      <c:pt idx="2060">
                        <c:v>1392.894</c:v>
                      </c:pt>
                      <c:pt idx="2061">
                        <c:v>1393.376</c:v>
                      </c:pt>
                      <c:pt idx="2062">
                        <c:v>1393.8579999999999</c:v>
                      </c:pt>
                      <c:pt idx="2063">
                        <c:v>1394.34</c:v>
                      </c:pt>
                      <c:pt idx="2064">
                        <c:v>1394.8219999999999</c:v>
                      </c:pt>
                      <c:pt idx="2065">
                        <c:v>1395.3040000000001</c:v>
                      </c:pt>
                      <c:pt idx="2066">
                        <c:v>1395.787</c:v>
                      </c:pt>
                      <c:pt idx="2067">
                        <c:v>1396.269</c:v>
                      </c:pt>
                      <c:pt idx="2068">
                        <c:v>1396.751</c:v>
                      </c:pt>
                      <c:pt idx="2069">
                        <c:v>1397.2329999999999</c:v>
                      </c:pt>
                      <c:pt idx="2070">
                        <c:v>1397.7149999999999</c:v>
                      </c:pt>
                      <c:pt idx="2071">
                        <c:v>1398.1969999999999</c:v>
                      </c:pt>
                      <c:pt idx="2072">
                        <c:v>1398.6790000000001</c:v>
                      </c:pt>
                      <c:pt idx="2073">
                        <c:v>1399.162</c:v>
                      </c:pt>
                      <c:pt idx="2074">
                        <c:v>1399.644</c:v>
                      </c:pt>
                      <c:pt idx="2075">
                        <c:v>1400.126</c:v>
                      </c:pt>
                      <c:pt idx="2076">
                        <c:v>1400.6079999999999</c:v>
                      </c:pt>
                      <c:pt idx="2077">
                        <c:v>1401.09</c:v>
                      </c:pt>
                      <c:pt idx="2078">
                        <c:v>1401.5719999999999</c:v>
                      </c:pt>
                      <c:pt idx="2079">
                        <c:v>1402.0540000000001</c:v>
                      </c:pt>
                      <c:pt idx="2080">
                        <c:v>1402.537</c:v>
                      </c:pt>
                      <c:pt idx="2081">
                        <c:v>1403.019</c:v>
                      </c:pt>
                      <c:pt idx="2082">
                        <c:v>1403.501</c:v>
                      </c:pt>
                      <c:pt idx="2083">
                        <c:v>1403.9829999999999</c:v>
                      </c:pt>
                      <c:pt idx="2084">
                        <c:v>1404.4649999999999</c:v>
                      </c:pt>
                      <c:pt idx="2085">
                        <c:v>1404.9469999999999</c:v>
                      </c:pt>
                      <c:pt idx="2086">
                        <c:v>1405.4290000000001</c:v>
                      </c:pt>
                      <c:pt idx="2087">
                        <c:v>1405.9110000000001</c:v>
                      </c:pt>
                      <c:pt idx="2088">
                        <c:v>1406.394</c:v>
                      </c:pt>
                      <c:pt idx="2089">
                        <c:v>1406.876</c:v>
                      </c:pt>
                      <c:pt idx="2090">
                        <c:v>1407.3579999999999</c:v>
                      </c:pt>
                      <c:pt idx="2091">
                        <c:v>1407.84</c:v>
                      </c:pt>
                      <c:pt idx="2092">
                        <c:v>1408.3219999999999</c:v>
                      </c:pt>
                      <c:pt idx="2093">
                        <c:v>1408.8040000000001</c:v>
                      </c:pt>
                      <c:pt idx="2094">
                        <c:v>1409.2860000000001</c:v>
                      </c:pt>
                      <c:pt idx="2095">
                        <c:v>1409.769</c:v>
                      </c:pt>
                      <c:pt idx="2096">
                        <c:v>1410.251</c:v>
                      </c:pt>
                      <c:pt idx="2097">
                        <c:v>1410.7329999999999</c:v>
                      </c:pt>
                      <c:pt idx="2098">
                        <c:v>1411.2149999999999</c:v>
                      </c:pt>
                      <c:pt idx="2099">
                        <c:v>1411.6969999999999</c:v>
                      </c:pt>
                      <c:pt idx="2100">
                        <c:v>1412.1790000000001</c:v>
                      </c:pt>
                      <c:pt idx="2101">
                        <c:v>1412.6610000000001</c:v>
                      </c:pt>
                      <c:pt idx="2102">
                        <c:v>1413.144</c:v>
                      </c:pt>
                      <c:pt idx="2103">
                        <c:v>1413.626</c:v>
                      </c:pt>
                      <c:pt idx="2104">
                        <c:v>1414.1079999999999</c:v>
                      </c:pt>
                      <c:pt idx="2105">
                        <c:v>1414.59</c:v>
                      </c:pt>
                      <c:pt idx="2106">
                        <c:v>1415.0719999999999</c:v>
                      </c:pt>
                      <c:pt idx="2107">
                        <c:v>1415.5540000000001</c:v>
                      </c:pt>
                      <c:pt idx="2108">
                        <c:v>1416.0360000000001</c:v>
                      </c:pt>
                      <c:pt idx="2109">
                        <c:v>1416.519</c:v>
                      </c:pt>
                      <c:pt idx="2110">
                        <c:v>1417.001</c:v>
                      </c:pt>
                      <c:pt idx="2111">
                        <c:v>1417.4829999999999</c:v>
                      </c:pt>
                      <c:pt idx="2112">
                        <c:v>1417.9649999999999</c:v>
                      </c:pt>
                      <c:pt idx="2113">
                        <c:v>1418.4469999999999</c:v>
                      </c:pt>
                      <c:pt idx="2114">
                        <c:v>1418.9290000000001</c:v>
                      </c:pt>
                      <c:pt idx="2115">
                        <c:v>1419.4110000000001</c:v>
                      </c:pt>
                      <c:pt idx="2116">
                        <c:v>1419.894</c:v>
                      </c:pt>
                      <c:pt idx="2117">
                        <c:v>1420.376</c:v>
                      </c:pt>
                      <c:pt idx="2118">
                        <c:v>1420.8579999999999</c:v>
                      </c:pt>
                      <c:pt idx="2119">
                        <c:v>1421.34</c:v>
                      </c:pt>
                      <c:pt idx="2120">
                        <c:v>1421.8219999999999</c:v>
                      </c:pt>
                      <c:pt idx="2121">
                        <c:v>1422.3040000000001</c:v>
                      </c:pt>
                      <c:pt idx="2122">
                        <c:v>1422.7860000000001</c:v>
                      </c:pt>
                      <c:pt idx="2123">
                        <c:v>1423.268</c:v>
                      </c:pt>
                      <c:pt idx="2124">
                        <c:v>1423.75</c:v>
                      </c:pt>
                      <c:pt idx="2125">
                        <c:v>1424.2329999999999</c:v>
                      </c:pt>
                      <c:pt idx="2126">
                        <c:v>1424.7149999999999</c:v>
                      </c:pt>
                      <c:pt idx="2127">
                        <c:v>1425.1969999999999</c:v>
                      </c:pt>
                      <c:pt idx="2128">
                        <c:v>1425.6790000000001</c:v>
                      </c:pt>
                      <c:pt idx="2129">
                        <c:v>1426.1610000000001</c:v>
                      </c:pt>
                      <c:pt idx="2130">
                        <c:v>1426.643</c:v>
                      </c:pt>
                      <c:pt idx="2131">
                        <c:v>1427.125</c:v>
                      </c:pt>
                      <c:pt idx="2132">
                        <c:v>1427.6079999999999</c:v>
                      </c:pt>
                      <c:pt idx="2133">
                        <c:v>1428.09</c:v>
                      </c:pt>
                      <c:pt idx="2134">
                        <c:v>1428.5719999999999</c:v>
                      </c:pt>
                      <c:pt idx="2135">
                        <c:v>1429.0540000000001</c:v>
                      </c:pt>
                      <c:pt idx="2136">
                        <c:v>1429.5360000000001</c:v>
                      </c:pt>
                      <c:pt idx="2137">
                        <c:v>1430.018</c:v>
                      </c:pt>
                      <c:pt idx="2138">
                        <c:v>1430.5</c:v>
                      </c:pt>
                      <c:pt idx="2139">
                        <c:v>1430.9829999999999</c:v>
                      </c:pt>
                      <c:pt idx="2140">
                        <c:v>1431.4649999999999</c:v>
                      </c:pt>
                      <c:pt idx="2141">
                        <c:v>1431.9469999999999</c:v>
                      </c:pt>
                      <c:pt idx="2142">
                        <c:v>1432.4290000000001</c:v>
                      </c:pt>
                      <c:pt idx="2143">
                        <c:v>1432.9110000000001</c:v>
                      </c:pt>
                      <c:pt idx="2144">
                        <c:v>1433.393</c:v>
                      </c:pt>
                      <c:pt idx="2145">
                        <c:v>1433.875</c:v>
                      </c:pt>
                      <c:pt idx="2146">
                        <c:v>1434.3579999999999</c:v>
                      </c:pt>
                      <c:pt idx="2147">
                        <c:v>1434.84</c:v>
                      </c:pt>
                      <c:pt idx="2148">
                        <c:v>1435.3219999999999</c:v>
                      </c:pt>
                      <c:pt idx="2149">
                        <c:v>1435.8040000000001</c:v>
                      </c:pt>
                      <c:pt idx="2150">
                        <c:v>1436.2860000000001</c:v>
                      </c:pt>
                      <c:pt idx="2151">
                        <c:v>1436.768</c:v>
                      </c:pt>
                      <c:pt idx="2152">
                        <c:v>1437.25</c:v>
                      </c:pt>
                      <c:pt idx="2153">
                        <c:v>1437.732</c:v>
                      </c:pt>
                      <c:pt idx="2154">
                        <c:v>1438.2149999999999</c:v>
                      </c:pt>
                      <c:pt idx="2155">
                        <c:v>1438.6969999999999</c:v>
                      </c:pt>
                      <c:pt idx="2156">
                        <c:v>1439.1790000000001</c:v>
                      </c:pt>
                      <c:pt idx="2157">
                        <c:v>1439.6610000000001</c:v>
                      </c:pt>
                      <c:pt idx="2158">
                        <c:v>1440.143</c:v>
                      </c:pt>
                      <c:pt idx="2159">
                        <c:v>1440.625</c:v>
                      </c:pt>
                      <c:pt idx="2160">
                        <c:v>1441.107</c:v>
                      </c:pt>
                      <c:pt idx="2161">
                        <c:v>1441.59</c:v>
                      </c:pt>
                      <c:pt idx="2162">
                        <c:v>1442.0719999999999</c:v>
                      </c:pt>
                      <c:pt idx="2163">
                        <c:v>1442.5540000000001</c:v>
                      </c:pt>
                      <c:pt idx="2164">
                        <c:v>1443.0360000000001</c:v>
                      </c:pt>
                      <c:pt idx="2165">
                        <c:v>1443.518</c:v>
                      </c:pt>
                      <c:pt idx="2166">
                        <c:v>1444</c:v>
                      </c:pt>
                      <c:pt idx="2167">
                        <c:v>1444.482</c:v>
                      </c:pt>
                      <c:pt idx="2168">
                        <c:v>1444.9649999999999</c:v>
                      </c:pt>
                      <c:pt idx="2169">
                        <c:v>1445.4469999999999</c:v>
                      </c:pt>
                      <c:pt idx="2170">
                        <c:v>1445.9290000000001</c:v>
                      </c:pt>
                      <c:pt idx="2171">
                        <c:v>1446.4110000000001</c:v>
                      </c:pt>
                      <c:pt idx="2172">
                        <c:v>1446.893</c:v>
                      </c:pt>
                      <c:pt idx="2173">
                        <c:v>1447.375</c:v>
                      </c:pt>
                      <c:pt idx="2174">
                        <c:v>1447.857</c:v>
                      </c:pt>
                      <c:pt idx="2175">
                        <c:v>1448.34</c:v>
                      </c:pt>
                      <c:pt idx="2176">
                        <c:v>1448.8219999999999</c:v>
                      </c:pt>
                      <c:pt idx="2177">
                        <c:v>1449.3040000000001</c:v>
                      </c:pt>
                      <c:pt idx="2178">
                        <c:v>1449.7860000000001</c:v>
                      </c:pt>
                      <c:pt idx="2179">
                        <c:v>1450.268</c:v>
                      </c:pt>
                      <c:pt idx="2180">
                        <c:v>1450.75</c:v>
                      </c:pt>
                      <c:pt idx="2181">
                        <c:v>1451.232</c:v>
                      </c:pt>
                      <c:pt idx="2182">
                        <c:v>1451.7149999999999</c:v>
                      </c:pt>
                      <c:pt idx="2183">
                        <c:v>1452.1969999999999</c:v>
                      </c:pt>
                      <c:pt idx="2184">
                        <c:v>1452.6790000000001</c:v>
                      </c:pt>
                      <c:pt idx="2185">
                        <c:v>1453.1610000000001</c:v>
                      </c:pt>
                      <c:pt idx="2186">
                        <c:v>1453.643</c:v>
                      </c:pt>
                      <c:pt idx="2187">
                        <c:v>1454.125</c:v>
                      </c:pt>
                      <c:pt idx="2188">
                        <c:v>1454.607</c:v>
                      </c:pt>
                      <c:pt idx="2189">
                        <c:v>1455.0889999999999</c:v>
                      </c:pt>
                      <c:pt idx="2190">
                        <c:v>1455.5719999999999</c:v>
                      </c:pt>
                      <c:pt idx="2191">
                        <c:v>1456.0540000000001</c:v>
                      </c:pt>
                      <c:pt idx="2192">
                        <c:v>1456.5360000000001</c:v>
                      </c:pt>
                      <c:pt idx="2193">
                        <c:v>1457.018</c:v>
                      </c:pt>
                      <c:pt idx="2194">
                        <c:v>1457.5</c:v>
                      </c:pt>
                      <c:pt idx="2195">
                        <c:v>1457.982</c:v>
                      </c:pt>
                      <c:pt idx="2196">
                        <c:v>1458.4639999999999</c:v>
                      </c:pt>
                      <c:pt idx="2197">
                        <c:v>1458.9469999999999</c:v>
                      </c:pt>
                      <c:pt idx="2198">
                        <c:v>1459.4290000000001</c:v>
                      </c:pt>
                      <c:pt idx="2199">
                        <c:v>1459.9110000000001</c:v>
                      </c:pt>
                      <c:pt idx="2200">
                        <c:v>1460.393</c:v>
                      </c:pt>
                      <c:pt idx="2201">
                        <c:v>1460.875</c:v>
                      </c:pt>
                      <c:pt idx="2202">
                        <c:v>1461.357</c:v>
                      </c:pt>
                      <c:pt idx="2203">
                        <c:v>1461.8389999999999</c:v>
                      </c:pt>
                      <c:pt idx="2204">
                        <c:v>1462.3219999999999</c:v>
                      </c:pt>
                      <c:pt idx="2205">
                        <c:v>1462.8040000000001</c:v>
                      </c:pt>
                      <c:pt idx="2206">
                        <c:v>1463.2860000000001</c:v>
                      </c:pt>
                      <c:pt idx="2207">
                        <c:v>1463.768</c:v>
                      </c:pt>
                      <c:pt idx="2208">
                        <c:v>1464.25</c:v>
                      </c:pt>
                      <c:pt idx="2209">
                        <c:v>1464.732</c:v>
                      </c:pt>
                      <c:pt idx="2210">
                        <c:v>1465.2139999999999</c:v>
                      </c:pt>
                      <c:pt idx="2211">
                        <c:v>1465.6969999999999</c:v>
                      </c:pt>
                      <c:pt idx="2212">
                        <c:v>1466.1790000000001</c:v>
                      </c:pt>
                      <c:pt idx="2213">
                        <c:v>1466.6610000000001</c:v>
                      </c:pt>
                      <c:pt idx="2214">
                        <c:v>1467.143</c:v>
                      </c:pt>
                      <c:pt idx="2215">
                        <c:v>1467.625</c:v>
                      </c:pt>
                      <c:pt idx="2216">
                        <c:v>1468.107</c:v>
                      </c:pt>
                      <c:pt idx="2217">
                        <c:v>1468.5889999999999</c:v>
                      </c:pt>
                      <c:pt idx="2218">
                        <c:v>1469.0719999999999</c:v>
                      </c:pt>
                      <c:pt idx="2219">
                        <c:v>1469.5530000000001</c:v>
                      </c:pt>
                      <c:pt idx="2220">
                        <c:v>1470.0360000000001</c:v>
                      </c:pt>
                      <c:pt idx="2221">
                        <c:v>1470.518</c:v>
                      </c:pt>
                      <c:pt idx="2222">
                        <c:v>1471</c:v>
                      </c:pt>
                      <c:pt idx="2223">
                        <c:v>1471.482</c:v>
                      </c:pt>
                      <c:pt idx="2224">
                        <c:v>1471.9639999999999</c:v>
                      </c:pt>
                      <c:pt idx="2225">
                        <c:v>1472.4459999999999</c:v>
                      </c:pt>
                      <c:pt idx="2226">
                        <c:v>1472.9280000000001</c:v>
                      </c:pt>
                      <c:pt idx="2227">
                        <c:v>1473.4110000000001</c:v>
                      </c:pt>
                      <c:pt idx="2228">
                        <c:v>1473.893</c:v>
                      </c:pt>
                      <c:pt idx="2229">
                        <c:v>1474.375</c:v>
                      </c:pt>
                      <c:pt idx="2230">
                        <c:v>1474.857</c:v>
                      </c:pt>
                      <c:pt idx="2231">
                        <c:v>1475.3389999999999</c:v>
                      </c:pt>
                      <c:pt idx="2232">
                        <c:v>1475.8209999999999</c:v>
                      </c:pt>
                      <c:pt idx="2233">
                        <c:v>1476.3030000000001</c:v>
                      </c:pt>
                      <c:pt idx="2234">
                        <c:v>1476.7860000000001</c:v>
                      </c:pt>
                      <c:pt idx="2235">
                        <c:v>1477.268</c:v>
                      </c:pt>
                      <c:pt idx="2236">
                        <c:v>1477.75</c:v>
                      </c:pt>
                      <c:pt idx="2237">
                        <c:v>1478.232</c:v>
                      </c:pt>
                      <c:pt idx="2238">
                        <c:v>1478.7139999999999</c:v>
                      </c:pt>
                      <c:pt idx="2239">
                        <c:v>1479.1959999999999</c:v>
                      </c:pt>
                      <c:pt idx="2240">
                        <c:v>1479.6780000000001</c:v>
                      </c:pt>
                      <c:pt idx="2241">
                        <c:v>1480.1610000000001</c:v>
                      </c:pt>
                      <c:pt idx="2242">
                        <c:v>1480.643</c:v>
                      </c:pt>
                      <c:pt idx="2243">
                        <c:v>1481.125</c:v>
                      </c:pt>
                      <c:pt idx="2244">
                        <c:v>1481.607</c:v>
                      </c:pt>
                      <c:pt idx="2245">
                        <c:v>1482.0889999999999</c:v>
                      </c:pt>
                      <c:pt idx="2246">
                        <c:v>1482.5709999999999</c:v>
                      </c:pt>
                      <c:pt idx="2247">
                        <c:v>1483.0530000000001</c:v>
                      </c:pt>
                      <c:pt idx="2248">
                        <c:v>1483.5360000000001</c:v>
                      </c:pt>
                      <c:pt idx="2249">
                        <c:v>1484.018</c:v>
                      </c:pt>
                      <c:pt idx="2250">
                        <c:v>1484.5</c:v>
                      </c:pt>
                      <c:pt idx="2251">
                        <c:v>1484.982</c:v>
                      </c:pt>
                      <c:pt idx="2252">
                        <c:v>1485.4639999999999</c:v>
                      </c:pt>
                      <c:pt idx="2253">
                        <c:v>1485.9459999999999</c:v>
                      </c:pt>
                      <c:pt idx="2254">
                        <c:v>1486.4280000000001</c:v>
                      </c:pt>
                      <c:pt idx="2255">
                        <c:v>1486.91</c:v>
                      </c:pt>
                      <c:pt idx="2256">
                        <c:v>1487.393</c:v>
                      </c:pt>
                      <c:pt idx="2257">
                        <c:v>1487.875</c:v>
                      </c:pt>
                      <c:pt idx="2258">
                        <c:v>1488.357</c:v>
                      </c:pt>
                      <c:pt idx="2259">
                        <c:v>1488.8389999999999</c:v>
                      </c:pt>
                      <c:pt idx="2260">
                        <c:v>1489.3209999999999</c:v>
                      </c:pt>
                      <c:pt idx="2261">
                        <c:v>1489.8030000000001</c:v>
                      </c:pt>
                      <c:pt idx="2262">
                        <c:v>1490.2850000000001</c:v>
                      </c:pt>
                      <c:pt idx="2263">
                        <c:v>1490.768</c:v>
                      </c:pt>
                      <c:pt idx="2264">
                        <c:v>1491.25</c:v>
                      </c:pt>
                      <c:pt idx="2265">
                        <c:v>1491.732</c:v>
                      </c:pt>
                      <c:pt idx="2266">
                        <c:v>1492.2139999999999</c:v>
                      </c:pt>
                      <c:pt idx="2267">
                        <c:v>1492.6959999999999</c:v>
                      </c:pt>
                      <c:pt idx="2268">
                        <c:v>1493.1780000000001</c:v>
                      </c:pt>
                      <c:pt idx="2269">
                        <c:v>1493.66</c:v>
                      </c:pt>
                      <c:pt idx="2270">
                        <c:v>1494.143</c:v>
                      </c:pt>
                      <c:pt idx="2271">
                        <c:v>1494.625</c:v>
                      </c:pt>
                      <c:pt idx="2272">
                        <c:v>1495.107</c:v>
                      </c:pt>
                      <c:pt idx="2273">
                        <c:v>1495.5889999999999</c:v>
                      </c:pt>
                      <c:pt idx="2274">
                        <c:v>1496.0709999999999</c:v>
                      </c:pt>
                      <c:pt idx="2275">
                        <c:v>1496.5530000000001</c:v>
                      </c:pt>
                      <c:pt idx="2276">
                        <c:v>1497.0350000000001</c:v>
                      </c:pt>
                      <c:pt idx="2277">
                        <c:v>1497.518</c:v>
                      </c:pt>
                      <c:pt idx="2278">
                        <c:v>1498</c:v>
                      </c:pt>
                      <c:pt idx="2279">
                        <c:v>1498.482</c:v>
                      </c:pt>
                      <c:pt idx="2280">
                        <c:v>1498.9639999999999</c:v>
                      </c:pt>
                      <c:pt idx="2281">
                        <c:v>1499.4459999999999</c:v>
                      </c:pt>
                      <c:pt idx="2282">
                        <c:v>1499.9280000000001</c:v>
                      </c:pt>
                      <c:pt idx="2283">
                        <c:v>1500.41</c:v>
                      </c:pt>
                      <c:pt idx="2284">
                        <c:v>1500.893</c:v>
                      </c:pt>
                      <c:pt idx="2285">
                        <c:v>1501.375</c:v>
                      </c:pt>
                      <c:pt idx="2286">
                        <c:v>1501.857</c:v>
                      </c:pt>
                      <c:pt idx="2287">
                        <c:v>1502.3389999999999</c:v>
                      </c:pt>
                      <c:pt idx="2288">
                        <c:v>1502.8209999999999</c:v>
                      </c:pt>
                      <c:pt idx="2289">
                        <c:v>1503.3030000000001</c:v>
                      </c:pt>
                      <c:pt idx="2290">
                        <c:v>1503.7850000000001</c:v>
                      </c:pt>
                      <c:pt idx="2291">
                        <c:v>1504.2670000000001</c:v>
                      </c:pt>
                      <c:pt idx="2292">
                        <c:v>1504.75</c:v>
                      </c:pt>
                      <c:pt idx="2293">
                        <c:v>1505.232</c:v>
                      </c:pt>
                      <c:pt idx="2294">
                        <c:v>1505.7139999999999</c:v>
                      </c:pt>
                      <c:pt idx="2295">
                        <c:v>1506.1959999999999</c:v>
                      </c:pt>
                      <c:pt idx="2296">
                        <c:v>1506.6780000000001</c:v>
                      </c:pt>
                      <c:pt idx="2297">
                        <c:v>1507.16</c:v>
                      </c:pt>
                      <c:pt idx="2298">
                        <c:v>1507.6420000000001</c:v>
                      </c:pt>
                      <c:pt idx="2299">
                        <c:v>1508.125</c:v>
                      </c:pt>
                      <c:pt idx="2300">
                        <c:v>1508.607</c:v>
                      </c:pt>
                      <c:pt idx="2301">
                        <c:v>1509.0889999999999</c:v>
                      </c:pt>
                      <c:pt idx="2302">
                        <c:v>1509.5709999999999</c:v>
                      </c:pt>
                      <c:pt idx="2303">
                        <c:v>1510.0530000000001</c:v>
                      </c:pt>
                      <c:pt idx="2304">
                        <c:v>1510.5350000000001</c:v>
                      </c:pt>
                      <c:pt idx="2305">
                        <c:v>1511.0170000000001</c:v>
                      </c:pt>
                      <c:pt idx="2306">
                        <c:v>1511.5</c:v>
                      </c:pt>
                      <c:pt idx="2307">
                        <c:v>1511.982</c:v>
                      </c:pt>
                      <c:pt idx="2308">
                        <c:v>1512.4639999999999</c:v>
                      </c:pt>
                      <c:pt idx="2309">
                        <c:v>1512.9459999999999</c:v>
                      </c:pt>
                      <c:pt idx="2310">
                        <c:v>1513.4280000000001</c:v>
                      </c:pt>
                      <c:pt idx="2311">
                        <c:v>1513.91</c:v>
                      </c:pt>
                      <c:pt idx="2312">
                        <c:v>1514.3920000000001</c:v>
                      </c:pt>
                      <c:pt idx="2313">
                        <c:v>1514.875</c:v>
                      </c:pt>
                      <c:pt idx="2314">
                        <c:v>1515.357</c:v>
                      </c:pt>
                      <c:pt idx="2315">
                        <c:v>1515.8389999999999</c:v>
                      </c:pt>
                      <c:pt idx="2316">
                        <c:v>1516.3209999999999</c:v>
                      </c:pt>
                      <c:pt idx="2317">
                        <c:v>1516.8030000000001</c:v>
                      </c:pt>
                      <c:pt idx="2318">
                        <c:v>1517.2850000000001</c:v>
                      </c:pt>
                      <c:pt idx="2319">
                        <c:v>1517.7670000000001</c:v>
                      </c:pt>
                      <c:pt idx="2320">
                        <c:v>1518.25</c:v>
                      </c:pt>
                      <c:pt idx="2321">
                        <c:v>1518.731</c:v>
                      </c:pt>
                      <c:pt idx="2322">
                        <c:v>1519.2139999999999</c:v>
                      </c:pt>
                      <c:pt idx="2323">
                        <c:v>1519.6959999999999</c:v>
                      </c:pt>
                      <c:pt idx="2324">
                        <c:v>1520.1780000000001</c:v>
                      </c:pt>
                      <c:pt idx="2325">
                        <c:v>1520.66</c:v>
                      </c:pt>
                      <c:pt idx="2326">
                        <c:v>1521.1420000000001</c:v>
                      </c:pt>
                      <c:pt idx="2327">
                        <c:v>1521.624</c:v>
                      </c:pt>
                      <c:pt idx="2328">
                        <c:v>1522.106</c:v>
                      </c:pt>
                      <c:pt idx="2329">
                        <c:v>1522.5889999999999</c:v>
                      </c:pt>
                      <c:pt idx="2330">
                        <c:v>1523.0709999999999</c:v>
                      </c:pt>
                      <c:pt idx="2331">
                        <c:v>1523.5530000000001</c:v>
                      </c:pt>
                      <c:pt idx="2332">
                        <c:v>1524.0350000000001</c:v>
                      </c:pt>
                      <c:pt idx="2333">
                        <c:v>1524.5170000000001</c:v>
                      </c:pt>
                      <c:pt idx="2334">
                        <c:v>1524.999</c:v>
                      </c:pt>
                      <c:pt idx="2335">
                        <c:v>1525.481</c:v>
                      </c:pt>
                      <c:pt idx="2336">
                        <c:v>1525.9639999999999</c:v>
                      </c:pt>
                      <c:pt idx="2337">
                        <c:v>1526.4459999999999</c:v>
                      </c:pt>
                      <c:pt idx="2338">
                        <c:v>1526.9280000000001</c:v>
                      </c:pt>
                      <c:pt idx="2339">
                        <c:v>1527.41</c:v>
                      </c:pt>
                      <c:pt idx="2340">
                        <c:v>1527.8920000000001</c:v>
                      </c:pt>
                      <c:pt idx="2341">
                        <c:v>1528.374</c:v>
                      </c:pt>
                      <c:pt idx="2342">
                        <c:v>1528.856</c:v>
                      </c:pt>
                      <c:pt idx="2343">
                        <c:v>1529.3389999999999</c:v>
                      </c:pt>
                      <c:pt idx="2344">
                        <c:v>1529.8209999999999</c:v>
                      </c:pt>
                      <c:pt idx="2345">
                        <c:v>1530.3030000000001</c:v>
                      </c:pt>
                      <c:pt idx="2346">
                        <c:v>1530.7850000000001</c:v>
                      </c:pt>
                      <c:pt idx="2347">
                        <c:v>1531.2670000000001</c:v>
                      </c:pt>
                      <c:pt idx="2348">
                        <c:v>1531.749</c:v>
                      </c:pt>
                      <c:pt idx="2349">
                        <c:v>1532.231</c:v>
                      </c:pt>
                      <c:pt idx="2350">
                        <c:v>1532.7139999999999</c:v>
                      </c:pt>
                      <c:pt idx="2351">
                        <c:v>1533.1959999999999</c:v>
                      </c:pt>
                      <c:pt idx="2352">
                        <c:v>1533.6780000000001</c:v>
                      </c:pt>
                      <c:pt idx="2353">
                        <c:v>1534.16</c:v>
                      </c:pt>
                      <c:pt idx="2354">
                        <c:v>1534.6420000000001</c:v>
                      </c:pt>
                      <c:pt idx="2355">
                        <c:v>1535.124</c:v>
                      </c:pt>
                      <c:pt idx="2356">
                        <c:v>1535.606</c:v>
                      </c:pt>
                      <c:pt idx="2357">
                        <c:v>1536.088</c:v>
                      </c:pt>
                      <c:pt idx="2358">
                        <c:v>1536.5709999999999</c:v>
                      </c:pt>
                      <c:pt idx="2359">
                        <c:v>1537.0530000000001</c:v>
                      </c:pt>
                      <c:pt idx="2360">
                        <c:v>1537.5350000000001</c:v>
                      </c:pt>
                      <c:pt idx="2361">
                        <c:v>1538.0170000000001</c:v>
                      </c:pt>
                      <c:pt idx="2362">
                        <c:v>1538.499</c:v>
                      </c:pt>
                      <c:pt idx="2363">
                        <c:v>1538.981</c:v>
                      </c:pt>
                      <c:pt idx="2364">
                        <c:v>1539.463</c:v>
                      </c:pt>
                      <c:pt idx="2365">
                        <c:v>1539.9459999999999</c:v>
                      </c:pt>
                      <c:pt idx="2366">
                        <c:v>1540.4280000000001</c:v>
                      </c:pt>
                      <c:pt idx="2367">
                        <c:v>1540.91</c:v>
                      </c:pt>
                      <c:pt idx="2368">
                        <c:v>1541.3920000000001</c:v>
                      </c:pt>
                      <c:pt idx="2369">
                        <c:v>1541.874</c:v>
                      </c:pt>
                      <c:pt idx="2370">
                        <c:v>1542.356</c:v>
                      </c:pt>
                      <c:pt idx="2371">
                        <c:v>1542.838</c:v>
                      </c:pt>
                      <c:pt idx="2372">
                        <c:v>1543.3209999999999</c:v>
                      </c:pt>
                      <c:pt idx="2373">
                        <c:v>1543.8030000000001</c:v>
                      </c:pt>
                      <c:pt idx="2374">
                        <c:v>1544.2850000000001</c:v>
                      </c:pt>
                      <c:pt idx="2375">
                        <c:v>1544.7670000000001</c:v>
                      </c:pt>
                      <c:pt idx="2376">
                        <c:v>1545.249</c:v>
                      </c:pt>
                      <c:pt idx="2377">
                        <c:v>1545.731</c:v>
                      </c:pt>
                      <c:pt idx="2378">
                        <c:v>1546.213</c:v>
                      </c:pt>
                      <c:pt idx="2379">
                        <c:v>1546.6959999999999</c:v>
                      </c:pt>
                      <c:pt idx="2380">
                        <c:v>1547.1780000000001</c:v>
                      </c:pt>
                      <c:pt idx="2381">
                        <c:v>1547.66</c:v>
                      </c:pt>
                      <c:pt idx="2382">
                        <c:v>1548.1420000000001</c:v>
                      </c:pt>
                      <c:pt idx="2383">
                        <c:v>1548.624</c:v>
                      </c:pt>
                      <c:pt idx="2384">
                        <c:v>1549.106</c:v>
                      </c:pt>
                      <c:pt idx="2385">
                        <c:v>1549.588</c:v>
                      </c:pt>
                      <c:pt idx="2386">
                        <c:v>1550.0709999999999</c:v>
                      </c:pt>
                      <c:pt idx="2387">
                        <c:v>1550.5519999999999</c:v>
                      </c:pt>
                      <c:pt idx="2388">
                        <c:v>1551.0350000000001</c:v>
                      </c:pt>
                      <c:pt idx="2389">
                        <c:v>1551.5170000000001</c:v>
                      </c:pt>
                      <c:pt idx="2390">
                        <c:v>1551.999</c:v>
                      </c:pt>
                      <c:pt idx="2391">
                        <c:v>1552.481</c:v>
                      </c:pt>
                      <c:pt idx="2392">
                        <c:v>1552.963</c:v>
                      </c:pt>
                      <c:pt idx="2393">
                        <c:v>1553.4449999999999</c:v>
                      </c:pt>
                      <c:pt idx="2394">
                        <c:v>1553.9269999999999</c:v>
                      </c:pt>
                      <c:pt idx="2395">
                        <c:v>1554.41</c:v>
                      </c:pt>
                      <c:pt idx="2396">
                        <c:v>1554.8920000000001</c:v>
                      </c:pt>
                      <c:pt idx="2397">
                        <c:v>1555.374</c:v>
                      </c:pt>
                      <c:pt idx="2398">
                        <c:v>1555.856</c:v>
                      </c:pt>
                      <c:pt idx="2399">
                        <c:v>1556.338</c:v>
                      </c:pt>
                      <c:pt idx="2400">
                        <c:v>1556.82</c:v>
                      </c:pt>
                      <c:pt idx="2401">
                        <c:v>1557.3019999999999</c:v>
                      </c:pt>
                      <c:pt idx="2402">
                        <c:v>1557.7850000000001</c:v>
                      </c:pt>
                      <c:pt idx="2403">
                        <c:v>1558.2670000000001</c:v>
                      </c:pt>
                      <c:pt idx="2404">
                        <c:v>1558.749</c:v>
                      </c:pt>
                      <c:pt idx="2405">
                        <c:v>1559.231</c:v>
                      </c:pt>
                      <c:pt idx="2406">
                        <c:v>1559.713</c:v>
                      </c:pt>
                      <c:pt idx="2407">
                        <c:v>1560.1949999999999</c:v>
                      </c:pt>
                      <c:pt idx="2408">
                        <c:v>1560.6769999999999</c:v>
                      </c:pt>
                      <c:pt idx="2409">
                        <c:v>1561.16</c:v>
                      </c:pt>
                      <c:pt idx="2410">
                        <c:v>1561.6420000000001</c:v>
                      </c:pt>
                      <c:pt idx="2411">
                        <c:v>1562.124</c:v>
                      </c:pt>
                      <c:pt idx="2412">
                        <c:v>1562.606</c:v>
                      </c:pt>
                      <c:pt idx="2413">
                        <c:v>1563.088</c:v>
                      </c:pt>
                      <c:pt idx="2414">
                        <c:v>1563.57</c:v>
                      </c:pt>
                      <c:pt idx="2415">
                        <c:v>1564.0519999999999</c:v>
                      </c:pt>
                      <c:pt idx="2416">
                        <c:v>1564.5350000000001</c:v>
                      </c:pt>
                      <c:pt idx="2417">
                        <c:v>1565.0170000000001</c:v>
                      </c:pt>
                      <c:pt idx="2418">
                        <c:v>1565.499</c:v>
                      </c:pt>
                      <c:pt idx="2419">
                        <c:v>1565.981</c:v>
                      </c:pt>
                      <c:pt idx="2420">
                        <c:v>1566.463</c:v>
                      </c:pt>
                      <c:pt idx="2421">
                        <c:v>1566.9449999999999</c:v>
                      </c:pt>
                      <c:pt idx="2422">
                        <c:v>1567.4269999999999</c:v>
                      </c:pt>
                      <c:pt idx="2423">
                        <c:v>1567.9090000000001</c:v>
                      </c:pt>
                      <c:pt idx="2424">
                        <c:v>1568.3920000000001</c:v>
                      </c:pt>
                      <c:pt idx="2425">
                        <c:v>1568.874</c:v>
                      </c:pt>
                      <c:pt idx="2426">
                        <c:v>1569.356</c:v>
                      </c:pt>
                      <c:pt idx="2427">
                        <c:v>1569.838</c:v>
                      </c:pt>
                      <c:pt idx="2428">
                        <c:v>1570.32</c:v>
                      </c:pt>
                      <c:pt idx="2429">
                        <c:v>1570.8019999999999</c:v>
                      </c:pt>
                      <c:pt idx="2430">
                        <c:v>1571.2840000000001</c:v>
                      </c:pt>
                      <c:pt idx="2431">
                        <c:v>1571.7670000000001</c:v>
                      </c:pt>
                      <c:pt idx="2432">
                        <c:v>1572.249</c:v>
                      </c:pt>
                      <c:pt idx="2433">
                        <c:v>1572.731</c:v>
                      </c:pt>
                      <c:pt idx="2434">
                        <c:v>1573.213</c:v>
                      </c:pt>
                      <c:pt idx="2435">
                        <c:v>1573.6949999999999</c:v>
                      </c:pt>
                      <c:pt idx="2436">
                        <c:v>1574.1769999999999</c:v>
                      </c:pt>
                      <c:pt idx="2437">
                        <c:v>1574.6590000000001</c:v>
                      </c:pt>
                      <c:pt idx="2438">
                        <c:v>1575.1420000000001</c:v>
                      </c:pt>
                      <c:pt idx="2439">
                        <c:v>1575.624</c:v>
                      </c:pt>
                      <c:pt idx="2440">
                        <c:v>1576.106</c:v>
                      </c:pt>
                      <c:pt idx="2441">
                        <c:v>1576.588</c:v>
                      </c:pt>
                      <c:pt idx="2442">
                        <c:v>1577.07</c:v>
                      </c:pt>
                      <c:pt idx="2443">
                        <c:v>1577.5519999999999</c:v>
                      </c:pt>
                      <c:pt idx="2444">
                        <c:v>1578.0340000000001</c:v>
                      </c:pt>
                      <c:pt idx="2445">
                        <c:v>1578.5170000000001</c:v>
                      </c:pt>
                      <c:pt idx="2446">
                        <c:v>1578.999</c:v>
                      </c:pt>
                      <c:pt idx="2447">
                        <c:v>1579.481</c:v>
                      </c:pt>
                      <c:pt idx="2448">
                        <c:v>1579.963</c:v>
                      </c:pt>
                      <c:pt idx="2449">
                        <c:v>1580.4449999999999</c:v>
                      </c:pt>
                      <c:pt idx="2450">
                        <c:v>1580.9269999999999</c:v>
                      </c:pt>
                      <c:pt idx="2451">
                        <c:v>1581.4090000000001</c:v>
                      </c:pt>
                      <c:pt idx="2452">
                        <c:v>1581.8920000000001</c:v>
                      </c:pt>
                      <c:pt idx="2453">
                        <c:v>1582.374</c:v>
                      </c:pt>
                      <c:pt idx="2454">
                        <c:v>1582.856</c:v>
                      </c:pt>
                      <c:pt idx="2455">
                        <c:v>1583.338</c:v>
                      </c:pt>
                      <c:pt idx="2456">
                        <c:v>1583.82</c:v>
                      </c:pt>
                      <c:pt idx="2457">
                        <c:v>1584.3019999999999</c:v>
                      </c:pt>
                      <c:pt idx="2458">
                        <c:v>1584.7840000000001</c:v>
                      </c:pt>
                      <c:pt idx="2459">
                        <c:v>1585.2660000000001</c:v>
                      </c:pt>
                      <c:pt idx="2460">
                        <c:v>1585.749</c:v>
                      </c:pt>
                      <c:pt idx="2461">
                        <c:v>1586.231</c:v>
                      </c:pt>
                      <c:pt idx="2462">
                        <c:v>1586.713</c:v>
                      </c:pt>
                      <c:pt idx="2463">
                        <c:v>1587.1949999999999</c:v>
                      </c:pt>
                      <c:pt idx="2464">
                        <c:v>1587.6769999999999</c:v>
                      </c:pt>
                      <c:pt idx="2465">
                        <c:v>1588.1590000000001</c:v>
                      </c:pt>
                      <c:pt idx="2466">
                        <c:v>1588.6410000000001</c:v>
                      </c:pt>
                      <c:pt idx="2467">
                        <c:v>1589.124</c:v>
                      </c:pt>
                      <c:pt idx="2468">
                        <c:v>1589.606</c:v>
                      </c:pt>
                      <c:pt idx="2469">
                        <c:v>1590.088</c:v>
                      </c:pt>
                      <c:pt idx="2470">
                        <c:v>1590.57</c:v>
                      </c:pt>
                      <c:pt idx="2471">
                        <c:v>1591.0519999999999</c:v>
                      </c:pt>
                      <c:pt idx="2472">
                        <c:v>1591.5340000000001</c:v>
                      </c:pt>
                      <c:pt idx="2473">
                        <c:v>1592.0160000000001</c:v>
                      </c:pt>
                      <c:pt idx="2474">
                        <c:v>1592.499</c:v>
                      </c:pt>
                      <c:pt idx="2475">
                        <c:v>1592.981</c:v>
                      </c:pt>
                      <c:pt idx="2476">
                        <c:v>1593.463</c:v>
                      </c:pt>
                      <c:pt idx="2477">
                        <c:v>1593.9449999999999</c:v>
                      </c:pt>
                      <c:pt idx="2478">
                        <c:v>1594.4269999999999</c:v>
                      </c:pt>
                      <c:pt idx="2479">
                        <c:v>1594.9090000000001</c:v>
                      </c:pt>
                      <c:pt idx="2480">
                        <c:v>1595.3910000000001</c:v>
                      </c:pt>
                      <c:pt idx="2481">
                        <c:v>1595.874</c:v>
                      </c:pt>
                      <c:pt idx="2482">
                        <c:v>1596.356</c:v>
                      </c:pt>
                      <c:pt idx="2483">
                        <c:v>1596.838</c:v>
                      </c:pt>
                      <c:pt idx="2484">
                        <c:v>1597.32</c:v>
                      </c:pt>
                      <c:pt idx="2485">
                        <c:v>1597.8019999999999</c:v>
                      </c:pt>
                      <c:pt idx="2486">
                        <c:v>1598.2840000000001</c:v>
                      </c:pt>
                      <c:pt idx="2487">
                        <c:v>1598.7660000000001</c:v>
                      </c:pt>
                      <c:pt idx="2488">
                        <c:v>1599.249</c:v>
                      </c:pt>
                      <c:pt idx="2489">
                        <c:v>1599.73</c:v>
                      </c:pt>
                      <c:pt idx="2490">
                        <c:v>1600.213</c:v>
                      </c:pt>
                      <c:pt idx="2491">
                        <c:v>1600.6949999999999</c:v>
                      </c:pt>
                      <c:pt idx="2492">
                        <c:v>1601.1769999999999</c:v>
                      </c:pt>
                      <c:pt idx="2493">
                        <c:v>1601.6590000000001</c:v>
                      </c:pt>
                      <c:pt idx="2494">
                        <c:v>1602.1410000000001</c:v>
                      </c:pt>
                      <c:pt idx="2495">
                        <c:v>1602.623</c:v>
                      </c:pt>
                      <c:pt idx="2496">
                        <c:v>1603.105</c:v>
                      </c:pt>
                      <c:pt idx="2497">
                        <c:v>1603.588</c:v>
                      </c:pt>
                      <c:pt idx="2498">
                        <c:v>1604.07</c:v>
                      </c:pt>
                      <c:pt idx="2499">
                        <c:v>1604.5519999999999</c:v>
                      </c:pt>
                      <c:pt idx="2500">
                        <c:v>1605.0340000000001</c:v>
                      </c:pt>
                      <c:pt idx="2501">
                        <c:v>1605.5160000000001</c:v>
                      </c:pt>
                      <c:pt idx="2502">
                        <c:v>1605.998</c:v>
                      </c:pt>
                      <c:pt idx="2503">
                        <c:v>1606.48</c:v>
                      </c:pt>
                      <c:pt idx="2504">
                        <c:v>1606.963</c:v>
                      </c:pt>
                      <c:pt idx="2505">
                        <c:v>1607.4449999999999</c:v>
                      </c:pt>
                      <c:pt idx="2506">
                        <c:v>1607.9269999999999</c:v>
                      </c:pt>
                      <c:pt idx="2507">
                        <c:v>1608.4090000000001</c:v>
                      </c:pt>
                      <c:pt idx="2508">
                        <c:v>1608.8910000000001</c:v>
                      </c:pt>
                      <c:pt idx="2509">
                        <c:v>1609.373</c:v>
                      </c:pt>
                      <c:pt idx="2510">
                        <c:v>1609.855</c:v>
                      </c:pt>
                      <c:pt idx="2511">
                        <c:v>1610.338</c:v>
                      </c:pt>
                      <c:pt idx="2512">
                        <c:v>1610.82</c:v>
                      </c:pt>
                      <c:pt idx="2513">
                        <c:v>1611.3019999999999</c:v>
                      </c:pt>
                      <c:pt idx="2514">
                        <c:v>1611.7840000000001</c:v>
                      </c:pt>
                      <c:pt idx="2515">
                        <c:v>1612.2660000000001</c:v>
                      </c:pt>
                      <c:pt idx="2516">
                        <c:v>1612.748</c:v>
                      </c:pt>
                      <c:pt idx="2517">
                        <c:v>1613.23</c:v>
                      </c:pt>
                      <c:pt idx="2518">
                        <c:v>1613.713</c:v>
                      </c:pt>
                      <c:pt idx="2519">
                        <c:v>1614.1949999999999</c:v>
                      </c:pt>
                      <c:pt idx="2520">
                        <c:v>1614.6769999999999</c:v>
                      </c:pt>
                      <c:pt idx="2521">
                        <c:v>1615.1590000000001</c:v>
                      </c:pt>
                      <c:pt idx="2522">
                        <c:v>1615.6410000000001</c:v>
                      </c:pt>
                      <c:pt idx="2523">
                        <c:v>1616.123</c:v>
                      </c:pt>
                      <c:pt idx="2524">
                        <c:v>1616.605</c:v>
                      </c:pt>
                      <c:pt idx="2525">
                        <c:v>1617.087</c:v>
                      </c:pt>
                      <c:pt idx="2526">
                        <c:v>1617.57</c:v>
                      </c:pt>
                      <c:pt idx="2527">
                        <c:v>1618.0519999999999</c:v>
                      </c:pt>
                      <c:pt idx="2528">
                        <c:v>1618.5340000000001</c:v>
                      </c:pt>
                      <c:pt idx="2529">
                        <c:v>1619.0160000000001</c:v>
                      </c:pt>
                      <c:pt idx="2530">
                        <c:v>1619.498</c:v>
                      </c:pt>
                      <c:pt idx="2531">
                        <c:v>1619.98</c:v>
                      </c:pt>
                      <c:pt idx="2532">
                        <c:v>1620.462</c:v>
                      </c:pt>
                      <c:pt idx="2533">
                        <c:v>1620.9449999999999</c:v>
                      </c:pt>
                      <c:pt idx="2534">
                        <c:v>1621.4269999999999</c:v>
                      </c:pt>
                      <c:pt idx="2535">
                        <c:v>1621.9090000000001</c:v>
                      </c:pt>
                      <c:pt idx="2536">
                        <c:v>1622.3910000000001</c:v>
                      </c:pt>
                      <c:pt idx="2537">
                        <c:v>1622.873</c:v>
                      </c:pt>
                      <c:pt idx="2538">
                        <c:v>1623.355</c:v>
                      </c:pt>
                      <c:pt idx="2539">
                        <c:v>1623.837</c:v>
                      </c:pt>
                      <c:pt idx="2540">
                        <c:v>1624.32</c:v>
                      </c:pt>
                      <c:pt idx="2541">
                        <c:v>1624.8019999999999</c:v>
                      </c:pt>
                      <c:pt idx="2542">
                        <c:v>1625.2840000000001</c:v>
                      </c:pt>
                      <c:pt idx="2543">
                        <c:v>1625.7660000000001</c:v>
                      </c:pt>
                      <c:pt idx="2544">
                        <c:v>1626.248</c:v>
                      </c:pt>
                      <c:pt idx="2545">
                        <c:v>1626.73</c:v>
                      </c:pt>
                      <c:pt idx="2546">
                        <c:v>1627.212</c:v>
                      </c:pt>
                      <c:pt idx="2547">
                        <c:v>1627.6949999999999</c:v>
                      </c:pt>
                      <c:pt idx="2548">
                        <c:v>1628.1769999999999</c:v>
                      </c:pt>
                      <c:pt idx="2549">
                        <c:v>1628.6590000000001</c:v>
                      </c:pt>
                      <c:pt idx="2550">
                        <c:v>1629.1410000000001</c:v>
                      </c:pt>
                      <c:pt idx="2551">
                        <c:v>1629.623</c:v>
                      </c:pt>
                      <c:pt idx="2552">
                        <c:v>1630.105</c:v>
                      </c:pt>
                      <c:pt idx="2553">
                        <c:v>1630.587</c:v>
                      </c:pt>
                      <c:pt idx="2554">
                        <c:v>1631.07</c:v>
                      </c:pt>
                      <c:pt idx="2555">
                        <c:v>1631.5519999999999</c:v>
                      </c:pt>
                      <c:pt idx="2556">
                        <c:v>1632.0340000000001</c:v>
                      </c:pt>
                      <c:pt idx="2557">
                        <c:v>1632.5160000000001</c:v>
                      </c:pt>
                      <c:pt idx="2558">
                        <c:v>1632.998</c:v>
                      </c:pt>
                      <c:pt idx="2559">
                        <c:v>1633.48</c:v>
                      </c:pt>
                      <c:pt idx="2560">
                        <c:v>1633.962</c:v>
                      </c:pt>
                      <c:pt idx="2561">
                        <c:v>1634.444</c:v>
                      </c:pt>
                      <c:pt idx="2562">
                        <c:v>1634.9269999999999</c:v>
                      </c:pt>
                      <c:pt idx="2563">
                        <c:v>1635.4090000000001</c:v>
                      </c:pt>
                      <c:pt idx="2564">
                        <c:v>1635.8910000000001</c:v>
                      </c:pt>
                      <c:pt idx="2565">
                        <c:v>1636.373</c:v>
                      </c:pt>
                      <c:pt idx="2566">
                        <c:v>1636.855</c:v>
                      </c:pt>
                      <c:pt idx="2567">
                        <c:v>1637.337</c:v>
                      </c:pt>
                      <c:pt idx="2568">
                        <c:v>1637.819</c:v>
                      </c:pt>
                      <c:pt idx="2569">
                        <c:v>1638.3019999999999</c:v>
                      </c:pt>
                      <c:pt idx="2570">
                        <c:v>1638.7840000000001</c:v>
                      </c:pt>
                      <c:pt idx="2571">
                        <c:v>1639.2660000000001</c:v>
                      </c:pt>
                      <c:pt idx="2572">
                        <c:v>1639.748</c:v>
                      </c:pt>
                      <c:pt idx="2573">
                        <c:v>1640.23</c:v>
                      </c:pt>
                      <c:pt idx="2574">
                        <c:v>1640.712</c:v>
                      </c:pt>
                      <c:pt idx="2575">
                        <c:v>1641.194</c:v>
                      </c:pt>
                      <c:pt idx="2576">
                        <c:v>1641.6769999999999</c:v>
                      </c:pt>
                      <c:pt idx="2577">
                        <c:v>1642.1590000000001</c:v>
                      </c:pt>
                      <c:pt idx="2578">
                        <c:v>1642.6410000000001</c:v>
                      </c:pt>
                      <c:pt idx="2579">
                        <c:v>1643.123</c:v>
                      </c:pt>
                      <c:pt idx="2580">
                        <c:v>1643.605</c:v>
                      </c:pt>
                      <c:pt idx="2581">
                        <c:v>1644.087</c:v>
                      </c:pt>
                      <c:pt idx="2582">
                        <c:v>1644.569</c:v>
                      </c:pt>
                      <c:pt idx="2583">
                        <c:v>1645.0519999999999</c:v>
                      </c:pt>
                      <c:pt idx="2584">
                        <c:v>1645.5340000000001</c:v>
                      </c:pt>
                      <c:pt idx="2585">
                        <c:v>1646.0160000000001</c:v>
                      </c:pt>
                      <c:pt idx="2586">
                        <c:v>1646.498</c:v>
                      </c:pt>
                      <c:pt idx="2587">
                        <c:v>1646.98</c:v>
                      </c:pt>
                      <c:pt idx="2588">
                        <c:v>1647.462</c:v>
                      </c:pt>
                      <c:pt idx="2589">
                        <c:v>1647.944</c:v>
                      </c:pt>
                      <c:pt idx="2590">
                        <c:v>1648.4269999999999</c:v>
                      </c:pt>
                      <c:pt idx="2591">
                        <c:v>1648.9079999999999</c:v>
                      </c:pt>
                      <c:pt idx="2592">
                        <c:v>1649.3910000000001</c:v>
                      </c:pt>
                      <c:pt idx="2593">
                        <c:v>1649.873</c:v>
                      </c:pt>
                      <c:pt idx="2594">
                        <c:v>1650.355</c:v>
                      </c:pt>
                      <c:pt idx="2595">
                        <c:v>1650.837</c:v>
                      </c:pt>
                      <c:pt idx="2596">
                        <c:v>1651.319</c:v>
                      </c:pt>
                      <c:pt idx="2597">
                        <c:v>1651.8009999999999</c:v>
                      </c:pt>
                      <c:pt idx="2598">
                        <c:v>1652.2829999999999</c:v>
                      </c:pt>
                      <c:pt idx="2599">
                        <c:v>1652.7660000000001</c:v>
                      </c:pt>
                      <c:pt idx="2600">
                        <c:v>1653.248</c:v>
                      </c:pt>
                      <c:pt idx="2601">
                        <c:v>1653.73</c:v>
                      </c:pt>
                      <c:pt idx="2602">
                        <c:v>1654.212</c:v>
                      </c:pt>
                      <c:pt idx="2603">
                        <c:v>1654.694</c:v>
                      </c:pt>
                      <c:pt idx="2604">
                        <c:v>1655.1759999999999</c:v>
                      </c:pt>
                      <c:pt idx="2605">
                        <c:v>1655.6579999999999</c:v>
                      </c:pt>
                      <c:pt idx="2606">
                        <c:v>1656.1410000000001</c:v>
                      </c:pt>
                      <c:pt idx="2607">
                        <c:v>1656.623</c:v>
                      </c:pt>
                      <c:pt idx="2608">
                        <c:v>1657.105</c:v>
                      </c:pt>
                      <c:pt idx="2609">
                        <c:v>1657.587</c:v>
                      </c:pt>
                      <c:pt idx="2610">
                        <c:v>1658.069</c:v>
                      </c:pt>
                      <c:pt idx="2611">
                        <c:v>1658.5509999999999</c:v>
                      </c:pt>
                      <c:pt idx="2612">
                        <c:v>1659.0329999999999</c:v>
                      </c:pt>
                      <c:pt idx="2613">
                        <c:v>1659.5160000000001</c:v>
                      </c:pt>
                      <c:pt idx="2614">
                        <c:v>1659.998</c:v>
                      </c:pt>
                      <c:pt idx="2615">
                        <c:v>1660.48</c:v>
                      </c:pt>
                      <c:pt idx="2616">
                        <c:v>1660.962</c:v>
                      </c:pt>
                      <c:pt idx="2617">
                        <c:v>1661.444</c:v>
                      </c:pt>
                      <c:pt idx="2618">
                        <c:v>1661.9259999999999</c:v>
                      </c:pt>
                      <c:pt idx="2619">
                        <c:v>1662.4079999999999</c:v>
                      </c:pt>
                      <c:pt idx="2620">
                        <c:v>1662.8910000000001</c:v>
                      </c:pt>
                      <c:pt idx="2621">
                        <c:v>1663.373</c:v>
                      </c:pt>
                      <c:pt idx="2622">
                        <c:v>1663.855</c:v>
                      </c:pt>
                      <c:pt idx="2623">
                        <c:v>1664.337</c:v>
                      </c:pt>
                      <c:pt idx="2624">
                        <c:v>1664.819</c:v>
                      </c:pt>
                      <c:pt idx="2625">
                        <c:v>1665.3009999999999</c:v>
                      </c:pt>
                      <c:pt idx="2626">
                        <c:v>1665.7829999999999</c:v>
                      </c:pt>
                      <c:pt idx="2627">
                        <c:v>1666.2650000000001</c:v>
                      </c:pt>
                      <c:pt idx="2628">
                        <c:v>1666.748</c:v>
                      </c:pt>
                      <c:pt idx="2629">
                        <c:v>1667.23</c:v>
                      </c:pt>
                      <c:pt idx="2630">
                        <c:v>1667.712</c:v>
                      </c:pt>
                      <c:pt idx="2631">
                        <c:v>1668.194</c:v>
                      </c:pt>
                      <c:pt idx="2632">
                        <c:v>1668.6759999999999</c:v>
                      </c:pt>
                      <c:pt idx="2633">
                        <c:v>1669.1579999999999</c:v>
                      </c:pt>
                      <c:pt idx="2634">
                        <c:v>1669.64</c:v>
                      </c:pt>
                      <c:pt idx="2635">
                        <c:v>1670.123</c:v>
                      </c:pt>
                      <c:pt idx="2636">
                        <c:v>1670.605</c:v>
                      </c:pt>
                      <c:pt idx="2637">
                        <c:v>1671.087</c:v>
                      </c:pt>
                      <c:pt idx="2638">
                        <c:v>1671.569</c:v>
                      </c:pt>
                      <c:pt idx="2639">
                        <c:v>1672.0509999999999</c:v>
                      </c:pt>
                      <c:pt idx="2640">
                        <c:v>1672.5329999999999</c:v>
                      </c:pt>
                      <c:pt idx="2641">
                        <c:v>1673.0150000000001</c:v>
                      </c:pt>
                      <c:pt idx="2642">
                        <c:v>1673.498</c:v>
                      </c:pt>
                      <c:pt idx="2643">
                        <c:v>1673.98</c:v>
                      </c:pt>
                      <c:pt idx="2644">
                        <c:v>1674.462</c:v>
                      </c:pt>
                      <c:pt idx="2645">
                        <c:v>1674.944</c:v>
                      </c:pt>
                      <c:pt idx="2646">
                        <c:v>1675.4259999999999</c:v>
                      </c:pt>
                      <c:pt idx="2647">
                        <c:v>1675.9079999999999</c:v>
                      </c:pt>
                      <c:pt idx="2648">
                        <c:v>1676.39</c:v>
                      </c:pt>
                      <c:pt idx="2649">
                        <c:v>1676.873</c:v>
                      </c:pt>
                      <c:pt idx="2650">
                        <c:v>1677.355</c:v>
                      </c:pt>
                      <c:pt idx="2651">
                        <c:v>1677.837</c:v>
                      </c:pt>
                      <c:pt idx="2652">
                        <c:v>1678.319</c:v>
                      </c:pt>
                      <c:pt idx="2653">
                        <c:v>1678.8009999999999</c:v>
                      </c:pt>
                      <c:pt idx="2654">
                        <c:v>1679.2829999999999</c:v>
                      </c:pt>
                      <c:pt idx="2655">
                        <c:v>1679.7650000000001</c:v>
                      </c:pt>
                      <c:pt idx="2656">
                        <c:v>1680.248</c:v>
                      </c:pt>
                      <c:pt idx="2657">
                        <c:v>1680.729</c:v>
                      </c:pt>
                      <c:pt idx="2658">
                        <c:v>1681.212</c:v>
                      </c:pt>
                      <c:pt idx="2659">
                        <c:v>1681.694</c:v>
                      </c:pt>
                      <c:pt idx="2660">
                        <c:v>1682.1759999999999</c:v>
                      </c:pt>
                      <c:pt idx="2661">
                        <c:v>1682.6579999999999</c:v>
                      </c:pt>
                      <c:pt idx="2662">
                        <c:v>1683.14</c:v>
                      </c:pt>
                      <c:pt idx="2663">
                        <c:v>1683.6220000000001</c:v>
                      </c:pt>
                      <c:pt idx="2664">
                        <c:v>1684.104</c:v>
                      </c:pt>
                      <c:pt idx="2665">
                        <c:v>1684.587</c:v>
                      </c:pt>
                      <c:pt idx="2666">
                        <c:v>1685.069</c:v>
                      </c:pt>
                      <c:pt idx="2667">
                        <c:v>1685.5509999999999</c:v>
                      </c:pt>
                      <c:pt idx="2668">
                        <c:v>1686.0329999999999</c:v>
                      </c:pt>
                      <c:pt idx="2669">
                        <c:v>1686.5150000000001</c:v>
                      </c:pt>
                      <c:pt idx="2670">
                        <c:v>1686.9970000000001</c:v>
                      </c:pt>
                      <c:pt idx="2671">
                        <c:v>1687.479</c:v>
                      </c:pt>
                      <c:pt idx="2672">
                        <c:v>1687.962</c:v>
                      </c:pt>
                      <c:pt idx="2673">
                        <c:v>1688.444</c:v>
                      </c:pt>
                      <c:pt idx="2674">
                        <c:v>1688.9259999999999</c:v>
                      </c:pt>
                      <c:pt idx="2675">
                        <c:v>1689.4079999999999</c:v>
                      </c:pt>
                      <c:pt idx="2676">
                        <c:v>1689.89</c:v>
                      </c:pt>
                      <c:pt idx="2677">
                        <c:v>1690.3720000000001</c:v>
                      </c:pt>
                      <c:pt idx="2678">
                        <c:v>1690.854</c:v>
                      </c:pt>
                      <c:pt idx="2679">
                        <c:v>1691.337</c:v>
                      </c:pt>
                      <c:pt idx="2680">
                        <c:v>1691.819</c:v>
                      </c:pt>
                      <c:pt idx="2681">
                        <c:v>1692.3009999999999</c:v>
                      </c:pt>
                      <c:pt idx="2682">
                        <c:v>1692.7829999999999</c:v>
                      </c:pt>
                      <c:pt idx="2683">
                        <c:v>1693.2650000000001</c:v>
                      </c:pt>
                      <c:pt idx="2684">
                        <c:v>1693.7470000000001</c:v>
                      </c:pt>
                      <c:pt idx="2685">
                        <c:v>1694.229</c:v>
                      </c:pt>
                      <c:pt idx="2686">
                        <c:v>1694.712</c:v>
                      </c:pt>
                      <c:pt idx="2687">
                        <c:v>1695.194</c:v>
                      </c:pt>
                      <c:pt idx="2688">
                        <c:v>1695.6759999999999</c:v>
                      </c:pt>
                      <c:pt idx="2689">
                        <c:v>1696.1579999999999</c:v>
                      </c:pt>
                      <c:pt idx="2690">
                        <c:v>1696.64</c:v>
                      </c:pt>
                      <c:pt idx="2691">
                        <c:v>1697.1220000000001</c:v>
                      </c:pt>
                      <c:pt idx="2692">
                        <c:v>1697.604</c:v>
                      </c:pt>
                      <c:pt idx="2693">
                        <c:v>1698.086</c:v>
                      </c:pt>
                      <c:pt idx="2694">
                        <c:v>1698.569</c:v>
                      </c:pt>
                      <c:pt idx="2695">
                        <c:v>1699.0509999999999</c:v>
                      </c:pt>
                      <c:pt idx="2696">
                        <c:v>1699.5329999999999</c:v>
                      </c:pt>
                      <c:pt idx="2697">
                        <c:v>1700.0150000000001</c:v>
                      </c:pt>
                      <c:pt idx="2698">
                        <c:v>1700.4970000000001</c:v>
                      </c:pt>
                      <c:pt idx="2699">
                        <c:v>1700.979</c:v>
                      </c:pt>
                      <c:pt idx="2700">
                        <c:v>1701.461</c:v>
                      </c:pt>
                      <c:pt idx="2701">
                        <c:v>1701.944</c:v>
                      </c:pt>
                      <c:pt idx="2702">
                        <c:v>1702.4259999999999</c:v>
                      </c:pt>
                      <c:pt idx="2703">
                        <c:v>1702.9079999999999</c:v>
                      </c:pt>
                      <c:pt idx="2704">
                        <c:v>1703.39</c:v>
                      </c:pt>
                      <c:pt idx="2705">
                        <c:v>1703.8720000000001</c:v>
                      </c:pt>
                      <c:pt idx="2706">
                        <c:v>1704.354</c:v>
                      </c:pt>
                      <c:pt idx="2707">
                        <c:v>1704.836</c:v>
                      </c:pt>
                      <c:pt idx="2708">
                        <c:v>1705.319</c:v>
                      </c:pt>
                      <c:pt idx="2709">
                        <c:v>1705.8009999999999</c:v>
                      </c:pt>
                      <c:pt idx="2710">
                        <c:v>1706.2829999999999</c:v>
                      </c:pt>
                      <c:pt idx="2711">
                        <c:v>1706.7650000000001</c:v>
                      </c:pt>
                      <c:pt idx="2712">
                        <c:v>1707.2470000000001</c:v>
                      </c:pt>
                      <c:pt idx="2713">
                        <c:v>1707.729</c:v>
                      </c:pt>
                      <c:pt idx="2714">
                        <c:v>1708.211</c:v>
                      </c:pt>
                      <c:pt idx="2715">
                        <c:v>1708.694</c:v>
                      </c:pt>
                      <c:pt idx="2716">
                        <c:v>1709.1759999999999</c:v>
                      </c:pt>
                      <c:pt idx="2717">
                        <c:v>1709.6579999999999</c:v>
                      </c:pt>
                      <c:pt idx="2718">
                        <c:v>1710.14</c:v>
                      </c:pt>
                      <c:pt idx="2719">
                        <c:v>1710.6220000000001</c:v>
                      </c:pt>
                      <c:pt idx="2720">
                        <c:v>1711.104</c:v>
                      </c:pt>
                      <c:pt idx="2721">
                        <c:v>1711.586</c:v>
                      </c:pt>
                      <c:pt idx="2722">
                        <c:v>1712.069</c:v>
                      </c:pt>
                      <c:pt idx="2723">
                        <c:v>1712.5509999999999</c:v>
                      </c:pt>
                      <c:pt idx="2724">
                        <c:v>1713.0329999999999</c:v>
                      </c:pt>
                      <c:pt idx="2725">
                        <c:v>1713.5150000000001</c:v>
                      </c:pt>
                      <c:pt idx="2726">
                        <c:v>1713.9970000000001</c:v>
                      </c:pt>
                      <c:pt idx="2727">
                        <c:v>1714.479</c:v>
                      </c:pt>
                      <c:pt idx="2728">
                        <c:v>1714.961</c:v>
                      </c:pt>
                      <c:pt idx="2729">
                        <c:v>1715.443</c:v>
                      </c:pt>
                      <c:pt idx="2730">
                        <c:v>1715.9259999999999</c:v>
                      </c:pt>
                      <c:pt idx="2731">
                        <c:v>1716.4079999999999</c:v>
                      </c:pt>
                      <c:pt idx="2732">
                        <c:v>1716.89</c:v>
                      </c:pt>
                      <c:pt idx="2733">
                        <c:v>1717.3720000000001</c:v>
                      </c:pt>
                      <c:pt idx="2734">
                        <c:v>1717.854</c:v>
                      </c:pt>
                      <c:pt idx="2735">
                        <c:v>1718.336</c:v>
                      </c:pt>
                      <c:pt idx="2736">
                        <c:v>1718.818</c:v>
                      </c:pt>
                      <c:pt idx="2737">
                        <c:v>1719.3009999999999</c:v>
                      </c:pt>
                      <c:pt idx="2738">
                        <c:v>1719.7829999999999</c:v>
                      </c:pt>
                      <c:pt idx="2739">
                        <c:v>1720.2650000000001</c:v>
                      </c:pt>
                      <c:pt idx="2740">
                        <c:v>1720.7470000000001</c:v>
                      </c:pt>
                      <c:pt idx="2741">
                        <c:v>1721.229</c:v>
                      </c:pt>
                      <c:pt idx="2742">
                        <c:v>1721.711</c:v>
                      </c:pt>
                      <c:pt idx="2743">
                        <c:v>1722.193</c:v>
                      </c:pt>
                      <c:pt idx="2744">
                        <c:v>1722.6759999999999</c:v>
                      </c:pt>
                      <c:pt idx="2745">
                        <c:v>1723.1579999999999</c:v>
                      </c:pt>
                      <c:pt idx="2746">
                        <c:v>1723.64</c:v>
                      </c:pt>
                      <c:pt idx="2747">
                        <c:v>1724.1220000000001</c:v>
                      </c:pt>
                      <c:pt idx="2748">
                        <c:v>1724.604</c:v>
                      </c:pt>
                      <c:pt idx="2749">
                        <c:v>1725.086</c:v>
                      </c:pt>
                      <c:pt idx="2750">
                        <c:v>1725.568</c:v>
                      </c:pt>
                      <c:pt idx="2751">
                        <c:v>1726.0509999999999</c:v>
                      </c:pt>
                      <c:pt idx="2752">
                        <c:v>1726.5329999999999</c:v>
                      </c:pt>
                      <c:pt idx="2753">
                        <c:v>1727.0150000000001</c:v>
                      </c:pt>
                      <c:pt idx="2754">
                        <c:v>1727.4970000000001</c:v>
                      </c:pt>
                      <c:pt idx="2755">
                        <c:v>1727.979</c:v>
                      </c:pt>
                      <c:pt idx="2756">
                        <c:v>1728.461</c:v>
                      </c:pt>
                      <c:pt idx="2757">
                        <c:v>1728.943</c:v>
                      </c:pt>
                      <c:pt idx="2758">
                        <c:v>1729.4259999999999</c:v>
                      </c:pt>
                      <c:pt idx="2759">
                        <c:v>1729.9069999999999</c:v>
                      </c:pt>
                      <c:pt idx="2760">
                        <c:v>1730.39</c:v>
                      </c:pt>
                      <c:pt idx="2761">
                        <c:v>1730.8720000000001</c:v>
                      </c:pt>
                      <c:pt idx="2762">
                        <c:v>1731.354</c:v>
                      </c:pt>
                      <c:pt idx="2763">
                        <c:v>1731.836</c:v>
                      </c:pt>
                      <c:pt idx="2764">
                        <c:v>1732.318</c:v>
                      </c:pt>
                      <c:pt idx="2765">
                        <c:v>1732.8</c:v>
                      </c:pt>
                      <c:pt idx="2766">
                        <c:v>1733.2819999999999</c:v>
                      </c:pt>
                      <c:pt idx="2767">
                        <c:v>1733.7650000000001</c:v>
                      </c:pt>
                      <c:pt idx="2768">
                        <c:v>1734.2470000000001</c:v>
                      </c:pt>
                      <c:pt idx="2769">
                        <c:v>1734.729</c:v>
                      </c:pt>
                      <c:pt idx="2770">
                        <c:v>1735.211</c:v>
                      </c:pt>
                      <c:pt idx="2771">
                        <c:v>1735.693</c:v>
                      </c:pt>
                      <c:pt idx="2772">
                        <c:v>1736.175</c:v>
                      </c:pt>
                      <c:pt idx="2773">
                        <c:v>1736.6569999999999</c:v>
                      </c:pt>
                      <c:pt idx="2774">
                        <c:v>1737.14</c:v>
                      </c:pt>
                      <c:pt idx="2775">
                        <c:v>1737.6220000000001</c:v>
                      </c:pt>
                      <c:pt idx="2776">
                        <c:v>1738.104</c:v>
                      </c:pt>
                      <c:pt idx="2777">
                        <c:v>1738.586</c:v>
                      </c:pt>
                      <c:pt idx="2778">
                        <c:v>1739.068</c:v>
                      </c:pt>
                      <c:pt idx="2779">
                        <c:v>1739.55</c:v>
                      </c:pt>
                      <c:pt idx="2780">
                        <c:v>1740.0319999999999</c:v>
                      </c:pt>
                      <c:pt idx="2781">
                        <c:v>1740.5150000000001</c:v>
                      </c:pt>
                      <c:pt idx="2782">
                        <c:v>1740.9970000000001</c:v>
                      </c:pt>
                      <c:pt idx="2783">
                        <c:v>1741.479</c:v>
                      </c:pt>
                      <c:pt idx="2784">
                        <c:v>1741.961</c:v>
                      </c:pt>
                      <c:pt idx="2785">
                        <c:v>1742.443</c:v>
                      </c:pt>
                      <c:pt idx="2786">
                        <c:v>1742.925</c:v>
                      </c:pt>
                      <c:pt idx="2787">
                        <c:v>1743.4069999999999</c:v>
                      </c:pt>
                      <c:pt idx="2788">
                        <c:v>1743.89</c:v>
                      </c:pt>
                      <c:pt idx="2789">
                        <c:v>1744.3720000000001</c:v>
                      </c:pt>
                      <c:pt idx="2790">
                        <c:v>1744.854</c:v>
                      </c:pt>
                      <c:pt idx="2791">
                        <c:v>1745.336</c:v>
                      </c:pt>
                      <c:pt idx="2792">
                        <c:v>1745.818</c:v>
                      </c:pt>
                      <c:pt idx="2793">
                        <c:v>1746.3</c:v>
                      </c:pt>
                      <c:pt idx="2794">
                        <c:v>1746.7819999999999</c:v>
                      </c:pt>
                      <c:pt idx="2795">
                        <c:v>1747.2639999999999</c:v>
                      </c:pt>
                      <c:pt idx="2796">
                        <c:v>1747.7470000000001</c:v>
                      </c:pt>
                      <c:pt idx="2797">
                        <c:v>1748.229</c:v>
                      </c:pt>
                      <c:pt idx="2798">
                        <c:v>1748.711</c:v>
                      </c:pt>
                      <c:pt idx="2799">
                        <c:v>1749.193</c:v>
                      </c:pt>
                      <c:pt idx="2800">
                        <c:v>1749.675</c:v>
                      </c:pt>
                      <c:pt idx="2801">
                        <c:v>1750.1569999999999</c:v>
                      </c:pt>
                      <c:pt idx="2802">
                        <c:v>1750.6389999999999</c:v>
                      </c:pt>
                      <c:pt idx="2803">
                        <c:v>1751.1220000000001</c:v>
                      </c:pt>
                      <c:pt idx="2804">
                        <c:v>1751.604</c:v>
                      </c:pt>
                      <c:pt idx="2805">
                        <c:v>1752.086</c:v>
                      </c:pt>
                      <c:pt idx="2806">
                        <c:v>1752.568</c:v>
                      </c:pt>
                      <c:pt idx="2807">
                        <c:v>1753.05</c:v>
                      </c:pt>
                      <c:pt idx="2808">
                        <c:v>1753.5319999999999</c:v>
                      </c:pt>
                      <c:pt idx="2809">
                        <c:v>1754.0139999999999</c:v>
                      </c:pt>
                      <c:pt idx="2810">
                        <c:v>1754.4970000000001</c:v>
                      </c:pt>
                      <c:pt idx="2811">
                        <c:v>1754.979</c:v>
                      </c:pt>
                      <c:pt idx="2812">
                        <c:v>1755.461</c:v>
                      </c:pt>
                      <c:pt idx="2813">
                        <c:v>1755.943</c:v>
                      </c:pt>
                      <c:pt idx="2814">
                        <c:v>1756.425</c:v>
                      </c:pt>
                      <c:pt idx="2815">
                        <c:v>1756.9069999999999</c:v>
                      </c:pt>
                      <c:pt idx="2816">
                        <c:v>1757.3889999999999</c:v>
                      </c:pt>
                      <c:pt idx="2817">
                        <c:v>1757.8720000000001</c:v>
                      </c:pt>
                      <c:pt idx="2818">
                        <c:v>1758.354</c:v>
                      </c:pt>
                      <c:pt idx="2819">
                        <c:v>1758.836</c:v>
                      </c:pt>
                      <c:pt idx="2820">
                        <c:v>1759.318</c:v>
                      </c:pt>
                      <c:pt idx="2821">
                        <c:v>1759.8</c:v>
                      </c:pt>
                      <c:pt idx="2822">
                        <c:v>1760.2819999999999</c:v>
                      </c:pt>
                      <c:pt idx="2823">
                        <c:v>1760.7639999999999</c:v>
                      </c:pt>
                      <c:pt idx="2824">
                        <c:v>1761.2470000000001</c:v>
                      </c:pt>
                      <c:pt idx="2825">
                        <c:v>1761.729</c:v>
                      </c:pt>
                      <c:pt idx="2826">
                        <c:v>1762.211</c:v>
                      </c:pt>
                      <c:pt idx="2827">
                        <c:v>1762.693</c:v>
                      </c:pt>
                      <c:pt idx="2828">
                        <c:v>1763.175</c:v>
                      </c:pt>
                      <c:pt idx="2829">
                        <c:v>1763.6569999999999</c:v>
                      </c:pt>
                      <c:pt idx="2830">
                        <c:v>1764.1389999999999</c:v>
                      </c:pt>
                      <c:pt idx="2831">
                        <c:v>1764.6210000000001</c:v>
                      </c:pt>
                      <c:pt idx="2832">
                        <c:v>1765.104</c:v>
                      </c:pt>
                      <c:pt idx="2833">
                        <c:v>1765.586</c:v>
                      </c:pt>
                      <c:pt idx="2834">
                        <c:v>1766.068</c:v>
                      </c:pt>
                      <c:pt idx="2835">
                        <c:v>1766.55</c:v>
                      </c:pt>
                      <c:pt idx="2836">
                        <c:v>1767.0319999999999</c:v>
                      </c:pt>
                      <c:pt idx="2837">
                        <c:v>1767.5139999999999</c:v>
                      </c:pt>
                      <c:pt idx="2838">
                        <c:v>1767.9960000000001</c:v>
                      </c:pt>
                      <c:pt idx="2839">
                        <c:v>1768.479</c:v>
                      </c:pt>
                      <c:pt idx="2840">
                        <c:v>1768.961</c:v>
                      </c:pt>
                      <c:pt idx="2841">
                        <c:v>1769.443</c:v>
                      </c:pt>
                      <c:pt idx="2842">
                        <c:v>1769.925</c:v>
                      </c:pt>
                      <c:pt idx="2843">
                        <c:v>1770.4069999999999</c:v>
                      </c:pt>
                      <c:pt idx="2844">
                        <c:v>1770.8889999999999</c:v>
                      </c:pt>
                      <c:pt idx="2845">
                        <c:v>1771.3710000000001</c:v>
                      </c:pt>
                      <c:pt idx="2846">
                        <c:v>1771.854</c:v>
                      </c:pt>
                      <c:pt idx="2847">
                        <c:v>1772.336</c:v>
                      </c:pt>
                      <c:pt idx="2848">
                        <c:v>1772.818</c:v>
                      </c:pt>
                      <c:pt idx="2849">
                        <c:v>1773.3</c:v>
                      </c:pt>
                      <c:pt idx="2850">
                        <c:v>1773.7819999999999</c:v>
                      </c:pt>
                      <c:pt idx="2851">
                        <c:v>1774.2639999999999</c:v>
                      </c:pt>
                      <c:pt idx="2852">
                        <c:v>1774.7460000000001</c:v>
                      </c:pt>
                      <c:pt idx="2853">
                        <c:v>1775.229</c:v>
                      </c:pt>
                      <c:pt idx="2854">
                        <c:v>1775.711</c:v>
                      </c:pt>
                      <c:pt idx="2855">
                        <c:v>1776.193</c:v>
                      </c:pt>
                      <c:pt idx="2856">
                        <c:v>1776.675</c:v>
                      </c:pt>
                      <c:pt idx="2857">
                        <c:v>1777.1569999999999</c:v>
                      </c:pt>
                      <c:pt idx="2858">
                        <c:v>1777.6389999999999</c:v>
                      </c:pt>
                      <c:pt idx="2859">
                        <c:v>1778.1210000000001</c:v>
                      </c:pt>
                      <c:pt idx="2860">
                        <c:v>1778.604</c:v>
                      </c:pt>
                      <c:pt idx="2861">
                        <c:v>1779.085</c:v>
                      </c:pt>
                      <c:pt idx="2862">
                        <c:v>1779.568</c:v>
                      </c:pt>
                      <c:pt idx="2863">
                        <c:v>1780.05</c:v>
                      </c:pt>
                      <c:pt idx="2864">
                        <c:v>1780.5319999999999</c:v>
                      </c:pt>
                      <c:pt idx="2865">
                        <c:v>1781.0139999999999</c:v>
                      </c:pt>
                      <c:pt idx="2866">
                        <c:v>1781.4960000000001</c:v>
                      </c:pt>
                      <c:pt idx="2867">
                        <c:v>1781.9780000000001</c:v>
                      </c:pt>
                      <c:pt idx="2868">
                        <c:v>1782.46</c:v>
                      </c:pt>
                      <c:pt idx="2869">
                        <c:v>1782.943</c:v>
                      </c:pt>
                      <c:pt idx="2870">
                        <c:v>1783.425</c:v>
                      </c:pt>
                      <c:pt idx="2871">
                        <c:v>1783.9069999999999</c:v>
                      </c:pt>
                      <c:pt idx="2872">
                        <c:v>1784.3889999999999</c:v>
                      </c:pt>
                      <c:pt idx="2873">
                        <c:v>1784.8710000000001</c:v>
                      </c:pt>
                      <c:pt idx="2874">
                        <c:v>1785.3530000000001</c:v>
                      </c:pt>
                      <c:pt idx="2875">
                        <c:v>1785.835</c:v>
                      </c:pt>
                      <c:pt idx="2876">
                        <c:v>1786.318</c:v>
                      </c:pt>
                      <c:pt idx="2877">
                        <c:v>1786.8</c:v>
                      </c:pt>
                      <c:pt idx="2878">
                        <c:v>1787.2819999999999</c:v>
                      </c:pt>
                      <c:pt idx="2879">
                        <c:v>1787.7639999999999</c:v>
                      </c:pt>
                      <c:pt idx="2880">
                        <c:v>1788.2460000000001</c:v>
                      </c:pt>
                      <c:pt idx="2881">
                        <c:v>1788.7280000000001</c:v>
                      </c:pt>
                      <c:pt idx="2882">
                        <c:v>1789.21</c:v>
                      </c:pt>
                      <c:pt idx="2883">
                        <c:v>1789.693</c:v>
                      </c:pt>
                      <c:pt idx="2884">
                        <c:v>1790.175</c:v>
                      </c:pt>
                      <c:pt idx="2885">
                        <c:v>1790.6569999999999</c:v>
                      </c:pt>
                      <c:pt idx="2886">
                        <c:v>1791.1389999999999</c:v>
                      </c:pt>
                      <c:pt idx="2887">
                        <c:v>1791.6210000000001</c:v>
                      </c:pt>
                      <c:pt idx="2888">
                        <c:v>1792.1030000000001</c:v>
                      </c:pt>
                      <c:pt idx="2889">
                        <c:v>1792.585</c:v>
                      </c:pt>
                      <c:pt idx="2890">
                        <c:v>1793.067</c:v>
                      </c:pt>
                      <c:pt idx="2891">
                        <c:v>1793.55</c:v>
                      </c:pt>
                      <c:pt idx="2892">
                        <c:v>1794.0319999999999</c:v>
                      </c:pt>
                      <c:pt idx="2893">
                        <c:v>1794.5139999999999</c:v>
                      </c:pt>
                      <c:pt idx="2894">
                        <c:v>1794.9960000000001</c:v>
                      </c:pt>
                      <c:pt idx="2895">
                        <c:v>1795.4780000000001</c:v>
                      </c:pt>
                      <c:pt idx="2896">
                        <c:v>1795.96</c:v>
                      </c:pt>
                      <c:pt idx="2897">
                        <c:v>1796.442</c:v>
                      </c:pt>
                      <c:pt idx="2898">
                        <c:v>1796.925</c:v>
                      </c:pt>
                      <c:pt idx="2899">
                        <c:v>1797.4069999999999</c:v>
                      </c:pt>
                      <c:pt idx="2900">
                        <c:v>1797.8889999999999</c:v>
                      </c:pt>
                      <c:pt idx="2901">
                        <c:v>1798.3710000000001</c:v>
                      </c:pt>
                      <c:pt idx="2902">
                        <c:v>1798.8530000000001</c:v>
                      </c:pt>
                      <c:pt idx="2903">
                        <c:v>1799.335</c:v>
                      </c:pt>
                      <c:pt idx="2904">
                        <c:v>1799.817</c:v>
                      </c:pt>
                      <c:pt idx="2905">
                        <c:v>1800.3</c:v>
                      </c:pt>
                      <c:pt idx="2906">
                        <c:v>1800.7819999999999</c:v>
                      </c:pt>
                      <c:pt idx="2907">
                        <c:v>1801.2639999999999</c:v>
                      </c:pt>
                      <c:pt idx="2908">
                        <c:v>1801.7460000000001</c:v>
                      </c:pt>
                      <c:pt idx="2909">
                        <c:v>1802.2280000000001</c:v>
                      </c:pt>
                      <c:pt idx="2910">
                        <c:v>1802.71</c:v>
                      </c:pt>
                      <c:pt idx="2911">
                        <c:v>1803.192</c:v>
                      </c:pt>
                      <c:pt idx="2912">
                        <c:v>1803.675</c:v>
                      </c:pt>
                      <c:pt idx="2913">
                        <c:v>1804.1569999999999</c:v>
                      </c:pt>
                      <c:pt idx="2914">
                        <c:v>1804.6389999999999</c:v>
                      </c:pt>
                      <c:pt idx="2915">
                        <c:v>1805.1210000000001</c:v>
                      </c:pt>
                      <c:pt idx="2916">
                        <c:v>1805.6030000000001</c:v>
                      </c:pt>
                      <c:pt idx="2917">
                        <c:v>1806.085</c:v>
                      </c:pt>
                      <c:pt idx="2918">
                        <c:v>1806.567</c:v>
                      </c:pt>
                      <c:pt idx="2919">
                        <c:v>1807.05</c:v>
                      </c:pt>
                      <c:pt idx="2920">
                        <c:v>1807.5309999999999</c:v>
                      </c:pt>
                      <c:pt idx="2921">
                        <c:v>1808.0139999999999</c:v>
                      </c:pt>
                      <c:pt idx="2922">
                        <c:v>1808.4960000000001</c:v>
                      </c:pt>
                      <c:pt idx="2923">
                        <c:v>1808.9780000000001</c:v>
                      </c:pt>
                      <c:pt idx="2924">
                        <c:v>1809.46</c:v>
                      </c:pt>
                      <c:pt idx="2925">
                        <c:v>1809.942</c:v>
                      </c:pt>
                      <c:pt idx="2926">
                        <c:v>1810.424</c:v>
                      </c:pt>
                      <c:pt idx="2927">
                        <c:v>1810.9059999999999</c:v>
                      </c:pt>
                      <c:pt idx="2928">
                        <c:v>1811.3889999999999</c:v>
                      </c:pt>
                      <c:pt idx="2929">
                        <c:v>1811.8710000000001</c:v>
                      </c:pt>
                      <c:pt idx="2930">
                        <c:v>1812.3530000000001</c:v>
                      </c:pt>
                      <c:pt idx="2931">
                        <c:v>1812.835</c:v>
                      </c:pt>
                      <c:pt idx="2932">
                        <c:v>1813.317</c:v>
                      </c:pt>
                      <c:pt idx="2933">
                        <c:v>1813.799</c:v>
                      </c:pt>
                      <c:pt idx="2934">
                        <c:v>1814.2809999999999</c:v>
                      </c:pt>
                      <c:pt idx="2935">
                        <c:v>1814.7639999999999</c:v>
                      </c:pt>
                      <c:pt idx="2936">
                        <c:v>1815.2460000000001</c:v>
                      </c:pt>
                      <c:pt idx="2937">
                        <c:v>1815.7280000000001</c:v>
                      </c:pt>
                      <c:pt idx="2938">
                        <c:v>1816.21</c:v>
                      </c:pt>
                      <c:pt idx="2939">
                        <c:v>1816.692</c:v>
                      </c:pt>
                      <c:pt idx="2940">
                        <c:v>1817.174</c:v>
                      </c:pt>
                      <c:pt idx="2941">
                        <c:v>1817.6559999999999</c:v>
                      </c:pt>
                      <c:pt idx="2942">
                        <c:v>1818.1389999999999</c:v>
                      </c:pt>
                      <c:pt idx="2943">
                        <c:v>1818.6210000000001</c:v>
                      </c:pt>
                      <c:pt idx="2944">
                        <c:v>1819.1030000000001</c:v>
                      </c:pt>
                      <c:pt idx="2945">
                        <c:v>1819.585</c:v>
                      </c:pt>
                      <c:pt idx="2946">
                        <c:v>1820.067</c:v>
                      </c:pt>
                      <c:pt idx="2947">
                        <c:v>1820.549</c:v>
                      </c:pt>
                      <c:pt idx="2948">
                        <c:v>1821.0309999999999</c:v>
                      </c:pt>
                      <c:pt idx="2949">
                        <c:v>1821.5139999999999</c:v>
                      </c:pt>
                      <c:pt idx="2950">
                        <c:v>1821.9960000000001</c:v>
                      </c:pt>
                      <c:pt idx="2951">
                        <c:v>1822.4780000000001</c:v>
                      </c:pt>
                      <c:pt idx="2952">
                        <c:v>1822.96</c:v>
                      </c:pt>
                      <c:pt idx="2953">
                        <c:v>1823.442</c:v>
                      </c:pt>
                      <c:pt idx="2954">
                        <c:v>1823.924</c:v>
                      </c:pt>
                      <c:pt idx="2955">
                        <c:v>1824.4059999999999</c:v>
                      </c:pt>
                      <c:pt idx="2956">
                        <c:v>1824.8879999999999</c:v>
                      </c:pt>
                      <c:pt idx="2957">
                        <c:v>1825.3710000000001</c:v>
                      </c:pt>
                      <c:pt idx="2958">
                        <c:v>1825.8530000000001</c:v>
                      </c:pt>
                      <c:pt idx="2959">
                        <c:v>1826.335</c:v>
                      </c:pt>
                      <c:pt idx="2960">
                        <c:v>1826.817</c:v>
                      </c:pt>
                      <c:pt idx="2961">
                        <c:v>1827.299</c:v>
                      </c:pt>
                      <c:pt idx="2962">
                        <c:v>1827.7809999999999</c:v>
                      </c:pt>
                      <c:pt idx="2963">
                        <c:v>1828.2629999999999</c:v>
                      </c:pt>
                      <c:pt idx="2964">
                        <c:v>1828.7460000000001</c:v>
                      </c:pt>
                      <c:pt idx="2965">
                        <c:v>1829.2280000000001</c:v>
                      </c:pt>
                      <c:pt idx="2966">
                        <c:v>1829.71</c:v>
                      </c:pt>
                      <c:pt idx="2967">
                        <c:v>1830.192</c:v>
                      </c:pt>
                      <c:pt idx="2968">
                        <c:v>1830.674</c:v>
                      </c:pt>
                      <c:pt idx="2969">
                        <c:v>1831.1559999999999</c:v>
                      </c:pt>
                      <c:pt idx="2970">
                        <c:v>1831.6379999999999</c:v>
                      </c:pt>
                      <c:pt idx="2971">
                        <c:v>1832.1210000000001</c:v>
                      </c:pt>
                      <c:pt idx="2972">
                        <c:v>1832.6030000000001</c:v>
                      </c:pt>
                      <c:pt idx="2973">
                        <c:v>1833.085</c:v>
                      </c:pt>
                      <c:pt idx="2974">
                        <c:v>1833.567</c:v>
                      </c:pt>
                      <c:pt idx="2975">
                        <c:v>1834.049</c:v>
                      </c:pt>
                      <c:pt idx="2976">
                        <c:v>1834.5309999999999</c:v>
                      </c:pt>
                      <c:pt idx="2977">
                        <c:v>1835.0129999999999</c:v>
                      </c:pt>
                      <c:pt idx="2978">
                        <c:v>1835.4960000000001</c:v>
                      </c:pt>
                      <c:pt idx="2979">
                        <c:v>1835.9780000000001</c:v>
                      </c:pt>
                      <c:pt idx="2980">
                        <c:v>1836.46</c:v>
                      </c:pt>
                      <c:pt idx="2981">
                        <c:v>1836.942</c:v>
                      </c:pt>
                      <c:pt idx="2982">
                        <c:v>1837.424</c:v>
                      </c:pt>
                      <c:pt idx="2983">
                        <c:v>1837.9059999999999</c:v>
                      </c:pt>
                      <c:pt idx="2984">
                        <c:v>1838.3879999999999</c:v>
                      </c:pt>
                      <c:pt idx="2985">
                        <c:v>1838.8710000000001</c:v>
                      </c:pt>
                      <c:pt idx="2986">
                        <c:v>1839.3530000000001</c:v>
                      </c:pt>
                      <c:pt idx="2987">
                        <c:v>1839.835</c:v>
                      </c:pt>
                      <c:pt idx="2988">
                        <c:v>1840.317</c:v>
                      </c:pt>
                      <c:pt idx="2989">
                        <c:v>1840.799</c:v>
                      </c:pt>
                      <c:pt idx="2990">
                        <c:v>1841.2809999999999</c:v>
                      </c:pt>
                      <c:pt idx="2991">
                        <c:v>1841.7629999999999</c:v>
                      </c:pt>
                      <c:pt idx="2992">
                        <c:v>1842.2449999999999</c:v>
                      </c:pt>
                      <c:pt idx="2993">
                        <c:v>1842.7280000000001</c:v>
                      </c:pt>
                      <c:pt idx="2994">
                        <c:v>1843.21</c:v>
                      </c:pt>
                      <c:pt idx="2995">
                        <c:v>1843.692</c:v>
                      </c:pt>
                      <c:pt idx="2996">
                        <c:v>1844.174</c:v>
                      </c:pt>
                      <c:pt idx="2997">
                        <c:v>1844.6559999999999</c:v>
                      </c:pt>
                      <c:pt idx="2998">
                        <c:v>1845.1379999999999</c:v>
                      </c:pt>
                      <c:pt idx="2999">
                        <c:v>1845.62</c:v>
                      </c:pt>
                      <c:pt idx="3000">
                        <c:v>1846.1030000000001</c:v>
                      </c:pt>
                      <c:pt idx="3001">
                        <c:v>1846.585</c:v>
                      </c:pt>
                      <c:pt idx="3002">
                        <c:v>1847.067</c:v>
                      </c:pt>
                      <c:pt idx="3003">
                        <c:v>1847.549</c:v>
                      </c:pt>
                      <c:pt idx="3004">
                        <c:v>1848.0309999999999</c:v>
                      </c:pt>
                      <c:pt idx="3005">
                        <c:v>1848.5129999999999</c:v>
                      </c:pt>
                      <c:pt idx="3006">
                        <c:v>1848.9949999999999</c:v>
                      </c:pt>
                      <c:pt idx="3007">
                        <c:v>1849.4780000000001</c:v>
                      </c:pt>
                      <c:pt idx="3008">
                        <c:v>1849.96</c:v>
                      </c:pt>
                      <c:pt idx="3009">
                        <c:v>1850.442</c:v>
                      </c:pt>
                      <c:pt idx="3010">
                        <c:v>1850.924</c:v>
                      </c:pt>
                      <c:pt idx="3011">
                        <c:v>1851.4059999999999</c:v>
                      </c:pt>
                      <c:pt idx="3012">
                        <c:v>1851.8879999999999</c:v>
                      </c:pt>
                      <c:pt idx="3013">
                        <c:v>1852.37</c:v>
                      </c:pt>
                      <c:pt idx="3014">
                        <c:v>1852.8530000000001</c:v>
                      </c:pt>
                      <c:pt idx="3015">
                        <c:v>1853.335</c:v>
                      </c:pt>
                      <c:pt idx="3016">
                        <c:v>1853.817</c:v>
                      </c:pt>
                      <c:pt idx="3017">
                        <c:v>1854.299</c:v>
                      </c:pt>
                      <c:pt idx="3018">
                        <c:v>1854.7809999999999</c:v>
                      </c:pt>
                      <c:pt idx="3019">
                        <c:v>1855.2629999999999</c:v>
                      </c:pt>
                      <c:pt idx="3020">
                        <c:v>1855.7449999999999</c:v>
                      </c:pt>
                      <c:pt idx="3021">
                        <c:v>1856.2280000000001</c:v>
                      </c:pt>
                      <c:pt idx="3022">
                        <c:v>1856.7090000000001</c:v>
                      </c:pt>
                      <c:pt idx="3023">
                        <c:v>1857.192</c:v>
                      </c:pt>
                      <c:pt idx="3024">
                        <c:v>1857.674</c:v>
                      </c:pt>
                      <c:pt idx="3025">
                        <c:v>1858.1559999999999</c:v>
                      </c:pt>
                      <c:pt idx="3026">
                        <c:v>1858.6379999999999</c:v>
                      </c:pt>
                      <c:pt idx="3027">
                        <c:v>1859.12</c:v>
                      </c:pt>
                      <c:pt idx="3028">
                        <c:v>1859.6020000000001</c:v>
                      </c:pt>
                      <c:pt idx="3029">
                        <c:v>1860.0840000000001</c:v>
                      </c:pt>
                      <c:pt idx="3030">
                        <c:v>1860.567</c:v>
                      </c:pt>
                      <c:pt idx="3031">
                        <c:v>1861.049</c:v>
                      </c:pt>
                      <c:pt idx="3032">
                        <c:v>1861.5309999999999</c:v>
                      </c:pt>
                      <c:pt idx="3033">
                        <c:v>1862.0129999999999</c:v>
                      </c:pt>
                      <c:pt idx="3034">
                        <c:v>1862.4949999999999</c:v>
                      </c:pt>
                      <c:pt idx="3035">
                        <c:v>1862.9770000000001</c:v>
                      </c:pt>
                      <c:pt idx="3036">
                        <c:v>1863.4590000000001</c:v>
                      </c:pt>
                      <c:pt idx="3037">
                        <c:v>1863.942</c:v>
                      </c:pt>
                      <c:pt idx="3038">
                        <c:v>1864.424</c:v>
                      </c:pt>
                      <c:pt idx="3039">
                        <c:v>1864.9059999999999</c:v>
                      </c:pt>
                      <c:pt idx="3040">
                        <c:v>1865.3879999999999</c:v>
                      </c:pt>
                      <c:pt idx="3041">
                        <c:v>1865.87</c:v>
                      </c:pt>
                      <c:pt idx="3042">
                        <c:v>1866.3520000000001</c:v>
                      </c:pt>
                      <c:pt idx="3043">
                        <c:v>1866.8340000000001</c:v>
                      </c:pt>
                      <c:pt idx="3044">
                        <c:v>1867.317</c:v>
                      </c:pt>
                      <c:pt idx="3045">
                        <c:v>1867.799</c:v>
                      </c:pt>
                      <c:pt idx="3046">
                        <c:v>1868.2809999999999</c:v>
                      </c:pt>
                      <c:pt idx="3047">
                        <c:v>1868.7629999999999</c:v>
                      </c:pt>
                      <c:pt idx="3048">
                        <c:v>1869.2449999999999</c:v>
                      </c:pt>
                      <c:pt idx="3049">
                        <c:v>1869.7270000000001</c:v>
                      </c:pt>
                      <c:pt idx="3050">
                        <c:v>1870.2090000000001</c:v>
                      </c:pt>
                      <c:pt idx="3051">
                        <c:v>1870.692</c:v>
                      </c:pt>
                      <c:pt idx="3052">
                        <c:v>1871.174</c:v>
                      </c:pt>
                      <c:pt idx="3053">
                        <c:v>1871.6559999999999</c:v>
                      </c:pt>
                      <c:pt idx="3054">
                        <c:v>1872.1379999999999</c:v>
                      </c:pt>
                      <c:pt idx="3055">
                        <c:v>1872.62</c:v>
                      </c:pt>
                      <c:pt idx="3056">
                        <c:v>1873.1020000000001</c:v>
                      </c:pt>
                      <c:pt idx="3057">
                        <c:v>1873.5840000000001</c:v>
                      </c:pt>
                      <c:pt idx="3058">
                        <c:v>1874.066</c:v>
                      </c:pt>
                      <c:pt idx="3059">
                        <c:v>1874.549</c:v>
                      </c:pt>
                      <c:pt idx="3060">
                        <c:v>1875.0309999999999</c:v>
                      </c:pt>
                      <c:pt idx="3061">
                        <c:v>1875.5129999999999</c:v>
                      </c:pt>
                      <c:pt idx="3062">
                        <c:v>1875.9949999999999</c:v>
                      </c:pt>
                      <c:pt idx="3063">
                        <c:v>1876.4770000000001</c:v>
                      </c:pt>
                      <c:pt idx="3064">
                        <c:v>1876.9590000000001</c:v>
                      </c:pt>
                      <c:pt idx="3065">
                        <c:v>1877.441</c:v>
                      </c:pt>
                      <c:pt idx="3066">
                        <c:v>1877.924</c:v>
                      </c:pt>
                      <c:pt idx="3067">
                        <c:v>1878.4059999999999</c:v>
                      </c:pt>
                      <c:pt idx="3068">
                        <c:v>1878.8879999999999</c:v>
                      </c:pt>
                      <c:pt idx="3069">
                        <c:v>1879.37</c:v>
                      </c:pt>
                      <c:pt idx="3070">
                        <c:v>1879.8520000000001</c:v>
                      </c:pt>
                      <c:pt idx="3071">
                        <c:v>1880.3340000000001</c:v>
                      </c:pt>
                      <c:pt idx="3072">
                        <c:v>1880.816</c:v>
                      </c:pt>
                      <c:pt idx="3073">
                        <c:v>1881.299</c:v>
                      </c:pt>
                      <c:pt idx="3074">
                        <c:v>1881.7809999999999</c:v>
                      </c:pt>
                      <c:pt idx="3075">
                        <c:v>1882.2629999999999</c:v>
                      </c:pt>
                      <c:pt idx="3076">
                        <c:v>1882.7449999999999</c:v>
                      </c:pt>
                      <c:pt idx="3077">
                        <c:v>1883.2270000000001</c:v>
                      </c:pt>
                      <c:pt idx="3078">
                        <c:v>1883.7090000000001</c:v>
                      </c:pt>
                      <c:pt idx="3079">
                        <c:v>1884.191</c:v>
                      </c:pt>
                      <c:pt idx="3080">
                        <c:v>1884.674</c:v>
                      </c:pt>
                      <c:pt idx="3081">
                        <c:v>1885.1559999999999</c:v>
                      </c:pt>
                      <c:pt idx="3082">
                        <c:v>1885.6379999999999</c:v>
                      </c:pt>
                      <c:pt idx="3083">
                        <c:v>1886.12</c:v>
                      </c:pt>
                      <c:pt idx="3084">
                        <c:v>1886.6020000000001</c:v>
                      </c:pt>
                      <c:pt idx="3085">
                        <c:v>1887.0840000000001</c:v>
                      </c:pt>
                      <c:pt idx="3086">
                        <c:v>1887.566</c:v>
                      </c:pt>
                      <c:pt idx="3087">
                        <c:v>1888.049</c:v>
                      </c:pt>
                      <c:pt idx="3088">
                        <c:v>1888.5309999999999</c:v>
                      </c:pt>
                      <c:pt idx="3089">
                        <c:v>1889.0129999999999</c:v>
                      </c:pt>
                      <c:pt idx="3090">
                        <c:v>1889.4949999999999</c:v>
                      </c:pt>
                      <c:pt idx="3091">
                        <c:v>1889.9770000000001</c:v>
                      </c:pt>
                      <c:pt idx="3092">
                        <c:v>1890.4590000000001</c:v>
                      </c:pt>
                      <c:pt idx="3093">
                        <c:v>1890.941</c:v>
                      </c:pt>
                      <c:pt idx="3094">
                        <c:v>1891.423</c:v>
                      </c:pt>
                      <c:pt idx="3095">
                        <c:v>1891.9059999999999</c:v>
                      </c:pt>
                      <c:pt idx="3096">
                        <c:v>1892.3879999999999</c:v>
                      </c:pt>
                      <c:pt idx="3097">
                        <c:v>1892.87</c:v>
                      </c:pt>
                      <c:pt idx="3098">
                        <c:v>1893.3520000000001</c:v>
                      </c:pt>
                      <c:pt idx="3099">
                        <c:v>1893.8340000000001</c:v>
                      </c:pt>
                      <c:pt idx="3100">
                        <c:v>1894.316</c:v>
                      </c:pt>
                      <c:pt idx="3101">
                        <c:v>1894.798</c:v>
                      </c:pt>
                      <c:pt idx="3102">
                        <c:v>1895.2809999999999</c:v>
                      </c:pt>
                      <c:pt idx="3103">
                        <c:v>1895.7629999999999</c:v>
                      </c:pt>
                      <c:pt idx="3104">
                        <c:v>1896.2449999999999</c:v>
                      </c:pt>
                      <c:pt idx="3105">
                        <c:v>1896.7270000000001</c:v>
                      </c:pt>
                      <c:pt idx="3106">
                        <c:v>1897.2090000000001</c:v>
                      </c:pt>
                      <c:pt idx="3107">
                        <c:v>1897.691</c:v>
                      </c:pt>
                      <c:pt idx="3108">
                        <c:v>1898.173</c:v>
                      </c:pt>
                      <c:pt idx="3109">
                        <c:v>1898.6559999999999</c:v>
                      </c:pt>
                      <c:pt idx="3110">
                        <c:v>1899.1379999999999</c:v>
                      </c:pt>
                      <c:pt idx="3111">
                        <c:v>1899.62</c:v>
                      </c:pt>
                      <c:pt idx="3112">
                        <c:v>1900.1020000000001</c:v>
                      </c:pt>
                      <c:pt idx="3113">
                        <c:v>1900.5840000000001</c:v>
                      </c:pt>
                      <c:pt idx="3114">
                        <c:v>1901.066</c:v>
                      </c:pt>
                      <c:pt idx="3115">
                        <c:v>1901.548</c:v>
                      </c:pt>
                      <c:pt idx="3116">
                        <c:v>1902.0309999999999</c:v>
                      </c:pt>
                      <c:pt idx="3117">
                        <c:v>1902.5129999999999</c:v>
                      </c:pt>
                      <c:pt idx="3118">
                        <c:v>1902.9949999999999</c:v>
                      </c:pt>
                      <c:pt idx="3119">
                        <c:v>1903.4770000000001</c:v>
                      </c:pt>
                      <c:pt idx="3120">
                        <c:v>1903.9590000000001</c:v>
                      </c:pt>
                      <c:pt idx="3121">
                        <c:v>1904.441</c:v>
                      </c:pt>
                      <c:pt idx="3122">
                        <c:v>1904.923</c:v>
                      </c:pt>
                      <c:pt idx="3123">
                        <c:v>1905.4059999999999</c:v>
                      </c:pt>
                      <c:pt idx="3124">
                        <c:v>1905.8869999999999</c:v>
                      </c:pt>
                      <c:pt idx="3125">
                        <c:v>1906.37</c:v>
                      </c:pt>
                      <c:pt idx="3126">
                        <c:v>1906.8520000000001</c:v>
                      </c:pt>
                      <c:pt idx="3127">
                        <c:v>1907.3340000000001</c:v>
                      </c:pt>
                      <c:pt idx="3128">
                        <c:v>1907.816</c:v>
                      </c:pt>
                      <c:pt idx="3129">
                        <c:v>1908.298</c:v>
                      </c:pt>
                      <c:pt idx="3130">
                        <c:v>1908.78</c:v>
                      </c:pt>
                      <c:pt idx="3131">
                        <c:v>1909.2619999999999</c:v>
                      </c:pt>
                      <c:pt idx="3132">
                        <c:v>1909.7449999999999</c:v>
                      </c:pt>
                      <c:pt idx="3133">
                        <c:v>1910.2270000000001</c:v>
                      </c:pt>
                      <c:pt idx="3134">
                        <c:v>1910.7090000000001</c:v>
                      </c:pt>
                      <c:pt idx="3135">
                        <c:v>1911.191</c:v>
                      </c:pt>
                      <c:pt idx="3136">
                        <c:v>1911.673</c:v>
                      </c:pt>
                      <c:pt idx="3137">
                        <c:v>1912.155</c:v>
                      </c:pt>
                      <c:pt idx="3138">
                        <c:v>1912.6369999999999</c:v>
                      </c:pt>
                      <c:pt idx="3139">
                        <c:v>1913.12</c:v>
                      </c:pt>
                      <c:pt idx="3140">
                        <c:v>1913.6020000000001</c:v>
                      </c:pt>
                      <c:pt idx="3141">
                        <c:v>1914.0840000000001</c:v>
                      </c:pt>
                      <c:pt idx="3142">
                        <c:v>1914.566</c:v>
                      </c:pt>
                      <c:pt idx="3143">
                        <c:v>1915.048</c:v>
                      </c:pt>
                      <c:pt idx="3144">
                        <c:v>1915.53</c:v>
                      </c:pt>
                      <c:pt idx="3145">
                        <c:v>1916.0119999999999</c:v>
                      </c:pt>
                      <c:pt idx="3146">
                        <c:v>1916.4949999999999</c:v>
                      </c:pt>
                      <c:pt idx="3147">
                        <c:v>1916.9770000000001</c:v>
                      </c:pt>
                      <c:pt idx="3148">
                        <c:v>1917.4590000000001</c:v>
                      </c:pt>
                      <c:pt idx="3149">
                        <c:v>1917.941</c:v>
                      </c:pt>
                      <c:pt idx="3150">
                        <c:v>1918.423</c:v>
                      </c:pt>
                      <c:pt idx="3151">
                        <c:v>1918.905</c:v>
                      </c:pt>
                      <c:pt idx="3152">
                        <c:v>1919.3869999999999</c:v>
                      </c:pt>
                      <c:pt idx="3153">
                        <c:v>1919.87</c:v>
                      </c:pt>
                      <c:pt idx="3154">
                        <c:v>1920.3520000000001</c:v>
                      </c:pt>
                      <c:pt idx="3155">
                        <c:v>1920.8340000000001</c:v>
                      </c:pt>
                      <c:pt idx="3156">
                        <c:v>1921.316</c:v>
                      </c:pt>
                      <c:pt idx="3157">
                        <c:v>1921.798</c:v>
                      </c:pt>
                      <c:pt idx="3158">
                        <c:v>1922.28</c:v>
                      </c:pt>
                      <c:pt idx="3159">
                        <c:v>1922.7619999999999</c:v>
                      </c:pt>
                      <c:pt idx="3160">
                        <c:v>1923.2439999999999</c:v>
                      </c:pt>
                      <c:pt idx="3161">
                        <c:v>1923.7270000000001</c:v>
                      </c:pt>
                      <c:pt idx="3162">
                        <c:v>1924.2090000000001</c:v>
                      </c:pt>
                      <c:pt idx="3163">
                        <c:v>1924.691</c:v>
                      </c:pt>
                      <c:pt idx="3164">
                        <c:v>1925.173</c:v>
                      </c:pt>
                      <c:pt idx="3165">
                        <c:v>1925.655</c:v>
                      </c:pt>
                      <c:pt idx="3166">
                        <c:v>1926.1369999999999</c:v>
                      </c:pt>
                      <c:pt idx="3167">
                        <c:v>1926.6189999999999</c:v>
                      </c:pt>
                      <c:pt idx="3168">
                        <c:v>1927.1020000000001</c:v>
                      </c:pt>
                      <c:pt idx="3169">
                        <c:v>1927.5840000000001</c:v>
                      </c:pt>
                      <c:pt idx="3170">
                        <c:v>1928.066</c:v>
                      </c:pt>
                      <c:pt idx="3171">
                        <c:v>1928.548</c:v>
                      </c:pt>
                      <c:pt idx="3172">
                        <c:v>1929.03</c:v>
                      </c:pt>
                      <c:pt idx="3173">
                        <c:v>1929.5119999999999</c:v>
                      </c:pt>
                      <c:pt idx="3174">
                        <c:v>1929.9939999999999</c:v>
                      </c:pt>
                      <c:pt idx="3175">
                        <c:v>1930.4770000000001</c:v>
                      </c:pt>
                      <c:pt idx="3176">
                        <c:v>1930.9590000000001</c:v>
                      </c:pt>
                      <c:pt idx="3177">
                        <c:v>1931.441</c:v>
                      </c:pt>
                      <c:pt idx="3178">
                        <c:v>1931.923</c:v>
                      </c:pt>
                      <c:pt idx="3179">
                        <c:v>1932.405</c:v>
                      </c:pt>
                      <c:pt idx="3180">
                        <c:v>1932.8869999999999</c:v>
                      </c:pt>
                      <c:pt idx="3181">
                        <c:v>1933.3689999999999</c:v>
                      </c:pt>
                      <c:pt idx="3182">
                        <c:v>1933.8520000000001</c:v>
                      </c:pt>
                      <c:pt idx="3183">
                        <c:v>1934.3340000000001</c:v>
                      </c:pt>
                      <c:pt idx="3184">
                        <c:v>1934.816</c:v>
                      </c:pt>
                      <c:pt idx="3185">
                        <c:v>1935.298</c:v>
                      </c:pt>
                      <c:pt idx="3186">
                        <c:v>1935.78</c:v>
                      </c:pt>
                      <c:pt idx="3187">
                        <c:v>1936.2619999999999</c:v>
                      </c:pt>
                      <c:pt idx="3188">
                        <c:v>1936.7439999999999</c:v>
                      </c:pt>
                      <c:pt idx="3189">
                        <c:v>1937.2270000000001</c:v>
                      </c:pt>
                      <c:pt idx="3190">
                        <c:v>1937.7080000000001</c:v>
                      </c:pt>
                      <c:pt idx="3191">
                        <c:v>1938.191</c:v>
                      </c:pt>
                      <c:pt idx="3192">
                        <c:v>1938.673</c:v>
                      </c:pt>
                      <c:pt idx="3193">
                        <c:v>1939.155</c:v>
                      </c:pt>
                      <c:pt idx="3194">
                        <c:v>1939.6369999999999</c:v>
                      </c:pt>
                      <c:pt idx="3195">
                        <c:v>1940.1189999999999</c:v>
                      </c:pt>
                      <c:pt idx="3196">
                        <c:v>1940.6010000000001</c:v>
                      </c:pt>
                      <c:pt idx="3197">
                        <c:v>1941.0830000000001</c:v>
                      </c:pt>
                      <c:pt idx="3198">
                        <c:v>1941.566</c:v>
                      </c:pt>
                      <c:pt idx="3199">
                        <c:v>1942.048</c:v>
                      </c:pt>
                      <c:pt idx="3200">
                        <c:v>1942.53</c:v>
                      </c:pt>
                      <c:pt idx="3201">
                        <c:v>1943.0119999999999</c:v>
                      </c:pt>
                      <c:pt idx="3202">
                        <c:v>1943.4939999999999</c:v>
                      </c:pt>
                      <c:pt idx="3203">
                        <c:v>1943.9760000000001</c:v>
                      </c:pt>
                      <c:pt idx="3204">
                        <c:v>1944.4580000000001</c:v>
                      </c:pt>
                      <c:pt idx="3205">
                        <c:v>1944.941</c:v>
                      </c:pt>
                      <c:pt idx="3206">
                        <c:v>1945.423</c:v>
                      </c:pt>
                      <c:pt idx="3207">
                        <c:v>1945.905</c:v>
                      </c:pt>
                      <c:pt idx="3208">
                        <c:v>1946.3869999999999</c:v>
                      </c:pt>
                      <c:pt idx="3209">
                        <c:v>1946.8689999999999</c:v>
                      </c:pt>
                      <c:pt idx="3210">
                        <c:v>1947.3510000000001</c:v>
                      </c:pt>
                      <c:pt idx="3211">
                        <c:v>1947.8330000000001</c:v>
                      </c:pt>
                      <c:pt idx="3212">
                        <c:v>1948.316</c:v>
                      </c:pt>
                      <c:pt idx="3213">
                        <c:v>1948.798</c:v>
                      </c:pt>
                      <c:pt idx="3214">
                        <c:v>1949.28</c:v>
                      </c:pt>
                      <c:pt idx="3215">
                        <c:v>1949.7619999999999</c:v>
                      </c:pt>
                      <c:pt idx="3216">
                        <c:v>1950.2439999999999</c:v>
                      </c:pt>
                      <c:pt idx="3217">
                        <c:v>1950.7260000000001</c:v>
                      </c:pt>
                      <c:pt idx="3218">
                        <c:v>1951.2080000000001</c:v>
                      </c:pt>
                      <c:pt idx="3219">
                        <c:v>1951.691</c:v>
                      </c:pt>
                      <c:pt idx="3220">
                        <c:v>1952.173</c:v>
                      </c:pt>
                      <c:pt idx="3221">
                        <c:v>1952.655</c:v>
                      </c:pt>
                      <c:pt idx="3222">
                        <c:v>1953.1369999999999</c:v>
                      </c:pt>
                      <c:pt idx="3223">
                        <c:v>1953.6189999999999</c:v>
                      </c:pt>
                      <c:pt idx="3224">
                        <c:v>1954.1010000000001</c:v>
                      </c:pt>
                      <c:pt idx="3225">
                        <c:v>1954.5830000000001</c:v>
                      </c:pt>
                      <c:pt idx="3226">
                        <c:v>1955.0650000000001</c:v>
                      </c:pt>
                      <c:pt idx="3227">
                        <c:v>1955.548</c:v>
                      </c:pt>
                      <c:pt idx="3228">
                        <c:v>1956.03</c:v>
                      </c:pt>
                      <c:pt idx="3229">
                        <c:v>1956.5119999999999</c:v>
                      </c:pt>
                      <c:pt idx="3230">
                        <c:v>1956.9939999999999</c:v>
                      </c:pt>
                      <c:pt idx="3231">
                        <c:v>1957.4760000000001</c:v>
                      </c:pt>
                      <c:pt idx="3232">
                        <c:v>1957.9580000000001</c:v>
                      </c:pt>
                      <c:pt idx="3233">
                        <c:v>1958.44</c:v>
                      </c:pt>
                      <c:pt idx="3234">
                        <c:v>1958.923</c:v>
                      </c:pt>
                      <c:pt idx="3235">
                        <c:v>1959.405</c:v>
                      </c:pt>
                      <c:pt idx="3236">
                        <c:v>1959.8869999999999</c:v>
                      </c:pt>
                      <c:pt idx="3237">
                        <c:v>1960.3689999999999</c:v>
                      </c:pt>
                      <c:pt idx="3238">
                        <c:v>1960.8510000000001</c:v>
                      </c:pt>
                      <c:pt idx="3239">
                        <c:v>1961.3330000000001</c:v>
                      </c:pt>
                      <c:pt idx="3240">
                        <c:v>1961.8150000000001</c:v>
                      </c:pt>
                      <c:pt idx="3241">
                        <c:v>1962.298</c:v>
                      </c:pt>
                      <c:pt idx="3242">
                        <c:v>1962.78</c:v>
                      </c:pt>
                      <c:pt idx="3243">
                        <c:v>1963.2619999999999</c:v>
                      </c:pt>
                      <c:pt idx="3244">
                        <c:v>1963.7439999999999</c:v>
                      </c:pt>
                      <c:pt idx="3245">
                        <c:v>1964.2260000000001</c:v>
                      </c:pt>
                      <c:pt idx="3246">
                        <c:v>1964.7080000000001</c:v>
                      </c:pt>
                      <c:pt idx="3247">
                        <c:v>1965.19</c:v>
                      </c:pt>
                      <c:pt idx="3248">
                        <c:v>1965.673</c:v>
                      </c:pt>
                      <c:pt idx="3249">
                        <c:v>1966.155</c:v>
                      </c:pt>
                      <c:pt idx="3250">
                        <c:v>1966.6369999999999</c:v>
                      </c:pt>
                      <c:pt idx="3251">
                        <c:v>1967.1189999999999</c:v>
                      </c:pt>
                      <c:pt idx="3252">
                        <c:v>1967.6010000000001</c:v>
                      </c:pt>
                      <c:pt idx="3253">
                        <c:v>1968.0830000000001</c:v>
                      </c:pt>
                      <c:pt idx="3254">
                        <c:v>1968.5650000000001</c:v>
                      </c:pt>
                      <c:pt idx="3255">
                        <c:v>1969.048</c:v>
                      </c:pt>
                      <c:pt idx="3256">
                        <c:v>1969.53</c:v>
                      </c:pt>
                      <c:pt idx="3257">
                        <c:v>1970.0119999999999</c:v>
                      </c:pt>
                      <c:pt idx="3258">
                        <c:v>1970.4939999999999</c:v>
                      </c:pt>
                      <c:pt idx="3259">
                        <c:v>1970.9760000000001</c:v>
                      </c:pt>
                      <c:pt idx="3260">
                        <c:v>1971.4580000000001</c:v>
                      </c:pt>
                      <c:pt idx="3261">
                        <c:v>1971.94</c:v>
                      </c:pt>
                      <c:pt idx="3262">
                        <c:v>1972.422</c:v>
                      </c:pt>
                      <c:pt idx="3263">
                        <c:v>1972.905</c:v>
                      </c:pt>
                      <c:pt idx="3264">
                        <c:v>1973.3869999999999</c:v>
                      </c:pt>
                      <c:pt idx="3265">
                        <c:v>1973.8689999999999</c:v>
                      </c:pt>
                      <c:pt idx="3266">
                        <c:v>1974.3510000000001</c:v>
                      </c:pt>
                      <c:pt idx="3267">
                        <c:v>1974.8330000000001</c:v>
                      </c:pt>
                      <c:pt idx="3268">
                        <c:v>1975.3150000000001</c:v>
                      </c:pt>
                      <c:pt idx="3269">
                        <c:v>1975.797</c:v>
                      </c:pt>
                      <c:pt idx="3270">
                        <c:v>1976.28</c:v>
                      </c:pt>
                      <c:pt idx="3271">
                        <c:v>1976.7619999999999</c:v>
                      </c:pt>
                      <c:pt idx="3272">
                        <c:v>1977.2439999999999</c:v>
                      </c:pt>
                      <c:pt idx="3273">
                        <c:v>1977.7260000000001</c:v>
                      </c:pt>
                      <c:pt idx="3274">
                        <c:v>1978.2080000000001</c:v>
                      </c:pt>
                      <c:pt idx="3275">
                        <c:v>1978.69</c:v>
                      </c:pt>
                      <c:pt idx="3276">
                        <c:v>1979.172</c:v>
                      </c:pt>
                      <c:pt idx="3277">
                        <c:v>1979.655</c:v>
                      </c:pt>
                      <c:pt idx="3278">
                        <c:v>1980.1369999999999</c:v>
                      </c:pt>
                      <c:pt idx="3279">
                        <c:v>1980.6189999999999</c:v>
                      </c:pt>
                      <c:pt idx="3280">
                        <c:v>1981.1010000000001</c:v>
                      </c:pt>
                      <c:pt idx="3281">
                        <c:v>1981.5830000000001</c:v>
                      </c:pt>
                      <c:pt idx="3282">
                        <c:v>1982.0650000000001</c:v>
                      </c:pt>
                      <c:pt idx="3283">
                        <c:v>1982.547</c:v>
                      </c:pt>
                      <c:pt idx="3284">
                        <c:v>1983.03</c:v>
                      </c:pt>
                      <c:pt idx="3285">
                        <c:v>1983.5119999999999</c:v>
                      </c:pt>
                      <c:pt idx="3286">
                        <c:v>1983.9939999999999</c:v>
                      </c:pt>
                      <c:pt idx="3287">
                        <c:v>1984.4760000000001</c:v>
                      </c:pt>
                      <c:pt idx="3288">
                        <c:v>1984.9580000000001</c:v>
                      </c:pt>
                      <c:pt idx="3289">
                        <c:v>1985.44</c:v>
                      </c:pt>
                      <c:pt idx="3290">
                        <c:v>1985.922</c:v>
                      </c:pt>
                      <c:pt idx="3291">
                        <c:v>1986.405</c:v>
                      </c:pt>
                      <c:pt idx="3292">
                        <c:v>1986.886</c:v>
                      </c:pt>
                      <c:pt idx="3293">
                        <c:v>1987.3689999999999</c:v>
                      </c:pt>
                      <c:pt idx="3294">
                        <c:v>1987.8510000000001</c:v>
                      </c:pt>
                      <c:pt idx="3295">
                        <c:v>1988.3330000000001</c:v>
                      </c:pt>
                      <c:pt idx="3296">
                        <c:v>1988.8150000000001</c:v>
                      </c:pt>
                      <c:pt idx="3297">
                        <c:v>1989.297</c:v>
                      </c:pt>
                      <c:pt idx="3298">
                        <c:v>1989.779</c:v>
                      </c:pt>
                      <c:pt idx="3299">
                        <c:v>1990.261</c:v>
                      </c:pt>
                      <c:pt idx="3300">
                        <c:v>1990.7439999999999</c:v>
                      </c:pt>
                      <c:pt idx="3301">
                        <c:v>1991.2260000000001</c:v>
                      </c:pt>
                      <c:pt idx="3302">
                        <c:v>1991.7080000000001</c:v>
                      </c:pt>
                      <c:pt idx="3303">
                        <c:v>1992.19</c:v>
                      </c:pt>
                      <c:pt idx="3304">
                        <c:v>1992.672</c:v>
                      </c:pt>
                      <c:pt idx="3305">
                        <c:v>1993.154</c:v>
                      </c:pt>
                      <c:pt idx="3306">
                        <c:v>1993.636</c:v>
                      </c:pt>
                      <c:pt idx="3307">
                        <c:v>1994.1189999999999</c:v>
                      </c:pt>
                      <c:pt idx="3308">
                        <c:v>1994.6010000000001</c:v>
                      </c:pt>
                      <c:pt idx="3309">
                        <c:v>1995.0830000000001</c:v>
                      </c:pt>
                      <c:pt idx="3310">
                        <c:v>1995.5650000000001</c:v>
                      </c:pt>
                      <c:pt idx="3311">
                        <c:v>1996.047</c:v>
                      </c:pt>
                      <c:pt idx="3312">
                        <c:v>1996.529</c:v>
                      </c:pt>
                      <c:pt idx="3313">
                        <c:v>1997.011</c:v>
                      </c:pt>
                      <c:pt idx="3314">
                        <c:v>1997.4939999999999</c:v>
                      </c:pt>
                      <c:pt idx="3315">
                        <c:v>1997.9760000000001</c:v>
                      </c:pt>
                      <c:pt idx="3316">
                        <c:v>1998.4580000000001</c:v>
                      </c:pt>
                      <c:pt idx="3317">
                        <c:v>1998.94</c:v>
                      </c:pt>
                      <c:pt idx="3318">
                        <c:v>1999.422</c:v>
                      </c:pt>
                      <c:pt idx="3319">
                        <c:v>1999.904</c:v>
                      </c:pt>
                      <c:pt idx="3320">
                        <c:v>2000.386</c:v>
                      </c:pt>
                      <c:pt idx="3321">
                        <c:v>2000.8689999999999</c:v>
                      </c:pt>
                      <c:pt idx="3322">
                        <c:v>2001.3510000000001</c:v>
                      </c:pt>
                      <c:pt idx="3323">
                        <c:v>2001.8330000000001</c:v>
                      </c:pt>
                      <c:pt idx="3324">
                        <c:v>2002.3150000000001</c:v>
                      </c:pt>
                      <c:pt idx="3325">
                        <c:v>2002.797</c:v>
                      </c:pt>
                      <c:pt idx="3326">
                        <c:v>2003.279</c:v>
                      </c:pt>
                      <c:pt idx="3327">
                        <c:v>2003.761</c:v>
                      </c:pt>
                      <c:pt idx="3328">
                        <c:v>2004.2429999999999</c:v>
                      </c:pt>
                      <c:pt idx="3329">
                        <c:v>2004.7260000000001</c:v>
                      </c:pt>
                      <c:pt idx="3330">
                        <c:v>2005.2080000000001</c:v>
                      </c:pt>
                      <c:pt idx="3331">
                        <c:v>2005.69</c:v>
                      </c:pt>
                      <c:pt idx="3332">
                        <c:v>2006.172</c:v>
                      </c:pt>
                      <c:pt idx="3333">
                        <c:v>2006.654</c:v>
                      </c:pt>
                      <c:pt idx="3334">
                        <c:v>2007.136</c:v>
                      </c:pt>
                      <c:pt idx="3335">
                        <c:v>2007.6179999999999</c:v>
                      </c:pt>
                      <c:pt idx="3336">
                        <c:v>2008.1010000000001</c:v>
                      </c:pt>
                      <c:pt idx="3337">
                        <c:v>2008.5830000000001</c:v>
                      </c:pt>
                      <c:pt idx="3338">
                        <c:v>2009.0650000000001</c:v>
                      </c:pt>
                      <c:pt idx="3339">
                        <c:v>2009.547</c:v>
                      </c:pt>
                      <c:pt idx="3340">
                        <c:v>2010.029</c:v>
                      </c:pt>
                      <c:pt idx="3341">
                        <c:v>2010.511</c:v>
                      </c:pt>
                      <c:pt idx="3342">
                        <c:v>2010.9929999999999</c:v>
                      </c:pt>
                      <c:pt idx="3343">
                        <c:v>2011.4760000000001</c:v>
                      </c:pt>
                      <c:pt idx="3344">
                        <c:v>2011.9580000000001</c:v>
                      </c:pt>
                      <c:pt idx="3345">
                        <c:v>2012.44</c:v>
                      </c:pt>
                      <c:pt idx="3346">
                        <c:v>2012.922</c:v>
                      </c:pt>
                      <c:pt idx="3347">
                        <c:v>2013.404</c:v>
                      </c:pt>
                      <c:pt idx="3348">
                        <c:v>2013.886</c:v>
                      </c:pt>
                      <c:pt idx="3349">
                        <c:v>2014.3679999999999</c:v>
                      </c:pt>
                      <c:pt idx="3350">
                        <c:v>2014.8510000000001</c:v>
                      </c:pt>
                      <c:pt idx="3351">
                        <c:v>2015.3330000000001</c:v>
                      </c:pt>
                      <c:pt idx="3352">
                        <c:v>2015.8150000000001</c:v>
                      </c:pt>
                      <c:pt idx="3353">
                        <c:v>2016.297</c:v>
                      </c:pt>
                      <c:pt idx="3354">
                        <c:v>2016.779</c:v>
                      </c:pt>
                      <c:pt idx="3355">
                        <c:v>2017.261</c:v>
                      </c:pt>
                      <c:pt idx="3356">
                        <c:v>2017.7429999999999</c:v>
                      </c:pt>
                      <c:pt idx="3357">
                        <c:v>2018.2260000000001</c:v>
                      </c:pt>
                      <c:pt idx="3358">
                        <c:v>2018.7080000000001</c:v>
                      </c:pt>
                      <c:pt idx="3359">
                        <c:v>2019.19</c:v>
                      </c:pt>
                      <c:pt idx="3360">
                        <c:v>2019.672</c:v>
                      </c:pt>
                      <c:pt idx="3361">
                        <c:v>2020.154</c:v>
                      </c:pt>
                      <c:pt idx="3362">
                        <c:v>2020.636</c:v>
                      </c:pt>
                      <c:pt idx="3363">
                        <c:v>2021.1179999999999</c:v>
                      </c:pt>
                      <c:pt idx="3364">
                        <c:v>2021.6</c:v>
                      </c:pt>
                      <c:pt idx="3365">
                        <c:v>2022.0830000000001</c:v>
                      </c:pt>
                      <c:pt idx="3366">
                        <c:v>2022.5650000000001</c:v>
                      </c:pt>
                      <c:pt idx="3367">
                        <c:v>2023.047</c:v>
                      </c:pt>
                      <c:pt idx="3368">
                        <c:v>2023.529</c:v>
                      </c:pt>
                      <c:pt idx="3369">
                        <c:v>2024.011</c:v>
                      </c:pt>
                      <c:pt idx="3370">
                        <c:v>2024.4929999999999</c:v>
                      </c:pt>
                      <c:pt idx="3371">
                        <c:v>2024.9749999999999</c:v>
                      </c:pt>
                      <c:pt idx="3372">
                        <c:v>2025.4580000000001</c:v>
                      </c:pt>
                      <c:pt idx="3373">
                        <c:v>2025.94</c:v>
                      </c:pt>
                      <c:pt idx="3374">
                        <c:v>2026.422</c:v>
                      </c:pt>
                      <c:pt idx="3375">
                        <c:v>2026.904</c:v>
                      </c:pt>
                      <c:pt idx="3376">
                        <c:v>2027.386</c:v>
                      </c:pt>
                      <c:pt idx="3377">
                        <c:v>2027.8679999999999</c:v>
                      </c:pt>
                      <c:pt idx="3378">
                        <c:v>2028.35</c:v>
                      </c:pt>
                      <c:pt idx="3379">
                        <c:v>2028.8330000000001</c:v>
                      </c:pt>
                      <c:pt idx="3380">
                        <c:v>2029.3150000000001</c:v>
                      </c:pt>
                      <c:pt idx="3381">
                        <c:v>2029.797</c:v>
                      </c:pt>
                      <c:pt idx="3382">
                        <c:v>2030.279</c:v>
                      </c:pt>
                      <c:pt idx="3383">
                        <c:v>2030.761</c:v>
                      </c:pt>
                      <c:pt idx="3384">
                        <c:v>2031.2429999999999</c:v>
                      </c:pt>
                      <c:pt idx="3385">
                        <c:v>2031.7249999999999</c:v>
                      </c:pt>
                      <c:pt idx="3386">
                        <c:v>2032.2080000000001</c:v>
                      </c:pt>
                      <c:pt idx="3387">
                        <c:v>2032.69</c:v>
                      </c:pt>
                      <c:pt idx="3388">
                        <c:v>2033.172</c:v>
                      </c:pt>
                      <c:pt idx="3389">
                        <c:v>2033.654</c:v>
                      </c:pt>
                      <c:pt idx="3390">
                        <c:v>2034.136</c:v>
                      </c:pt>
                      <c:pt idx="3391">
                        <c:v>2034.6179999999999</c:v>
                      </c:pt>
                      <c:pt idx="3392">
                        <c:v>2035.1</c:v>
                      </c:pt>
                      <c:pt idx="3393">
                        <c:v>2035.5830000000001</c:v>
                      </c:pt>
                      <c:pt idx="3394">
                        <c:v>2036.0640000000001</c:v>
                      </c:pt>
                      <c:pt idx="3395">
                        <c:v>2036.547</c:v>
                      </c:pt>
                      <c:pt idx="3396">
                        <c:v>2037.029</c:v>
                      </c:pt>
                      <c:pt idx="3397">
                        <c:v>2037.511</c:v>
                      </c:pt>
                      <c:pt idx="3398">
                        <c:v>2037.9929999999999</c:v>
                      </c:pt>
                      <c:pt idx="3399">
                        <c:v>2038.4749999999999</c:v>
                      </c:pt>
                      <c:pt idx="3400">
                        <c:v>2038.9570000000001</c:v>
                      </c:pt>
                      <c:pt idx="3401">
                        <c:v>2039.4390000000001</c:v>
                      </c:pt>
                      <c:pt idx="3402">
                        <c:v>2039.922</c:v>
                      </c:pt>
                      <c:pt idx="3403">
                        <c:v>2040.404</c:v>
                      </c:pt>
                      <c:pt idx="3404">
                        <c:v>2040.886</c:v>
                      </c:pt>
                      <c:pt idx="3405">
                        <c:v>2041.3679999999999</c:v>
                      </c:pt>
                      <c:pt idx="3406">
                        <c:v>2041.85</c:v>
                      </c:pt>
                      <c:pt idx="3407">
                        <c:v>2042.3320000000001</c:v>
                      </c:pt>
                      <c:pt idx="3408">
                        <c:v>2042.8140000000001</c:v>
                      </c:pt>
                      <c:pt idx="3409">
                        <c:v>2043.297</c:v>
                      </c:pt>
                      <c:pt idx="3410">
                        <c:v>2043.779</c:v>
                      </c:pt>
                      <c:pt idx="3411">
                        <c:v>2044.261</c:v>
                      </c:pt>
                      <c:pt idx="3412">
                        <c:v>2044.7429999999999</c:v>
                      </c:pt>
                      <c:pt idx="3413">
                        <c:v>2045.2249999999999</c:v>
                      </c:pt>
                      <c:pt idx="3414">
                        <c:v>2045.7070000000001</c:v>
                      </c:pt>
                      <c:pt idx="3415">
                        <c:v>2046.1890000000001</c:v>
                      </c:pt>
                      <c:pt idx="3416">
                        <c:v>2046.672</c:v>
                      </c:pt>
                      <c:pt idx="3417">
                        <c:v>2047.154</c:v>
                      </c:pt>
                      <c:pt idx="3418">
                        <c:v>2047.636</c:v>
                      </c:pt>
                      <c:pt idx="3419">
                        <c:v>2048.1179999999999</c:v>
                      </c:pt>
                      <c:pt idx="3420">
                        <c:v>2048.6</c:v>
                      </c:pt>
                      <c:pt idx="3421">
                        <c:v>2049.0819999999999</c:v>
                      </c:pt>
                      <c:pt idx="3422">
                        <c:v>2049.5639999999999</c:v>
                      </c:pt>
                      <c:pt idx="3423">
                        <c:v>2050.047</c:v>
                      </c:pt>
                      <c:pt idx="3424">
                        <c:v>2050.529</c:v>
                      </c:pt>
                      <c:pt idx="3425">
                        <c:v>2051.011</c:v>
                      </c:pt>
                      <c:pt idx="3426">
                        <c:v>2051.4929999999999</c:v>
                      </c:pt>
                      <c:pt idx="3427">
                        <c:v>2051.9749999999999</c:v>
                      </c:pt>
                      <c:pt idx="3428">
                        <c:v>2052.4569999999999</c:v>
                      </c:pt>
                      <c:pt idx="3429">
                        <c:v>2052.9389999999999</c:v>
                      </c:pt>
                      <c:pt idx="3430">
                        <c:v>2053.4209999999998</c:v>
                      </c:pt>
                      <c:pt idx="3431">
                        <c:v>2053.904</c:v>
                      </c:pt>
                      <c:pt idx="3432">
                        <c:v>2054.386</c:v>
                      </c:pt>
                      <c:pt idx="3433">
                        <c:v>2054.8679999999999</c:v>
                      </c:pt>
                      <c:pt idx="3434">
                        <c:v>2055.35</c:v>
                      </c:pt>
                      <c:pt idx="3435">
                        <c:v>2055.8319999999999</c:v>
                      </c:pt>
                      <c:pt idx="3436">
                        <c:v>2056.3139999999999</c:v>
                      </c:pt>
                      <c:pt idx="3437">
                        <c:v>2056.7959999999998</c:v>
                      </c:pt>
                      <c:pt idx="3438">
                        <c:v>2057.279</c:v>
                      </c:pt>
                      <c:pt idx="3439">
                        <c:v>2057.761</c:v>
                      </c:pt>
                      <c:pt idx="3440">
                        <c:v>2058.2429999999999</c:v>
                      </c:pt>
                      <c:pt idx="3441">
                        <c:v>2058.7249999999999</c:v>
                      </c:pt>
                      <c:pt idx="3442">
                        <c:v>2059.2069999999999</c:v>
                      </c:pt>
                      <c:pt idx="3443">
                        <c:v>2059.6889999999999</c:v>
                      </c:pt>
                      <c:pt idx="3444">
                        <c:v>2060.1709999999998</c:v>
                      </c:pt>
                      <c:pt idx="3445">
                        <c:v>2060.654</c:v>
                      </c:pt>
                      <c:pt idx="3446">
                        <c:v>2061.136</c:v>
                      </c:pt>
                      <c:pt idx="3447">
                        <c:v>2061.6179999999999</c:v>
                      </c:pt>
                      <c:pt idx="3448">
                        <c:v>2062.1</c:v>
                      </c:pt>
                      <c:pt idx="3449">
                        <c:v>2062.5819999999999</c:v>
                      </c:pt>
                      <c:pt idx="3450">
                        <c:v>2063.0639999999999</c:v>
                      </c:pt>
                      <c:pt idx="3451">
                        <c:v>2063.5459999999998</c:v>
                      </c:pt>
                      <c:pt idx="3452">
                        <c:v>2064.029</c:v>
                      </c:pt>
                      <c:pt idx="3453">
                        <c:v>2064.511</c:v>
                      </c:pt>
                      <c:pt idx="3454">
                        <c:v>2064.9929999999999</c:v>
                      </c:pt>
                      <c:pt idx="3455">
                        <c:v>2065.4749999999999</c:v>
                      </c:pt>
                      <c:pt idx="3456">
                        <c:v>2065.9569999999999</c:v>
                      </c:pt>
                      <c:pt idx="3457">
                        <c:v>2066.4389999999999</c:v>
                      </c:pt>
                      <c:pt idx="3458">
                        <c:v>2066.9209999999998</c:v>
                      </c:pt>
                      <c:pt idx="3459">
                        <c:v>2067.404</c:v>
                      </c:pt>
                      <c:pt idx="3460">
                        <c:v>2067.8850000000002</c:v>
                      </c:pt>
                      <c:pt idx="3461">
                        <c:v>2068.3679999999999</c:v>
                      </c:pt>
                      <c:pt idx="3462">
                        <c:v>2068.85</c:v>
                      </c:pt>
                      <c:pt idx="3463">
                        <c:v>2069.3319999999999</c:v>
                      </c:pt>
                      <c:pt idx="3464">
                        <c:v>2069.8139999999999</c:v>
                      </c:pt>
                      <c:pt idx="3465">
                        <c:v>2070.2959999999998</c:v>
                      </c:pt>
                      <c:pt idx="3466">
                        <c:v>2070.7779999999998</c:v>
                      </c:pt>
                      <c:pt idx="3467">
                        <c:v>2071.2600000000002</c:v>
                      </c:pt>
                      <c:pt idx="3468">
                        <c:v>2071.7429999999999</c:v>
                      </c:pt>
                      <c:pt idx="3469">
                        <c:v>2072.2249999999999</c:v>
                      </c:pt>
                      <c:pt idx="3470">
                        <c:v>2072.7069999999999</c:v>
                      </c:pt>
                      <c:pt idx="3471">
                        <c:v>2073.1889999999999</c:v>
                      </c:pt>
                      <c:pt idx="3472">
                        <c:v>2073.6709999999998</c:v>
                      </c:pt>
                      <c:pt idx="3473">
                        <c:v>2074.1529999999998</c:v>
                      </c:pt>
                      <c:pt idx="3474">
                        <c:v>2074.6350000000002</c:v>
                      </c:pt>
                      <c:pt idx="3475">
                        <c:v>2075.1179999999999</c:v>
                      </c:pt>
                      <c:pt idx="3476">
                        <c:v>2075.6</c:v>
                      </c:pt>
                      <c:pt idx="3477">
                        <c:v>2076.0819999999999</c:v>
                      </c:pt>
                      <c:pt idx="3478">
                        <c:v>2076.5639999999999</c:v>
                      </c:pt>
                      <c:pt idx="3479">
                        <c:v>2077.0459999999998</c:v>
                      </c:pt>
                      <c:pt idx="3480">
                        <c:v>2077.5279999999998</c:v>
                      </c:pt>
                      <c:pt idx="3481">
                        <c:v>2078.0100000000002</c:v>
                      </c:pt>
                      <c:pt idx="3482">
                        <c:v>2078.4929999999999</c:v>
                      </c:pt>
                      <c:pt idx="3483">
                        <c:v>2078.9749999999999</c:v>
                      </c:pt>
                      <c:pt idx="3484">
                        <c:v>2079.4569999999999</c:v>
                      </c:pt>
                      <c:pt idx="3485">
                        <c:v>2079.9389999999999</c:v>
                      </c:pt>
                      <c:pt idx="3486">
                        <c:v>2080.4209999999998</c:v>
                      </c:pt>
                      <c:pt idx="3487">
                        <c:v>2080.9029999999998</c:v>
                      </c:pt>
                      <c:pt idx="3488">
                        <c:v>2081.3850000000002</c:v>
                      </c:pt>
                      <c:pt idx="3489">
                        <c:v>2081.8679999999999</c:v>
                      </c:pt>
                      <c:pt idx="3490">
                        <c:v>2082.35</c:v>
                      </c:pt>
                      <c:pt idx="3491">
                        <c:v>2082.8319999999999</c:v>
                      </c:pt>
                      <c:pt idx="3492">
                        <c:v>2083.3139999999999</c:v>
                      </c:pt>
                      <c:pt idx="3493">
                        <c:v>2083.7959999999998</c:v>
                      </c:pt>
                      <c:pt idx="3494">
                        <c:v>2084.2779999999998</c:v>
                      </c:pt>
                      <c:pt idx="3495">
                        <c:v>2084.7600000000002</c:v>
                      </c:pt>
                      <c:pt idx="3496">
                        <c:v>2085.2420000000002</c:v>
                      </c:pt>
                      <c:pt idx="3497">
                        <c:v>2085.7249999999999</c:v>
                      </c:pt>
                      <c:pt idx="3498">
                        <c:v>2086.2069999999999</c:v>
                      </c:pt>
                      <c:pt idx="3499">
                        <c:v>2086.6889999999999</c:v>
                      </c:pt>
                      <c:pt idx="3500">
                        <c:v>2087.1709999999998</c:v>
                      </c:pt>
                      <c:pt idx="3501">
                        <c:v>2087.6529999999998</c:v>
                      </c:pt>
                      <c:pt idx="3502">
                        <c:v>2088.1350000000002</c:v>
                      </c:pt>
                      <c:pt idx="3503">
                        <c:v>2088.6170000000002</c:v>
                      </c:pt>
                      <c:pt idx="3504">
                        <c:v>2089.1</c:v>
                      </c:pt>
                      <c:pt idx="3505">
                        <c:v>2089.5819999999999</c:v>
                      </c:pt>
                      <c:pt idx="3506">
                        <c:v>2090.0639999999999</c:v>
                      </c:pt>
                      <c:pt idx="3507">
                        <c:v>2090.5459999999998</c:v>
                      </c:pt>
                      <c:pt idx="3508">
                        <c:v>2091.0279999999998</c:v>
                      </c:pt>
                      <c:pt idx="3509">
                        <c:v>2091.5100000000002</c:v>
                      </c:pt>
                      <c:pt idx="3510">
                        <c:v>2091.9920000000002</c:v>
                      </c:pt>
                      <c:pt idx="3511">
                        <c:v>2092.4749999999999</c:v>
                      </c:pt>
                      <c:pt idx="3512">
                        <c:v>2092.9569999999999</c:v>
                      </c:pt>
                      <c:pt idx="3513">
                        <c:v>2093.4389999999999</c:v>
                      </c:pt>
                      <c:pt idx="3514">
                        <c:v>2093.9209999999998</c:v>
                      </c:pt>
                      <c:pt idx="3515">
                        <c:v>2094.4029999999998</c:v>
                      </c:pt>
                      <c:pt idx="3516">
                        <c:v>2094.8850000000002</c:v>
                      </c:pt>
                      <c:pt idx="3517">
                        <c:v>2095.3670000000002</c:v>
                      </c:pt>
                      <c:pt idx="3518">
                        <c:v>2095.85</c:v>
                      </c:pt>
                      <c:pt idx="3519">
                        <c:v>2096.3319999999999</c:v>
                      </c:pt>
                      <c:pt idx="3520">
                        <c:v>2096.8139999999999</c:v>
                      </c:pt>
                      <c:pt idx="3521">
                        <c:v>2097.2959999999998</c:v>
                      </c:pt>
                      <c:pt idx="3522">
                        <c:v>2097.7779999999998</c:v>
                      </c:pt>
                      <c:pt idx="3523">
                        <c:v>2098.2600000000002</c:v>
                      </c:pt>
                      <c:pt idx="3524">
                        <c:v>2098.7420000000002</c:v>
                      </c:pt>
                      <c:pt idx="3525">
                        <c:v>2099.2249999999999</c:v>
                      </c:pt>
                      <c:pt idx="3526">
                        <c:v>2099.7069999999999</c:v>
                      </c:pt>
                      <c:pt idx="3527">
                        <c:v>2100.1889999999999</c:v>
                      </c:pt>
                      <c:pt idx="3528">
                        <c:v>2100.6709999999998</c:v>
                      </c:pt>
                      <c:pt idx="3529">
                        <c:v>2101.1529999999998</c:v>
                      </c:pt>
                      <c:pt idx="3530">
                        <c:v>2101.6350000000002</c:v>
                      </c:pt>
                      <c:pt idx="3531">
                        <c:v>2102.1170000000002</c:v>
                      </c:pt>
                      <c:pt idx="3532">
                        <c:v>2102.5990000000002</c:v>
                      </c:pt>
                      <c:pt idx="3533">
                        <c:v>2103.0819999999999</c:v>
                      </c:pt>
                      <c:pt idx="3534">
                        <c:v>2103.5639999999999</c:v>
                      </c:pt>
                      <c:pt idx="3535">
                        <c:v>2104.0459999999998</c:v>
                      </c:pt>
                      <c:pt idx="3536">
                        <c:v>2104.5279999999998</c:v>
                      </c:pt>
                      <c:pt idx="3537">
                        <c:v>2105.0100000000002</c:v>
                      </c:pt>
                      <c:pt idx="3538">
                        <c:v>2105.4920000000002</c:v>
                      </c:pt>
                      <c:pt idx="3539">
                        <c:v>2105.9740000000002</c:v>
                      </c:pt>
                      <c:pt idx="3540">
                        <c:v>2106.4569999999999</c:v>
                      </c:pt>
                      <c:pt idx="3541">
                        <c:v>2106.9389999999999</c:v>
                      </c:pt>
                      <c:pt idx="3542">
                        <c:v>2107.4209999999998</c:v>
                      </c:pt>
                      <c:pt idx="3543">
                        <c:v>2107.9029999999998</c:v>
                      </c:pt>
                      <c:pt idx="3544">
                        <c:v>2108.3850000000002</c:v>
                      </c:pt>
                      <c:pt idx="3545">
                        <c:v>2108.8670000000002</c:v>
                      </c:pt>
                      <c:pt idx="3546">
                        <c:v>2109.3490000000002</c:v>
                      </c:pt>
                      <c:pt idx="3547">
                        <c:v>2109.8319999999999</c:v>
                      </c:pt>
                      <c:pt idx="3548">
                        <c:v>2110.3139999999999</c:v>
                      </c:pt>
                      <c:pt idx="3549">
                        <c:v>2110.7959999999998</c:v>
                      </c:pt>
                      <c:pt idx="3550">
                        <c:v>2111.2779999999998</c:v>
                      </c:pt>
                      <c:pt idx="3551">
                        <c:v>2111.7600000000002</c:v>
                      </c:pt>
                      <c:pt idx="3552">
                        <c:v>2112.2420000000002</c:v>
                      </c:pt>
                      <c:pt idx="3553">
                        <c:v>2112.7240000000002</c:v>
                      </c:pt>
                      <c:pt idx="3554">
                        <c:v>2113.2069999999999</c:v>
                      </c:pt>
                      <c:pt idx="3555">
                        <c:v>2113.6889999999999</c:v>
                      </c:pt>
                      <c:pt idx="3556">
                        <c:v>2114.1709999999998</c:v>
                      </c:pt>
                      <c:pt idx="3557">
                        <c:v>2114.6529999999998</c:v>
                      </c:pt>
                      <c:pt idx="3558">
                        <c:v>2115.1350000000002</c:v>
                      </c:pt>
                      <c:pt idx="3559">
                        <c:v>2115.6170000000002</c:v>
                      </c:pt>
                      <c:pt idx="3560">
                        <c:v>2116.0990000000002</c:v>
                      </c:pt>
                      <c:pt idx="3561">
                        <c:v>2116.5819999999999</c:v>
                      </c:pt>
                      <c:pt idx="3562">
                        <c:v>2117.0630000000001</c:v>
                      </c:pt>
                      <c:pt idx="3563">
                        <c:v>2117.5459999999998</c:v>
                      </c:pt>
                      <c:pt idx="3564">
                        <c:v>2118.0279999999998</c:v>
                      </c:pt>
                      <c:pt idx="3565">
                        <c:v>2118.5100000000002</c:v>
                      </c:pt>
                      <c:pt idx="3566">
                        <c:v>2118.9920000000002</c:v>
                      </c:pt>
                      <c:pt idx="3567">
                        <c:v>2119.4740000000002</c:v>
                      </c:pt>
                      <c:pt idx="3568">
                        <c:v>2119.9560000000001</c:v>
                      </c:pt>
                      <c:pt idx="3569">
                        <c:v>2120.4380000000001</c:v>
                      </c:pt>
                      <c:pt idx="3570">
                        <c:v>2120.9209999999998</c:v>
                      </c:pt>
                      <c:pt idx="3571">
                        <c:v>2121.4029999999998</c:v>
                      </c:pt>
                      <c:pt idx="3572">
                        <c:v>2121.8850000000002</c:v>
                      </c:pt>
                      <c:pt idx="3573">
                        <c:v>2122.3670000000002</c:v>
                      </c:pt>
                      <c:pt idx="3574">
                        <c:v>2122.8490000000002</c:v>
                      </c:pt>
                      <c:pt idx="3575">
                        <c:v>2123.3310000000001</c:v>
                      </c:pt>
                      <c:pt idx="3576">
                        <c:v>2123.8130000000001</c:v>
                      </c:pt>
                      <c:pt idx="3577">
                        <c:v>2124.2959999999998</c:v>
                      </c:pt>
                      <c:pt idx="3578">
                        <c:v>2124.7779999999998</c:v>
                      </c:pt>
                      <c:pt idx="3579">
                        <c:v>2125.2600000000002</c:v>
                      </c:pt>
                      <c:pt idx="3580">
                        <c:v>2125.7420000000002</c:v>
                      </c:pt>
                      <c:pt idx="3581">
                        <c:v>2126.2240000000002</c:v>
                      </c:pt>
                      <c:pt idx="3582">
                        <c:v>2126.7060000000001</c:v>
                      </c:pt>
                      <c:pt idx="3583">
                        <c:v>2127.1880000000001</c:v>
                      </c:pt>
                      <c:pt idx="3584">
                        <c:v>2127.6709999999998</c:v>
                      </c:pt>
                      <c:pt idx="3585">
                        <c:v>2128.1529999999998</c:v>
                      </c:pt>
                      <c:pt idx="3586">
                        <c:v>2128.6350000000002</c:v>
                      </c:pt>
                      <c:pt idx="3587">
                        <c:v>2129.1170000000002</c:v>
                      </c:pt>
                      <c:pt idx="3588">
                        <c:v>2129.5990000000002</c:v>
                      </c:pt>
                      <c:pt idx="3589">
                        <c:v>2130.0810000000001</c:v>
                      </c:pt>
                      <c:pt idx="3590">
                        <c:v>2130.5630000000001</c:v>
                      </c:pt>
                      <c:pt idx="3591">
                        <c:v>2131.0459999999998</c:v>
                      </c:pt>
                      <c:pt idx="3592">
                        <c:v>2131.5279999999998</c:v>
                      </c:pt>
                      <c:pt idx="3593">
                        <c:v>2132.0100000000002</c:v>
                      </c:pt>
                      <c:pt idx="3594">
                        <c:v>2132.4920000000002</c:v>
                      </c:pt>
                      <c:pt idx="3595">
                        <c:v>2132.9740000000002</c:v>
                      </c:pt>
                      <c:pt idx="3596">
                        <c:v>2133.4560000000001</c:v>
                      </c:pt>
                      <c:pt idx="3597">
                        <c:v>2133.9380000000001</c:v>
                      </c:pt>
                      <c:pt idx="3598">
                        <c:v>2134.42</c:v>
                      </c:pt>
                      <c:pt idx="3599">
                        <c:v>2134.9029999999998</c:v>
                      </c:pt>
                      <c:pt idx="3600">
                        <c:v>2135.3850000000002</c:v>
                      </c:pt>
                      <c:pt idx="3601">
                        <c:v>2135.8670000000002</c:v>
                      </c:pt>
                      <c:pt idx="3602">
                        <c:v>2136.3490000000002</c:v>
                      </c:pt>
                      <c:pt idx="3603">
                        <c:v>2136.8310000000001</c:v>
                      </c:pt>
                      <c:pt idx="3604">
                        <c:v>2137.3130000000001</c:v>
                      </c:pt>
                      <c:pt idx="3605">
                        <c:v>2137.7950000000001</c:v>
                      </c:pt>
                      <c:pt idx="3606">
                        <c:v>2138.2779999999998</c:v>
                      </c:pt>
                      <c:pt idx="3607">
                        <c:v>2138.7600000000002</c:v>
                      </c:pt>
                      <c:pt idx="3608">
                        <c:v>2139.2420000000002</c:v>
                      </c:pt>
                      <c:pt idx="3609">
                        <c:v>2139.7240000000002</c:v>
                      </c:pt>
                      <c:pt idx="3610">
                        <c:v>2140.2060000000001</c:v>
                      </c:pt>
                      <c:pt idx="3611">
                        <c:v>2140.6880000000001</c:v>
                      </c:pt>
                      <c:pt idx="3612">
                        <c:v>2141.17</c:v>
                      </c:pt>
                      <c:pt idx="3613">
                        <c:v>2141.6529999999998</c:v>
                      </c:pt>
                      <c:pt idx="3614">
                        <c:v>2142.1350000000002</c:v>
                      </c:pt>
                      <c:pt idx="3615">
                        <c:v>2142.6170000000002</c:v>
                      </c:pt>
                      <c:pt idx="3616">
                        <c:v>2143.0990000000002</c:v>
                      </c:pt>
                      <c:pt idx="3617">
                        <c:v>2143.5810000000001</c:v>
                      </c:pt>
                      <c:pt idx="3618">
                        <c:v>2144.0630000000001</c:v>
                      </c:pt>
                      <c:pt idx="3619">
                        <c:v>2144.5450000000001</c:v>
                      </c:pt>
                      <c:pt idx="3620">
                        <c:v>2145.0279999999998</c:v>
                      </c:pt>
                      <c:pt idx="3621">
                        <c:v>2145.5100000000002</c:v>
                      </c:pt>
                      <c:pt idx="3622">
                        <c:v>2145.9920000000002</c:v>
                      </c:pt>
                      <c:pt idx="3623">
                        <c:v>2146.4740000000002</c:v>
                      </c:pt>
                      <c:pt idx="3624">
                        <c:v>2146.9560000000001</c:v>
                      </c:pt>
                      <c:pt idx="3625">
                        <c:v>2147.4380000000001</c:v>
                      </c:pt>
                      <c:pt idx="3626">
                        <c:v>2147.92</c:v>
                      </c:pt>
                      <c:pt idx="3627">
                        <c:v>2148.4029999999998</c:v>
                      </c:pt>
                      <c:pt idx="3628">
                        <c:v>2148.8850000000002</c:v>
                      </c:pt>
                      <c:pt idx="3629">
                        <c:v>2149.3670000000002</c:v>
                      </c:pt>
                      <c:pt idx="3630">
                        <c:v>2149.8490000000002</c:v>
                      </c:pt>
                      <c:pt idx="3631">
                        <c:v>2150.3310000000001</c:v>
                      </c:pt>
                      <c:pt idx="3632">
                        <c:v>2150.8130000000001</c:v>
                      </c:pt>
                      <c:pt idx="3633">
                        <c:v>2151.2950000000001</c:v>
                      </c:pt>
                      <c:pt idx="3634">
                        <c:v>2151.777</c:v>
                      </c:pt>
                      <c:pt idx="3635">
                        <c:v>2152.2600000000002</c:v>
                      </c:pt>
                      <c:pt idx="3636">
                        <c:v>2152.7420000000002</c:v>
                      </c:pt>
                      <c:pt idx="3637">
                        <c:v>2153.2240000000002</c:v>
                      </c:pt>
                      <c:pt idx="3638">
                        <c:v>2153.7060000000001</c:v>
                      </c:pt>
                      <c:pt idx="3639">
                        <c:v>2154.1880000000001</c:v>
                      </c:pt>
                      <c:pt idx="3640">
                        <c:v>2154.67</c:v>
                      </c:pt>
                      <c:pt idx="3641">
                        <c:v>2155.152</c:v>
                      </c:pt>
                      <c:pt idx="3642">
                        <c:v>2155.6350000000002</c:v>
                      </c:pt>
                      <c:pt idx="3643">
                        <c:v>2156.1170000000002</c:v>
                      </c:pt>
                      <c:pt idx="3644">
                        <c:v>2156.5990000000002</c:v>
                      </c:pt>
                      <c:pt idx="3645">
                        <c:v>2157.0810000000001</c:v>
                      </c:pt>
                      <c:pt idx="3646">
                        <c:v>2157.5630000000001</c:v>
                      </c:pt>
                      <c:pt idx="3647">
                        <c:v>2158.0450000000001</c:v>
                      </c:pt>
                      <c:pt idx="3648">
                        <c:v>2158.527</c:v>
                      </c:pt>
                      <c:pt idx="3649">
                        <c:v>2159.0100000000002</c:v>
                      </c:pt>
                      <c:pt idx="3650">
                        <c:v>2159.4920000000002</c:v>
                      </c:pt>
                      <c:pt idx="3651">
                        <c:v>2159.9740000000002</c:v>
                      </c:pt>
                      <c:pt idx="3652">
                        <c:v>2160.4560000000001</c:v>
                      </c:pt>
                      <c:pt idx="3653">
                        <c:v>2160.9380000000001</c:v>
                      </c:pt>
                      <c:pt idx="3654">
                        <c:v>2161.42</c:v>
                      </c:pt>
                      <c:pt idx="3655">
                        <c:v>2161.902</c:v>
                      </c:pt>
                      <c:pt idx="3656">
                        <c:v>2162.3850000000002</c:v>
                      </c:pt>
                      <c:pt idx="3657">
                        <c:v>2162.8670000000002</c:v>
                      </c:pt>
                      <c:pt idx="3658">
                        <c:v>2163.3490000000002</c:v>
                      </c:pt>
                      <c:pt idx="3659">
                        <c:v>2163.8310000000001</c:v>
                      </c:pt>
                      <c:pt idx="3660">
                        <c:v>2164.3130000000001</c:v>
                      </c:pt>
                      <c:pt idx="3661">
                        <c:v>2164.7950000000001</c:v>
                      </c:pt>
                      <c:pt idx="3662">
                        <c:v>2165.277</c:v>
                      </c:pt>
                      <c:pt idx="3663">
                        <c:v>2165.7600000000002</c:v>
                      </c:pt>
                      <c:pt idx="3664">
                        <c:v>2166.241</c:v>
                      </c:pt>
                      <c:pt idx="3665">
                        <c:v>2166.7240000000002</c:v>
                      </c:pt>
                      <c:pt idx="3666">
                        <c:v>2167.2060000000001</c:v>
                      </c:pt>
                      <c:pt idx="3667">
                        <c:v>2167.6880000000001</c:v>
                      </c:pt>
                      <c:pt idx="3668">
                        <c:v>2168.17</c:v>
                      </c:pt>
                      <c:pt idx="3669">
                        <c:v>2168.652</c:v>
                      </c:pt>
                      <c:pt idx="3670">
                        <c:v>2169.134</c:v>
                      </c:pt>
                      <c:pt idx="3671">
                        <c:v>2169.616</c:v>
                      </c:pt>
                      <c:pt idx="3672">
                        <c:v>2170.0990000000002</c:v>
                      </c:pt>
                      <c:pt idx="3673">
                        <c:v>2170.5810000000001</c:v>
                      </c:pt>
                      <c:pt idx="3674">
                        <c:v>2171.0630000000001</c:v>
                      </c:pt>
                      <c:pt idx="3675">
                        <c:v>2171.5450000000001</c:v>
                      </c:pt>
                      <c:pt idx="3676">
                        <c:v>2172.027</c:v>
                      </c:pt>
                      <c:pt idx="3677">
                        <c:v>2172.509</c:v>
                      </c:pt>
                      <c:pt idx="3678">
                        <c:v>2172.991</c:v>
                      </c:pt>
                      <c:pt idx="3679">
                        <c:v>2173.4740000000002</c:v>
                      </c:pt>
                      <c:pt idx="3680">
                        <c:v>2173.9560000000001</c:v>
                      </c:pt>
                      <c:pt idx="3681">
                        <c:v>2174.4380000000001</c:v>
                      </c:pt>
                      <c:pt idx="3682">
                        <c:v>2174.92</c:v>
                      </c:pt>
                      <c:pt idx="3683">
                        <c:v>2175.402</c:v>
                      </c:pt>
                      <c:pt idx="3684">
                        <c:v>2175.884</c:v>
                      </c:pt>
                      <c:pt idx="3685">
                        <c:v>2176.366</c:v>
                      </c:pt>
                      <c:pt idx="3686">
                        <c:v>2176.8490000000002</c:v>
                      </c:pt>
                      <c:pt idx="3687">
                        <c:v>2177.3310000000001</c:v>
                      </c:pt>
                      <c:pt idx="3688">
                        <c:v>2177.8130000000001</c:v>
                      </c:pt>
                      <c:pt idx="3689">
                        <c:v>2178.2950000000001</c:v>
                      </c:pt>
                      <c:pt idx="3690">
                        <c:v>2178.777</c:v>
                      </c:pt>
                      <c:pt idx="3691">
                        <c:v>2179.259</c:v>
                      </c:pt>
                      <c:pt idx="3692">
                        <c:v>2179.741</c:v>
                      </c:pt>
                      <c:pt idx="3693">
                        <c:v>2180.223</c:v>
                      </c:pt>
                      <c:pt idx="3694">
                        <c:v>2180.7060000000001</c:v>
                      </c:pt>
                      <c:pt idx="3695">
                        <c:v>2181.1880000000001</c:v>
                      </c:pt>
                      <c:pt idx="3696">
                        <c:v>2181.67</c:v>
                      </c:pt>
                      <c:pt idx="3697">
                        <c:v>2182.152</c:v>
                      </c:pt>
                      <c:pt idx="3698">
                        <c:v>2182.634</c:v>
                      </c:pt>
                      <c:pt idx="3699">
                        <c:v>2183.116</c:v>
                      </c:pt>
                      <c:pt idx="3700">
                        <c:v>2183.598</c:v>
                      </c:pt>
                      <c:pt idx="3701">
                        <c:v>2184.0810000000001</c:v>
                      </c:pt>
                      <c:pt idx="3702">
                        <c:v>2184.5630000000001</c:v>
                      </c:pt>
                      <c:pt idx="3703">
                        <c:v>2185.0450000000001</c:v>
                      </c:pt>
                      <c:pt idx="3704">
                        <c:v>2185.527</c:v>
                      </c:pt>
                      <c:pt idx="3705">
                        <c:v>2186.009</c:v>
                      </c:pt>
                      <c:pt idx="3706">
                        <c:v>2186.491</c:v>
                      </c:pt>
                      <c:pt idx="3707">
                        <c:v>2186.973</c:v>
                      </c:pt>
                      <c:pt idx="3708">
                        <c:v>2187.4560000000001</c:v>
                      </c:pt>
                      <c:pt idx="3709">
                        <c:v>2187.9380000000001</c:v>
                      </c:pt>
                      <c:pt idx="3710">
                        <c:v>2188.42</c:v>
                      </c:pt>
                      <c:pt idx="3711">
                        <c:v>2188.902</c:v>
                      </c:pt>
                      <c:pt idx="3712">
                        <c:v>2189.384</c:v>
                      </c:pt>
                      <c:pt idx="3713">
                        <c:v>2189.866</c:v>
                      </c:pt>
                      <c:pt idx="3714">
                        <c:v>2190.348</c:v>
                      </c:pt>
                      <c:pt idx="3715">
                        <c:v>2190.8310000000001</c:v>
                      </c:pt>
                      <c:pt idx="3716">
                        <c:v>2191.3130000000001</c:v>
                      </c:pt>
                      <c:pt idx="3717">
                        <c:v>2191.7950000000001</c:v>
                      </c:pt>
                      <c:pt idx="3718">
                        <c:v>2192.277</c:v>
                      </c:pt>
                      <c:pt idx="3719">
                        <c:v>2192.759</c:v>
                      </c:pt>
                      <c:pt idx="3720">
                        <c:v>2193.241</c:v>
                      </c:pt>
                      <c:pt idx="3721">
                        <c:v>2193.723</c:v>
                      </c:pt>
                      <c:pt idx="3722">
                        <c:v>2194.2060000000001</c:v>
                      </c:pt>
                      <c:pt idx="3723">
                        <c:v>2194.6880000000001</c:v>
                      </c:pt>
                      <c:pt idx="3724">
                        <c:v>2195.17</c:v>
                      </c:pt>
                      <c:pt idx="3725">
                        <c:v>2195.652</c:v>
                      </c:pt>
                      <c:pt idx="3726">
                        <c:v>2196.134</c:v>
                      </c:pt>
                      <c:pt idx="3727">
                        <c:v>2196.616</c:v>
                      </c:pt>
                      <c:pt idx="3728">
                        <c:v>2197.098</c:v>
                      </c:pt>
                      <c:pt idx="3729">
                        <c:v>2197.58</c:v>
                      </c:pt>
                      <c:pt idx="3730">
                        <c:v>2198.0630000000001</c:v>
                      </c:pt>
                      <c:pt idx="3731">
                        <c:v>2198.5450000000001</c:v>
                      </c:pt>
                      <c:pt idx="3732">
                        <c:v>2199.027</c:v>
                      </c:pt>
                      <c:pt idx="3733">
                        <c:v>2199.509</c:v>
                      </c:pt>
                      <c:pt idx="3734">
                        <c:v>2199.991</c:v>
                      </c:pt>
                      <c:pt idx="3735">
                        <c:v>2200.473</c:v>
                      </c:pt>
                      <c:pt idx="3736">
                        <c:v>2200.9549999999999</c:v>
                      </c:pt>
                      <c:pt idx="3737">
                        <c:v>2201.4380000000001</c:v>
                      </c:pt>
                      <c:pt idx="3738">
                        <c:v>2201.92</c:v>
                      </c:pt>
                      <c:pt idx="3739">
                        <c:v>2202.402</c:v>
                      </c:pt>
                      <c:pt idx="3740">
                        <c:v>2202.884</c:v>
                      </c:pt>
                      <c:pt idx="3741">
                        <c:v>2203.366</c:v>
                      </c:pt>
                      <c:pt idx="3742">
                        <c:v>2203.848</c:v>
                      </c:pt>
                      <c:pt idx="3743">
                        <c:v>2204.33</c:v>
                      </c:pt>
                      <c:pt idx="3744">
                        <c:v>2204.8130000000001</c:v>
                      </c:pt>
                      <c:pt idx="3745">
                        <c:v>2205.2950000000001</c:v>
                      </c:pt>
                      <c:pt idx="3746">
                        <c:v>2205.777</c:v>
                      </c:pt>
                      <c:pt idx="3747">
                        <c:v>2206.259</c:v>
                      </c:pt>
                      <c:pt idx="3748">
                        <c:v>2206.741</c:v>
                      </c:pt>
                      <c:pt idx="3749">
                        <c:v>2207.223</c:v>
                      </c:pt>
                      <c:pt idx="3750">
                        <c:v>2207.7049999999999</c:v>
                      </c:pt>
                      <c:pt idx="3751">
                        <c:v>2208.1880000000001</c:v>
                      </c:pt>
                      <c:pt idx="3752">
                        <c:v>2208.67</c:v>
                      </c:pt>
                      <c:pt idx="3753">
                        <c:v>2209.152</c:v>
                      </c:pt>
                      <c:pt idx="3754">
                        <c:v>2209.634</c:v>
                      </c:pt>
                      <c:pt idx="3755">
                        <c:v>2210.116</c:v>
                      </c:pt>
                      <c:pt idx="3756">
                        <c:v>2210.598</c:v>
                      </c:pt>
                      <c:pt idx="3757">
                        <c:v>2211.08</c:v>
                      </c:pt>
                      <c:pt idx="3758">
                        <c:v>2211.5630000000001</c:v>
                      </c:pt>
                      <c:pt idx="3759">
                        <c:v>2212.0439999999999</c:v>
                      </c:pt>
                      <c:pt idx="3760">
                        <c:v>2212.527</c:v>
                      </c:pt>
                      <c:pt idx="3761">
                        <c:v>2213.009</c:v>
                      </c:pt>
                      <c:pt idx="3762">
                        <c:v>2213.491</c:v>
                      </c:pt>
                      <c:pt idx="3763">
                        <c:v>2213.973</c:v>
                      </c:pt>
                      <c:pt idx="3764">
                        <c:v>2214.4549999999999</c:v>
                      </c:pt>
                      <c:pt idx="3765">
                        <c:v>2214.9369999999999</c:v>
                      </c:pt>
                      <c:pt idx="3766">
                        <c:v>2215.4189999999999</c:v>
                      </c:pt>
                      <c:pt idx="3767">
                        <c:v>2215.902</c:v>
                      </c:pt>
                      <c:pt idx="3768">
                        <c:v>2216.384</c:v>
                      </c:pt>
                      <c:pt idx="3769">
                        <c:v>2216.866</c:v>
                      </c:pt>
                      <c:pt idx="3770">
                        <c:v>2217.348</c:v>
                      </c:pt>
                      <c:pt idx="3771">
                        <c:v>2217.83</c:v>
                      </c:pt>
                      <c:pt idx="3772">
                        <c:v>2218.3119999999999</c:v>
                      </c:pt>
                      <c:pt idx="3773">
                        <c:v>2218.7939999999999</c:v>
                      </c:pt>
                      <c:pt idx="3774">
                        <c:v>2219.277</c:v>
                      </c:pt>
                      <c:pt idx="3775">
                        <c:v>2219.759</c:v>
                      </c:pt>
                      <c:pt idx="3776">
                        <c:v>2220.241</c:v>
                      </c:pt>
                      <c:pt idx="3777">
                        <c:v>2220.723</c:v>
                      </c:pt>
                      <c:pt idx="3778">
                        <c:v>2221.2049999999999</c:v>
                      </c:pt>
                      <c:pt idx="3779">
                        <c:v>2221.6869999999999</c:v>
                      </c:pt>
                      <c:pt idx="3780">
                        <c:v>2222.1689999999999</c:v>
                      </c:pt>
                      <c:pt idx="3781">
                        <c:v>2222.652</c:v>
                      </c:pt>
                      <c:pt idx="3782">
                        <c:v>2223.134</c:v>
                      </c:pt>
                      <c:pt idx="3783">
                        <c:v>2223.616</c:v>
                      </c:pt>
                      <c:pt idx="3784">
                        <c:v>2224.098</c:v>
                      </c:pt>
                      <c:pt idx="3785">
                        <c:v>2224.58</c:v>
                      </c:pt>
                      <c:pt idx="3786">
                        <c:v>2225.0619999999999</c:v>
                      </c:pt>
                      <c:pt idx="3787">
                        <c:v>2225.5439999999999</c:v>
                      </c:pt>
                      <c:pt idx="3788">
                        <c:v>2226.027</c:v>
                      </c:pt>
                      <c:pt idx="3789">
                        <c:v>2226.509</c:v>
                      </c:pt>
                      <c:pt idx="3790">
                        <c:v>2226.991</c:v>
                      </c:pt>
                      <c:pt idx="3791">
                        <c:v>2227.473</c:v>
                      </c:pt>
                      <c:pt idx="3792">
                        <c:v>2227.9549999999999</c:v>
                      </c:pt>
                      <c:pt idx="3793">
                        <c:v>2228.4369999999999</c:v>
                      </c:pt>
                      <c:pt idx="3794">
                        <c:v>2228.9189999999999</c:v>
                      </c:pt>
                      <c:pt idx="3795">
                        <c:v>2229.4009999999998</c:v>
                      </c:pt>
                      <c:pt idx="3796">
                        <c:v>2229.884</c:v>
                      </c:pt>
                      <c:pt idx="3797">
                        <c:v>2230.366</c:v>
                      </c:pt>
                      <c:pt idx="3798">
                        <c:v>2230.848</c:v>
                      </c:pt>
                      <c:pt idx="3799">
                        <c:v>2231.33</c:v>
                      </c:pt>
                      <c:pt idx="3800">
                        <c:v>2231.8119999999999</c:v>
                      </c:pt>
                      <c:pt idx="3801">
                        <c:v>2232.2939999999999</c:v>
                      </c:pt>
                      <c:pt idx="3802">
                        <c:v>2232.7759999999998</c:v>
                      </c:pt>
                      <c:pt idx="3803">
                        <c:v>2233.259</c:v>
                      </c:pt>
                      <c:pt idx="3804">
                        <c:v>2233.741</c:v>
                      </c:pt>
                      <c:pt idx="3805">
                        <c:v>2234.223</c:v>
                      </c:pt>
                      <c:pt idx="3806">
                        <c:v>2234.7049999999999</c:v>
                      </c:pt>
                      <c:pt idx="3807">
                        <c:v>2235.1869999999999</c:v>
                      </c:pt>
                      <c:pt idx="3808">
                        <c:v>2235.6689999999999</c:v>
                      </c:pt>
                      <c:pt idx="3809">
                        <c:v>2236.1509999999998</c:v>
                      </c:pt>
                      <c:pt idx="3810">
                        <c:v>2236.634</c:v>
                      </c:pt>
                      <c:pt idx="3811">
                        <c:v>2237.116</c:v>
                      </c:pt>
                      <c:pt idx="3812">
                        <c:v>2237.598</c:v>
                      </c:pt>
                      <c:pt idx="3813">
                        <c:v>2238.08</c:v>
                      </c:pt>
                      <c:pt idx="3814">
                        <c:v>2238.5619999999999</c:v>
                      </c:pt>
                      <c:pt idx="3815">
                        <c:v>2239.0439999999999</c:v>
                      </c:pt>
                      <c:pt idx="3816">
                        <c:v>2239.5259999999998</c:v>
                      </c:pt>
                      <c:pt idx="3817">
                        <c:v>2240.009</c:v>
                      </c:pt>
                      <c:pt idx="3818">
                        <c:v>2240.491</c:v>
                      </c:pt>
                      <c:pt idx="3819">
                        <c:v>2240.973</c:v>
                      </c:pt>
                      <c:pt idx="3820">
                        <c:v>2241.4549999999999</c:v>
                      </c:pt>
                      <c:pt idx="3821">
                        <c:v>2241.9369999999999</c:v>
                      </c:pt>
                      <c:pt idx="3822">
                        <c:v>2242.4189999999999</c:v>
                      </c:pt>
                      <c:pt idx="3823">
                        <c:v>2242.9009999999998</c:v>
                      </c:pt>
                      <c:pt idx="3824">
                        <c:v>2243.384</c:v>
                      </c:pt>
                      <c:pt idx="3825">
                        <c:v>2243.8649999999998</c:v>
                      </c:pt>
                      <c:pt idx="3826">
                        <c:v>2244.348</c:v>
                      </c:pt>
                      <c:pt idx="3827">
                        <c:v>2244.83</c:v>
                      </c:pt>
                      <c:pt idx="3828">
                        <c:v>2245.3119999999999</c:v>
                      </c:pt>
                      <c:pt idx="3829">
                        <c:v>2245.7939999999999</c:v>
                      </c:pt>
                      <c:pt idx="3830">
                        <c:v>2246.2759999999998</c:v>
                      </c:pt>
                      <c:pt idx="3831">
                        <c:v>2246.7579999999998</c:v>
                      </c:pt>
                      <c:pt idx="3832">
                        <c:v>2247.2399999999998</c:v>
                      </c:pt>
                      <c:pt idx="3833">
                        <c:v>2247.723</c:v>
                      </c:pt>
                      <c:pt idx="3834">
                        <c:v>2248.2049999999999</c:v>
                      </c:pt>
                      <c:pt idx="3835">
                        <c:v>2248.6869999999999</c:v>
                      </c:pt>
                      <c:pt idx="3836">
                        <c:v>2249.1689999999999</c:v>
                      </c:pt>
                      <c:pt idx="3837">
                        <c:v>2249.6509999999998</c:v>
                      </c:pt>
                      <c:pt idx="3838">
                        <c:v>2250.1329999999998</c:v>
                      </c:pt>
                      <c:pt idx="3839">
                        <c:v>2250.6149999999998</c:v>
                      </c:pt>
                      <c:pt idx="3840">
                        <c:v>2251.098</c:v>
                      </c:pt>
                      <c:pt idx="3841">
                        <c:v>2251.58</c:v>
                      </c:pt>
                      <c:pt idx="3842">
                        <c:v>2252.0619999999999</c:v>
                      </c:pt>
                      <c:pt idx="3843">
                        <c:v>2252.5439999999999</c:v>
                      </c:pt>
                      <c:pt idx="3844">
                        <c:v>2253.0259999999998</c:v>
                      </c:pt>
                      <c:pt idx="3845">
                        <c:v>2253.5079999999998</c:v>
                      </c:pt>
                      <c:pt idx="3846">
                        <c:v>2253.9899999999998</c:v>
                      </c:pt>
                      <c:pt idx="3847">
                        <c:v>2254.473</c:v>
                      </c:pt>
                      <c:pt idx="3848">
                        <c:v>2254.9549999999999</c:v>
                      </c:pt>
                      <c:pt idx="3849">
                        <c:v>2255.4369999999999</c:v>
                      </c:pt>
                      <c:pt idx="3850">
                        <c:v>2255.9189999999999</c:v>
                      </c:pt>
                      <c:pt idx="3851">
                        <c:v>2256.4009999999998</c:v>
                      </c:pt>
                      <c:pt idx="3852">
                        <c:v>2256.8829999999998</c:v>
                      </c:pt>
                      <c:pt idx="3853">
                        <c:v>2257.3649999999998</c:v>
                      </c:pt>
                      <c:pt idx="3854">
                        <c:v>2257.848</c:v>
                      </c:pt>
                      <c:pt idx="3855">
                        <c:v>2258.33</c:v>
                      </c:pt>
                      <c:pt idx="3856">
                        <c:v>2258.8119999999999</c:v>
                      </c:pt>
                      <c:pt idx="3857">
                        <c:v>2259.2939999999999</c:v>
                      </c:pt>
                      <c:pt idx="3858">
                        <c:v>2259.7759999999998</c:v>
                      </c:pt>
                      <c:pt idx="3859">
                        <c:v>2260.2579999999998</c:v>
                      </c:pt>
                      <c:pt idx="3860">
                        <c:v>2260.7399999999998</c:v>
                      </c:pt>
                      <c:pt idx="3861">
                        <c:v>2261.2220000000002</c:v>
                      </c:pt>
                      <c:pt idx="3862">
                        <c:v>2261.7049999999999</c:v>
                      </c:pt>
                      <c:pt idx="3863">
                        <c:v>2262.1869999999999</c:v>
                      </c:pt>
                      <c:pt idx="3864">
                        <c:v>2262.6689999999999</c:v>
                      </c:pt>
                      <c:pt idx="3865">
                        <c:v>2263.1509999999998</c:v>
                      </c:pt>
                      <c:pt idx="3866">
                        <c:v>2263.6329999999998</c:v>
                      </c:pt>
                      <c:pt idx="3867">
                        <c:v>2264.1149999999998</c:v>
                      </c:pt>
                      <c:pt idx="3868">
                        <c:v>2264.5970000000002</c:v>
                      </c:pt>
                      <c:pt idx="3869">
                        <c:v>2265.08</c:v>
                      </c:pt>
                      <c:pt idx="3870">
                        <c:v>2265.5619999999999</c:v>
                      </c:pt>
                      <c:pt idx="3871">
                        <c:v>2266.0439999999999</c:v>
                      </c:pt>
                      <c:pt idx="3872">
                        <c:v>2266.5259999999998</c:v>
                      </c:pt>
                      <c:pt idx="3873">
                        <c:v>2267.0079999999998</c:v>
                      </c:pt>
                      <c:pt idx="3874">
                        <c:v>2267.4899999999998</c:v>
                      </c:pt>
                      <c:pt idx="3875">
                        <c:v>2267.9720000000002</c:v>
                      </c:pt>
                      <c:pt idx="3876">
                        <c:v>2268.4549999999999</c:v>
                      </c:pt>
                      <c:pt idx="3877">
                        <c:v>2268.9369999999999</c:v>
                      </c:pt>
                      <c:pt idx="3878">
                        <c:v>2269.4189999999999</c:v>
                      </c:pt>
                      <c:pt idx="3879">
                        <c:v>2269.9009999999998</c:v>
                      </c:pt>
                      <c:pt idx="3880">
                        <c:v>2270.3829999999998</c:v>
                      </c:pt>
                      <c:pt idx="3881">
                        <c:v>2270.8649999999998</c:v>
                      </c:pt>
                      <c:pt idx="3882">
                        <c:v>2271.3470000000002</c:v>
                      </c:pt>
                      <c:pt idx="3883">
                        <c:v>2271.83</c:v>
                      </c:pt>
                      <c:pt idx="3884">
                        <c:v>2272.3119999999999</c:v>
                      </c:pt>
                      <c:pt idx="3885">
                        <c:v>2272.7939999999999</c:v>
                      </c:pt>
                      <c:pt idx="3886">
                        <c:v>2273.2759999999998</c:v>
                      </c:pt>
                      <c:pt idx="3887">
                        <c:v>2273.7579999999998</c:v>
                      </c:pt>
                      <c:pt idx="3888">
                        <c:v>2274.2399999999998</c:v>
                      </c:pt>
                      <c:pt idx="3889">
                        <c:v>2274.7220000000002</c:v>
                      </c:pt>
                      <c:pt idx="3890">
                        <c:v>2275.2049999999999</c:v>
                      </c:pt>
                      <c:pt idx="3891">
                        <c:v>2275.6869999999999</c:v>
                      </c:pt>
                      <c:pt idx="3892">
                        <c:v>2276.1689999999999</c:v>
                      </c:pt>
                      <c:pt idx="3893">
                        <c:v>2276.6509999999998</c:v>
                      </c:pt>
                      <c:pt idx="3894">
                        <c:v>2277.1329999999998</c:v>
                      </c:pt>
                      <c:pt idx="3895">
                        <c:v>2277.6149999999998</c:v>
                      </c:pt>
                      <c:pt idx="3896">
                        <c:v>2278.0970000000002</c:v>
                      </c:pt>
                      <c:pt idx="3897">
                        <c:v>2278.5790000000002</c:v>
                      </c:pt>
                      <c:pt idx="3898">
                        <c:v>2279.0619999999999</c:v>
                      </c:pt>
                      <c:pt idx="3899">
                        <c:v>2279.5439999999999</c:v>
                      </c:pt>
                      <c:pt idx="3900">
                        <c:v>2280.0259999999998</c:v>
                      </c:pt>
                      <c:pt idx="3901">
                        <c:v>2280.5079999999998</c:v>
                      </c:pt>
                      <c:pt idx="3902">
                        <c:v>2280.9899999999998</c:v>
                      </c:pt>
                      <c:pt idx="3903">
                        <c:v>2281.4720000000002</c:v>
                      </c:pt>
                      <c:pt idx="3904">
                        <c:v>2281.9540000000002</c:v>
                      </c:pt>
                      <c:pt idx="3905">
                        <c:v>2282.4369999999999</c:v>
                      </c:pt>
                      <c:pt idx="3906">
                        <c:v>2282.9189999999999</c:v>
                      </c:pt>
                      <c:pt idx="3907">
                        <c:v>2283.4009999999998</c:v>
                      </c:pt>
                      <c:pt idx="3908">
                        <c:v>2283.8829999999998</c:v>
                      </c:pt>
                      <c:pt idx="3909">
                        <c:v>2284.3649999999998</c:v>
                      </c:pt>
                      <c:pt idx="3910">
                        <c:v>2284.8470000000002</c:v>
                      </c:pt>
                      <c:pt idx="3911">
                        <c:v>2285.3290000000002</c:v>
                      </c:pt>
                      <c:pt idx="3912">
                        <c:v>2285.8119999999999</c:v>
                      </c:pt>
                      <c:pt idx="3913">
                        <c:v>2286.2939999999999</c:v>
                      </c:pt>
                      <c:pt idx="3914">
                        <c:v>2286.7759999999998</c:v>
                      </c:pt>
                      <c:pt idx="3915">
                        <c:v>2287.2579999999998</c:v>
                      </c:pt>
                      <c:pt idx="3916">
                        <c:v>2287.7399999999998</c:v>
                      </c:pt>
                      <c:pt idx="3917">
                        <c:v>2288.2220000000002</c:v>
                      </c:pt>
                      <c:pt idx="3918">
                        <c:v>2288.7040000000002</c:v>
                      </c:pt>
                      <c:pt idx="3919">
                        <c:v>2289.1869999999999</c:v>
                      </c:pt>
                      <c:pt idx="3920">
                        <c:v>2289.6689999999999</c:v>
                      </c:pt>
                      <c:pt idx="3921">
                        <c:v>2290.1509999999998</c:v>
                      </c:pt>
                      <c:pt idx="3922">
                        <c:v>2290.6329999999998</c:v>
                      </c:pt>
                      <c:pt idx="3923">
                        <c:v>2291.1149999999998</c:v>
                      </c:pt>
                      <c:pt idx="3924">
                        <c:v>2291.5970000000002</c:v>
                      </c:pt>
                      <c:pt idx="3925">
                        <c:v>2292.0790000000002</c:v>
                      </c:pt>
                      <c:pt idx="3926">
                        <c:v>2292.5619999999999</c:v>
                      </c:pt>
                      <c:pt idx="3927">
                        <c:v>2293.0430000000001</c:v>
                      </c:pt>
                      <c:pt idx="3928">
                        <c:v>2293.5259999999998</c:v>
                      </c:pt>
                      <c:pt idx="3929">
                        <c:v>2294.0079999999998</c:v>
                      </c:pt>
                      <c:pt idx="3930">
                        <c:v>2294.4899999999998</c:v>
                      </c:pt>
                      <c:pt idx="3931">
                        <c:v>2294.9720000000002</c:v>
                      </c:pt>
                      <c:pt idx="3932">
                        <c:v>2295.4540000000002</c:v>
                      </c:pt>
                      <c:pt idx="3933">
                        <c:v>2295.9360000000001</c:v>
                      </c:pt>
                      <c:pt idx="3934">
                        <c:v>2296.4180000000001</c:v>
                      </c:pt>
                      <c:pt idx="3935">
                        <c:v>2296.9009999999998</c:v>
                      </c:pt>
                      <c:pt idx="3936">
                        <c:v>2297.3829999999998</c:v>
                      </c:pt>
                      <c:pt idx="3937">
                        <c:v>2297.8649999999998</c:v>
                      </c:pt>
                      <c:pt idx="3938">
                        <c:v>2298.3470000000002</c:v>
                      </c:pt>
                      <c:pt idx="3939">
                        <c:v>2298.8290000000002</c:v>
                      </c:pt>
                      <c:pt idx="3940">
                        <c:v>2299.3110000000001</c:v>
                      </c:pt>
                      <c:pt idx="3941">
                        <c:v>2299.7930000000001</c:v>
                      </c:pt>
                      <c:pt idx="3942">
                        <c:v>2300.2759999999998</c:v>
                      </c:pt>
                      <c:pt idx="3943">
                        <c:v>2300.7579999999998</c:v>
                      </c:pt>
                      <c:pt idx="3944">
                        <c:v>2301.2399999999998</c:v>
                      </c:pt>
                      <c:pt idx="3945">
                        <c:v>2301.7220000000002</c:v>
                      </c:pt>
                      <c:pt idx="3946">
                        <c:v>2302.2040000000002</c:v>
                      </c:pt>
                      <c:pt idx="3947">
                        <c:v>2302.6860000000001</c:v>
                      </c:pt>
                      <c:pt idx="3948">
                        <c:v>2303.1680000000001</c:v>
                      </c:pt>
                      <c:pt idx="3949">
                        <c:v>2303.6509999999998</c:v>
                      </c:pt>
                      <c:pt idx="3950">
                        <c:v>2304.1329999999998</c:v>
                      </c:pt>
                      <c:pt idx="3951">
                        <c:v>2304.6149999999998</c:v>
                      </c:pt>
                      <c:pt idx="3952">
                        <c:v>2305.0970000000002</c:v>
                      </c:pt>
                      <c:pt idx="3953">
                        <c:v>2305.5790000000002</c:v>
                      </c:pt>
                      <c:pt idx="3954">
                        <c:v>2306.0610000000001</c:v>
                      </c:pt>
                      <c:pt idx="3955">
                        <c:v>2306.5430000000001</c:v>
                      </c:pt>
                      <c:pt idx="3956">
                        <c:v>2307.0259999999998</c:v>
                      </c:pt>
                      <c:pt idx="3957">
                        <c:v>2307.5079999999998</c:v>
                      </c:pt>
                      <c:pt idx="3958">
                        <c:v>2307.9899999999998</c:v>
                      </c:pt>
                      <c:pt idx="3959">
                        <c:v>2308.4720000000002</c:v>
                      </c:pt>
                      <c:pt idx="3960">
                        <c:v>2308.9540000000002</c:v>
                      </c:pt>
                      <c:pt idx="3961">
                        <c:v>2309.4360000000001</c:v>
                      </c:pt>
                      <c:pt idx="3962">
                        <c:v>2309.9180000000001</c:v>
                      </c:pt>
                      <c:pt idx="3963">
                        <c:v>2310.4</c:v>
                      </c:pt>
                      <c:pt idx="3964">
                        <c:v>2310.8829999999998</c:v>
                      </c:pt>
                      <c:pt idx="3965">
                        <c:v>2311.3649999999998</c:v>
                      </c:pt>
                      <c:pt idx="3966">
                        <c:v>2311.8470000000002</c:v>
                      </c:pt>
                      <c:pt idx="3967">
                        <c:v>2312.3290000000002</c:v>
                      </c:pt>
                      <c:pt idx="3968">
                        <c:v>2312.8110000000001</c:v>
                      </c:pt>
                      <c:pt idx="3969">
                        <c:v>2313.2930000000001</c:v>
                      </c:pt>
                      <c:pt idx="3970">
                        <c:v>2313.7750000000001</c:v>
                      </c:pt>
                      <c:pt idx="3971">
                        <c:v>2314.2579999999998</c:v>
                      </c:pt>
                      <c:pt idx="3972">
                        <c:v>2314.7399999999998</c:v>
                      </c:pt>
                      <c:pt idx="3973">
                        <c:v>2315.2220000000002</c:v>
                      </c:pt>
                      <c:pt idx="3974">
                        <c:v>2315.7040000000002</c:v>
                      </c:pt>
                      <c:pt idx="3975">
                        <c:v>2316.1860000000001</c:v>
                      </c:pt>
                      <c:pt idx="3976">
                        <c:v>2316.6680000000001</c:v>
                      </c:pt>
                      <c:pt idx="3977">
                        <c:v>2317.15</c:v>
                      </c:pt>
                      <c:pt idx="3978">
                        <c:v>2317.6329999999998</c:v>
                      </c:pt>
                      <c:pt idx="3979">
                        <c:v>2318.1149999999998</c:v>
                      </c:pt>
                      <c:pt idx="3980">
                        <c:v>2318.5970000000002</c:v>
                      </c:pt>
                      <c:pt idx="3981">
                        <c:v>2319.0790000000002</c:v>
                      </c:pt>
                      <c:pt idx="3982">
                        <c:v>2319.5610000000001</c:v>
                      </c:pt>
                      <c:pt idx="3983">
                        <c:v>2320.0430000000001</c:v>
                      </c:pt>
                      <c:pt idx="3984">
                        <c:v>2320.5250000000001</c:v>
                      </c:pt>
                      <c:pt idx="3985">
                        <c:v>2321.0079999999998</c:v>
                      </c:pt>
                      <c:pt idx="3986">
                        <c:v>2321.4899999999998</c:v>
                      </c:pt>
                      <c:pt idx="3987">
                        <c:v>2321.9720000000002</c:v>
                      </c:pt>
                      <c:pt idx="3988">
                        <c:v>2322.4540000000002</c:v>
                      </c:pt>
                      <c:pt idx="3989">
                        <c:v>2322.9360000000001</c:v>
                      </c:pt>
                      <c:pt idx="3990">
                        <c:v>2323.4180000000001</c:v>
                      </c:pt>
                      <c:pt idx="3991">
                        <c:v>2323.9</c:v>
                      </c:pt>
                      <c:pt idx="3992">
                        <c:v>2324.3829999999998</c:v>
                      </c:pt>
                      <c:pt idx="3993">
                        <c:v>2324.8649999999998</c:v>
                      </c:pt>
                      <c:pt idx="3994">
                        <c:v>2325.3470000000002</c:v>
                      </c:pt>
                      <c:pt idx="3995">
                        <c:v>2325.8290000000002</c:v>
                      </c:pt>
                      <c:pt idx="3996">
                        <c:v>2326.3110000000001</c:v>
                      </c:pt>
                      <c:pt idx="3997">
                        <c:v>2326.7930000000001</c:v>
                      </c:pt>
                      <c:pt idx="3998">
                        <c:v>2327.2750000000001</c:v>
                      </c:pt>
                      <c:pt idx="3999">
                        <c:v>2327.7570000000001</c:v>
                      </c:pt>
                      <c:pt idx="4000">
                        <c:v>2328.2399999999998</c:v>
                      </c:pt>
                      <c:pt idx="4001">
                        <c:v>2328.7220000000002</c:v>
                      </c:pt>
                      <c:pt idx="4002">
                        <c:v>2329.2040000000002</c:v>
                      </c:pt>
                      <c:pt idx="4003">
                        <c:v>2329.6860000000001</c:v>
                      </c:pt>
                      <c:pt idx="4004">
                        <c:v>2330.1680000000001</c:v>
                      </c:pt>
                      <c:pt idx="4005">
                        <c:v>2330.65</c:v>
                      </c:pt>
                      <c:pt idx="4006">
                        <c:v>2331.1320000000001</c:v>
                      </c:pt>
                      <c:pt idx="4007">
                        <c:v>2331.6149999999998</c:v>
                      </c:pt>
                      <c:pt idx="4008">
                        <c:v>2332.0970000000002</c:v>
                      </c:pt>
                      <c:pt idx="4009">
                        <c:v>2332.5790000000002</c:v>
                      </c:pt>
                      <c:pt idx="4010">
                        <c:v>2333.0610000000001</c:v>
                      </c:pt>
                      <c:pt idx="4011">
                        <c:v>2333.5430000000001</c:v>
                      </c:pt>
                      <c:pt idx="4012">
                        <c:v>2334.0250000000001</c:v>
                      </c:pt>
                      <c:pt idx="4013">
                        <c:v>2334.5070000000001</c:v>
                      </c:pt>
                      <c:pt idx="4014">
                        <c:v>2334.9899999999998</c:v>
                      </c:pt>
                      <c:pt idx="4015">
                        <c:v>2335.4720000000002</c:v>
                      </c:pt>
                      <c:pt idx="4016">
                        <c:v>2335.9540000000002</c:v>
                      </c:pt>
                      <c:pt idx="4017">
                        <c:v>2336.4360000000001</c:v>
                      </c:pt>
                      <c:pt idx="4018">
                        <c:v>2336.9180000000001</c:v>
                      </c:pt>
                      <c:pt idx="4019">
                        <c:v>2337.4</c:v>
                      </c:pt>
                      <c:pt idx="4020">
                        <c:v>2337.8820000000001</c:v>
                      </c:pt>
                      <c:pt idx="4021">
                        <c:v>2338.3649999999998</c:v>
                      </c:pt>
                      <c:pt idx="4022">
                        <c:v>2338.8470000000002</c:v>
                      </c:pt>
                      <c:pt idx="4023">
                        <c:v>2339.3290000000002</c:v>
                      </c:pt>
                      <c:pt idx="4024">
                        <c:v>2339.8110000000001</c:v>
                      </c:pt>
                      <c:pt idx="4025">
                        <c:v>2340.2930000000001</c:v>
                      </c:pt>
                      <c:pt idx="4026">
                        <c:v>2340.7750000000001</c:v>
                      </c:pt>
                      <c:pt idx="4027">
                        <c:v>2341.2570000000001</c:v>
                      </c:pt>
                      <c:pt idx="4028">
                        <c:v>2341.7399999999998</c:v>
                      </c:pt>
                      <c:pt idx="4029">
                        <c:v>2342.221</c:v>
                      </c:pt>
                      <c:pt idx="4030">
                        <c:v>2342.7040000000002</c:v>
                      </c:pt>
                      <c:pt idx="4031">
                        <c:v>2343.1860000000001</c:v>
                      </c:pt>
                      <c:pt idx="4032">
                        <c:v>2343.6680000000001</c:v>
                      </c:pt>
                      <c:pt idx="4033">
                        <c:v>2344.15</c:v>
                      </c:pt>
                      <c:pt idx="4034">
                        <c:v>2344.6320000000001</c:v>
                      </c:pt>
                      <c:pt idx="4035">
                        <c:v>2345.114</c:v>
                      </c:pt>
                      <c:pt idx="4036">
                        <c:v>2345.596</c:v>
                      </c:pt>
                      <c:pt idx="4037">
                        <c:v>2346.0790000000002</c:v>
                      </c:pt>
                      <c:pt idx="4038">
                        <c:v>2346.5610000000001</c:v>
                      </c:pt>
                      <c:pt idx="4039">
                        <c:v>2347.0430000000001</c:v>
                      </c:pt>
                      <c:pt idx="4040">
                        <c:v>2347.5250000000001</c:v>
                      </c:pt>
                      <c:pt idx="4041">
                        <c:v>2348.0070000000001</c:v>
                      </c:pt>
                      <c:pt idx="4042">
                        <c:v>2348.489</c:v>
                      </c:pt>
                      <c:pt idx="4043">
                        <c:v>2348.971</c:v>
                      </c:pt>
                      <c:pt idx="4044">
                        <c:v>2349.4540000000002</c:v>
                      </c:pt>
                      <c:pt idx="4045">
                        <c:v>2349.9360000000001</c:v>
                      </c:pt>
                      <c:pt idx="4046">
                        <c:v>2350.4180000000001</c:v>
                      </c:pt>
                      <c:pt idx="4047">
                        <c:v>2350.9</c:v>
                      </c:pt>
                      <c:pt idx="4048">
                        <c:v>2351.3820000000001</c:v>
                      </c:pt>
                      <c:pt idx="4049">
                        <c:v>2351.864</c:v>
                      </c:pt>
                      <c:pt idx="4050">
                        <c:v>2352.346</c:v>
                      </c:pt>
                      <c:pt idx="4051">
                        <c:v>2352.8290000000002</c:v>
                      </c:pt>
                      <c:pt idx="4052">
                        <c:v>2353.3110000000001</c:v>
                      </c:pt>
                      <c:pt idx="4053">
                        <c:v>2353.7930000000001</c:v>
                      </c:pt>
                      <c:pt idx="4054">
                        <c:v>2354.2750000000001</c:v>
                      </c:pt>
                      <c:pt idx="4055">
                        <c:v>2354.7570000000001</c:v>
                      </c:pt>
                      <c:pt idx="4056">
                        <c:v>2355.239</c:v>
                      </c:pt>
                      <c:pt idx="4057">
                        <c:v>2355.721</c:v>
                      </c:pt>
                      <c:pt idx="4058">
                        <c:v>2356.2040000000002</c:v>
                      </c:pt>
                      <c:pt idx="4059">
                        <c:v>2356.6860000000001</c:v>
                      </c:pt>
                      <c:pt idx="4060">
                        <c:v>2357.1680000000001</c:v>
                      </c:pt>
                      <c:pt idx="4061">
                        <c:v>2357.65</c:v>
                      </c:pt>
                      <c:pt idx="4062">
                        <c:v>2358.1320000000001</c:v>
                      </c:pt>
                      <c:pt idx="4063">
                        <c:v>2358.614</c:v>
                      </c:pt>
                      <c:pt idx="4064">
                        <c:v>2359.096</c:v>
                      </c:pt>
                      <c:pt idx="4065">
                        <c:v>2359.578</c:v>
                      </c:pt>
                      <c:pt idx="4066">
                        <c:v>2360.0610000000001</c:v>
                      </c:pt>
                      <c:pt idx="4067">
                        <c:v>2360.5430000000001</c:v>
                      </c:pt>
                      <c:pt idx="4068">
                        <c:v>2361.0250000000001</c:v>
                      </c:pt>
                      <c:pt idx="4069">
                        <c:v>2361.5070000000001</c:v>
                      </c:pt>
                      <c:pt idx="4070">
                        <c:v>2361.989</c:v>
                      </c:pt>
                      <c:pt idx="4071">
                        <c:v>2362.471</c:v>
                      </c:pt>
                      <c:pt idx="4072">
                        <c:v>2362.953</c:v>
                      </c:pt>
                      <c:pt idx="4073">
                        <c:v>2363.4360000000001</c:v>
                      </c:pt>
                      <c:pt idx="4074">
                        <c:v>2363.9180000000001</c:v>
                      </c:pt>
                      <c:pt idx="4075">
                        <c:v>2364.4</c:v>
                      </c:pt>
                      <c:pt idx="4076">
                        <c:v>2364.8820000000001</c:v>
                      </c:pt>
                      <c:pt idx="4077">
                        <c:v>2365.364</c:v>
                      </c:pt>
                      <c:pt idx="4078">
                        <c:v>2365.846</c:v>
                      </c:pt>
                      <c:pt idx="4079">
                        <c:v>2366.328</c:v>
                      </c:pt>
                      <c:pt idx="4080">
                        <c:v>2366.8110000000001</c:v>
                      </c:pt>
                      <c:pt idx="4081">
                        <c:v>2367.2930000000001</c:v>
                      </c:pt>
                      <c:pt idx="4082">
                        <c:v>2367.7750000000001</c:v>
                      </c:pt>
                      <c:pt idx="4083">
                        <c:v>2368.2570000000001</c:v>
                      </c:pt>
                      <c:pt idx="4084">
                        <c:v>2368.739</c:v>
                      </c:pt>
                      <c:pt idx="4085">
                        <c:v>2369.221</c:v>
                      </c:pt>
                      <c:pt idx="4086">
                        <c:v>2369.703</c:v>
                      </c:pt>
                      <c:pt idx="4087">
                        <c:v>2370.1860000000001</c:v>
                      </c:pt>
                      <c:pt idx="4088">
                        <c:v>2370.6680000000001</c:v>
                      </c:pt>
                      <c:pt idx="4089">
                        <c:v>2371.15</c:v>
                      </c:pt>
                      <c:pt idx="4090">
                        <c:v>2371.6320000000001</c:v>
                      </c:pt>
                      <c:pt idx="4091">
                        <c:v>2372.114</c:v>
                      </c:pt>
                      <c:pt idx="4092">
                        <c:v>2372.596</c:v>
                      </c:pt>
                      <c:pt idx="4093">
                        <c:v>2373.078</c:v>
                      </c:pt>
                      <c:pt idx="4094">
                        <c:v>2373.5610000000001</c:v>
                      </c:pt>
                      <c:pt idx="4095">
                        <c:v>2374.0419999999999</c:v>
                      </c:pt>
                      <c:pt idx="4096">
                        <c:v>2374.5250000000001</c:v>
                      </c:pt>
                      <c:pt idx="4097">
                        <c:v>2375.0070000000001</c:v>
                      </c:pt>
                      <c:pt idx="4098">
                        <c:v>2375.489</c:v>
                      </c:pt>
                      <c:pt idx="4099">
                        <c:v>2375.971</c:v>
                      </c:pt>
                      <c:pt idx="4100">
                        <c:v>2376.453</c:v>
                      </c:pt>
                      <c:pt idx="4101">
                        <c:v>2376.9349999999999</c:v>
                      </c:pt>
                      <c:pt idx="4102">
                        <c:v>2377.4169999999999</c:v>
                      </c:pt>
                      <c:pt idx="4103">
                        <c:v>2377.9</c:v>
                      </c:pt>
                      <c:pt idx="4104">
                        <c:v>2378.3820000000001</c:v>
                      </c:pt>
                      <c:pt idx="4105">
                        <c:v>2378.864</c:v>
                      </c:pt>
                      <c:pt idx="4106">
                        <c:v>2379.346</c:v>
                      </c:pt>
                      <c:pt idx="4107">
                        <c:v>2379.828</c:v>
                      </c:pt>
                      <c:pt idx="4108">
                        <c:v>2380.31</c:v>
                      </c:pt>
                      <c:pt idx="4109">
                        <c:v>2380.7919999999999</c:v>
                      </c:pt>
                      <c:pt idx="4110">
                        <c:v>2381.2750000000001</c:v>
                      </c:pt>
                      <c:pt idx="4111">
                        <c:v>2381.7570000000001</c:v>
                      </c:pt>
                      <c:pt idx="4112">
                        <c:v>2382.239</c:v>
                      </c:pt>
                      <c:pt idx="4113">
                        <c:v>2382.721</c:v>
                      </c:pt>
                      <c:pt idx="4114">
                        <c:v>2383.203</c:v>
                      </c:pt>
                      <c:pt idx="4115">
                        <c:v>2383.6849999999999</c:v>
                      </c:pt>
                      <c:pt idx="4116">
                        <c:v>2384.1669999999999</c:v>
                      </c:pt>
                      <c:pt idx="4117">
                        <c:v>2384.65</c:v>
                      </c:pt>
                      <c:pt idx="4118">
                        <c:v>2385.1320000000001</c:v>
                      </c:pt>
                      <c:pt idx="4119">
                        <c:v>2385.614</c:v>
                      </c:pt>
                      <c:pt idx="4120">
                        <c:v>2386.096</c:v>
                      </c:pt>
                      <c:pt idx="4121">
                        <c:v>2386.578</c:v>
                      </c:pt>
                      <c:pt idx="4122">
                        <c:v>2387.06</c:v>
                      </c:pt>
                      <c:pt idx="4123">
                        <c:v>2387.5419999999999</c:v>
                      </c:pt>
                      <c:pt idx="4124">
                        <c:v>2388.0250000000001</c:v>
                      </c:pt>
                      <c:pt idx="4125">
                        <c:v>2388.5070000000001</c:v>
                      </c:pt>
                      <c:pt idx="4126">
                        <c:v>2388.989</c:v>
                      </c:pt>
                      <c:pt idx="4127">
                        <c:v>2389.471</c:v>
                      </c:pt>
                      <c:pt idx="4128">
                        <c:v>2389.953</c:v>
                      </c:pt>
                      <c:pt idx="4129">
                        <c:v>2390.4349999999999</c:v>
                      </c:pt>
                      <c:pt idx="4130">
                        <c:v>2390.9169999999999</c:v>
                      </c:pt>
                      <c:pt idx="4131">
                        <c:v>2391.3989999999999</c:v>
                      </c:pt>
                      <c:pt idx="4132">
                        <c:v>2391.8820000000001</c:v>
                      </c:pt>
                      <c:pt idx="4133">
                        <c:v>2392.364</c:v>
                      </c:pt>
                      <c:pt idx="4134">
                        <c:v>2392.846</c:v>
                      </c:pt>
                      <c:pt idx="4135">
                        <c:v>2393.328</c:v>
                      </c:pt>
                      <c:pt idx="4136">
                        <c:v>2393.81</c:v>
                      </c:pt>
                      <c:pt idx="4137">
                        <c:v>2394.2919999999999</c:v>
                      </c:pt>
                      <c:pt idx="4138">
                        <c:v>2394.7739999999999</c:v>
                      </c:pt>
                      <c:pt idx="4139">
                        <c:v>2395.2570000000001</c:v>
                      </c:pt>
                      <c:pt idx="4140">
                        <c:v>2395.739</c:v>
                      </c:pt>
                      <c:pt idx="4141">
                        <c:v>2396.221</c:v>
                      </c:pt>
                      <c:pt idx="4142">
                        <c:v>2396.703</c:v>
                      </c:pt>
                      <c:pt idx="4143">
                        <c:v>2397.1849999999999</c:v>
                      </c:pt>
                      <c:pt idx="4144">
                        <c:v>2397.6669999999999</c:v>
                      </c:pt>
                      <c:pt idx="4145">
                        <c:v>2398.1489999999999</c:v>
                      </c:pt>
                      <c:pt idx="4146">
                        <c:v>2398.6320000000001</c:v>
                      </c:pt>
                      <c:pt idx="4147">
                        <c:v>2399.114</c:v>
                      </c:pt>
                      <c:pt idx="4148">
                        <c:v>2399.596</c:v>
                      </c:pt>
                      <c:pt idx="4149">
                        <c:v>2400.078</c:v>
                      </c:pt>
                      <c:pt idx="4150">
                        <c:v>2400.56</c:v>
                      </c:pt>
                      <c:pt idx="4151">
                        <c:v>2401.0419999999999</c:v>
                      </c:pt>
                      <c:pt idx="4152">
                        <c:v>2401.5239999999999</c:v>
                      </c:pt>
                      <c:pt idx="4153">
                        <c:v>2402.0070000000001</c:v>
                      </c:pt>
                      <c:pt idx="4154">
                        <c:v>2402.489</c:v>
                      </c:pt>
                      <c:pt idx="4155">
                        <c:v>2402.971</c:v>
                      </c:pt>
                      <c:pt idx="4156">
                        <c:v>2403.453</c:v>
                      </c:pt>
                      <c:pt idx="4157">
                        <c:v>2403.9349999999999</c:v>
                      </c:pt>
                      <c:pt idx="4158">
                        <c:v>2404.4169999999999</c:v>
                      </c:pt>
                      <c:pt idx="4159">
                        <c:v>2404.8989999999999</c:v>
                      </c:pt>
                      <c:pt idx="4160">
                        <c:v>2405.3820000000001</c:v>
                      </c:pt>
                      <c:pt idx="4161">
                        <c:v>2405.864</c:v>
                      </c:pt>
                      <c:pt idx="4162">
                        <c:v>2406.346</c:v>
                      </c:pt>
                      <c:pt idx="4163">
                        <c:v>2406.828</c:v>
                      </c:pt>
                      <c:pt idx="4164">
                        <c:v>2407.31</c:v>
                      </c:pt>
                      <c:pt idx="4165">
                        <c:v>2407.7919999999999</c:v>
                      </c:pt>
                      <c:pt idx="4166">
                        <c:v>2408.2739999999999</c:v>
                      </c:pt>
                      <c:pt idx="4167">
                        <c:v>2408.7559999999999</c:v>
                      </c:pt>
                      <c:pt idx="4168">
                        <c:v>2409.239</c:v>
                      </c:pt>
                      <c:pt idx="4169">
                        <c:v>2409.721</c:v>
                      </c:pt>
                      <c:pt idx="4170">
                        <c:v>2410.203</c:v>
                      </c:pt>
                      <c:pt idx="4171">
                        <c:v>2410.6849999999999</c:v>
                      </c:pt>
                      <c:pt idx="4172">
                        <c:v>2411.1669999999999</c:v>
                      </c:pt>
                      <c:pt idx="4173">
                        <c:v>2411.6489999999999</c:v>
                      </c:pt>
                      <c:pt idx="4174">
                        <c:v>2412.1309999999999</c:v>
                      </c:pt>
                      <c:pt idx="4175">
                        <c:v>2412.614</c:v>
                      </c:pt>
                      <c:pt idx="4176">
                        <c:v>2413.096</c:v>
                      </c:pt>
                      <c:pt idx="4177">
                        <c:v>2413.578</c:v>
                      </c:pt>
                      <c:pt idx="4178">
                        <c:v>2414.06</c:v>
                      </c:pt>
                      <c:pt idx="4179">
                        <c:v>2414.5419999999999</c:v>
                      </c:pt>
                      <c:pt idx="4180">
                        <c:v>2415.0239999999999</c:v>
                      </c:pt>
                      <c:pt idx="4181">
                        <c:v>2415.5059999999999</c:v>
                      </c:pt>
                      <c:pt idx="4182">
                        <c:v>2415.989</c:v>
                      </c:pt>
                      <c:pt idx="4183">
                        <c:v>2416.471</c:v>
                      </c:pt>
                      <c:pt idx="4184">
                        <c:v>2416.953</c:v>
                      </c:pt>
                      <c:pt idx="4185">
                        <c:v>2417.4349999999999</c:v>
                      </c:pt>
                      <c:pt idx="4186">
                        <c:v>2417.9169999999999</c:v>
                      </c:pt>
                      <c:pt idx="4187">
                        <c:v>2418.3989999999999</c:v>
                      </c:pt>
                      <c:pt idx="4188">
                        <c:v>2418.8809999999999</c:v>
                      </c:pt>
                      <c:pt idx="4189">
                        <c:v>2419.364</c:v>
                      </c:pt>
                      <c:pt idx="4190">
                        <c:v>2419.846</c:v>
                      </c:pt>
                      <c:pt idx="4191">
                        <c:v>2420.328</c:v>
                      </c:pt>
                      <c:pt idx="4192">
                        <c:v>2420.81</c:v>
                      </c:pt>
                      <c:pt idx="4193">
                        <c:v>2421.2919999999999</c:v>
                      </c:pt>
                      <c:pt idx="4194">
                        <c:v>2421.7739999999999</c:v>
                      </c:pt>
                      <c:pt idx="4195">
                        <c:v>2422.2559999999999</c:v>
                      </c:pt>
                      <c:pt idx="4196">
                        <c:v>2422.739</c:v>
                      </c:pt>
                      <c:pt idx="4197">
                        <c:v>2423.2199999999998</c:v>
                      </c:pt>
                      <c:pt idx="4198">
                        <c:v>2423.703</c:v>
                      </c:pt>
                      <c:pt idx="4199">
                        <c:v>2424.1849999999999</c:v>
                      </c:pt>
                      <c:pt idx="4200">
                        <c:v>2424.6669999999999</c:v>
                      </c:pt>
                      <c:pt idx="4201">
                        <c:v>2425.1489999999999</c:v>
                      </c:pt>
                      <c:pt idx="4202">
                        <c:v>2425.6309999999999</c:v>
                      </c:pt>
                      <c:pt idx="4203">
                        <c:v>2426.1129999999998</c:v>
                      </c:pt>
                      <c:pt idx="4204">
                        <c:v>2426.5949999999998</c:v>
                      </c:pt>
                      <c:pt idx="4205">
                        <c:v>2427.078</c:v>
                      </c:pt>
                      <c:pt idx="4206">
                        <c:v>2427.56</c:v>
                      </c:pt>
                      <c:pt idx="4207">
                        <c:v>2428.0419999999999</c:v>
                      </c:pt>
                      <c:pt idx="4208">
                        <c:v>2428.5239999999999</c:v>
                      </c:pt>
                      <c:pt idx="4209">
                        <c:v>2429.0059999999999</c:v>
                      </c:pt>
                      <c:pt idx="4210">
                        <c:v>2429.4879999999998</c:v>
                      </c:pt>
                      <c:pt idx="4211">
                        <c:v>2429.9699999999998</c:v>
                      </c:pt>
                      <c:pt idx="4212">
                        <c:v>2430.453</c:v>
                      </c:pt>
                      <c:pt idx="4213">
                        <c:v>2430.9349999999999</c:v>
                      </c:pt>
                      <c:pt idx="4214">
                        <c:v>2431.4169999999999</c:v>
                      </c:pt>
                      <c:pt idx="4215">
                        <c:v>2431.8989999999999</c:v>
                      </c:pt>
                      <c:pt idx="4216">
                        <c:v>2432.3809999999999</c:v>
                      </c:pt>
                      <c:pt idx="4217">
                        <c:v>2432.8629999999998</c:v>
                      </c:pt>
                      <c:pt idx="4218">
                        <c:v>2433.3449999999998</c:v>
                      </c:pt>
                      <c:pt idx="4219">
                        <c:v>2433.828</c:v>
                      </c:pt>
                      <c:pt idx="4220">
                        <c:v>2434.31</c:v>
                      </c:pt>
                      <c:pt idx="4221">
                        <c:v>2434.7919999999999</c:v>
                      </c:pt>
                      <c:pt idx="4222">
                        <c:v>2435.2739999999999</c:v>
                      </c:pt>
                      <c:pt idx="4223">
                        <c:v>2435.7559999999999</c:v>
                      </c:pt>
                      <c:pt idx="4224">
                        <c:v>2436.2379999999998</c:v>
                      </c:pt>
                      <c:pt idx="4225">
                        <c:v>2436.7199999999998</c:v>
                      </c:pt>
                      <c:pt idx="4226">
                        <c:v>2437.203</c:v>
                      </c:pt>
                      <c:pt idx="4227">
                        <c:v>2437.6849999999999</c:v>
                      </c:pt>
                      <c:pt idx="4228">
                        <c:v>2438.1669999999999</c:v>
                      </c:pt>
                      <c:pt idx="4229">
                        <c:v>2438.6489999999999</c:v>
                      </c:pt>
                      <c:pt idx="4230">
                        <c:v>2439.1309999999999</c:v>
                      </c:pt>
                      <c:pt idx="4231">
                        <c:v>2439.6129999999998</c:v>
                      </c:pt>
                      <c:pt idx="4232">
                        <c:v>2440.0949999999998</c:v>
                      </c:pt>
                      <c:pt idx="4233">
                        <c:v>2440.5770000000002</c:v>
                      </c:pt>
                      <c:pt idx="4234">
                        <c:v>2441.06</c:v>
                      </c:pt>
                      <c:pt idx="4235">
                        <c:v>2441.5419999999999</c:v>
                      </c:pt>
                      <c:pt idx="4236">
                        <c:v>2442.0239999999999</c:v>
                      </c:pt>
                      <c:pt idx="4237">
                        <c:v>2442.5059999999999</c:v>
                      </c:pt>
                      <c:pt idx="4238">
                        <c:v>2442.9879999999998</c:v>
                      </c:pt>
                      <c:pt idx="4239">
                        <c:v>2443.4699999999998</c:v>
                      </c:pt>
                      <c:pt idx="4240">
                        <c:v>2443.9520000000002</c:v>
                      </c:pt>
                      <c:pt idx="4241">
                        <c:v>2444.4349999999999</c:v>
                      </c:pt>
                      <c:pt idx="4242">
                        <c:v>2444.9169999999999</c:v>
                      </c:pt>
                      <c:pt idx="4243">
                        <c:v>2445.3989999999999</c:v>
                      </c:pt>
                      <c:pt idx="4244">
                        <c:v>2445.8809999999999</c:v>
                      </c:pt>
                      <c:pt idx="4245">
                        <c:v>2446.3629999999998</c:v>
                      </c:pt>
                      <c:pt idx="4246">
                        <c:v>2446.8449999999998</c:v>
                      </c:pt>
                      <c:pt idx="4247">
                        <c:v>2447.3270000000002</c:v>
                      </c:pt>
                      <c:pt idx="4248">
                        <c:v>2447.81</c:v>
                      </c:pt>
                      <c:pt idx="4249">
                        <c:v>2448.2919999999999</c:v>
                      </c:pt>
                      <c:pt idx="4250">
                        <c:v>2448.7739999999999</c:v>
                      </c:pt>
                      <c:pt idx="4251">
                        <c:v>2449.2559999999999</c:v>
                      </c:pt>
                      <c:pt idx="4252">
                        <c:v>2449.7379999999998</c:v>
                      </c:pt>
                      <c:pt idx="4253">
                        <c:v>2450.2199999999998</c:v>
                      </c:pt>
                      <c:pt idx="4254">
                        <c:v>2450.7020000000002</c:v>
                      </c:pt>
                      <c:pt idx="4255">
                        <c:v>2451.1849999999999</c:v>
                      </c:pt>
                      <c:pt idx="4256">
                        <c:v>2451.6669999999999</c:v>
                      </c:pt>
                      <c:pt idx="4257">
                        <c:v>2452.1489999999999</c:v>
                      </c:pt>
                      <c:pt idx="4258">
                        <c:v>2452.6309999999999</c:v>
                      </c:pt>
                      <c:pt idx="4259">
                        <c:v>2453.1129999999998</c:v>
                      </c:pt>
                      <c:pt idx="4260">
                        <c:v>2453.5949999999998</c:v>
                      </c:pt>
                      <c:pt idx="4261">
                        <c:v>2454.0770000000002</c:v>
                      </c:pt>
                      <c:pt idx="4262">
                        <c:v>2454.56</c:v>
                      </c:pt>
                      <c:pt idx="4263">
                        <c:v>2455.0419999999999</c:v>
                      </c:pt>
                      <c:pt idx="4264">
                        <c:v>2455.5239999999999</c:v>
                      </c:pt>
                      <c:pt idx="4265">
                        <c:v>2456.0059999999999</c:v>
                      </c:pt>
                      <c:pt idx="4266">
                        <c:v>2456.4879999999998</c:v>
                      </c:pt>
                      <c:pt idx="4267">
                        <c:v>2456.9699999999998</c:v>
                      </c:pt>
                      <c:pt idx="4268">
                        <c:v>2457.4520000000002</c:v>
                      </c:pt>
                      <c:pt idx="4269">
                        <c:v>2457.9349999999999</c:v>
                      </c:pt>
                      <c:pt idx="4270">
                        <c:v>2458.4169999999999</c:v>
                      </c:pt>
                      <c:pt idx="4271">
                        <c:v>2458.8989999999999</c:v>
                      </c:pt>
                      <c:pt idx="4272">
                        <c:v>2459.3809999999999</c:v>
                      </c:pt>
                      <c:pt idx="4273">
                        <c:v>2459.8629999999998</c:v>
                      </c:pt>
                      <c:pt idx="4274">
                        <c:v>2460.3449999999998</c:v>
                      </c:pt>
                      <c:pt idx="4275">
                        <c:v>2460.8270000000002</c:v>
                      </c:pt>
                      <c:pt idx="4276">
                        <c:v>2461.3090000000002</c:v>
                      </c:pt>
                      <c:pt idx="4277">
                        <c:v>2461.7919999999999</c:v>
                      </c:pt>
                      <c:pt idx="4278">
                        <c:v>2462.2739999999999</c:v>
                      </c:pt>
                      <c:pt idx="4279">
                        <c:v>2462.7559999999999</c:v>
                      </c:pt>
                      <c:pt idx="4280">
                        <c:v>2463.2379999999998</c:v>
                      </c:pt>
                      <c:pt idx="4281">
                        <c:v>2463.7199999999998</c:v>
                      </c:pt>
                      <c:pt idx="4282">
                        <c:v>2464.2020000000002</c:v>
                      </c:pt>
                      <c:pt idx="4283">
                        <c:v>2464.6840000000002</c:v>
                      </c:pt>
                      <c:pt idx="4284">
                        <c:v>2465.1669999999999</c:v>
                      </c:pt>
                      <c:pt idx="4285">
                        <c:v>2465.6489999999999</c:v>
                      </c:pt>
                      <c:pt idx="4286">
                        <c:v>2466.1309999999999</c:v>
                      </c:pt>
                      <c:pt idx="4287">
                        <c:v>2466.6129999999998</c:v>
                      </c:pt>
                      <c:pt idx="4288">
                        <c:v>2467.0949999999998</c:v>
                      </c:pt>
                      <c:pt idx="4289">
                        <c:v>2467.5770000000002</c:v>
                      </c:pt>
                      <c:pt idx="4290">
                        <c:v>2468.0590000000002</c:v>
                      </c:pt>
                      <c:pt idx="4291">
                        <c:v>2468.5419999999999</c:v>
                      </c:pt>
                      <c:pt idx="4292">
                        <c:v>2469.0239999999999</c:v>
                      </c:pt>
                      <c:pt idx="4293">
                        <c:v>2469.5059999999999</c:v>
                      </c:pt>
                      <c:pt idx="4294">
                        <c:v>2469.9879999999998</c:v>
                      </c:pt>
                      <c:pt idx="4295">
                        <c:v>2470.4699999999998</c:v>
                      </c:pt>
                      <c:pt idx="4296">
                        <c:v>2470.9520000000002</c:v>
                      </c:pt>
                      <c:pt idx="4297">
                        <c:v>2471.4340000000002</c:v>
                      </c:pt>
                      <c:pt idx="4298">
                        <c:v>2471.9169999999999</c:v>
                      </c:pt>
                      <c:pt idx="4299">
                        <c:v>2472.3989999999999</c:v>
                      </c:pt>
                      <c:pt idx="4300">
                        <c:v>2472.8809999999999</c:v>
                      </c:pt>
                      <c:pt idx="4301">
                        <c:v>2473.3629999999998</c:v>
                      </c:pt>
                      <c:pt idx="4302">
                        <c:v>2473.8449999999998</c:v>
                      </c:pt>
                      <c:pt idx="4303">
                        <c:v>2474.3270000000002</c:v>
                      </c:pt>
                      <c:pt idx="4304">
                        <c:v>2474.8090000000002</c:v>
                      </c:pt>
                      <c:pt idx="4305">
                        <c:v>2475.2919999999999</c:v>
                      </c:pt>
                      <c:pt idx="4306">
                        <c:v>2475.7730000000001</c:v>
                      </c:pt>
                      <c:pt idx="4307">
                        <c:v>2476.2559999999999</c:v>
                      </c:pt>
                      <c:pt idx="4308">
                        <c:v>2476.7379999999998</c:v>
                      </c:pt>
                      <c:pt idx="4309">
                        <c:v>2477.2199999999998</c:v>
                      </c:pt>
                      <c:pt idx="4310">
                        <c:v>2477.7020000000002</c:v>
                      </c:pt>
                      <c:pt idx="4311">
                        <c:v>2478.1840000000002</c:v>
                      </c:pt>
                      <c:pt idx="4312">
                        <c:v>2478.6660000000002</c:v>
                      </c:pt>
                      <c:pt idx="4313">
                        <c:v>2479.1480000000001</c:v>
                      </c:pt>
                      <c:pt idx="4314">
                        <c:v>2479.6309999999999</c:v>
                      </c:pt>
                      <c:pt idx="4315">
                        <c:v>2480.1129999999998</c:v>
                      </c:pt>
                      <c:pt idx="4316">
                        <c:v>2480.5949999999998</c:v>
                      </c:pt>
                      <c:pt idx="4317">
                        <c:v>2481.0770000000002</c:v>
                      </c:pt>
                      <c:pt idx="4318">
                        <c:v>2481.5590000000002</c:v>
                      </c:pt>
                      <c:pt idx="4319">
                        <c:v>2482.0410000000002</c:v>
                      </c:pt>
                      <c:pt idx="4320">
                        <c:v>2482.5230000000001</c:v>
                      </c:pt>
                      <c:pt idx="4321">
                        <c:v>2483.0059999999999</c:v>
                      </c:pt>
                      <c:pt idx="4322">
                        <c:v>2483.4879999999998</c:v>
                      </c:pt>
                      <c:pt idx="4323">
                        <c:v>2483.9699999999998</c:v>
                      </c:pt>
                      <c:pt idx="4324">
                        <c:v>2484.4520000000002</c:v>
                      </c:pt>
                      <c:pt idx="4325">
                        <c:v>2484.9340000000002</c:v>
                      </c:pt>
                      <c:pt idx="4326">
                        <c:v>2485.4160000000002</c:v>
                      </c:pt>
                      <c:pt idx="4327">
                        <c:v>2485.8980000000001</c:v>
                      </c:pt>
                      <c:pt idx="4328">
                        <c:v>2486.3809999999999</c:v>
                      </c:pt>
                      <c:pt idx="4329">
                        <c:v>2486.8629999999998</c:v>
                      </c:pt>
                      <c:pt idx="4330">
                        <c:v>2487.3449999999998</c:v>
                      </c:pt>
                      <c:pt idx="4331">
                        <c:v>2487.8270000000002</c:v>
                      </c:pt>
                      <c:pt idx="4332">
                        <c:v>2488.3090000000002</c:v>
                      </c:pt>
                      <c:pt idx="4333">
                        <c:v>2488.7910000000002</c:v>
                      </c:pt>
                      <c:pt idx="4334">
                        <c:v>2489.2730000000001</c:v>
                      </c:pt>
                      <c:pt idx="4335">
                        <c:v>2489.7559999999999</c:v>
                      </c:pt>
                      <c:pt idx="4336">
                        <c:v>2490.2379999999998</c:v>
                      </c:pt>
                      <c:pt idx="4337">
                        <c:v>2490.7199999999998</c:v>
                      </c:pt>
                      <c:pt idx="4338">
                        <c:v>2491.2020000000002</c:v>
                      </c:pt>
                      <c:pt idx="4339">
                        <c:v>2491.6840000000002</c:v>
                      </c:pt>
                      <c:pt idx="4340">
                        <c:v>2492.1660000000002</c:v>
                      </c:pt>
                      <c:pt idx="4341">
                        <c:v>2492.6480000000001</c:v>
                      </c:pt>
                      <c:pt idx="4342">
                        <c:v>2493.13</c:v>
                      </c:pt>
                      <c:pt idx="4343">
                        <c:v>2493.6129999999998</c:v>
                      </c:pt>
                      <c:pt idx="4344">
                        <c:v>2494.0949999999998</c:v>
                      </c:pt>
                      <c:pt idx="4345">
                        <c:v>2494.5770000000002</c:v>
                      </c:pt>
                      <c:pt idx="4346">
                        <c:v>2495.0590000000002</c:v>
                      </c:pt>
                      <c:pt idx="4347">
                        <c:v>2495.5410000000002</c:v>
                      </c:pt>
                      <c:pt idx="4348">
                        <c:v>2496.0230000000001</c:v>
                      </c:pt>
                      <c:pt idx="4349">
                        <c:v>2496.5050000000001</c:v>
                      </c:pt>
                      <c:pt idx="4350">
                        <c:v>2496.9879999999998</c:v>
                      </c:pt>
                      <c:pt idx="4351">
                        <c:v>2497.4699999999998</c:v>
                      </c:pt>
                      <c:pt idx="4352">
                        <c:v>2497.9520000000002</c:v>
                      </c:pt>
                      <c:pt idx="4353">
                        <c:v>2498.4340000000002</c:v>
                      </c:pt>
                      <c:pt idx="4354">
                        <c:v>2498.9160000000002</c:v>
                      </c:pt>
                      <c:pt idx="4355">
                        <c:v>2499.3980000000001</c:v>
                      </c:pt>
                      <c:pt idx="4356">
                        <c:v>2499.88</c:v>
                      </c:pt>
                      <c:pt idx="4357">
                        <c:v>2500.3629999999998</c:v>
                      </c:pt>
                      <c:pt idx="4358">
                        <c:v>2500.8449999999998</c:v>
                      </c:pt>
                      <c:pt idx="4359">
                        <c:v>2501.3270000000002</c:v>
                      </c:pt>
                      <c:pt idx="4360">
                        <c:v>2501.8090000000002</c:v>
                      </c:pt>
                      <c:pt idx="4361">
                        <c:v>2502.2910000000002</c:v>
                      </c:pt>
                      <c:pt idx="4362">
                        <c:v>2502.7730000000001</c:v>
                      </c:pt>
                      <c:pt idx="4363">
                        <c:v>2503.2550000000001</c:v>
                      </c:pt>
                      <c:pt idx="4364">
                        <c:v>2503.7379999999998</c:v>
                      </c:pt>
                      <c:pt idx="4365">
                        <c:v>2504.2199999999998</c:v>
                      </c:pt>
                      <c:pt idx="4366">
                        <c:v>2504.7020000000002</c:v>
                      </c:pt>
                      <c:pt idx="4367">
                        <c:v>2505.1840000000002</c:v>
                      </c:pt>
                      <c:pt idx="4368">
                        <c:v>2505.6660000000002</c:v>
                      </c:pt>
                      <c:pt idx="4369">
                        <c:v>2506.1480000000001</c:v>
                      </c:pt>
                      <c:pt idx="4370">
                        <c:v>2506.63</c:v>
                      </c:pt>
                      <c:pt idx="4371">
                        <c:v>2507.1129999999998</c:v>
                      </c:pt>
                      <c:pt idx="4372">
                        <c:v>2507.5940000000001</c:v>
                      </c:pt>
                      <c:pt idx="4373">
                        <c:v>2508.0770000000002</c:v>
                      </c:pt>
                      <c:pt idx="4374">
                        <c:v>2508.5590000000002</c:v>
                      </c:pt>
                      <c:pt idx="4375">
                        <c:v>2509.0410000000002</c:v>
                      </c:pt>
                      <c:pt idx="4376">
                        <c:v>2509.5230000000001</c:v>
                      </c:pt>
                      <c:pt idx="4377">
                        <c:v>2510.0050000000001</c:v>
                      </c:pt>
                      <c:pt idx="4378">
                        <c:v>2510.4870000000001</c:v>
                      </c:pt>
                      <c:pt idx="4379">
                        <c:v>2510.9690000000001</c:v>
                      </c:pt>
                      <c:pt idx="4380">
                        <c:v>2511.4520000000002</c:v>
                      </c:pt>
                      <c:pt idx="4381">
                        <c:v>2511.9340000000002</c:v>
                      </c:pt>
                      <c:pt idx="4382">
                        <c:v>2512.4160000000002</c:v>
                      </c:pt>
                      <c:pt idx="4383">
                        <c:v>2512.8980000000001</c:v>
                      </c:pt>
                      <c:pt idx="4384">
                        <c:v>2513.38</c:v>
                      </c:pt>
                      <c:pt idx="4385">
                        <c:v>2513.8620000000001</c:v>
                      </c:pt>
                      <c:pt idx="4386">
                        <c:v>2514.3440000000001</c:v>
                      </c:pt>
                      <c:pt idx="4387">
                        <c:v>2514.8270000000002</c:v>
                      </c:pt>
                      <c:pt idx="4388">
                        <c:v>2515.3090000000002</c:v>
                      </c:pt>
                      <c:pt idx="4389">
                        <c:v>2515.7910000000002</c:v>
                      </c:pt>
                      <c:pt idx="4390">
                        <c:v>2516.2730000000001</c:v>
                      </c:pt>
                      <c:pt idx="4391">
                        <c:v>2516.7550000000001</c:v>
                      </c:pt>
                      <c:pt idx="4392">
                        <c:v>2517.2370000000001</c:v>
                      </c:pt>
                      <c:pt idx="4393">
                        <c:v>2517.7190000000001</c:v>
                      </c:pt>
                      <c:pt idx="4394">
                        <c:v>2518.2020000000002</c:v>
                      </c:pt>
                      <c:pt idx="4395">
                        <c:v>2518.6840000000002</c:v>
                      </c:pt>
                      <c:pt idx="4396">
                        <c:v>2519.1660000000002</c:v>
                      </c:pt>
                      <c:pt idx="4397">
                        <c:v>2519.6480000000001</c:v>
                      </c:pt>
                      <c:pt idx="4398">
                        <c:v>2520.13</c:v>
                      </c:pt>
                      <c:pt idx="4399">
                        <c:v>2520.6120000000001</c:v>
                      </c:pt>
                      <c:pt idx="4400">
                        <c:v>2521.0940000000001</c:v>
                      </c:pt>
                      <c:pt idx="4401">
                        <c:v>2521.5770000000002</c:v>
                      </c:pt>
                      <c:pt idx="4402">
                        <c:v>2522.0590000000002</c:v>
                      </c:pt>
                      <c:pt idx="4403">
                        <c:v>2522.5410000000002</c:v>
                      </c:pt>
                      <c:pt idx="4404">
                        <c:v>2523.0230000000001</c:v>
                      </c:pt>
                      <c:pt idx="4405">
                        <c:v>2523.5050000000001</c:v>
                      </c:pt>
                      <c:pt idx="4406">
                        <c:v>2523.9870000000001</c:v>
                      </c:pt>
                      <c:pt idx="4407">
                        <c:v>2524.4690000000001</c:v>
                      </c:pt>
                      <c:pt idx="4408">
                        <c:v>2524.951</c:v>
                      </c:pt>
                      <c:pt idx="4409">
                        <c:v>2525.4340000000002</c:v>
                      </c:pt>
                      <c:pt idx="4410">
                        <c:v>2525.9160000000002</c:v>
                      </c:pt>
                      <c:pt idx="4411">
                        <c:v>2526.3980000000001</c:v>
                      </c:pt>
                      <c:pt idx="4412">
                        <c:v>2526.88</c:v>
                      </c:pt>
                      <c:pt idx="4413">
                        <c:v>2527.3620000000001</c:v>
                      </c:pt>
                      <c:pt idx="4414">
                        <c:v>2527.8440000000001</c:v>
                      </c:pt>
                      <c:pt idx="4415">
                        <c:v>2528.326</c:v>
                      </c:pt>
                      <c:pt idx="4416">
                        <c:v>2528.8090000000002</c:v>
                      </c:pt>
                      <c:pt idx="4417">
                        <c:v>2529.2910000000002</c:v>
                      </c:pt>
                      <c:pt idx="4418">
                        <c:v>2529.7730000000001</c:v>
                      </c:pt>
                      <c:pt idx="4419">
                        <c:v>2530.2550000000001</c:v>
                      </c:pt>
                      <c:pt idx="4420">
                        <c:v>2530.7370000000001</c:v>
                      </c:pt>
                      <c:pt idx="4421">
                        <c:v>2531.2190000000001</c:v>
                      </c:pt>
                      <c:pt idx="4422">
                        <c:v>2531.701</c:v>
                      </c:pt>
                      <c:pt idx="4423">
                        <c:v>2532.1840000000002</c:v>
                      </c:pt>
                      <c:pt idx="4424">
                        <c:v>2532.6660000000002</c:v>
                      </c:pt>
                      <c:pt idx="4425">
                        <c:v>2533.1480000000001</c:v>
                      </c:pt>
                      <c:pt idx="4426">
                        <c:v>2533.63</c:v>
                      </c:pt>
                      <c:pt idx="4427">
                        <c:v>2534.1120000000001</c:v>
                      </c:pt>
                      <c:pt idx="4428">
                        <c:v>2534.5940000000001</c:v>
                      </c:pt>
                      <c:pt idx="4429">
                        <c:v>2535.076</c:v>
                      </c:pt>
                      <c:pt idx="4430">
                        <c:v>2535.5590000000002</c:v>
                      </c:pt>
                      <c:pt idx="4431">
                        <c:v>2536.0410000000002</c:v>
                      </c:pt>
                      <c:pt idx="4432">
                        <c:v>2536.5230000000001</c:v>
                      </c:pt>
                      <c:pt idx="4433">
                        <c:v>2537.0050000000001</c:v>
                      </c:pt>
                      <c:pt idx="4434">
                        <c:v>2537.4870000000001</c:v>
                      </c:pt>
                      <c:pt idx="4435">
                        <c:v>2537.9690000000001</c:v>
                      </c:pt>
                      <c:pt idx="4436">
                        <c:v>2538.451</c:v>
                      </c:pt>
                      <c:pt idx="4437">
                        <c:v>2538.9340000000002</c:v>
                      </c:pt>
                      <c:pt idx="4438">
                        <c:v>2539.4160000000002</c:v>
                      </c:pt>
                      <c:pt idx="4439">
                        <c:v>2539.8980000000001</c:v>
                      </c:pt>
                      <c:pt idx="4440">
                        <c:v>2540.38</c:v>
                      </c:pt>
                      <c:pt idx="4441">
                        <c:v>2540.8620000000001</c:v>
                      </c:pt>
                      <c:pt idx="4442">
                        <c:v>2541.3440000000001</c:v>
                      </c:pt>
                      <c:pt idx="4443">
                        <c:v>2541.826</c:v>
                      </c:pt>
                      <c:pt idx="4444">
                        <c:v>2542.308</c:v>
                      </c:pt>
                      <c:pt idx="4445">
                        <c:v>2542.7910000000002</c:v>
                      </c:pt>
                      <c:pt idx="4446">
                        <c:v>2543.2730000000001</c:v>
                      </c:pt>
                      <c:pt idx="4447">
                        <c:v>2543.7550000000001</c:v>
                      </c:pt>
                      <c:pt idx="4448">
                        <c:v>2544.2370000000001</c:v>
                      </c:pt>
                      <c:pt idx="4449">
                        <c:v>2544.7190000000001</c:v>
                      </c:pt>
                      <c:pt idx="4450">
                        <c:v>2545.201</c:v>
                      </c:pt>
                      <c:pt idx="4451">
                        <c:v>2545.683</c:v>
                      </c:pt>
                      <c:pt idx="4452">
                        <c:v>2546.1660000000002</c:v>
                      </c:pt>
                      <c:pt idx="4453">
                        <c:v>2546.6480000000001</c:v>
                      </c:pt>
                      <c:pt idx="4454">
                        <c:v>2547.13</c:v>
                      </c:pt>
                      <c:pt idx="4455">
                        <c:v>2547.6120000000001</c:v>
                      </c:pt>
                      <c:pt idx="4456">
                        <c:v>2548.0940000000001</c:v>
                      </c:pt>
                      <c:pt idx="4457">
                        <c:v>2548.576</c:v>
                      </c:pt>
                      <c:pt idx="4458">
                        <c:v>2549.058</c:v>
                      </c:pt>
                      <c:pt idx="4459">
                        <c:v>2549.5410000000002</c:v>
                      </c:pt>
                      <c:pt idx="4460">
                        <c:v>2550.0230000000001</c:v>
                      </c:pt>
                      <c:pt idx="4461">
                        <c:v>2550.5050000000001</c:v>
                      </c:pt>
                      <c:pt idx="4462">
                        <c:v>2550.9870000000001</c:v>
                      </c:pt>
                      <c:pt idx="4463">
                        <c:v>2551.4690000000001</c:v>
                      </c:pt>
                      <c:pt idx="4464">
                        <c:v>2551.951</c:v>
                      </c:pt>
                      <c:pt idx="4465">
                        <c:v>2552.433</c:v>
                      </c:pt>
                      <c:pt idx="4466">
                        <c:v>2552.9160000000002</c:v>
                      </c:pt>
                      <c:pt idx="4467">
                        <c:v>2553.3980000000001</c:v>
                      </c:pt>
                      <c:pt idx="4468">
                        <c:v>2553.88</c:v>
                      </c:pt>
                      <c:pt idx="4469">
                        <c:v>2554.3620000000001</c:v>
                      </c:pt>
                      <c:pt idx="4470">
                        <c:v>2554.8440000000001</c:v>
                      </c:pt>
                      <c:pt idx="4471">
                        <c:v>2555.326</c:v>
                      </c:pt>
                      <c:pt idx="4472">
                        <c:v>2555.808</c:v>
                      </c:pt>
                      <c:pt idx="4473">
                        <c:v>2556.2910000000002</c:v>
                      </c:pt>
                      <c:pt idx="4474">
                        <c:v>2556.7719999999999</c:v>
                      </c:pt>
                      <c:pt idx="4475">
                        <c:v>2557.2550000000001</c:v>
                      </c:pt>
                      <c:pt idx="4476">
                        <c:v>2557.7370000000001</c:v>
                      </c:pt>
                      <c:pt idx="4477">
                        <c:v>2558.2190000000001</c:v>
                      </c:pt>
                      <c:pt idx="4478">
                        <c:v>2558.701</c:v>
                      </c:pt>
                      <c:pt idx="4479">
                        <c:v>2559.183</c:v>
                      </c:pt>
                      <c:pt idx="4480">
                        <c:v>2559.665</c:v>
                      </c:pt>
                      <c:pt idx="4481">
                        <c:v>2560.1469999999999</c:v>
                      </c:pt>
                      <c:pt idx="4482">
                        <c:v>2560.63</c:v>
                      </c:pt>
                      <c:pt idx="4483">
                        <c:v>2561.1120000000001</c:v>
                      </c:pt>
                      <c:pt idx="4484">
                        <c:v>2561.5940000000001</c:v>
                      </c:pt>
                      <c:pt idx="4485">
                        <c:v>2562.076</c:v>
                      </c:pt>
                      <c:pt idx="4486">
                        <c:v>2562.558</c:v>
                      </c:pt>
                      <c:pt idx="4487">
                        <c:v>2563.04</c:v>
                      </c:pt>
                      <c:pt idx="4488">
                        <c:v>2563.5219999999999</c:v>
                      </c:pt>
                      <c:pt idx="4489">
                        <c:v>2564.0050000000001</c:v>
                      </c:pt>
                      <c:pt idx="4490">
                        <c:v>2564.4870000000001</c:v>
                      </c:pt>
                      <c:pt idx="4491">
                        <c:v>2564.9690000000001</c:v>
                      </c:pt>
                      <c:pt idx="4492">
                        <c:v>2565.451</c:v>
                      </c:pt>
                      <c:pt idx="4493">
                        <c:v>2565.933</c:v>
                      </c:pt>
                      <c:pt idx="4494">
                        <c:v>2566.415</c:v>
                      </c:pt>
                      <c:pt idx="4495">
                        <c:v>2566.8969999999999</c:v>
                      </c:pt>
                      <c:pt idx="4496">
                        <c:v>2567.38</c:v>
                      </c:pt>
                      <c:pt idx="4497">
                        <c:v>2567.8620000000001</c:v>
                      </c:pt>
                      <c:pt idx="4498">
                        <c:v>2568.3440000000001</c:v>
                      </c:pt>
                      <c:pt idx="4499">
                        <c:v>2568.826</c:v>
                      </c:pt>
                      <c:pt idx="4500">
                        <c:v>2569.308</c:v>
                      </c:pt>
                      <c:pt idx="4501">
                        <c:v>2569.79</c:v>
                      </c:pt>
                      <c:pt idx="4502">
                        <c:v>2570.2719999999999</c:v>
                      </c:pt>
                      <c:pt idx="4503">
                        <c:v>2570.7550000000001</c:v>
                      </c:pt>
                      <c:pt idx="4504">
                        <c:v>2571.2370000000001</c:v>
                      </c:pt>
                      <c:pt idx="4505">
                        <c:v>2571.7190000000001</c:v>
                      </c:pt>
                      <c:pt idx="4506">
                        <c:v>2572.201</c:v>
                      </c:pt>
                      <c:pt idx="4507">
                        <c:v>2572.683</c:v>
                      </c:pt>
                      <c:pt idx="4508">
                        <c:v>2573.165</c:v>
                      </c:pt>
                      <c:pt idx="4509">
                        <c:v>2573.6469999999999</c:v>
                      </c:pt>
                      <c:pt idx="4510">
                        <c:v>2574.1289999999999</c:v>
                      </c:pt>
                      <c:pt idx="4511">
                        <c:v>2574.6120000000001</c:v>
                      </c:pt>
                      <c:pt idx="4512">
                        <c:v>2575.0940000000001</c:v>
                      </c:pt>
                      <c:pt idx="4513">
                        <c:v>2575.576</c:v>
                      </c:pt>
                      <c:pt idx="4514">
                        <c:v>2576.058</c:v>
                      </c:pt>
                      <c:pt idx="4515">
                        <c:v>2576.54</c:v>
                      </c:pt>
                      <c:pt idx="4516">
                        <c:v>2577.0219999999999</c:v>
                      </c:pt>
                      <c:pt idx="4517">
                        <c:v>2577.5039999999999</c:v>
                      </c:pt>
                      <c:pt idx="4518">
                        <c:v>2577.9870000000001</c:v>
                      </c:pt>
                      <c:pt idx="4519">
                        <c:v>2578.4690000000001</c:v>
                      </c:pt>
                      <c:pt idx="4520">
                        <c:v>2578.951</c:v>
                      </c:pt>
                      <c:pt idx="4521">
                        <c:v>2579.433</c:v>
                      </c:pt>
                      <c:pt idx="4522">
                        <c:v>2579.915</c:v>
                      </c:pt>
                      <c:pt idx="4523">
                        <c:v>2580.3969999999999</c:v>
                      </c:pt>
                      <c:pt idx="4524">
                        <c:v>2580.8789999999999</c:v>
                      </c:pt>
                      <c:pt idx="4525">
                        <c:v>2581.3620000000001</c:v>
                      </c:pt>
                      <c:pt idx="4526">
                        <c:v>2581.8440000000001</c:v>
                      </c:pt>
                      <c:pt idx="4527">
                        <c:v>2582.326</c:v>
                      </c:pt>
                      <c:pt idx="4528">
                        <c:v>2582.808</c:v>
                      </c:pt>
                      <c:pt idx="4529">
                        <c:v>2583.29</c:v>
                      </c:pt>
                      <c:pt idx="4530">
                        <c:v>2583.7719999999999</c:v>
                      </c:pt>
                      <c:pt idx="4531">
                        <c:v>2584.2539999999999</c:v>
                      </c:pt>
                      <c:pt idx="4532">
                        <c:v>2584.7370000000001</c:v>
                      </c:pt>
                      <c:pt idx="4533">
                        <c:v>2585.2190000000001</c:v>
                      </c:pt>
                      <c:pt idx="4534">
                        <c:v>2585.701</c:v>
                      </c:pt>
                      <c:pt idx="4535">
                        <c:v>2586.183</c:v>
                      </c:pt>
                      <c:pt idx="4536">
                        <c:v>2586.665</c:v>
                      </c:pt>
                      <c:pt idx="4537">
                        <c:v>2587.1469999999999</c:v>
                      </c:pt>
                      <c:pt idx="4538">
                        <c:v>2587.6289999999999</c:v>
                      </c:pt>
                      <c:pt idx="4539">
                        <c:v>2588.1120000000001</c:v>
                      </c:pt>
                      <c:pt idx="4540">
                        <c:v>2588.5940000000001</c:v>
                      </c:pt>
                      <c:pt idx="4541">
                        <c:v>2589.076</c:v>
                      </c:pt>
                      <c:pt idx="4542">
                        <c:v>2589.558</c:v>
                      </c:pt>
                      <c:pt idx="4543">
                        <c:v>2590.04</c:v>
                      </c:pt>
                      <c:pt idx="4544">
                        <c:v>2590.5219999999999</c:v>
                      </c:pt>
                      <c:pt idx="4545">
                        <c:v>2591.0039999999999</c:v>
                      </c:pt>
                      <c:pt idx="4546">
                        <c:v>2591.4859999999999</c:v>
                      </c:pt>
                      <c:pt idx="4547">
                        <c:v>2591.9690000000001</c:v>
                      </c:pt>
                      <c:pt idx="4548">
                        <c:v>2592.451</c:v>
                      </c:pt>
                      <c:pt idx="4549">
                        <c:v>2592.933</c:v>
                      </c:pt>
                      <c:pt idx="4550">
                        <c:v>2593.415</c:v>
                      </c:pt>
                      <c:pt idx="4551">
                        <c:v>2593.8969999999999</c:v>
                      </c:pt>
                      <c:pt idx="4552">
                        <c:v>2594.3789999999999</c:v>
                      </c:pt>
                      <c:pt idx="4553">
                        <c:v>2594.8609999999999</c:v>
                      </c:pt>
                      <c:pt idx="4554">
                        <c:v>2595.3440000000001</c:v>
                      </c:pt>
                      <c:pt idx="4555">
                        <c:v>2595.826</c:v>
                      </c:pt>
                      <c:pt idx="4556">
                        <c:v>2596.308</c:v>
                      </c:pt>
                      <c:pt idx="4557">
                        <c:v>2596.79</c:v>
                      </c:pt>
                      <c:pt idx="4558">
                        <c:v>2597.2719999999999</c:v>
                      </c:pt>
                      <c:pt idx="4559">
                        <c:v>2597.7539999999999</c:v>
                      </c:pt>
                      <c:pt idx="4560">
                        <c:v>2598.2359999999999</c:v>
                      </c:pt>
                      <c:pt idx="4561">
                        <c:v>2598.7190000000001</c:v>
                      </c:pt>
                      <c:pt idx="4562">
                        <c:v>2599.201</c:v>
                      </c:pt>
                      <c:pt idx="4563">
                        <c:v>2599.683</c:v>
                      </c:pt>
                      <c:pt idx="4564">
                        <c:v>2600.165</c:v>
                      </c:pt>
                      <c:pt idx="4565">
                        <c:v>2600.6469999999999</c:v>
                      </c:pt>
                      <c:pt idx="4566">
                        <c:v>2601.1289999999999</c:v>
                      </c:pt>
                      <c:pt idx="4567">
                        <c:v>2601.6109999999999</c:v>
                      </c:pt>
                      <c:pt idx="4568">
                        <c:v>2602.0940000000001</c:v>
                      </c:pt>
                      <c:pt idx="4569">
                        <c:v>2602.576</c:v>
                      </c:pt>
                      <c:pt idx="4570">
                        <c:v>2603.058</c:v>
                      </c:pt>
                      <c:pt idx="4571">
                        <c:v>2603.54</c:v>
                      </c:pt>
                      <c:pt idx="4572">
                        <c:v>2604.0219999999999</c:v>
                      </c:pt>
                      <c:pt idx="4573">
                        <c:v>2604.5039999999999</c:v>
                      </c:pt>
                      <c:pt idx="4574">
                        <c:v>2604.9859999999999</c:v>
                      </c:pt>
                      <c:pt idx="4575">
                        <c:v>2605.4690000000001</c:v>
                      </c:pt>
                      <c:pt idx="4576">
                        <c:v>2605.9499999999998</c:v>
                      </c:pt>
                      <c:pt idx="4577">
                        <c:v>2606.433</c:v>
                      </c:pt>
                      <c:pt idx="4578">
                        <c:v>2606.915</c:v>
                      </c:pt>
                      <c:pt idx="4579">
                        <c:v>2607.3969999999999</c:v>
                      </c:pt>
                      <c:pt idx="4580">
                        <c:v>2607.8789999999999</c:v>
                      </c:pt>
                      <c:pt idx="4581">
                        <c:v>2608.3609999999999</c:v>
                      </c:pt>
                      <c:pt idx="4582">
                        <c:v>2608.8429999999998</c:v>
                      </c:pt>
                      <c:pt idx="4583">
                        <c:v>2609.3249999999998</c:v>
                      </c:pt>
                      <c:pt idx="4584">
                        <c:v>2609.808</c:v>
                      </c:pt>
                      <c:pt idx="4585">
                        <c:v>2610.29</c:v>
                      </c:pt>
                      <c:pt idx="4586">
                        <c:v>2610.7719999999999</c:v>
                      </c:pt>
                      <c:pt idx="4587">
                        <c:v>2611.2539999999999</c:v>
                      </c:pt>
                      <c:pt idx="4588">
                        <c:v>2611.7359999999999</c:v>
                      </c:pt>
                      <c:pt idx="4589">
                        <c:v>2612.2179999999998</c:v>
                      </c:pt>
                      <c:pt idx="4590">
                        <c:v>2612.6999999999998</c:v>
                      </c:pt>
                      <c:pt idx="4591">
                        <c:v>2613.183</c:v>
                      </c:pt>
                      <c:pt idx="4592">
                        <c:v>2613.665</c:v>
                      </c:pt>
                      <c:pt idx="4593">
                        <c:v>2614.1469999999999</c:v>
                      </c:pt>
                      <c:pt idx="4594">
                        <c:v>2614.6289999999999</c:v>
                      </c:pt>
                      <c:pt idx="4595">
                        <c:v>2615.1109999999999</c:v>
                      </c:pt>
                      <c:pt idx="4596">
                        <c:v>2615.5929999999998</c:v>
                      </c:pt>
                      <c:pt idx="4597">
                        <c:v>2616.0749999999998</c:v>
                      </c:pt>
                      <c:pt idx="4598">
                        <c:v>2616.558</c:v>
                      </c:pt>
                      <c:pt idx="4599">
                        <c:v>2617.04</c:v>
                      </c:pt>
                      <c:pt idx="4600">
                        <c:v>2617.5219999999999</c:v>
                      </c:pt>
                      <c:pt idx="4601">
                        <c:v>2618.0039999999999</c:v>
                      </c:pt>
                      <c:pt idx="4602">
                        <c:v>2618.4859999999999</c:v>
                      </c:pt>
                      <c:pt idx="4603">
                        <c:v>2618.9679999999998</c:v>
                      </c:pt>
                      <c:pt idx="4604">
                        <c:v>2619.4499999999998</c:v>
                      </c:pt>
                      <c:pt idx="4605">
                        <c:v>2619.933</c:v>
                      </c:pt>
                      <c:pt idx="4606">
                        <c:v>2620.415</c:v>
                      </c:pt>
                      <c:pt idx="4607">
                        <c:v>2620.8969999999999</c:v>
                      </c:pt>
                      <c:pt idx="4608">
                        <c:v>2621.3789999999999</c:v>
                      </c:pt>
                      <c:pt idx="4609">
                        <c:v>2621.8609999999999</c:v>
                      </c:pt>
                      <c:pt idx="4610">
                        <c:v>2622.3429999999998</c:v>
                      </c:pt>
                      <c:pt idx="4611">
                        <c:v>2622.8249999999998</c:v>
                      </c:pt>
                      <c:pt idx="4612">
                        <c:v>2623.3069999999998</c:v>
                      </c:pt>
                      <c:pt idx="4613">
                        <c:v>2623.79</c:v>
                      </c:pt>
                      <c:pt idx="4614">
                        <c:v>2624.2719999999999</c:v>
                      </c:pt>
                      <c:pt idx="4615">
                        <c:v>2624.7539999999999</c:v>
                      </c:pt>
                      <c:pt idx="4616">
                        <c:v>2625.2359999999999</c:v>
                      </c:pt>
                      <c:pt idx="4617">
                        <c:v>2625.7179999999998</c:v>
                      </c:pt>
                      <c:pt idx="4618">
                        <c:v>2626.2</c:v>
                      </c:pt>
                      <c:pt idx="4619">
                        <c:v>2626.6819999999998</c:v>
                      </c:pt>
                      <c:pt idx="4620">
                        <c:v>2627.165</c:v>
                      </c:pt>
                      <c:pt idx="4621">
                        <c:v>2627.6469999999999</c:v>
                      </c:pt>
                      <c:pt idx="4622">
                        <c:v>2628.1289999999999</c:v>
                      </c:pt>
                      <c:pt idx="4623">
                        <c:v>2628.6109999999999</c:v>
                      </c:pt>
                      <c:pt idx="4624">
                        <c:v>2629.0929999999998</c:v>
                      </c:pt>
                      <c:pt idx="4625">
                        <c:v>2629.5749999999998</c:v>
                      </c:pt>
                      <c:pt idx="4626">
                        <c:v>2630.0569999999998</c:v>
                      </c:pt>
                      <c:pt idx="4627">
                        <c:v>2630.54</c:v>
                      </c:pt>
                      <c:pt idx="4628">
                        <c:v>2631.0219999999999</c:v>
                      </c:pt>
                      <c:pt idx="4629">
                        <c:v>2631.5039999999999</c:v>
                      </c:pt>
                      <c:pt idx="4630">
                        <c:v>2631.9859999999999</c:v>
                      </c:pt>
                      <c:pt idx="4631">
                        <c:v>2632.4679999999998</c:v>
                      </c:pt>
                      <c:pt idx="4632">
                        <c:v>2632.95</c:v>
                      </c:pt>
                      <c:pt idx="4633">
                        <c:v>2633.4319999999998</c:v>
                      </c:pt>
                      <c:pt idx="4634">
                        <c:v>2633.915</c:v>
                      </c:pt>
                      <c:pt idx="4635">
                        <c:v>2634.3969999999999</c:v>
                      </c:pt>
                      <c:pt idx="4636">
                        <c:v>2634.8789999999999</c:v>
                      </c:pt>
                      <c:pt idx="4637">
                        <c:v>2635.3609999999999</c:v>
                      </c:pt>
                      <c:pt idx="4638">
                        <c:v>2635.8429999999998</c:v>
                      </c:pt>
                      <c:pt idx="4639">
                        <c:v>2636.3249999999998</c:v>
                      </c:pt>
                      <c:pt idx="4640">
                        <c:v>2636.8069999999998</c:v>
                      </c:pt>
                      <c:pt idx="4641">
                        <c:v>2637.29</c:v>
                      </c:pt>
                      <c:pt idx="4642">
                        <c:v>2637.7710000000002</c:v>
                      </c:pt>
                      <c:pt idx="4643">
                        <c:v>2638.2539999999999</c:v>
                      </c:pt>
                      <c:pt idx="4644">
                        <c:v>2638.7359999999999</c:v>
                      </c:pt>
                      <c:pt idx="4645">
                        <c:v>2639.2179999999998</c:v>
                      </c:pt>
                      <c:pt idx="4646">
                        <c:v>2639.7</c:v>
                      </c:pt>
                      <c:pt idx="4647">
                        <c:v>2640.1819999999998</c:v>
                      </c:pt>
                      <c:pt idx="4648">
                        <c:v>2640.6640000000002</c:v>
                      </c:pt>
                      <c:pt idx="4649">
                        <c:v>2641.1460000000002</c:v>
                      </c:pt>
                      <c:pt idx="4650">
                        <c:v>2641.6289999999999</c:v>
                      </c:pt>
                      <c:pt idx="4651">
                        <c:v>2642.1109999999999</c:v>
                      </c:pt>
                      <c:pt idx="4652">
                        <c:v>2642.5929999999998</c:v>
                      </c:pt>
                      <c:pt idx="4653">
                        <c:v>2643.0749999999998</c:v>
                      </c:pt>
                      <c:pt idx="4654">
                        <c:v>2643.5569999999998</c:v>
                      </c:pt>
                      <c:pt idx="4655">
                        <c:v>2644.0390000000002</c:v>
                      </c:pt>
                      <c:pt idx="4656">
                        <c:v>2644.5210000000002</c:v>
                      </c:pt>
                      <c:pt idx="4657">
                        <c:v>2645.0039999999999</c:v>
                      </c:pt>
                      <c:pt idx="4658">
                        <c:v>2645.4859999999999</c:v>
                      </c:pt>
                      <c:pt idx="4659">
                        <c:v>2645.9679999999998</c:v>
                      </c:pt>
                      <c:pt idx="4660">
                        <c:v>2646.45</c:v>
                      </c:pt>
                      <c:pt idx="4661">
                        <c:v>2646.9319999999998</c:v>
                      </c:pt>
                      <c:pt idx="4662">
                        <c:v>2647.4140000000002</c:v>
                      </c:pt>
                      <c:pt idx="4663">
                        <c:v>2647.8960000000002</c:v>
                      </c:pt>
                      <c:pt idx="4664">
                        <c:v>2648.3789999999999</c:v>
                      </c:pt>
                      <c:pt idx="4665">
                        <c:v>2648.8609999999999</c:v>
                      </c:pt>
                      <c:pt idx="4666">
                        <c:v>2649.3429999999998</c:v>
                      </c:pt>
                      <c:pt idx="4667">
                        <c:v>2649.8249999999998</c:v>
                      </c:pt>
                      <c:pt idx="4668">
                        <c:v>2650.3069999999998</c:v>
                      </c:pt>
                      <c:pt idx="4669">
                        <c:v>2650.7890000000002</c:v>
                      </c:pt>
                      <c:pt idx="4670">
                        <c:v>2651.2710000000002</c:v>
                      </c:pt>
                      <c:pt idx="4671">
                        <c:v>2651.7539999999999</c:v>
                      </c:pt>
                      <c:pt idx="4672">
                        <c:v>2652.2359999999999</c:v>
                      </c:pt>
                      <c:pt idx="4673">
                        <c:v>2652.7179999999998</c:v>
                      </c:pt>
                      <c:pt idx="4674">
                        <c:v>2653.2</c:v>
                      </c:pt>
                      <c:pt idx="4675">
                        <c:v>2653.6819999999998</c:v>
                      </c:pt>
                      <c:pt idx="4676">
                        <c:v>2654.1640000000002</c:v>
                      </c:pt>
                      <c:pt idx="4677">
                        <c:v>2654.6460000000002</c:v>
                      </c:pt>
                      <c:pt idx="4678">
                        <c:v>2655.1280000000002</c:v>
                      </c:pt>
                      <c:pt idx="4679">
                        <c:v>2655.6109999999999</c:v>
                      </c:pt>
                      <c:pt idx="4680">
                        <c:v>2656.0929999999998</c:v>
                      </c:pt>
                      <c:pt idx="4681">
                        <c:v>2656.5749999999998</c:v>
                      </c:pt>
                      <c:pt idx="4682">
                        <c:v>2657.0569999999998</c:v>
                      </c:pt>
                      <c:pt idx="4683">
                        <c:v>2657.5390000000002</c:v>
                      </c:pt>
                      <c:pt idx="4684">
                        <c:v>2658.0210000000002</c:v>
                      </c:pt>
                      <c:pt idx="4685">
                        <c:v>2658.5030000000002</c:v>
                      </c:pt>
                      <c:pt idx="4686">
                        <c:v>2658.9859999999999</c:v>
                      </c:pt>
                      <c:pt idx="4687">
                        <c:v>2659.4679999999998</c:v>
                      </c:pt>
                      <c:pt idx="4688">
                        <c:v>2659.95</c:v>
                      </c:pt>
                      <c:pt idx="4689">
                        <c:v>2660.4319999999998</c:v>
                      </c:pt>
                      <c:pt idx="4690">
                        <c:v>2660.9140000000002</c:v>
                      </c:pt>
                      <c:pt idx="4691">
                        <c:v>2661.3960000000002</c:v>
                      </c:pt>
                      <c:pt idx="4692">
                        <c:v>2661.8780000000002</c:v>
                      </c:pt>
                      <c:pt idx="4693">
                        <c:v>2662.3609999999999</c:v>
                      </c:pt>
                      <c:pt idx="4694">
                        <c:v>2662.8429999999998</c:v>
                      </c:pt>
                      <c:pt idx="4695">
                        <c:v>2663.3249999999998</c:v>
                      </c:pt>
                      <c:pt idx="4696">
                        <c:v>2663.8069999999998</c:v>
                      </c:pt>
                      <c:pt idx="4697">
                        <c:v>2664.2890000000002</c:v>
                      </c:pt>
                      <c:pt idx="4698">
                        <c:v>2664.7710000000002</c:v>
                      </c:pt>
                      <c:pt idx="4699">
                        <c:v>2665.2530000000002</c:v>
                      </c:pt>
                      <c:pt idx="4700">
                        <c:v>2665.7359999999999</c:v>
                      </c:pt>
                      <c:pt idx="4701">
                        <c:v>2666.2179999999998</c:v>
                      </c:pt>
                      <c:pt idx="4702">
                        <c:v>2666.7</c:v>
                      </c:pt>
                      <c:pt idx="4703">
                        <c:v>2667.1819999999998</c:v>
                      </c:pt>
                      <c:pt idx="4704">
                        <c:v>2667.6640000000002</c:v>
                      </c:pt>
                      <c:pt idx="4705">
                        <c:v>2668.1460000000002</c:v>
                      </c:pt>
                      <c:pt idx="4706">
                        <c:v>2668.6280000000002</c:v>
                      </c:pt>
                      <c:pt idx="4707">
                        <c:v>2669.1109999999999</c:v>
                      </c:pt>
                      <c:pt idx="4708">
                        <c:v>2669.5929999999998</c:v>
                      </c:pt>
                      <c:pt idx="4709">
                        <c:v>2670.0749999999998</c:v>
                      </c:pt>
                      <c:pt idx="4710">
                        <c:v>2670.5569999999998</c:v>
                      </c:pt>
                      <c:pt idx="4711">
                        <c:v>2671.0390000000002</c:v>
                      </c:pt>
                      <c:pt idx="4712">
                        <c:v>2671.5210000000002</c:v>
                      </c:pt>
                      <c:pt idx="4713">
                        <c:v>2672.0030000000002</c:v>
                      </c:pt>
                      <c:pt idx="4714">
                        <c:v>2672.4850000000001</c:v>
                      </c:pt>
                      <c:pt idx="4715">
                        <c:v>2672.9679999999998</c:v>
                      </c:pt>
                      <c:pt idx="4716">
                        <c:v>2673.45</c:v>
                      </c:pt>
                      <c:pt idx="4717">
                        <c:v>2673.9319999999998</c:v>
                      </c:pt>
                      <c:pt idx="4718">
                        <c:v>2674.4140000000002</c:v>
                      </c:pt>
                      <c:pt idx="4719">
                        <c:v>2674.8960000000002</c:v>
                      </c:pt>
                      <c:pt idx="4720">
                        <c:v>2675.3780000000002</c:v>
                      </c:pt>
                      <c:pt idx="4721">
                        <c:v>2675.86</c:v>
                      </c:pt>
                      <c:pt idx="4722">
                        <c:v>2676.3429999999998</c:v>
                      </c:pt>
                      <c:pt idx="4723">
                        <c:v>2676.8249999999998</c:v>
                      </c:pt>
                      <c:pt idx="4724">
                        <c:v>2677.3069999999998</c:v>
                      </c:pt>
                      <c:pt idx="4725">
                        <c:v>2677.7890000000002</c:v>
                      </c:pt>
                      <c:pt idx="4726">
                        <c:v>2678.2710000000002</c:v>
                      </c:pt>
                      <c:pt idx="4727">
                        <c:v>2678.7530000000002</c:v>
                      </c:pt>
                      <c:pt idx="4728">
                        <c:v>2679.2350000000001</c:v>
                      </c:pt>
                      <c:pt idx="4729">
                        <c:v>2679.7179999999998</c:v>
                      </c:pt>
                      <c:pt idx="4730">
                        <c:v>2680.2</c:v>
                      </c:pt>
                      <c:pt idx="4731">
                        <c:v>2680.6819999999998</c:v>
                      </c:pt>
                      <c:pt idx="4732">
                        <c:v>2681.1640000000002</c:v>
                      </c:pt>
                      <c:pt idx="4733">
                        <c:v>2681.6460000000002</c:v>
                      </c:pt>
                      <c:pt idx="4734">
                        <c:v>2682.1280000000002</c:v>
                      </c:pt>
                      <c:pt idx="4735">
                        <c:v>2682.61</c:v>
                      </c:pt>
                      <c:pt idx="4736">
                        <c:v>2683.0929999999998</c:v>
                      </c:pt>
                      <c:pt idx="4737">
                        <c:v>2683.5749999999998</c:v>
                      </c:pt>
                      <c:pt idx="4738">
                        <c:v>2684.0569999999998</c:v>
                      </c:pt>
                      <c:pt idx="4739">
                        <c:v>2684.5390000000002</c:v>
                      </c:pt>
                      <c:pt idx="4740">
                        <c:v>2685.0210000000002</c:v>
                      </c:pt>
                      <c:pt idx="4741">
                        <c:v>2685.5030000000002</c:v>
                      </c:pt>
                      <c:pt idx="4742">
                        <c:v>2685.9850000000001</c:v>
                      </c:pt>
                      <c:pt idx="4743">
                        <c:v>2686.4679999999998</c:v>
                      </c:pt>
                      <c:pt idx="4744">
                        <c:v>2686.9490000000001</c:v>
                      </c:pt>
                      <c:pt idx="4745">
                        <c:v>2687.4319999999998</c:v>
                      </c:pt>
                      <c:pt idx="4746">
                        <c:v>2687.9140000000002</c:v>
                      </c:pt>
                      <c:pt idx="4747">
                        <c:v>2688.3960000000002</c:v>
                      </c:pt>
                      <c:pt idx="4748">
                        <c:v>2688.8780000000002</c:v>
                      </c:pt>
                      <c:pt idx="4749">
                        <c:v>2689.36</c:v>
                      </c:pt>
                      <c:pt idx="4750">
                        <c:v>2689.8420000000001</c:v>
                      </c:pt>
                      <c:pt idx="4751">
                        <c:v>2690.3240000000001</c:v>
                      </c:pt>
                      <c:pt idx="4752">
                        <c:v>2690.8069999999998</c:v>
                      </c:pt>
                      <c:pt idx="4753">
                        <c:v>2691.2890000000002</c:v>
                      </c:pt>
                      <c:pt idx="4754">
                        <c:v>2691.7710000000002</c:v>
                      </c:pt>
                      <c:pt idx="4755">
                        <c:v>2692.2530000000002</c:v>
                      </c:pt>
                      <c:pt idx="4756">
                        <c:v>2692.7350000000001</c:v>
                      </c:pt>
                      <c:pt idx="4757">
                        <c:v>2693.2170000000001</c:v>
                      </c:pt>
                      <c:pt idx="4758">
                        <c:v>2693.6990000000001</c:v>
                      </c:pt>
                      <c:pt idx="4759">
                        <c:v>2694.1819999999998</c:v>
                      </c:pt>
                      <c:pt idx="4760">
                        <c:v>2694.6640000000002</c:v>
                      </c:pt>
                      <c:pt idx="4761">
                        <c:v>2695.1460000000002</c:v>
                      </c:pt>
                      <c:pt idx="4762">
                        <c:v>2695.6280000000002</c:v>
                      </c:pt>
                      <c:pt idx="4763">
                        <c:v>2696.11</c:v>
                      </c:pt>
                      <c:pt idx="4764">
                        <c:v>2696.5920000000001</c:v>
                      </c:pt>
                      <c:pt idx="4765">
                        <c:v>2697.0740000000001</c:v>
                      </c:pt>
                      <c:pt idx="4766">
                        <c:v>2697.5569999999998</c:v>
                      </c:pt>
                      <c:pt idx="4767">
                        <c:v>2698.0390000000002</c:v>
                      </c:pt>
                      <c:pt idx="4768">
                        <c:v>2698.5210000000002</c:v>
                      </c:pt>
                      <c:pt idx="4769">
                        <c:v>2699.0030000000002</c:v>
                      </c:pt>
                      <c:pt idx="4770">
                        <c:v>2699.4850000000001</c:v>
                      </c:pt>
                      <c:pt idx="4771">
                        <c:v>2699.9670000000001</c:v>
                      </c:pt>
                      <c:pt idx="4772">
                        <c:v>2700.4490000000001</c:v>
                      </c:pt>
                      <c:pt idx="4773">
                        <c:v>2700.9319999999998</c:v>
                      </c:pt>
                      <c:pt idx="4774">
                        <c:v>2701.4140000000002</c:v>
                      </c:pt>
                      <c:pt idx="4775">
                        <c:v>2701.8960000000002</c:v>
                      </c:pt>
                      <c:pt idx="4776">
                        <c:v>2702.3780000000002</c:v>
                      </c:pt>
                      <c:pt idx="4777">
                        <c:v>2702.86</c:v>
                      </c:pt>
                      <c:pt idx="4778">
                        <c:v>2703.3420000000001</c:v>
                      </c:pt>
                      <c:pt idx="4779">
                        <c:v>2703.8240000000001</c:v>
                      </c:pt>
                      <c:pt idx="4780">
                        <c:v>2704.306</c:v>
                      </c:pt>
                      <c:pt idx="4781">
                        <c:v>2704.7890000000002</c:v>
                      </c:pt>
                      <c:pt idx="4782">
                        <c:v>2705.2710000000002</c:v>
                      </c:pt>
                      <c:pt idx="4783">
                        <c:v>2705.7530000000002</c:v>
                      </c:pt>
                      <c:pt idx="4784">
                        <c:v>2706.2350000000001</c:v>
                      </c:pt>
                      <c:pt idx="4785">
                        <c:v>2706.7170000000001</c:v>
                      </c:pt>
                      <c:pt idx="4786">
                        <c:v>2707.1990000000001</c:v>
                      </c:pt>
                      <c:pt idx="4787">
                        <c:v>2707.681</c:v>
                      </c:pt>
                      <c:pt idx="4788">
                        <c:v>2708.1640000000002</c:v>
                      </c:pt>
                      <c:pt idx="4789">
                        <c:v>2708.6460000000002</c:v>
                      </c:pt>
                      <c:pt idx="4790">
                        <c:v>2709.1280000000002</c:v>
                      </c:pt>
                      <c:pt idx="4791">
                        <c:v>2709.61</c:v>
                      </c:pt>
                      <c:pt idx="4792">
                        <c:v>2710.0920000000001</c:v>
                      </c:pt>
                      <c:pt idx="4793">
                        <c:v>2710.5740000000001</c:v>
                      </c:pt>
                      <c:pt idx="4794">
                        <c:v>2711.056</c:v>
                      </c:pt>
                      <c:pt idx="4795">
                        <c:v>2711.5390000000002</c:v>
                      </c:pt>
                      <c:pt idx="4796">
                        <c:v>2712.0210000000002</c:v>
                      </c:pt>
                      <c:pt idx="4797">
                        <c:v>2712.5030000000002</c:v>
                      </c:pt>
                      <c:pt idx="4798">
                        <c:v>2712.9850000000001</c:v>
                      </c:pt>
                      <c:pt idx="4799">
                        <c:v>2713.4670000000001</c:v>
                      </c:pt>
                      <c:pt idx="4800">
                        <c:v>2713.9490000000001</c:v>
                      </c:pt>
                      <c:pt idx="4801">
                        <c:v>2714.431</c:v>
                      </c:pt>
                      <c:pt idx="4802">
                        <c:v>2714.9140000000002</c:v>
                      </c:pt>
                      <c:pt idx="4803">
                        <c:v>2715.3960000000002</c:v>
                      </c:pt>
                      <c:pt idx="4804">
                        <c:v>2715.8780000000002</c:v>
                      </c:pt>
                      <c:pt idx="4805">
                        <c:v>2716.36</c:v>
                      </c:pt>
                      <c:pt idx="4806">
                        <c:v>2716.8420000000001</c:v>
                      </c:pt>
                      <c:pt idx="4807">
                        <c:v>2717.3240000000001</c:v>
                      </c:pt>
                      <c:pt idx="4808">
                        <c:v>2717.806</c:v>
                      </c:pt>
                      <c:pt idx="4809">
                        <c:v>2718.2890000000002</c:v>
                      </c:pt>
                      <c:pt idx="4810">
                        <c:v>2718.7710000000002</c:v>
                      </c:pt>
                      <c:pt idx="4811">
                        <c:v>2719.2530000000002</c:v>
                      </c:pt>
                      <c:pt idx="4812">
                        <c:v>2719.7350000000001</c:v>
                      </c:pt>
                      <c:pt idx="4813">
                        <c:v>2720.2170000000001</c:v>
                      </c:pt>
                      <c:pt idx="4814">
                        <c:v>2720.6990000000001</c:v>
                      </c:pt>
                      <c:pt idx="4815">
                        <c:v>2721.181</c:v>
                      </c:pt>
                      <c:pt idx="4816">
                        <c:v>2721.663</c:v>
                      </c:pt>
                      <c:pt idx="4817">
                        <c:v>2722.1460000000002</c:v>
                      </c:pt>
                      <c:pt idx="4818">
                        <c:v>2722.6280000000002</c:v>
                      </c:pt>
                      <c:pt idx="4819">
                        <c:v>2723.11</c:v>
                      </c:pt>
                      <c:pt idx="4820">
                        <c:v>2723.5920000000001</c:v>
                      </c:pt>
                      <c:pt idx="4821">
                        <c:v>2724.0740000000001</c:v>
                      </c:pt>
                      <c:pt idx="4822">
                        <c:v>2724.556</c:v>
                      </c:pt>
                      <c:pt idx="4823">
                        <c:v>2725.038</c:v>
                      </c:pt>
                      <c:pt idx="4824">
                        <c:v>2725.5210000000002</c:v>
                      </c:pt>
                      <c:pt idx="4825">
                        <c:v>2726.0030000000002</c:v>
                      </c:pt>
                      <c:pt idx="4826">
                        <c:v>2726.4850000000001</c:v>
                      </c:pt>
                      <c:pt idx="4827">
                        <c:v>2726.9670000000001</c:v>
                      </c:pt>
                      <c:pt idx="4828">
                        <c:v>2727.4490000000001</c:v>
                      </c:pt>
                      <c:pt idx="4829">
                        <c:v>2727.931</c:v>
                      </c:pt>
                      <c:pt idx="4830">
                        <c:v>2728.413</c:v>
                      </c:pt>
                      <c:pt idx="4831">
                        <c:v>2728.8960000000002</c:v>
                      </c:pt>
                      <c:pt idx="4832">
                        <c:v>2729.3780000000002</c:v>
                      </c:pt>
                      <c:pt idx="4833">
                        <c:v>2729.86</c:v>
                      </c:pt>
                      <c:pt idx="4834">
                        <c:v>2730.3420000000001</c:v>
                      </c:pt>
                      <c:pt idx="4835">
                        <c:v>2730.8240000000001</c:v>
                      </c:pt>
                      <c:pt idx="4836">
                        <c:v>2731.306</c:v>
                      </c:pt>
                      <c:pt idx="4837">
                        <c:v>2731.788</c:v>
                      </c:pt>
                      <c:pt idx="4838">
                        <c:v>2732.2710000000002</c:v>
                      </c:pt>
                      <c:pt idx="4839">
                        <c:v>2732.7530000000002</c:v>
                      </c:pt>
                      <c:pt idx="4840">
                        <c:v>2733.2350000000001</c:v>
                      </c:pt>
                      <c:pt idx="4841">
                        <c:v>2733.7170000000001</c:v>
                      </c:pt>
                      <c:pt idx="4842">
                        <c:v>2734.1990000000001</c:v>
                      </c:pt>
                      <c:pt idx="4843">
                        <c:v>2734.681</c:v>
                      </c:pt>
                      <c:pt idx="4844">
                        <c:v>2735.163</c:v>
                      </c:pt>
                      <c:pt idx="4845">
                        <c:v>2735.6460000000002</c:v>
                      </c:pt>
                      <c:pt idx="4846">
                        <c:v>2736.127</c:v>
                      </c:pt>
                      <c:pt idx="4847">
                        <c:v>2736.61</c:v>
                      </c:pt>
                      <c:pt idx="4848">
                        <c:v>2737.0920000000001</c:v>
                      </c:pt>
                      <c:pt idx="4849">
                        <c:v>2737.5740000000001</c:v>
                      </c:pt>
                      <c:pt idx="4850">
                        <c:v>2738.056</c:v>
                      </c:pt>
                      <c:pt idx="4851">
                        <c:v>2738.538</c:v>
                      </c:pt>
                      <c:pt idx="4852">
                        <c:v>2739.02</c:v>
                      </c:pt>
                      <c:pt idx="4853">
                        <c:v>2739.502</c:v>
                      </c:pt>
                      <c:pt idx="4854">
                        <c:v>2739.9850000000001</c:v>
                      </c:pt>
                      <c:pt idx="4855">
                        <c:v>2740.4670000000001</c:v>
                      </c:pt>
                      <c:pt idx="4856">
                        <c:v>2740.9490000000001</c:v>
                      </c:pt>
                      <c:pt idx="4857">
                        <c:v>2741.431</c:v>
                      </c:pt>
                      <c:pt idx="4858">
                        <c:v>2741.913</c:v>
                      </c:pt>
                      <c:pt idx="4859">
                        <c:v>2742.395</c:v>
                      </c:pt>
                      <c:pt idx="4860">
                        <c:v>2742.877</c:v>
                      </c:pt>
                      <c:pt idx="4861">
                        <c:v>2743.36</c:v>
                      </c:pt>
                      <c:pt idx="4862">
                        <c:v>2743.8420000000001</c:v>
                      </c:pt>
                      <c:pt idx="4863">
                        <c:v>2744.3240000000001</c:v>
                      </c:pt>
                      <c:pt idx="4864">
                        <c:v>2744.806</c:v>
                      </c:pt>
                      <c:pt idx="4865">
                        <c:v>2745.288</c:v>
                      </c:pt>
                      <c:pt idx="4866">
                        <c:v>2745.77</c:v>
                      </c:pt>
                      <c:pt idx="4867">
                        <c:v>2746.252</c:v>
                      </c:pt>
                      <c:pt idx="4868">
                        <c:v>2746.7350000000001</c:v>
                      </c:pt>
                      <c:pt idx="4869">
                        <c:v>2747.2170000000001</c:v>
                      </c:pt>
                      <c:pt idx="4870">
                        <c:v>2747.6990000000001</c:v>
                      </c:pt>
                      <c:pt idx="4871">
                        <c:v>2748.181</c:v>
                      </c:pt>
                      <c:pt idx="4872">
                        <c:v>2748.663</c:v>
                      </c:pt>
                      <c:pt idx="4873">
                        <c:v>2749.145</c:v>
                      </c:pt>
                      <c:pt idx="4874">
                        <c:v>2749.627</c:v>
                      </c:pt>
                      <c:pt idx="4875">
                        <c:v>2750.11</c:v>
                      </c:pt>
                      <c:pt idx="4876">
                        <c:v>2750.5920000000001</c:v>
                      </c:pt>
                      <c:pt idx="4877">
                        <c:v>2751.0740000000001</c:v>
                      </c:pt>
                      <c:pt idx="4878">
                        <c:v>2751.556</c:v>
                      </c:pt>
                      <c:pt idx="4879">
                        <c:v>2752.038</c:v>
                      </c:pt>
                      <c:pt idx="4880">
                        <c:v>2752.52</c:v>
                      </c:pt>
                      <c:pt idx="4881">
                        <c:v>2753.002</c:v>
                      </c:pt>
                      <c:pt idx="4882">
                        <c:v>2753.4839999999999</c:v>
                      </c:pt>
                      <c:pt idx="4883">
                        <c:v>2753.9670000000001</c:v>
                      </c:pt>
                      <c:pt idx="4884">
                        <c:v>2754.4490000000001</c:v>
                      </c:pt>
                      <c:pt idx="4885">
                        <c:v>2754.931</c:v>
                      </c:pt>
                      <c:pt idx="4886">
                        <c:v>2755.413</c:v>
                      </c:pt>
                      <c:pt idx="4887">
                        <c:v>2755.895</c:v>
                      </c:pt>
                      <c:pt idx="4888">
                        <c:v>2756.377</c:v>
                      </c:pt>
                      <c:pt idx="4889">
                        <c:v>2756.8589999999999</c:v>
                      </c:pt>
                      <c:pt idx="4890">
                        <c:v>2757.3420000000001</c:v>
                      </c:pt>
                      <c:pt idx="4891">
                        <c:v>2757.8240000000001</c:v>
                      </c:pt>
                      <c:pt idx="4892">
                        <c:v>2758.306</c:v>
                      </c:pt>
                      <c:pt idx="4893">
                        <c:v>2758.788</c:v>
                      </c:pt>
                      <c:pt idx="4894">
                        <c:v>2759.27</c:v>
                      </c:pt>
                      <c:pt idx="4895">
                        <c:v>2759.752</c:v>
                      </c:pt>
                      <c:pt idx="4896">
                        <c:v>2760.2339999999999</c:v>
                      </c:pt>
                      <c:pt idx="4897">
                        <c:v>2760.7170000000001</c:v>
                      </c:pt>
                      <c:pt idx="4898">
                        <c:v>2761.1990000000001</c:v>
                      </c:pt>
                      <c:pt idx="4899">
                        <c:v>2761.681</c:v>
                      </c:pt>
                      <c:pt idx="4900">
                        <c:v>2762.163</c:v>
                      </c:pt>
                      <c:pt idx="4901">
                        <c:v>2762.645</c:v>
                      </c:pt>
                      <c:pt idx="4902">
                        <c:v>2763.127</c:v>
                      </c:pt>
                      <c:pt idx="4903">
                        <c:v>2763.6089999999999</c:v>
                      </c:pt>
                      <c:pt idx="4904">
                        <c:v>2764.0920000000001</c:v>
                      </c:pt>
                      <c:pt idx="4905">
                        <c:v>2764.5740000000001</c:v>
                      </c:pt>
                      <c:pt idx="4906">
                        <c:v>2765.056</c:v>
                      </c:pt>
                      <c:pt idx="4907">
                        <c:v>2765.538</c:v>
                      </c:pt>
                      <c:pt idx="4908">
                        <c:v>2766.02</c:v>
                      </c:pt>
                      <c:pt idx="4909">
                        <c:v>2766.502</c:v>
                      </c:pt>
                      <c:pt idx="4910">
                        <c:v>2766.9839999999999</c:v>
                      </c:pt>
                      <c:pt idx="4911">
                        <c:v>2767.4670000000001</c:v>
                      </c:pt>
                      <c:pt idx="4912">
                        <c:v>2767.9479999999999</c:v>
                      </c:pt>
                      <c:pt idx="4913">
                        <c:v>2768.431</c:v>
                      </c:pt>
                      <c:pt idx="4914">
                        <c:v>2768.913</c:v>
                      </c:pt>
                      <c:pt idx="4915">
                        <c:v>2769.395</c:v>
                      </c:pt>
                      <c:pt idx="4916">
                        <c:v>2769.877</c:v>
                      </c:pt>
                      <c:pt idx="4917">
                        <c:v>2770.3589999999999</c:v>
                      </c:pt>
                      <c:pt idx="4918">
                        <c:v>2770.8409999999999</c:v>
                      </c:pt>
                      <c:pt idx="4919">
                        <c:v>2771.3229999999999</c:v>
                      </c:pt>
                      <c:pt idx="4920">
                        <c:v>2771.806</c:v>
                      </c:pt>
                      <c:pt idx="4921">
                        <c:v>2772.288</c:v>
                      </c:pt>
                      <c:pt idx="4922">
                        <c:v>2772.77</c:v>
                      </c:pt>
                      <c:pt idx="4923">
                        <c:v>2773.252</c:v>
                      </c:pt>
                      <c:pt idx="4924">
                        <c:v>2773.7339999999999</c:v>
                      </c:pt>
                      <c:pt idx="4925">
                        <c:v>2774.2159999999999</c:v>
                      </c:pt>
                      <c:pt idx="4926">
                        <c:v>2774.6979999999999</c:v>
                      </c:pt>
                      <c:pt idx="4927">
                        <c:v>2775.181</c:v>
                      </c:pt>
                      <c:pt idx="4928">
                        <c:v>2775.663</c:v>
                      </c:pt>
                      <c:pt idx="4929">
                        <c:v>2776.145</c:v>
                      </c:pt>
                      <c:pt idx="4930">
                        <c:v>2776.627</c:v>
                      </c:pt>
                      <c:pt idx="4931">
                        <c:v>2777.1089999999999</c:v>
                      </c:pt>
                      <c:pt idx="4932">
                        <c:v>2777.5909999999999</c:v>
                      </c:pt>
                      <c:pt idx="4933">
                        <c:v>2778.0729999999999</c:v>
                      </c:pt>
                      <c:pt idx="4934">
                        <c:v>2778.556</c:v>
                      </c:pt>
                      <c:pt idx="4935">
                        <c:v>2779.038</c:v>
                      </c:pt>
                      <c:pt idx="4936">
                        <c:v>2779.52</c:v>
                      </c:pt>
                      <c:pt idx="4937">
                        <c:v>2780.002</c:v>
                      </c:pt>
                      <c:pt idx="4938">
                        <c:v>2780.4839999999999</c:v>
                      </c:pt>
                      <c:pt idx="4939">
                        <c:v>2780.9659999999999</c:v>
                      </c:pt>
                      <c:pt idx="4940">
                        <c:v>2781.4479999999999</c:v>
                      </c:pt>
                      <c:pt idx="4941">
                        <c:v>2781.93</c:v>
                      </c:pt>
                      <c:pt idx="4942">
                        <c:v>2782.413</c:v>
                      </c:pt>
                      <c:pt idx="4943">
                        <c:v>2782.895</c:v>
                      </c:pt>
                      <c:pt idx="4944">
                        <c:v>2783.377</c:v>
                      </c:pt>
                      <c:pt idx="4945">
                        <c:v>2783.8589999999999</c:v>
                      </c:pt>
                      <c:pt idx="4946">
                        <c:v>2784.3409999999999</c:v>
                      </c:pt>
                      <c:pt idx="4947">
                        <c:v>2784.8229999999999</c:v>
                      </c:pt>
                      <c:pt idx="4948">
                        <c:v>2785.3049999999998</c:v>
                      </c:pt>
                      <c:pt idx="4949">
                        <c:v>2785.788</c:v>
                      </c:pt>
                      <c:pt idx="4950">
                        <c:v>2786.27</c:v>
                      </c:pt>
                      <c:pt idx="4951">
                        <c:v>2786.752</c:v>
                      </c:pt>
                      <c:pt idx="4952">
                        <c:v>2787.2339999999999</c:v>
                      </c:pt>
                      <c:pt idx="4953">
                        <c:v>2787.7159999999999</c:v>
                      </c:pt>
                      <c:pt idx="4954">
                        <c:v>2788.1979999999999</c:v>
                      </c:pt>
                      <c:pt idx="4955">
                        <c:v>2788.68</c:v>
                      </c:pt>
                      <c:pt idx="4956">
                        <c:v>2789.163</c:v>
                      </c:pt>
                      <c:pt idx="4957">
                        <c:v>2789.645</c:v>
                      </c:pt>
                      <c:pt idx="4958">
                        <c:v>2790.127</c:v>
                      </c:pt>
                      <c:pt idx="4959">
                        <c:v>2790.6089999999999</c:v>
                      </c:pt>
                      <c:pt idx="4960">
                        <c:v>2791.0909999999999</c:v>
                      </c:pt>
                      <c:pt idx="4961">
                        <c:v>2791.5729999999999</c:v>
                      </c:pt>
                      <c:pt idx="4962">
                        <c:v>2792.0549999999998</c:v>
                      </c:pt>
                      <c:pt idx="4963">
                        <c:v>2792.538</c:v>
                      </c:pt>
                      <c:pt idx="4964">
                        <c:v>2793.02</c:v>
                      </c:pt>
                      <c:pt idx="4965">
                        <c:v>2793.502</c:v>
                      </c:pt>
                      <c:pt idx="4966">
                        <c:v>2793.9839999999999</c:v>
                      </c:pt>
                      <c:pt idx="4967">
                        <c:v>2794.4659999999999</c:v>
                      </c:pt>
                      <c:pt idx="4968">
                        <c:v>2794.9479999999999</c:v>
                      </c:pt>
                      <c:pt idx="4969">
                        <c:v>2795.43</c:v>
                      </c:pt>
                      <c:pt idx="4970">
                        <c:v>2795.913</c:v>
                      </c:pt>
                      <c:pt idx="4971">
                        <c:v>2796.395</c:v>
                      </c:pt>
                      <c:pt idx="4972">
                        <c:v>2796.877</c:v>
                      </c:pt>
                      <c:pt idx="4973">
                        <c:v>2797.3589999999999</c:v>
                      </c:pt>
                      <c:pt idx="4974">
                        <c:v>2797.8409999999999</c:v>
                      </c:pt>
                      <c:pt idx="4975">
                        <c:v>2798.3229999999999</c:v>
                      </c:pt>
                      <c:pt idx="4976">
                        <c:v>2798.8049999999998</c:v>
                      </c:pt>
                      <c:pt idx="4977">
                        <c:v>2799.2869999999998</c:v>
                      </c:pt>
                      <c:pt idx="4978">
                        <c:v>2799.77</c:v>
                      </c:pt>
                      <c:pt idx="4979">
                        <c:v>2800.252</c:v>
                      </c:pt>
                      <c:pt idx="4980">
                        <c:v>2800.7339999999999</c:v>
                      </c:pt>
                      <c:pt idx="4981">
                        <c:v>2801.2159999999999</c:v>
                      </c:pt>
                      <c:pt idx="4982">
                        <c:v>2801.6979999999999</c:v>
                      </c:pt>
                      <c:pt idx="4983">
                        <c:v>2802.18</c:v>
                      </c:pt>
                      <c:pt idx="4984">
                        <c:v>2802.6619999999998</c:v>
                      </c:pt>
                      <c:pt idx="4985">
                        <c:v>2803.145</c:v>
                      </c:pt>
                      <c:pt idx="4986">
                        <c:v>2803.627</c:v>
                      </c:pt>
                      <c:pt idx="4987">
                        <c:v>2804.1089999999999</c:v>
                      </c:pt>
                      <c:pt idx="4988">
                        <c:v>2804.5909999999999</c:v>
                      </c:pt>
                      <c:pt idx="4989">
                        <c:v>2805.0729999999999</c:v>
                      </c:pt>
                      <c:pt idx="4990">
                        <c:v>2805.5549999999998</c:v>
                      </c:pt>
                      <c:pt idx="4991">
                        <c:v>2806.0369999999998</c:v>
                      </c:pt>
                      <c:pt idx="4992">
                        <c:v>2806.52</c:v>
                      </c:pt>
                      <c:pt idx="4993">
                        <c:v>2807.002</c:v>
                      </c:pt>
                      <c:pt idx="4994">
                        <c:v>2807.4839999999999</c:v>
                      </c:pt>
                      <c:pt idx="4995">
                        <c:v>2807.9659999999999</c:v>
                      </c:pt>
                      <c:pt idx="4996">
                        <c:v>2808.4479999999999</c:v>
                      </c:pt>
                      <c:pt idx="4997">
                        <c:v>2808.93</c:v>
                      </c:pt>
                      <c:pt idx="4998">
                        <c:v>2809.4119999999998</c:v>
                      </c:pt>
                      <c:pt idx="4999">
                        <c:v>2809.895</c:v>
                      </c:pt>
                      <c:pt idx="5000">
                        <c:v>2810.377</c:v>
                      </c:pt>
                      <c:pt idx="5001">
                        <c:v>2810.8589999999999</c:v>
                      </c:pt>
                      <c:pt idx="5002">
                        <c:v>2811.3409999999999</c:v>
                      </c:pt>
                      <c:pt idx="5003">
                        <c:v>2811.8229999999999</c:v>
                      </c:pt>
                      <c:pt idx="5004">
                        <c:v>2812.3049999999998</c:v>
                      </c:pt>
                      <c:pt idx="5005">
                        <c:v>2812.7869999999998</c:v>
                      </c:pt>
                      <c:pt idx="5006">
                        <c:v>2813.27</c:v>
                      </c:pt>
                      <c:pt idx="5007">
                        <c:v>2813.7510000000002</c:v>
                      </c:pt>
                      <c:pt idx="5008">
                        <c:v>2814.2339999999999</c:v>
                      </c:pt>
                      <c:pt idx="5009">
                        <c:v>2814.7159999999999</c:v>
                      </c:pt>
                      <c:pt idx="5010">
                        <c:v>2815.1979999999999</c:v>
                      </c:pt>
                      <c:pt idx="5011">
                        <c:v>2815.68</c:v>
                      </c:pt>
                      <c:pt idx="5012">
                        <c:v>2816.1619999999998</c:v>
                      </c:pt>
                      <c:pt idx="5013">
                        <c:v>2816.6439999999998</c:v>
                      </c:pt>
                      <c:pt idx="5014">
                        <c:v>2817.1260000000002</c:v>
                      </c:pt>
                      <c:pt idx="5015">
                        <c:v>2817.6089999999999</c:v>
                      </c:pt>
                      <c:pt idx="5016">
                        <c:v>2818.0909999999999</c:v>
                      </c:pt>
                      <c:pt idx="5017">
                        <c:v>2818.5729999999999</c:v>
                      </c:pt>
                      <c:pt idx="5018">
                        <c:v>2819.0549999999998</c:v>
                      </c:pt>
                      <c:pt idx="5019">
                        <c:v>2819.5369999999998</c:v>
                      </c:pt>
                      <c:pt idx="5020">
                        <c:v>2820.0189999999998</c:v>
                      </c:pt>
                      <c:pt idx="5021">
                        <c:v>2820.5010000000002</c:v>
                      </c:pt>
                      <c:pt idx="5022">
                        <c:v>2820.9839999999999</c:v>
                      </c:pt>
                      <c:pt idx="5023">
                        <c:v>2821.4659999999999</c:v>
                      </c:pt>
                      <c:pt idx="5024">
                        <c:v>2821.9479999999999</c:v>
                      </c:pt>
                      <c:pt idx="5025">
                        <c:v>2822.43</c:v>
                      </c:pt>
                      <c:pt idx="5026">
                        <c:v>2822.9119999999998</c:v>
                      </c:pt>
                      <c:pt idx="5027">
                        <c:v>2823.3939999999998</c:v>
                      </c:pt>
                      <c:pt idx="5028">
                        <c:v>2823.8760000000002</c:v>
                      </c:pt>
                      <c:pt idx="5029">
                        <c:v>2824.3589999999999</c:v>
                      </c:pt>
                      <c:pt idx="5030">
                        <c:v>2824.8409999999999</c:v>
                      </c:pt>
                      <c:pt idx="5031">
                        <c:v>2825.3229999999999</c:v>
                      </c:pt>
                      <c:pt idx="5032">
                        <c:v>2825.8049999999998</c:v>
                      </c:pt>
                      <c:pt idx="5033">
                        <c:v>2826.2869999999998</c:v>
                      </c:pt>
                      <c:pt idx="5034">
                        <c:v>2826.7689999999998</c:v>
                      </c:pt>
                      <c:pt idx="5035">
                        <c:v>2827.2510000000002</c:v>
                      </c:pt>
                      <c:pt idx="5036">
                        <c:v>2827.7339999999999</c:v>
                      </c:pt>
                      <c:pt idx="5037">
                        <c:v>2828.2159999999999</c:v>
                      </c:pt>
                      <c:pt idx="5038">
                        <c:v>2828.6979999999999</c:v>
                      </c:pt>
                      <c:pt idx="5039">
                        <c:v>2829.18</c:v>
                      </c:pt>
                      <c:pt idx="5040">
                        <c:v>2829.6619999999998</c:v>
                      </c:pt>
                      <c:pt idx="5041">
                        <c:v>2830.1439999999998</c:v>
                      </c:pt>
                      <c:pt idx="5042">
                        <c:v>2830.6260000000002</c:v>
                      </c:pt>
                      <c:pt idx="5043">
                        <c:v>2831.1080000000002</c:v>
                      </c:pt>
                      <c:pt idx="5044">
                        <c:v>2831.5909999999999</c:v>
                      </c:pt>
                      <c:pt idx="5045">
                        <c:v>2832.0729999999999</c:v>
                      </c:pt>
                      <c:pt idx="5046">
                        <c:v>2832.5549999999998</c:v>
                      </c:pt>
                      <c:pt idx="5047">
                        <c:v>2833.0369999999998</c:v>
                      </c:pt>
                      <c:pt idx="5048">
                        <c:v>2833.5189999999998</c:v>
                      </c:pt>
                      <c:pt idx="5049">
                        <c:v>2834.0010000000002</c:v>
                      </c:pt>
                      <c:pt idx="5050">
                        <c:v>2834.4830000000002</c:v>
                      </c:pt>
                      <c:pt idx="5051">
                        <c:v>2834.9659999999999</c:v>
                      </c:pt>
                      <c:pt idx="5052">
                        <c:v>2835.4479999999999</c:v>
                      </c:pt>
                      <c:pt idx="5053">
                        <c:v>2835.93</c:v>
                      </c:pt>
                      <c:pt idx="5054">
                        <c:v>2836.4119999999998</c:v>
                      </c:pt>
                      <c:pt idx="5055">
                        <c:v>2836.8939999999998</c:v>
                      </c:pt>
                      <c:pt idx="5056">
                        <c:v>2837.3760000000002</c:v>
                      </c:pt>
                      <c:pt idx="5057">
                        <c:v>2837.8580000000002</c:v>
                      </c:pt>
                      <c:pt idx="5058">
                        <c:v>2838.3409999999999</c:v>
                      </c:pt>
                      <c:pt idx="5059">
                        <c:v>2838.8229999999999</c:v>
                      </c:pt>
                      <c:pt idx="5060">
                        <c:v>2839.3049999999998</c:v>
                      </c:pt>
                      <c:pt idx="5061">
                        <c:v>2839.7869999999998</c:v>
                      </c:pt>
                      <c:pt idx="5062">
                        <c:v>2840.2689999999998</c:v>
                      </c:pt>
                      <c:pt idx="5063">
                        <c:v>2840.7510000000002</c:v>
                      </c:pt>
                      <c:pt idx="5064">
                        <c:v>2841.2330000000002</c:v>
                      </c:pt>
                      <c:pt idx="5065">
                        <c:v>2841.7159999999999</c:v>
                      </c:pt>
                      <c:pt idx="5066">
                        <c:v>2842.1979999999999</c:v>
                      </c:pt>
                      <c:pt idx="5067">
                        <c:v>2842.68</c:v>
                      </c:pt>
                      <c:pt idx="5068">
                        <c:v>2843.1619999999998</c:v>
                      </c:pt>
                      <c:pt idx="5069">
                        <c:v>2843.6439999999998</c:v>
                      </c:pt>
                      <c:pt idx="5070">
                        <c:v>2844.1260000000002</c:v>
                      </c:pt>
                      <c:pt idx="5071">
                        <c:v>2844.6080000000002</c:v>
                      </c:pt>
                      <c:pt idx="5072">
                        <c:v>2845.0909999999999</c:v>
                      </c:pt>
                      <c:pt idx="5073">
                        <c:v>2845.5729999999999</c:v>
                      </c:pt>
                      <c:pt idx="5074">
                        <c:v>2846.0549999999998</c:v>
                      </c:pt>
                      <c:pt idx="5075">
                        <c:v>2846.5369999999998</c:v>
                      </c:pt>
                      <c:pt idx="5076">
                        <c:v>2847.0189999999998</c:v>
                      </c:pt>
                      <c:pt idx="5077">
                        <c:v>2847.5010000000002</c:v>
                      </c:pt>
                      <c:pt idx="5078">
                        <c:v>2847.9830000000002</c:v>
                      </c:pt>
                      <c:pt idx="5079">
                        <c:v>2848.4650000000001</c:v>
                      </c:pt>
                      <c:pt idx="5080">
                        <c:v>2848.9479999999999</c:v>
                      </c:pt>
                      <c:pt idx="5081">
                        <c:v>2849.43</c:v>
                      </c:pt>
                      <c:pt idx="5082">
                        <c:v>2849.9119999999998</c:v>
                      </c:pt>
                      <c:pt idx="5083">
                        <c:v>2850.3939999999998</c:v>
                      </c:pt>
                      <c:pt idx="5084">
                        <c:v>2850.8760000000002</c:v>
                      </c:pt>
                      <c:pt idx="5085">
                        <c:v>2851.3580000000002</c:v>
                      </c:pt>
                      <c:pt idx="5086">
                        <c:v>2851.84</c:v>
                      </c:pt>
                      <c:pt idx="5087">
                        <c:v>2852.3229999999999</c:v>
                      </c:pt>
                      <c:pt idx="5088">
                        <c:v>2852.8049999999998</c:v>
                      </c:pt>
                      <c:pt idx="5089">
                        <c:v>2853.2869999999998</c:v>
                      </c:pt>
                      <c:pt idx="5090">
                        <c:v>2853.7689999999998</c:v>
                      </c:pt>
                      <c:pt idx="5091">
                        <c:v>2854.2510000000002</c:v>
                      </c:pt>
                      <c:pt idx="5092">
                        <c:v>2854.7330000000002</c:v>
                      </c:pt>
                      <c:pt idx="5093">
                        <c:v>2855.2150000000001</c:v>
                      </c:pt>
                      <c:pt idx="5094">
                        <c:v>2855.6979999999999</c:v>
                      </c:pt>
                      <c:pt idx="5095">
                        <c:v>2856.18</c:v>
                      </c:pt>
                      <c:pt idx="5096">
                        <c:v>2856.6619999999998</c:v>
                      </c:pt>
                      <c:pt idx="5097">
                        <c:v>2857.1439999999998</c:v>
                      </c:pt>
                      <c:pt idx="5098">
                        <c:v>2857.6260000000002</c:v>
                      </c:pt>
                      <c:pt idx="5099">
                        <c:v>2858.1080000000002</c:v>
                      </c:pt>
                      <c:pt idx="5100">
                        <c:v>2858.59</c:v>
                      </c:pt>
                      <c:pt idx="5101">
                        <c:v>2859.0729999999999</c:v>
                      </c:pt>
                      <c:pt idx="5102">
                        <c:v>2859.5549999999998</c:v>
                      </c:pt>
                      <c:pt idx="5103">
                        <c:v>2860.0369999999998</c:v>
                      </c:pt>
                      <c:pt idx="5104">
                        <c:v>2860.5189999999998</c:v>
                      </c:pt>
                      <c:pt idx="5105">
                        <c:v>2861.0010000000002</c:v>
                      </c:pt>
                      <c:pt idx="5106">
                        <c:v>2861.4830000000002</c:v>
                      </c:pt>
                      <c:pt idx="5107">
                        <c:v>2861.9650000000001</c:v>
                      </c:pt>
                      <c:pt idx="5108">
                        <c:v>2862.4479999999999</c:v>
                      </c:pt>
                      <c:pt idx="5109">
                        <c:v>2862.9290000000001</c:v>
                      </c:pt>
                      <c:pt idx="5110">
                        <c:v>2863.4119999999998</c:v>
                      </c:pt>
                      <c:pt idx="5111">
                        <c:v>2863.8939999999998</c:v>
                      </c:pt>
                      <c:pt idx="5112">
                        <c:v>2864.3760000000002</c:v>
                      </c:pt>
                      <c:pt idx="5113">
                        <c:v>2864.8580000000002</c:v>
                      </c:pt>
                      <c:pt idx="5114">
                        <c:v>2865.34</c:v>
                      </c:pt>
                      <c:pt idx="5115">
                        <c:v>2865.8220000000001</c:v>
                      </c:pt>
                      <c:pt idx="5116">
                        <c:v>2866.3040000000001</c:v>
                      </c:pt>
                      <c:pt idx="5117">
                        <c:v>2866.7869999999998</c:v>
                      </c:pt>
                      <c:pt idx="5118">
                        <c:v>2867.2689999999998</c:v>
                      </c:pt>
                      <c:pt idx="5119">
                        <c:v>2867.7510000000002</c:v>
                      </c:pt>
                      <c:pt idx="5120">
                        <c:v>2868.2330000000002</c:v>
                      </c:pt>
                      <c:pt idx="5121">
                        <c:v>2868.7150000000001</c:v>
                      </c:pt>
                      <c:pt idx="5122">
                        <c:v>2869.1970000000001</c:v>
                      </c:pt>
                      <c:pt idx="5123">
                        <c:v>2869.6790000000001</c:v>
                      </c:pt>
                      <c:pt idx="5124">
                        <c:v>2870.1619999999998</c:v>
                      </c:pt>
                      <c:pt idx="5125">
                        <c:v>2870.6439999999998</c:v>
                      </c:pt>
                      <c:pt idx="5126">
                        <c:v>2871.1260000000002</c:v>
                      </c:pt>
                      <c:pt idx="5127">
                        <c:v>2871.6080000000002</c:v>
                      </c:pt>
                      <c:pt idx="5128">
                        <c:v>2872.09</c:v>
                      </c:pt>
                      <c:pt idx="5129">
                        <c:v>2872.5720000000001</c:v>
                      </c:pt>
                      <c:pt idx="5130">
                        <c:v>2873.0540000000001</c:v>
                      </c:pt>
                      <c:pt idx="5131">
                        <c:v>2873.5369999999998</c:v>
                      </c:pt>
                      <c:pt idx="5132">
                        <c:v>2874.0189999999998</c:v>
                      </c:pt>
                      <c:pt idx="5133">
                        <c:v>2874.5010000000002</c:v>
                      </c:pt>
                      <c:pt idx="5134">
                        <c:v>2874.9830000000002</c:v>
                      </c:pt>
                      <c:pt idx="5135">
                        <c:v>2875.4650000000001</c:v>
                      </c:pt>
                      <c:pt idx="5136">
                        <c:v>2875.9470000000001</c:v>
                      </c:pt>
                      <c:pt idx="5137">
                        <c:v>2876.4290000000001</c:v>
                      </c:pt>
                      <c:pt idx="5138">
                        <c:v>2876.9119999999998</c:v>
                      </c:pt>
                      <c:pt idx="5139">
                        <c:v>2877.3939999999998</c:v>
                      </c:pt>
                      <c:pt idx="5140">
                        <c:v>2877.8760000000002</c:v>
                      </c:pt>
                      <c:pt idx="5141">
                        <c:v>2878.3580000000002</c:v>
                      </c:pt>
                      <c:pt idx="5142">
                        <c:v>2878.84</c:v>
                      </c:pt>
                      <c:pt idx="5143">
                        <c:v>2879.3220000000001</c:v>
                      </c:pt>
                      <c:pt idx="5144">
                        <c:v>2879.8040000000001</c:v>
                      </c:pt>
                      <c:pt idx="5145">
                        <c:v>2880.2860000000001</c:v>
                      </c:pt>
                      <c:pt idx="5146">
                        <c:v>2880.7689999999998</c:v>
                      </c:pt>
                      <c:pt idx="5147">
                        <c:v>2881.2510000000002</c:v>
                      </c:pt>
                      <c:pt idx="5148">
                        <c:v>2881.7330000000002</c:v>
                      </c:pt>
                      <c:pt idx="5149">
                        <c:v>2882.2150000000001</c:v>
                      </c:pt>
                      <c:pt idx="5150">
                        <c:v>2882.6970000000001</c:v>
                      </c:pt>
                      <c:pt idx="5151">
                        <c:v>2883.1790000000001</c:v>
                      </c:pt>
                      <c:pt idx="5152">
                        <c:v>2883.6610000000001</c:v>
                      </c:pt>
                      <c:pt idx="5153">
                        <c:v>2884.1439999999998</c:v>
                      </c:pt>
                      <c:pt idx="5154">
                        <c:v>2884.6260000000002</c:v>
                      </c:pt>
                      <c:pt idx="5155">
                        <c:v>2885.1080000000002</c:v>
                      </c:pt>
                      <c:pt idx="5156">
                        <c:v>2885.59</c:v>
                      </c:pt>
                      <c:pt idx="5157">
                        <c:v>2886.0720000000001</c:v>
                      </c:pt>
                      <c:pt idx="5158">
                        <c:v>2886.5540000000001</c:v>
                      </c:pt>
                      <c:pt idx="5159">
                        <c:v>2887.0360000000001</c:v>
                      </c:pt>
                      <c:pt idx="5160">
                        <c:v>2887.5189999999998</c:v>
                      </c:pt>
                      <c:pt idx="5161">
                        <c:v>2888.0010000000002</c:v>
                      </c:pt>
                      <c:pt idx="5162">
                        <c:v>2888.4830000000002</c:v>
                      </c:pt>
                      <c:pt idx="5163">
                        <c:v>2888.9650000000001</c:v>
                      </c:pt>
                      <c:pt idx="5164">
                        <c:v>2889.4470000000001</c:v>
                      </c:pt>
                      <c:pt idx="5165">
                        <c:v>2889.9290000000001</c:v>
                      </c:pt>
                      <c:pt idx="5166">
                        <c:v>2890.4110000000001</c:v>
                      </c:pt>
                      <c:pt idx="5167">
                        <c:v>2890.8939999999998</c:v>
                      </c:pt>
                      <c:pt idx="5168">
                        <c:v>2891.3760000000002</c:v>
                      </c:pt>
                      <c:pt idx="5169">
                        <c:v>2891.8580000000002</c:v>
                      </c:pt>
                      <c:pt idx="5170">
                        <c:v>2892.34</c:v>
                      </c:pt>
                      <c:pt idx="5171">
                        <c:v>2892.8220000000001</c:v>
                      </c:pt>
                      <c:pt idx="5172">
                        <c:v>2893.3040000000001</c:v>
                      </c:pt>
                      <c:pt idx="5173">
                        <c:v>2893.7860000000001</c:v>
                      </c:pt>
                      <c:pt idx="5174">
                        <c:v>2894.2689999999998</c:v>
                      </c:pt>
                      <c:pt idx="5175">
                        <c:v>2894.75</c:v>
                      </c:pt>
                      <c:pt idx="5176">
                        <c:v>2895.2330000000002</c:v>
                      </c:pt>
                      <c:pt idx="5177">
                        <c:v>2895.7150000000001</c:v>
                      </c:pt>
                      <c:pt idx="5178">
                        <c:v>2896.1970000000001</c:v>
                      </c:pt>
                      <c:pt idx="5179">
                        <c:v>2896.6790000000001</c:v>
                      </c:pt>
                      <c:pt idx="5180">
                        <c:v>2897.1610000000001</c:v>
                      </c:pt>
                      <c:pt idx="5181">
                        <c:v>2897.643</c:v>
                      </c:pt>
                      <c:pt idx="5182">
                        <c:v>2898.125</c:v>
                      </c:pt>
                      <c:pt idx="5183">
                        <c:v>2898.6080000000002</c:v>
                      </c:pt>
                      <c:pt idx="5184">
                        <c:v>2899.09</c:v>
                      </c:pt>
                      <c:pt idx="5185">
                        <c:v>2899.5720000000001</c:v>
                      </c:pt>
                      <c:pt idx="5186">
                        <c:v>2900.0540000000001</c:v>
                      </c:pt>
                      <c:pt idx="5187">
                        <c:v>2900.5360000000001</c:v>
                      </c:pt>
                      <c:pt idx="5188">
                        <c:v>2901.018</c:v>
                      </c:pt>
                      <c:pt idx="5189">
                        <c:v>2901.5</c:v>
                      </c:pt>
                      <c:pt idx="5190">
                        <c:v>2901.9830000000002</c:v>
                      </c:pt>
                      <c:pt idx="5191">
                        <c:v>2902.4650000000001</c:v>
                      </c:pt>
                      <c:pt idx="5192">
                        <c:v>2902.9470000000001</c:v>
                      </c:pt>
                      <c:pt idx="5193">
                        <c:v>2903.4290000000001</c:v>
                      </c:pt>
                      <c:pt idx="5194">
                        <c:v>2903.9110000000001</c:v>
                      </c:pt>
                      <c:pt idx="5195">
                        <c:v>2904.393</c:v>
                      </c:pt>
                      <c:pt idx="5196">
                        <c:v>2904.875</c:v>
                      </c:pt>
                      <c:pt idx="5197">
                        <c:v>2905.3580000000002</c:v>
                      </c:pt>
                      <c:pt idx="5198">
                        <c:v>2905.84</c:v>
                      </c:pt>
                      <c:pt idx="5199">
                        <c:v>2906.3220000000001</c:v>
                      </c:pt>
                      <c:pt idx="5200">
                        <c:v>2906.8040000000001</c:v>
                      </c:pt>
                      <c:pt idx="5201">
                        <c:v>2907.2860000000001</c:v>
                      </c:pt>
                      <c:pt idx="5202">
                        <c:v>2907.768</c:v>
                      </c:pt>
                      <c:pt idx="5203">
                        <c:v>2908.25</c:v>
                      </c:pt>
                      <c:pt idx="5204">
                        <c:v>2908.7330000000002</c:v>
                      </c:pt>
                      <c:pt idx="5205">
                        <c:v>2909.2150000000001</c:v>
                      </c:pt>
                      <c:pt idx="5206">
                        <c:v>2909.6970000000001</c:v>
                      </c:pt>
                      <c:pt idx="5207">
                        <c:v>2910.1790000000001</c:v>
                      </c:pt>
                      <c:pt idx="5208">
                        <c:v>2910.6610000000001</c:v>
                      </c:pt>
                      <c:pt idx="5209">
                        <c:v>2911.143</c:v>
                      </c:pt>
                      <c:pt idx="5210">
                        <c:v>2911.625</c:v>
                      </c:pt>
                      <c:pt idx="5211">
                        <c:v>2912.107</c:v>
                      </c:pt>
                      <c:pt idx="5212">
                        <c:v>2912.59</c:v>
                      </c:pt>
                      <c:pt idx="5213">
                        <c:v>2913.0720000000001</c:v>
                      </c:pt>
                      <c:pt idx="5214">
                        <c:v>2913.5540000000001</c:v>
                      </c:pt>
                      <c:pt idx="5215">
                        <c:v>2914.0360000000001</c:v>
                      </c:pt>
                      <c:pt idx="5216">
                        <c:v>2914.518</c:v>
                      </c:pt>
                      <c:pt idx="5217">
                        <c:v>2915</c:v>
                      </c:pt>
                      <c:pt idx="5218">
                        <c:v>2915.482</c:v>
                      </c:pt>
                      <c:pt idx="5219">
                        <c:v>2915.9650000000001</c:v>
                      </c:pt>
                      <c:pt idx="5220">
                        <c:v>2916.4470000000001</c:v>
                      </c:pt>
                      <c:pt idx="5221">
                        <c:v>2916.9290000000001</c:v>
                      </c:pt>
                      <c:pt idx="5222">
                        <c:v>2917.4110000000001</c:v>
                      </c:pt>
                      <c:pt idx="5223">
                        <c:v>2917.893</c:v>
                      </c:pt>
                      <c:pt idx="5224">
                        <c:v>2918.375</c:v>
                      </c:pt>
                      <c:pt idx="5225">
                        <c:v>2918.857</c:v>
                      </c:pt>
                      <c:pt idx="5226">
                        <c:v>2919.34</c:v>
                      </c:pt>
                      <c:pt idx="5227">
                        <c:v>2919.8220000000001</c:v>
                      </c:pt>
                      <c:pt idx="5228">
                        <c:v>2920.3040000000001</c:v>
                      </c:pt>
                      <c:pt idx="5229">
                        <c:v>2920.7860000000001</c:v>
                      </c:pt>
                      <c:pt idx="5230">
                        <c:v>2921.268</c:v>
                      </c:pt>
                      <c:pt idx="5231">
                        <c:v>2921.75</c:v>
                      </c:pt>
                      <c:pt idx="5232">
                        <c:v>2922.232</c:v>
                      </c:pt>
                      <c:pt idx="5233">
                        <c:v>2922.7150000000001</c:v>
                      </c:pt>
                      <c:pt idx="5234">
                        <c:v>2923.1970000000001</c:v>
                      </c:pt>
                      <c:pt idx="5235">
                        <c:v>2923.6790000000001</c:v>
                      </c:pt>
                      <c:pt idx="5236">
                        <c:v>2924.1610000000001</c:v>
                      </c:pt>
                      <c:pt idx="5237">
                        <c:v>2924.643</c:v>
                      </c:pt>
                      <c:pt idx="5238">
                        <c:v>2925.125</c:v>
                      </c:pt>
                      <c:pt idx="5239">
                        <c:v>2925.607</c:v>
                      </c:pt>
                      <c:pt idx="5240">
                        <c:v>2926.09</c:v>
                      </c:pt>
                      <c:pt idx="5241">
                        <c:v>2926.5720000000001</c:v>
                      </c:pt>
                      <c:pt idx="5242">
                        <c:v>2927.0540000000001</c:v>
                      </c:pt>
                      <c:pt idx="5243">
                        <c:v>2927.5360000000001</c:v>
                      </c:pt>
                      <c:pt idx="5244">
                        <c:v>2928.018</c:v>
                      </c:pt>
                      <c:pt idx="5245">
                        <c:v>2928.5</c:v>
                      </c:pt>
                      <c:pt idx="5246">
                        <c:v>2928.982</c:v>
                      </c:pt>
                      <c:pt idx="5247">
                        <c:v>2929.4639999999999</c:v>
                      </c:pt>
                      <c:pt idx="5248">
                        <c:v>2929.9470000000001</c:v>
                      </c:pt>
                      <c:pt idx="5249">
                        <c:v>2930.4290000000001</c:v>
                      </c:pt>
                      <c:pt idx="5250">
                        <c:v>2930.9110000000001</c:v>
                      </c:pt>
                      <c:pt idx="5251">
                        <c:v>2931.393</c:v>
                      </c:pt>
                      <c:pt idx="5252">
                        <c:v>2931.875</c:v>
                      </c:pt>
                      <c:pt idx="5253">
                        <c:v>2932.357</c:v>
                      </c:pt>
                      <c:pt idx="5254">
                        <c:v>2932.8389999999999</c:v>
                      </c:pt>
                      <c:pt idx="5255">
                        <c:v>2933.3220000000001</c:v>
                      </c:pt>
                      <c:pt idx="5256">
                        <c:v>2933.8040000000001</c:v>
                      </c:pt>
                      <c:pt idx="5257">
                        <c:v>2934.2860000000001</c:v>
                      </c:pt>
                      <c:pt idx="5258">
                        <c:v>2934.768</c:v>
                      </c:pt>
                      <c:pt idx="5259">
                        <c:v>2935.25</c:v>
                      </c:pt>
                      <c:pt idx="5260">
                        <c:v>2935.732</c:v>
                      </c:pt>
                      <c:pt idx="5261">
                        <c:v>2936.2139999999999</c:v>
                      </c:pt>
                      <c:pt idx="5262">
                        <c:v>2936.6970000000001</c:v>
                      </c:pt>
                      <c:pt idx="5263">
                        <c:v>2937.1790000000001</c:v>
                      </c:pt>
                      <c:pt idx="5264">
                        <c:v>2937.6610000000001</c:v>
                      </c:pt>
                      <c:pt idx="5265">
                        <c:v>2938.143</c:v>
                      </c:pt>
                      <c:pt idx="5266">
                        <c:v>2938.625</c:v>
                      </c:pt>
                      <c:pt idx="5267">
                        <c:v>2939.107</c:v>
                      </c:pt>
                      <c:pt idx="5268">
                        <c:v>2939.5889999999999</c:v>
                      </c:pt>
                      <c:pt idx="5269">
                        <c:v>2940.0720000000001</c:v>
                      </c:pt>
                      <c:pt idx="5270">
                        <c:v>2940.5540000000001</c:v>
                      </c:pt>
                      <c:pt idx="5271">
                        <c:v>2941.0360000000001</c:v>
                      </c:pt>
                      <c:pt idx="5272">
                        <c:v>2941.518</c:v>
                      </c:pt>
                      <c:pt idx="5273">
                        <c:v>2942</c:v>
                      </c:pt>
                      <c:pt idx="5274">
                        <c:v>2942.482</c:v>
                      </c:pt>
                      <c:pt idx="5275">
                        <c:v>2942.9639999999999</c:v>
                      </c:pt>
                      <c:pt idx="5276">
                        <c:v>2943.4470000000001</c:v>
                      </c:pt>
                      <c:pt idx="5277">
                        <c:v>2943.9279999999999</c:v>
                      </c:pt>
                      <c:pt idx="5278">
                        <c:v>2944.4110000000001</c:v>
                      </c:pt>
                      <c:pt idx="5279">
                        <c:v>2944.893</c:v>
                      </c:pt>
                      <c:pt idx="5280">
                        <c:v>2945.375</c:v>
                      </c:pt>
                      <c:pt idx="5281">
                        <c:v>2945.857</c:v>
                      </c:pt>
                      <c:pt idx="5282">
                        <c:v>2946.3389999999999</c:v>
                      </c:pt>
                      <c:pt idx="5283">
                        <c:v>2946.8209999999999</c:v>
                      </c:pt>
                      <c:pt idx="5284">
                        <c:v>2947.3029999999999</c:v>
                      </c:pt>
                      <c:pt idx="5285">
                        <c:v>2947.7860000000001</c:v>
                      </c:pt>
                      <c:pt idx="5286">
                        <c:v>2948.268</c:v>
                      </c:pt>
                      <c:pt idx="5287">
                        <c:v>2948.75</c:v>
                      </c:pt>
                      <c:pt idx="5288">
                        <c:v>2949.232</c:v>
                      </c:pt>
                      <c:pt idx="5289">
                        <c:v>2949.7139999999999</c:v>
                      </c:pt>
                      <c:pt idx="5290">
                        <c:v>2950.1959999999999</c:v>
                      </c:pt>
                      <c:pt idx="5291">
                        <c:v>2950.6779999999999</c:v>
                      </c:pt>
                      <c:pt idx="5292">
                        <c:v>2951.1610000000001</c:v>
                      </c:pt>
                      <c:pt idx="5293">
                        <c:v>2951.643</c:v>
                      </c:pt>
                      <c:pt idx="5294">
                        <c:v>2952.125</c:v>
                      </c:pt>
                      <c:pt idx="5295">
                        <c:v>2952.607</c:v>
                      </c:pt>
                      <c:pt idx="5296">
                        <c:v>2953.0889999999999</c:v>
                      </c:pt>
                      <c:pt idx="5297">
                        <c:v>2953.5709999999999</c:v>
                      </c:pt>
                      <c:pt idx="5298">
                        <c:v>2954.0529999999999</c:v>
                      </c:pt>
                      <c:pt idx="5299">
                        <c:v>2954.5360000000001</c:v>
                      </c:pt>
                      <c:pt idx="5300">
                        <c:v>2955.018</c:v>
                      </c:pt>
                      <c:pt idx="5301">
                        <c:v>2955.5</c:v>
                      </c:pt>
                      <c:pt idx="5302">
                        <c:v>2955.982</c:v>
                      </c:pt>
                      <c:pt idx="5303">
                        <c:v>2956.4639999999999</c:v>
                      </c:pt>
                      <c:pt idx="5304">
                        <c:v>2956.9459999999999</c:v>
                      </c:pt>
                      <c:pt idx="5305">
                        <c:v>2957.4279999999999</c:v>
                      </c:pt>
                      <c:pt idx="5306">
                        <c:v>2957.9110000000001</c:v>
                      </c:pt>
                      <c:pt idx="5307">
                        <c:v>2958.393</c:v>
                      </c:pt>
                      <c:pt idx="5308">
                        <c:v>2958.875</c:v>
                      </c:pt>
                      <c:pt idx="5309">
                        <c:v>2959.357</c:v>
                      </c:pt>
                      <c:pt idx="5310">
                        <c:v>2959.8389999999999</c:v>
                      </c:pt>
                      <c:pt idx="5311">
                        <c:v>2960.3209999999999</c:v>
                      </c:pt>
                      <c:pt idx="5312">
                        <c:v>2960.8029999999999</c:v>
                      </c:pt>
                      <c:pt idx="5313">
                        <c:v>2961.2849999999999</c:v>
                      </c:pt>
                      <c:pt idx="5314">
                        <c:v>2961.768</c:v>
                      </c:pt>
                      <c:pt idx="5315">
                        <c:v>2962.25</c:v>
                      </c:pt>
                      <c:pt idx="5316">
                        <c:v>2962.732</c:v>
                      </c:pt>
                      <c:pt idx="5317">
                        <c:v>2963.2139999999999</c:v>
                      </c:pt>
                      <c:pt idx="5318">
                        <c:v>2963.6959999999999</c:v>
                      </c:pt>
                      <c:pt idx="5319">
                        <c:v>2964.1779999999999</c:v>
                      </c:pt>
                      <c:pt idx="5320">
                        <c:v>2964.66</c:v>
                      </c:pt>
                      <c:pt idx="5321">
                        <c:v>2965.143</c:v>
                      </c:pt>
                      <c:pt idx="5322">
                        <c:v>2965.625</c:v>
                      </c:pt>
                      <c:pt idx="5323">
                        <c:v>2966.107</c:v>
                      </c:pt>
                      <c:pt idx="5324">
                        <c:v>2966.5889999999999</c:v>
                      </c:pt>
                      <c:pt idx="5325">
                        <c:v>2967.0709999999999</c:v>
                      </c:pt>
                      <c:pt idx="5326">
                        <c:v>2967.5529999999999</c:v>
                      </c:pt>
                      <c:pt idx="5327">
                        <c:v>2968.0349999999999</c:v>
                      </c:pt>
                      <c:pt idx="5328">
                        <c:v>2968.518</c:v>
                      </c:pt>
                      <c:pt idx="5329">
                        <c:v>2969</c:v>
                      </c:pt>
                      <c:pt idx="5330">
                        <c:v>2969.482</c:v>
                      </c:pt>
                      <c:pt idx="5331">
                        <c:v>2969.9639999999999</c:v>
                      </c:pt>
                      <c:pt idx="5332">
                        <c:v>2970.4459999999999</c:v>
                      </c:pt>
                      <c:pt idx="5333">
                        <c:v>2970.9279999999999</c:v>
                      </c:pt>
                      <c:pt idx="5334">
                        <c:v>2971.41</c:v>
                      </c:pt>
                      <c:pt idx="5335">
                        <c:v>2971.893</c:v>
                      </c:pt>
                      <c:pt idx="5336">
                        <c:v>2972.375</c:v>
                      </c:pt>
                      <c:pt idx="5337">
                        <c:v>2972.857</c:v>
                      </c:pt>
                      <c:pt idx="5338">
                        <c:v>2973.3389999999999</c:v>
                      </c:pt>
                      <c:pt idx="5339">
                        <c:v>2973.8209999999999</c:v>
                      </c:pt>
                      <c:pt idx="5340">
                        <c:v>2974.3029999999999</c:v>
                      </c:pt>
                      <c:pt idx="5341">
                        <c:v>2974.7849999999999</c:v>
                      </c:pt>
                      <c:pt idx="5342">
                        <c:v>2975.268</c:v>
                      </c:pt>
                      <c:pt idx="5343">
                        <c:v>2975.75</c:v>
                      </c:pt>
                      <c:pt idx="5344">
                        <c:v>2976.232</c:v>
                      </c:pt>
                      <c:pt idx="5345">
                        <c:v>2976.7139999999999</c:v>
                      </c:pt>
                      <c:pt idx="5346">
                        <c:v>2977.1959999999999</c:v>
                      </c:pt>
                      <c:pt idx="5347">
                        <c:v>2977.6779999999999</c:v>
                      </c:pt>
                      <c:pt idx="5348">
                        <c:v>2978.16</c:v>
                      </c:pt>
                      <c:pt idx="5349">
                        <c:v>2978.6419999999998</c:v>
                      </c:pt>
                      <c:pt idx="5350">
                        <c:v>2979.125</c:v>
                      </c:pt>
                      <c:pt idx="5351">
                        <c:v>2979.607</c:v>
                      </c:pt>
                      <c:pt idx="5352">
                        <c:v>2980.0889999999999</c:v>
                      </c:pt>
                      <c:pt idx="5353">
                        <c:v>2980.5709999999999</c:v>
                      </c:pt>
                      <c:pt idx="5354">
                        <c:v>2981.0529999999999</c:v>
                      </c:pt>
                      <c:pt idx="5355">
                        <c:v>2981.5349999999999</c:v>
                      </c:pt>
                      <c:pt idx="5356">
                        <c:v>2982.0169999999998</c:v>
                      </c:pt>
                      <c:pt idx="5357">
                        <c:v>2982.5</c:v>
                      </c:pt>
                      <c:pt idx="5358">
                        <c:v>2982.982</c:v>
                      </c:pt>
                      <c:pt idx="5359">
                        <c:v>2983.4639999999999</c:v>
                      </c:pt>
                      <c:pt idx="5360">
                        <c:v>2983.9459999999999</c:v>
                      </c:pt>
                      <c:pt idx="5361">
                        <c:v>2984.4279999999999</c:v>
                      </c:pt>
                      <c:pt idx="5362">
                        <c:v>2984.91</c:v>
                      </c:pt>
                      <c:pt idx="5363">
                        <c:v>2985.3919999999998</c:v>
                      </c:pt>
                      <c:pt idx="5364">
                        <c:v>2985.875</c:v>
                      </c:pt>
                      <c:pt idx="5365">
                        <c:v>2986.357</c:v>
                      </c:pt>
                      <c:pt idx="5366">
                        <c:v>2986.8389999999999</c:v>
                      </c:pt>
                      <c:pt idx="5367">
                        <c:v>2987.3209999999999</c:v>
                      </c:pt>
                      <c:pt idx="5368">
                        <c:v>2987.8029999999999</c:v>
                      </c:pt>
                      <c:pt idx="5369">
                        <c:v>2988.2849999999999</c:v>
                      </c:pt>
                      <c:pt idx="5370">
                        <c:v>2988.7669999999998</c:v>
                      </c:pt>
                      <c:pt idx="5371">
                        <c:v>2989.25</c:v>
                      </c:pt>
                      <c:pt idx="5372">
                        <c:v>2989.732</c:v>
                      </c:pt>
                      <c:pt idx="5373">
                        <c:v>2990.2139999999999</c:v>
                      </c:pt>
                      <c:pt idx="5374">
                        <c:v>2990.6959999999999</c:v>
                      </c:pt>
                      <c:pt idx="5375">
                        <c:v>2991.1779999999999</c:v>
                      </c:pt>
                      <c:pt idx="5376">
                        <c:v>2991.66</c:v>
                      </c:pt>
                      <c:pt idx="5377">
                        <c:v>2992.1419999999998</c:v>
                      </c:pt>
                      <c:pt idx="5378">
                        <c:v>2992.625</c:v>
                      </c:pt>
                      <c:pt idx="5379">
                        <c:v>2993.1060000000002</c:v>
                      </c:pt>
                      <c:pt idx="5380">
                        <c:v>2993.5889999999999</c:v>
                      </c:pt>
                      <c:pt idx="5381">
                        <c:v>2994.0709999999999</c:v>
                      </c:pt>
                      <c:pt idx="5382">
                        <c:v>2994.5529999999999</c:v>
                      </c:pt>
                      <c:pt idx="5383">
                        <c:v>2995.0349999999999</c:v>
                      </c:pt>
                      <c:pt idx="5384">
                        <c:v>2995.5169999999998</c:v>
                      </c:pt>
                      <c:pt idx="5385">
                        <c:v>2995.9989999999998</c:v>
                      </c:pt>
                      <c:pt idx="5386">
                        <c:v>2996.4810000000002</c:v>
                      </c:pt>
                      <c:pt idx="5387">
                        <c:v>2996.9639999999999</c:v>
                      </c:pt>
                      <c:pt idx="5388">
                        <c:v>2997.4459999999999</c:v>
                      </c:pt>
                      <c:pt idx="5389">
                        <c:v>2997.9279999999999</c:v>
                      </c:pt>
                      <c:pt idx="5390">
                        <c:v>2998.41</c:v>
                      </c:pt>
                      <c:pt idx="5391">
                        <c:v>2998.8919999999998</c:v>
                      </c:pt>
                      <c:pt idx="5392">
                        <c:v>2999.3739999999998</c:v>
                      </c:pt>
                      <c:pt idx="5393">
                        <c:v>2999.8560000000002</c:v>
                      </c:pt>
                      <c:pt idx="5394">
                        <c:v>3000.3389999999999</c:v>
                      </c:pt>
                      <c:pt idx="5395">
                        <c:v>3000.8209999999999</c:v>
                      </c:pt>
                      <c:pt idx="5396">
                        <c:v>3001.3029999999999</c:v>
                      </c:pt>
                      <c:pt idx="5397">
                        <c:v>3001.7849999999999</c:v>
                      </c:pt>
                      <c:pt idx="5398">
                        <c:v>3002.2669999999998</c:v>
                      </c:pt>
                      <c:pt idx="5399">
                        <c:v>3002.7489999999998</c:v>
                      </c:pt>
                      <c:pt idx="5400">
                        <c:v>3003.2310000000002</c:v>
                      </c:pt>
                      <c:pt idx="5401">
                        <c:v>3003.7139999999999</c:v>
                      </c:pt>
                      <c:pt idx="5402">
                        <c:v>3004.1959999999999</c:v>
                      </c:pt>
                      <c:pt idx="5403">
                        <c:v>3004.6779999999999</c:v>
                      </c:pt>
                      <c:pt idx="5404">
                        <c:v>3005.16</c:v>
                      </c:pt>
                      <c:pt idx="5405">
                        <c:v>3005.6419999999998</c:v>
                      </c:pt>
                      <c:pt idx="5406">
                        <c:v>3006.1239999999998</c:v>
                      </c:pt>
                      <c:pt idx="5407">
                        <c:v>3006.6060000000002</c:v>
                      </c:pt>
                      <c:pt idx="5408">
                        <c:v>3007.0889999999999</c:v>
                      </c:pt>
                      <c:pt idx="5409">
                        <c:v>3007.5709999999999</c:v>
                      </c:pt>
                      <c:pt idx="5410">
                        <c:v>3008.0529999999999</c:v>
                      </c:pt>
                      <c:pt idx="5411">
                        <c:v>3008.5349999999999</c:v>
                      </c:pt>
                      <c:pt idx="5412">
                        <c:v>3009.0169999999998</c:v>
                      </c:pt>
                      <c:pt idx="5413">
                        <c:v>3009.4989999999998</c:v>
                      </c:pt>
                      <c:pt idx="5414">
                        <c:v>3009.9810000000002</c:v>
                      </c:pt>
                      <c:pt idx="5415">
                        <c:v>3010.4630000000002</c:v>
                      </c:pt>
                      <c:pt idx="5416">
                        <c:v>3010.9459999999999</c:v>
                      </c:pt>
                      <c:pt idx="5417">
                        <c:v>3011.4279999999999</c:v>
                      </c:pt>
                      <c:pt idx="5418">
                        <c:v>3011.91</c:v>
                      </c:pt>
                      <c:pt idx="5419">
                        <c:v>3012.3919999999998</c:v>
                      </c:pt>
                      <c:pt idx="5420">
                        <c:v>3012.8739999999998</c:v>
                      </c:pt>
                      <c:pt idx="5421">
                        <c:v>3013.3560000000002</c:v>
                      </c:pt>
                      <c:pt idx="5422">
                        <c:v>3013.8380000000002</c:v>
                      </c:pt>
                      <c:pt idx="5423">
                        <c:v>3014.3209999999999</c:v>
                      </c:pt>
                      <c:pt idx="5424">
                        <c:v>3014.8029999999999</c:v>
                      </c:pt>
                      <c:pt idx="5425">
                        <c:v>3015.2849999999999</c:v>
                      </c:pt>
                      <c:pt idx="5426">
                        <c:v>3015.7669999999998</c:v>
                      </c:pt>
                      <c:pt idx="5427">
                        <c:v>3016.2489999999998</c:v>
                      </c:pt>
                      <c:pt idx="5428">
                        <c:v>3016.7310000000002</c:v>
                      </c:pt>
                      <c:pt idx="5429">
                        <c:v>3017.2130000000002</c:v>
                      </c:pt>
                      <c:pt idx="5430">
                        <c:v>3017.6959999999999</c:v>
                      </c:pt>
                      <c:pt idx="5431">
                        <c:v>3018.1779999999999</c:v>
                      </c:pt>
                      <c:pt idx="5432">
                        <c:v>3018.66</c:v>
                      </c:pt>
                      <c:pt idx="5433">
                        <c:v>3019.1419999999998</c:v>
                      </c:pt>
                      <c:pt idx="5434">
                        <c:v>3019.6239999999998</c:v>
                      </c:pt>
                      <c:pt idx="5435">
                        <c:v>3020.1060000000002</c:v>
                      </c:pt>
                      <c:pt idx="5436">
                        <c:v>3020.5880000000002</c:v>
                      </c:pt>
                      <c:pt idx="5437">
                        <c:v>3021.0709999999999</c:v>
                      </c:pt>
                      <c:pt idx="5438">
                        <c:v>3021.5529999999999</c:v>
                      </c:pt>
                      <c:pt idx="5439">
                        <c:v>3022.0349999999999</c:v>
                      </c:pt>
                      <c:pt idx="5440">
                        <c:v>3022.5169999999998</c:v>
                      </c:pt>
                      <c:pt idx="5441">
                        <c:v>3022.9989999999998</c:v>
                      </c:pt>
                      <c:pt idx="5442">
                        <c:v>3023.4810000000002</c:v>
                      </c:pt>
                      <c:pt idx="5443">
                        <c:v>3023.9630000000002</c:v>
                      </c:pt>
                      <c:pt idx="5444">
                        <c:v>3024.4459999999999</c:v>
                      </c:pt>
                      <c:pt idx="5445">
                        <c:v>3024.9270000000001</c:v>
                      </c:pt>
                      <c:pt idx="5446">
                        <c:v>3025.41</c:v>
                      </c:pt>
                      <c:pt idx="5447">
                        <c:v>3025.8919999999998</c:v>
                      </c:pt>
                      <c:pt idx="5448">
                        <c:v>3026.3739999999998</c:v>
                      </c:pt>
                      <c:pt idx="5449">
                        <c:v>3026.8560000000002</c:v>
                      </c:pt>
                      <c:pt idx="5450">
                        <c:v>3027.3380000000002</c:v>
                      </c:pt>
                      <c:pt idx="5451">
                        <c:v>3027.82</c:v>
                      </c:pt>
                      <c:pt idx="5452">
                        <c:v>3028.3020000000001</c:v>
                      </c:pt>
                      <c:pt idx="5453">
                        <c:v>3028.7849999999999</c:v>
                      </c:pt>
                      <c:pt idx="5454">
                        <c:v>3029.2669999999998</c:v>
                      </c:pt>
                      <c:pt idx="5455">
                        <c:v>3029.7489999999998</c:v>
                      </c:pt>
                      <c:pt idx="5456">
                        <c:v>3030.2310000000002</c:v>
                      </c:pt>
                      <c:pt idx="5457">
                        <c:v>3030.7130000000002</c:v>
                      </c:pt>
                      <c:pt idx="5458">
                        <c:v>3031.1950000000002</c:v>
                      </c:pt>
                      <c:pt idx="5459">
                        <c:v>3031.6770000000001</c:v>
                      </c:pt>
                      <c:pt idx="5460">
                        <c:v>3032.16</c:v>
                      </c:pt>
                      <c:pt idx="5461">
                        <c:v>3032.6419999999998</c:v>
                      </c:pt>
                      <c:pt idx="5462">
                        <c:v>3033.1239999999998</c:v>
                      </c:pt>
                      <c:pt idx="5463">
                        <c:v>3033.6060000000002</c:v>
                      </c:pt>
                      <c:pt idx="5464">
                        <c:v>3034.0880000000002</c:v>
                      </c:pt>
                      <c:pt idx="5465">
                        <c:v>3034.57</c:v>
                      </c:pt>
                      <c:pt idx="5466">
                        <c:v>3035.0520000000001</c:v>
                      </c:pt>
                      <c:pt idx="5467">
                        <c:v>3035.5349999999999</c:v>
                      </c:pt>
                      <c:pt idx="5468">
                        <c:v>3036.0169999999998</c:v>
                      </c:pt>
                      <c:pt idx="5469">
                        <c:v>3036.4989999999998</c:v>
                      </c:pt>
                      <c:pt idx="5470">
                        <c:v>3036.9810000000002</c:v>
                      </c:pt>
                      <c:pt idx="5471">
                        <c:v>3037.4630000000002</c:v>
                      </c:pt>
                      <c:pt idx="5472">
                        <c:v>3037.9450000000002</c:v>
                      </c:pt>
                      <c:pt idx="5473">
                        <c:v>3038.4270000000001</c:v>
                      </c:pt>
                      <c:pt idx="5474">
                        <c:v>3038.91</c:v>
                      </c:pt>
                      <c:pt idx="5475">
                        <c:v>3039.3919999999998</c:v>
                      </c:pt>
                      <c:pt idx="5476">
                        <c:v>3039.8739999999998</c:v>
                      </c:pt>
                      <c:pt idx="5477">
                        <c:v>3040.3560000000002</c:v>
                      </c:pt>
                      <c:pt idx="5478">
                        <c:v>3040.8380000000002</c:v>
                      </c:pt>
                      <c:pt idx="5479">
                        <c:v>3041.32</c:v>
                      </c:pt>
                      <c:pt idx="5480">
                        <c:v>3041.8020000000001</c:v>
                      </c:pt>
                      <c:pt idx="5481">
                        <c:v>3042.2840000000001</c:v>
                      </c:pt>
                      <c:pt idx="5482">
                        <c:v>3042.7669999999998</c:v>
                      </c:pt>
                      <c:pt idx="5483">
                        <c:v>3043.2489999999998</c:v>
                      </c:pt>
                      <c:pt idx="5484">
                        <c:v>3043.7310000000002</c:v>
                      </c:pt>
                      <c:pt idx="5485">
                        <c:v>3044.2130000000002</c:v>
                      </c:pt>
                      <c:pt idx="5486">
                        <c:v>3044.6950000000002</c:v>
                      </c:pt>
                      <c:pt idx="5487">
                        <c:v>3045.1770000000001</c:v>
                      </c:pt>
                      <c:pt idx="5488">
                        <c:v>3045.6590000000001</c:v>
                      </c:pt>
                      <c:pt idx="5489">
                        <c:v>3046.1419999999998</c:v>
                      </c:pt>
                      <c:pt idx="5490">
                        <c:v>3046.6239999999998</c:v>
                      </c:pt>
                      <c:pt idx="5491">
                        <c:v>3047.1060000000002</c:v>
                      </c:pt>
                      <c:pt idx="5492">
                        <c:v>3047.5880000000002</c:v>
                      </c:pt>
                      <c:pt idx="5493">
                        <c:v>3048.07</c:v>
                      </c:pt>
                      <c:pt idx="5494">
                        <c:v>3048.5520000000001</c:v>
                      </c:pt>
                      <c:pt idx="5495">
                        <c:v>3049.0340000000001</c:v>
                      </c:pt>
                      <c:pt idx="5496">
                        <c:v>3049.5169999999998</c:v>
                      </c:pt>
                      <c:pt idx="5497">
                        <c:v>3049.9989999999998</c:v>
                      </c:pt>
                      <c:pt idx="5498">
                        <c:v>3050.4810000000002</c:v>
                      </c:pt>
                      <c:pt idx="5499">
                        <c:v>3050.9630000000002</c:v>
                      </c:pt>
                      <c:pt idx="5500">
                        <c:v>3051.4450000000002</c:v>
                      </c:pt>
                      <c:pt idx="5501">
                        <c:v>3051.9270000000001</c:v>
                      </c:pt>
                      <c:pt idx="5502">
                        <c:v>3052.4090000000001</c:v>
                      </c:pt>
                      <c:pt idx="5503">
                        <c:v>3052.8919999999998</c:v>
                      </c:pt>
                      <c:pt idx="5504">
                        <c:v>3053.3739999999998</c:v>
                      </c:pt>
                      <c:pt idx="5505">
                        <c:v>3053.8560000000002</c:v>
                      </c:pt>
                      <c:pt idx="5506">
                        <c:v>3054.3380000000002</c:v>
                      </c:pt>
                      <c:pt idx="5507">
                        <c:v>3054.82</c:v>
                      </c:pt>
                      <c:pt idx="5508">
                        <c:v>3055.3020000000001</c:v>
                      </c:pt>
                      <c:pt idx="5509">
                        <c:v>3055.7840000000001</c:v>
                      </c:pt>
                      <c:pt idx="5510">
                        <c:v>3056.2669999999998</c:v>
                      </c:pt>
                      <c:pt idx="5511">
                        <c:v>3056.7489999999998</c:v>
                      </c:pt>
                      <c:pt idx="5512">
                        <c:v>3057.2310000000002</c:v>
                      </c:pt>
                      <c:pt idx="5513">
                        <c:v>3057.7130000000002</c:v>
                      </c:pt>
                      <c:pt idx="5514">
                        <c:v>3058.1950000000002</c:v>
                      </c:pt>
                      <c:pt idx="5515">
                        <c:v>3058.6770000000001</c:v>
                      </c:pt>
                      <c:pt idx="5516">
                        <c:v>3059.1590000000001</c:v>
                      </c:pt>
                      <c:pt idx="5517">
                        <c:v>3059.6410000000001</c:v>
                      </c:pt>
                      <c:pt idx="5518">
                        <c:v>3060.1239999999998</c:v>
                      </c:pt>
                      <c:pt idx="5519">
                        <c:v>3060.6060000000002</c:v>
                      </c:pt>
                      <c:pt idx="5520">
                        <c:v>3061.0880000000002</c:v>
                      </c:pt>
                      <c:pt idx="5521">
                        <c:v>3061.57</c:v>
                      </c:pt>
                      <c:pt idx="5522">
                        <c:v>3062.0520000000001</c:v>
                      </c:pt>
                      <c:pt idx="5523">
                        <c:v>3062.5340000000001</c:v>
                      </c:pt>
                      <c:pt idx="5524">
                        <c:v>3063.0160000000001</c:v>
                      </c:pt>
                      <c:pt idx="5525">
                        <c:v>3063.4989999999998</c:v>
                      </c:pt>
                      <c:pt idx="5526">
                        <c:v>3063.9810000000002</c:v>
                      </c:pt>
                      <c:pt idx="5527">
                        <c:v>3064.4630000000002</c:v>
                      </c:pt>
                      <c:pt idx="5528">
                        <c:v>3064.9450000000002</c:v>
                      </c:pt>
                      <c:pt idx="5529">
                        <c:v>3065.4270000000001</c:v>
                      </c:pt>
                      <c:pt idx="5530">
                        <c:v>3065.9090000000001</c:v>
                      </c:pt>
                      <c:pt idx="5531">
                        <c:v>3066.3910000000001</c:v>
                      </c:pt>
                      <c:pt idx="5532">
                        <c:v>3066.8739999999998</c:v>
                      </c:pt>
                      <c:pt idx="5533">
                        <c:v>3067.3560000000002</c:v>
                      </c:pt>
                      <c:pt idx="5534">
                        <c:v>3067.8380000000002</c:v>
                      </c:pt>
                      <c:pt idx="5535">
                        <c:v>3068.32</c:v>
                      </c:pt>
                      <c:pt idx="5536">
                        <c:v>3068.8020000000001</c:v>
                      </c:pt>
                      <c:pt idx="5537">
                        <c:v>3069.2840000000001</c:v>
                      </c:pt>
                      <c:pt idx="5538">
                        <c:v>3069.7660000000001</c:v>
                      </c:pt>
                      <c:pt idx="5539">
                        <c:v>3070.2489999999998</c:v>
                      </c:pt>
                      <c:pt idx="5540">
                        <c:v>3070.7310000000002</c:v>
                      </c:pt>
                      <c:pt idx="5541">
                        <c:v>3071.2130000000002</c:v>
                      </c:pt>
                      <c:pt idx="5542">
                        <c:v>3071.6950000000002</c:v>
                      </c:pt>
                      <c:pt idx="5543">
                        <c:v>3072.1770000000001</c:v>
                      </c:pt>
                      <c:pt idx="5544">
                        <c:v>3072.6590000000001</c:v>
                      </c:pt>
                      <c:pt idx="5545">
                        <c:v>3073.1410000000001</c:v>
                      </c:pt>
                      <c:pt idx="5546">
                        <c:v>3073.6239999999998</c:v>
                      </c:pt>
                      <c:pt idx="5547">
                        <c:v>3074.105</c:v>
                      </c:pt>
                      <c:pt idx="5548">
                        <c:v>3074.5880000000002</c:v>
                      </c:pt>
                      <c:pt idx="5549">
                        <c:v>3075.07</c:v>
                      </c:pt>
                      <c:pt idx="5550">
                        <c:v>3075.5520000000001</c:v>
                      </c:pt>
                      <c:pt idx="5551">
                        <c:v>3076.0340000000001</c:v>
                      </c:pt>
                      <c:pt idx="5552">
                        <c:v>3076.5160000000001</c:v>
                      </c:pt>
                      <c:pt idx="5553">
                        <c:v>3076.998</c:v>
                      </c:pt>
                      <c:pt idx="5554">
                        <c:v>3077.48</c:v>
                      </c:pt>
                      <c:pt idx="5555">
                        <c:v>3077.9630000000002</c:v>
                      </c:pt>
                      <c:pt idx="5556">
                        <c:v>3078.4450000000002</c:v>
                      </c:pt>
                      <c:pt idx="5557">
                        <c:v>3078.9270000000001</c:v>
                      </c:pt>
                      <c:pt idx="5558">
                        <c:v>3079.4090000000001</c:v>
                      </c:pt>
                      <c:pt idx="5559">
                        <c:v>3079.8910000000001</c:v>
                      </c:pt>
                      <c:pt idx="5560">
                        <c:v>3080.373</c:v>
                      </c:pt>
                      <c:pt idx="5561">
                        <c:v>3080.855</c:v>
                      </c:pt>
                      <c:pt idx="5562">
                        <c:v>3081.3380000000002</c:v>
                      </c:pt>
                      <c:pt idx="5563">
                        <c:v>3081.82</c:v>
                      </c:pt>
                      <c:pt idx="5564">
                        <c:v>3082.3020000000001</c:v>
                      </c:pt>
                      <c:pt idx="5565">
                        <c:v>3082.7840000000001</c:v>
                      </c:pt>
                      <c:pt idx="5566">
                        <c:v>3083.2660000000001</c:v>
                      </c:pt>
                      <c:pt idx="5567">
                        <c:v>3083.748</c:v>
                      </c:pt>
                      <c:pt idx="5568">
                        <c:v>3084.23</c:v>
                      </c:pt>
                      <c:pt idx="5569">
                        <c:v>3084.7130000000002</c:v>
                      </c:pt>
                      <c:pt idx="5570">
                        <c:v>3085.1950000000002</c:v>
                      </c:pt>
                      <c:pt idx="5571">
                        <c:v>3085.6770000000001</c:v>
                      </c:pt>
                      <c:pt idx="5572">
                        <c:v>3086.1590000000001</c:v>
                      </c:pt>
                      <c:pt idx="5573">
                        <c:v>3086.6410000000001</c:v>
                      </c:pt>
                      <c:pt idx="5574">
                        <c:v>3087.123</c:v>
                      </c:pt>
                      <c:pt idx="5575">
                        <c:v>3087.605</c:v>
                      </c:pt>
                      <c:pt idx="5576">
                        <c:v>3088.0880000000002</c:v>
                      </c:pt>
                      <c:pt idx="5577">
                        <c:v>3088.57</c:v>
                      </c:pt>
                      <c:pt idx="5578">
                        <c:v>3089.0520000000001</c:v>
                      </c:pt>
                      <c:pt idx="5579">
                        <c:v>3089.5340000000001</c:v>
                      </c:pt>
                      <c:pt idx="5580">
                        <c:v>3090.0160000000001</c:v>
                      </c:pt>
                      <c:pt idx="5581">
                        <c:v>3090.498</c:v>
                      </c:pt>
                      <c:pt idx="5582">
                        <c:v>3090.98</c:v>
                      </c:pt>
                      <c:pt idx="5583">
                        <c:v>3091.462</c:v>
                      </c:pt>
                      <c:pt idx="5584">
                        <c:v>3091.9450000000002</c:v>
                      </c:pt>
                      <c:pt idx="5585">
                        <c:v>3092.4270000000001</c:v>
                      </c:pt>
                      <c:pt idx="5586">
                        <c:v>3092.9090000000001</c:v>
                      </c:pt>
                      <c:pt idx="5587">
                        <c:v>3093.3910000000001</c:v>
                      </c:pt>
                      <c:pt idx="5588">
                        <c:v>3093.873</c:v>
                      </c:pt>
                      <c:pt idx="5589">
                        <c:v>3094.355</c:v>
                      </c:pt>
                      <c:pt idx="5590">
                        <c:v>3094.837</c:v>
                      </c:pt>
                      <c:pt idx="5591">
                        <c:v>3095.32</c:v>
                      </c:pt>
                      <c:pt idx="5592">
                        <c:v>3095.8020000000001</c:v>
                      </c:pt>
                      <c:pt idx="5593">
                        <c:v>3096.2840000000001</c:v>
                      </c:pt>
                      <c:pt idx="5594">
                        <c:v>3096.7660000000001</c:v>
                      </c:pt>
                      <c:pt idx="5595">
                        <c:v>3097.248</c:v>
                      </c:pt>
                      <c:pt idx="5596">
                        <c:v>3097.73</c:v>
                      </c:pt>
                      <c:pt idx="5597">
                        <c:v>3098.212</c:v>
                      </c:pt>
                      <c:pt idx="5598">
                        <c:v>3098.6950000000002</c:v>
                      </c:pt>
                      <c:pt idx="5599">
                        <c:v>3099.1770000000001</c:v>
                      </c:pt>
                      <c:pt idx="5600">
                        <c:v>3099.6590000000001</c:v>
                      </c:pt>
                      <c:pt idx="5601">
                        <c:v>3100.1410000000001</c:v>
                      </c:pt>
                      <c:pt idx="5602">
                        <c:v>3100.623</c:v>
                      </c:pt>
                      <c:pt idx="5603">
                        <c:v>3101.105</c:v>
                      </c:pt>
                      <c:pt idx="5604">
                        <c:v>3101.587</c:v>
                      </c:pt>
                      <c:pt idx="5605">
                        <c:v>3102.07</c:v>
                      </c:pt>
                      <c:pt idx="5606">
                        <c:v>3102.5520000000001</c:v>
                      </c:pt>
                      <c:pt idx="5607">
                        <c:v>3103.0340000000001</c:v>
                      </c:pt>
                      <c:pt idx="5608">
                        <c:v>3103.5160000000001</c:v>
                      </c:pt>
                      <c:pt idx="5609">
                        <c:v>3103.998</c:v>
                      </c:pt>
                      <c:pt idx="5610">
                        <c:v>3104.48</c:v>
                      </c:pt>
                      <c:pt idx="5611">
                        <c:v>3104.962</c:v>
                      </c:pt>
                      <c:pt idx="5612">
                        <c:v>3105.4450000000002</c:v>
                      </c:pt>
                      <c:pt idx="5613">
                        <c:v>3105.9270000000001</c:v>
                      </c:pt>
                      <c:pt idx="5614">
                        <c:v>3106.4090000000001</c:v>
                      </c:pt>
                      <c:pt idx="5615">
                        <c:v>3106.8910000000001</c:v>
                      </c:pt>
                      <c:pt idx="5616">
                        <c:v>3107.373</c:v>
                      </c:pt>
                      <c:pt idx="5617">
                        <c:v>3107.855</c:v>
                      </c:pt>
                      <c:pt idx="5618">
                        <c:v>3108.337</c:v>
                      </c:pt>
                      <c:pt idx="5619">
                        <c:v>3108.819</c:v>
                      </c:pt>
                      <c:pt idx="5620">
                        <c:v>3109.3020000000001</c:v>
                      </c:pt>
                      <c:pt idx="5621">
                        <c:v>3109.7840000000001</c:v>
                      </c:pt>
                      <c:pt idx="5622">
                        <c:v>3110.2660000000001</c:v>
                      </c:pt>
                      <c:pt idx="5623">
                        <c:v>3110.748</c:v>
                      </c:pt>
                      <c:pt idx="5624">
                        <c:v>3111.23</c:v>
                      </c:pt>
                      <c:pt idx="5625">
                        <c:v>3111.712</c:v>
                      </c:pt>
                      <c:pt idx="5626">
                        <c:v>3112.194</c:v>
                      </c:pt>
                      <c:pt idx="5627">
                        <c:v>3112.6770000000001</c:v>
                      </c:pt>
                      <c:pt idx="5628">
                        <c:v>3113.1590000000001</c:v>
                      </c:pt>
                      <c:pt idx="5629">
                        <c:v>3113.6410000000001</c:v>
                      </c:pt>
                      <c:pt idx="5630">
                        <c:v>3114.123</c:v>
                      </c:pt>
                      <c:pt idx="5631">
                        <c:v>3114.605</c:v>
                      </c:pt>
                      <c:pt idx="5632">
                        <c:v>3115.087</c:v>
                      </c:pt>
                      <c:pt idx="5633">
                        <c:v>3115.569</c:v>
                      </c:pt>
                      <c:pt idx="5634">
                        <c:v>3116.0520000000001</c:v>
                      </c:pt>
                      <c:pt idx="5635">
                        <c:v>3116.5340000000001</c:v>
                      </c:pt>
                      <c:pt idx="5636">
                        <c:v>3117.0160000000001</c:v>
                      </c:pt>
                      <c:pt idx="5637">
                        <c:v>3117.498</c:v>
                      </c:pt>
                      <c:pt idx="5638">
                        <c:v>3117.98</c:v>
                      </c:pt>
                      <c:pt idx="5639">
                        <c:v>3118.462</c:v>
                      </c:pt>
                      <c:pt idx="5640">
                        <c:v>3118.944</c:v>
                      </c:pt>
                      <c:pt idx="5641">
                        <c:v>3119.4270000000001</c:v>
                      </c:pt>
                      <c:pt idx="5642">
                        <c:v>3119.9090000000001</c:v>
                      </c:pt>
                      <c:pt idx="5643">
                        <c:v>3120.3910000000001</c:v>
                      </c:pt>
                      <c:pt idx="5644">
                        <c:v>3120.873</c:v>
                      </c:pt>
                      <c:pt idx="5645">
                        <c:v>3121.355</c:v>
                      </c:pt>
                      <c:pt idx="5646">
                        <c:v>3121.837</c:v>
                      </c:pt>
                      <c:pt idx="5647">
                        <c:v>3122.319</c:v>
                      </c:pt>
                      <c:pt idx="5648">
                        <c:v>3122.8020000000001</c:v>
                      </c:pt>
                      <c:pt idx="5649">
                        <c:v>3123.2829999999999</c:v>
                      </c:pt>
                      <c:pt idx="5650">
                        <c:v>3123.7660000000001</c:v>
                      </c:pt>
                      <c:pt idx="5651">
                        <c:v>3124.248</c:v>
                      </c:pt>
                      <c:pt idx="5652">
                        <c:v>3124.73</c:v>
                      </c:pt>
                      <c:pt idx="5653">
                        <c:v>3125.212</c:v>
                      </c:pt>
                      <c:pt idx="5654">
                        <c:v>3125.694</c:v>
                      </c:pt>
                      <c:pt idx="5655">
                        <c:v>3126.1759999999999</c:v>
                      </c:pt>
                      <c:pt idx="5656">
                        <c:v>3126.6579999999999</c:v>
                      </c:pt>
                      <c:pt idx="5657">
                        <c:v>3127.1410000000001</c:v>
                      </c:pt>
                      <c:pt idx="5658">
                        <c:v>3127.623</c:v>
                      </c:pt>
                      <c:pt idx="5659">
                        <c:v>3128.105</c:v>
                      </c:pt>
                      <c:pt idx="5660">
                        <c:v>3128.587</c:v>
                      </c:pt>
                      <c:pt idx="5661">
                        <c:v>3129.069</c:v>
                      </c:pt>
                      <c:pt idx="5662">
                        <c:v>3129.5509999999999</c:v>
                      </c:pt>
                      <c:pt idx="5663">
                        <c:v>3130.0329999999999</c:v>
                      </c:pt>
                      <c:pt idx="5664">
                        <c:v>3130.5160000000001</c:v>
                      </c:pt>
                      <c:pt idx="5665">
                        <c:v>3130.998</c:v>
                      </c:pt>
                      <c:pt idx="5666">
                        <c:v>3131.48</c:v>
                      </c:pt>
                      <c:pt idx="5667">
                        <c:v>3131.962</c:v>
                      </c:pt>
                      <c:pt idx="5668">
                        <c:v>3132.444</c:v>
                      </c:pt>
                      <c:pt idx="5669">
                        <c:v>3132.9259999999999</c:v>
                      </c:pt>
                      <c:pt idx="5670">
                        <c:v>3133.4079999999999</c:v>
                      </c:pt>
                      <c:pt idx="5671">
                        <c:v>3133.8910000000001</c:v>
                      </c:pt>
                      <c:pt idx="5672">
                        <c:v>3134.373</c:v>
                      </c:pt>
                      <c:pt idx="5673">
                        <c:v>3134.855</c:v>
                      </c:pt>
                      <c:pt idx="5674">
                        <c:v>3135.337</c:v>
                      </c:pt>
                      <c:pt idx="5675">
                        <c:v>3135.819</c:v>
                      </c:pt>
                      <c:pt idx="5676">
                        <c:v>3136.3009999999999</c:v>
                      </c:pt>
                      <c:pt idx="5677">
                        <c:v>3136.7829999999999</c:v>
                      </c:pt>
                      <c:pt idx="5678">
                        <c:v>3137.2660000000001</c:v>
                      </c:pt>
                      <c:pt idx="5679">
                        <c:v>3137.748</c:v>
                      </c:pt>
                      <c:pt idx="5680">
                        <c:v>3138.23</c:v>
                      </c:pt>
                      <c:pt idx="5681">
                        <c:v>3138.712</c:v>
                      </c:pt>
                      <c:pt idx="5682">
                        <c:v>3139.194</c:v>
                      </c:pt>
                      <c:pt idx="5683">
                        <c:v>3139.6759999999999</c:v>
                      </c:pt>
                      <c:pt idx="5684">
                        <c:v>3140.1579999999999</c:v>
                      </c:pt>
                      <c:pt idx="5685">
                        <c:v>3140.64</c:v>
                      </c:pt>
                      <c:pt idx="5686">
                        <c:v>3141.123</c:v>
                      </c:pt>
                      <c:pt idx="5687">
                        <c:v>3141.605</c:v>
                      </c:pt>
                      <c:pt idx="5688">
                        <c:v>3142.087</c:v>
                      </c:pt>
                      <c:pt idx="5689">
                        <c:v>3142.569</c:v>
                      </c:pt>
                      <c:pt idx="5690">
                        <c:v>3143.0509999999999</c:v>
                      </c:pt>
                      <c:pt idx="5691">
                        <c:v>3143.5329999999999</c:v>
                      </c:pt>
                      <c:pt idx="5692">
                        <c:v>3144.0149999999999</c:v>
                      </c:pt>
                      <c:pt idx="5693">
                        <c:v>3144.498</c:v>
                      </c:pt>
                      <c:pt idx="5694">
                        <c:v>3144.98</c:v>
                      </c:pt>
                      <c:pt idx="5695">
                        <c:v>3145.462</c:v>
                      </c:pt>
                      <c:pt idx="5696">
                        <c:v>3145.944</c:v>
                      </c:pt>
                      <c:pt idx="5697">
                        <c:v>3146.4259999999999</c:v>
                      </c:pt>
                      <c:pt idx="5698">
                        <c:v>3146.9079999999999</c:v>
                      </c:pt>
                      <c:pt idx="5699">
                        <c:v>3147.39</c:v>
                      </c:pt>
                      <c:pt idx="5700">
                        <c:v>3147.873</c:v>
                      </c:pt>
                      <c:pt idx="5701">
                        <c:v>3148.355</c:v>
                      </c:pt>
                      <c:pt idx="5702">
                        <c:v>3148.837</c:v>
                      </c:pt>
                      <c:pt idx="5703">
                        <c:v>3149.319</c:v>
                      </c:pt>
                      <c:pt idx="5704">
                        <c:v>3149.8009999999999</c:v>
                      </c:pt>
                      <c:pt idx="5705">
                        <c:v>3150.2829999999999</c:v>
                      </c:pt>
                      <c:pt idx="5706">
                        <c:v>3150.7649999999999</c:v>
                      </c:pt>
                      <c:pt idx="5707">
                        <c:v>3151.248</c:v>
                      </c:pt>
                      <c:pt idx="5708">
                        <c:v>3151.73</c:v>
                      </c:pt>
                      <c:pt idx="5709">
                        <c:v>3152.212</c:v>
                      </c:pt>
                      <c:pt idx="5710">
                        <c:v>3152.694</c:v>
                      </c:pt>
                      <c:pt idx="5711">
                        <c:v>3153.1759999999999</c:v>
                      </c:pt>
                      <c:pt idx="5712">
                        <c:v>3153.6579999999999</c:v>
                      </c:pt>
                      <c:pt idx="5713">
                        <c:v>3154.14</c:v>
                      </c:pt>
                      <c:pt idx="5714">
                        <c:v>3154.623</c:v>
                      </c:pt>
                      <c:pt idx="5715">
                        <c:v>3155.1039999999998</c:v>
                      </c:pt>
                      <c:pt idx="5716">
                        <c:v>3155.587</c:v>
                      </c:pt>
                      <c:pt idx="5717">
                        <c:v>3156.069</c:v>
                      </c:pt>
                      <c:pt idx="5718">
                        <c:v>3156.5509999999999</c:v>
                      </c:pt>
                      <c:pt idx="5719">
                        <c:v>3157.0329999999999</c:v>
                      </c:pt>
                      <c:pt idx="5720">
                        <c:v>3157.5149999999999</c:v>
                      </c:pt>
                      <c:pt idx="5721">
                        <c:v>3157.9969999999998</c:v>
                      </c:pt>
                      <c:pt idx="5722">
                        <c:v>3158.4789999999998</c:v>
                      </c:pt>
                      <c:pt idx="5723">
                        <c:v>3158.962</c:v>
                      </c:pt>
                      <c:pt idx="5724">
                        <c:v>3159.444</c:v>
                      </c:pt>
                      <c:pt idx="5725">
                        <c:v>3159.9259999999999</c:v>
                      </c:pt>
                      <c:pt idx="5726">
                        <c:v>3160.4079999999999</c:v>
                      </c:pt>
                      <c:pt idx="5727">
                        <c:v>3160.89</c:v>
                      </c:pt>
                      <c:pt idx="5728">
                        <c:v>3161.3719999999998</c:v>
                      </c:pt>
                      <c:pt idx="5729">
                        <c:v>3161.8539999999998</c:v>
                      </c:pt>
                      <c:pt idx="5730">
                        <c:v>3162.337</c:v>
                      </c:pt>
                      <c:pt idx="5731">
                        <c:v>3162.819</c:v>
                      </c:pt>
                      <c:pt idx="5732">
                        <c:v>3163.3009999999999</c:v>
                      </c:pt>
                      <c:pt idx="5733">
                        <c:v>3163.7829999999999</c:v>
                      </c:pt>
                      <c:pt idx="5734">
                        <c:v>3164.2649999999999</c:v>
                      </c:pt>
                      <c:pt idx="5735">
                        <c:v>3164.7469999999998</c:v>
                      </c:pt>
                      <c:pt idx="5736">
                        <c:v>3165.2289999999998</c:v>
                      </c:pt>
                      <c:pt idx="5737">
                        <c:v>3165.712</c:v>
                      </c:pt>
                      <c:pt idx="5738">
                        <c:v>3166.194</c:v>
                      </c:pt>
                      <c:pt idx="5739">
                        <c:v>3166.6759999999999</c:v>
                      </c:pt>
                      <c:pt idx="5740">
                        <c:v>3167.1579999999999</c:v>
                      </c:pt>
                      <c:pt idx="5741">
                        <c:v>3167.64</c:v>
                      </c:pt>
                      <c:pt idx="5742">
                        <c:v>3168.1219999999998</c:v>
                      </c:pt>
                      <c:pt idx="5743">
                        <c:v>3168.6039999999998</c:v>
                      </c:pt>
                      <c:pt idx="5744">
                        <c:v>3169.0859999999998</c:v>
                      </c:pt>
                      <c:pt idx="5745">
                        <c:v>3169.569</c:v>
                      </c:pt>
                      <c:pt idx="5746">
                        <c:v>3170.0509999999999</c:v>
                      </c:pt>
                      <c:pt idx="5747">
                        <c:v>3170.5329999999999</c:v>
                      </c:pt>
                      <c:pt idx="5748">
                        <c:v>3171.0149999999999</c:v>
                      </c:pt>
                      <c:pt idx="5749">
                        <c:v>3171.4969999999998</c:v>
                      </c:pt>
                      <c:pt idx="5750">
                        <c:v>3171.9789999999998</c:v>
                      </c:pt>
                      <c:pt idx="5751">
                        <c:v>3172.4609999999998</c:v>
                      </c:pt>
                      <c:pt idx="5752">
                        <c:v>3172.944</c:v>
                      </c:pt>
                      <c:pt idx="5753">
                        <c:v>3173.4259999999999</c:v>
                      </c:pt>
                      <c:pt idx="5754">
                        <c:v>3173.9079999999999</c:v>
                      </c:pt>
                      <c:pt idx="5755">
                        <c:v>3174.39</c:v>
                      </c:pt>
                      <c:pt idx="5756">
                        <c:v>3174.8719999999998</c:v>
                      </c:pt>
                      <c:pt idx="5757">
                        <c:v>3175.3539999999998</c:v>
                      </c:pt>
                      <c:pt idx="5758">
                        <c:v>3175.8359999999998</c:v>
                      </c:pt>
                      <c:pt idx="5759">
                        <c:v>3176.319</c:v>
                      </c:pt>
                      <c:pt idx="5760">
                        <c:v>3176.8009999999999</c:v>
                      </c:pt>
                      <c:pt idx="5761">
                        <c:v>3177.2829999999999</c:v>
                      </c:pt>
                      <c:pt idx="5762">
                        <c:v>3177.7649999999999</c:v>
                      </c:pt>
                      <c:pt idx="5763">
                        <c:v>3178.2469999999998</c:v>
                      </c:pt>
                      <c:pt idx="5764">
                        <c:v>3178.7289999999998</c:v>
                      </c:pt>
                      <c:pt idx="5765">
                        <c:v>3179.2109999999998</c:v>
                      </c:pt>
                      <c:pt idx="5766">
                        <c:v>3179.694</c:v>
                      </c:pt>
                      <c:pt idx="5767">
                        <c:v>3180.1759999999999</c:v>
                      </c:pt>
                      <c:pt idx="5768">
                        <c:v>3180.6579999999999</c:v>
                      </c:pt>
                      <c:pt idx="5769">
                        <c:v>3181.14</c:v>
                      </c:pt>
                      <c:pt idx="5770">
                        <c:v>3181.6219999999998</c:v>
                      </c:pt>
                      <c:pt idx="5771">
                        <c:v>3182.1039999999998</c:v>
                      </c:pt>
                      <c:pt idx="5772">
                        <c:v>3182.5859999999998</c:v>
                      </c:pt>
                      <c:pt idx="5773">
                        <c:v>3183.069</c:v>
                      </c:pt>
                      <c:pt idx="5774">
                        <c:v>3183.5509999999999</c:v>
                      </c:pt>
                      <c:pt idx="5775">
                        <c:v>3184.0329999999999</c:v>
                      </c:pt>
                      <c:pt idx="5776">
                        <c:v>3184.5149999999999</c:v>
                      </c:pt>
                      <c:pt idx="5777">
                        <c:v>3184.9969999999998</c:v>
                      </c:pt>
                      <c:pt idx="5778">
                        <c:v>3185.4789999999998</c:v>
                      </c:pt>
                      <c:pt idx="5779">
                        <c:v>3185.9609999999998</c:v>
                      </c:pt>
                      <c:pt idx="5780">
                        <c:v>3186.4430000000002</c:v>
                      </c:pt>
                      <c:pt idx="5781">
                        <c:v>3186.9259999999999</c:v>
                      </c:pt>
                      <c:pt idx="5782">
                        <c:v>3187.4079999999999</c:v>
                      </c:pt>
                      <c:pt idx="5783">
                        <c:v>3187.89</c:v>
                      </c:pt>
                      <c:pt idx="5784">
                        <c:v>3188.3719999999998</c:v>
                      </c:pt>
                      <c:pt idx="5785">
                        <c:v>3188.8539999999998</c:v>
                      </c:pt>
                      <c:pt idx="5786">
                        <c:v>3189.3359999999998</c:v>
                      </c:pt>
                      <c:pt idx="5787">
                        <c:v>3189.8180000000002</c:v>
                      </c:pt>
                      <c:pt idx="5788">
                        <c:v>3190.3009999999999</c:v>
                      </c:pt>
                      <c:pt idx="5789">
                        <c:v>3190.7829999999999</c:v>
                      </c:pt>
                      <c:pt idx="5790">
                        <c:v>3191.2649999999999</c:v>
                      </c:pt>
                      <c:pt idx="5791">
                        <c:v>3191.7469999999998</c:v>
                      </c:pt>
                      <c:pt idx="5792">
                        <c:v>3192.2289999999998</c:v>
                      </c:pt>
                      <c:pt idx="5793">
                        <c:v>3192.7109999999998</c:v>
                      </c:pt>
                      <c:pt idx="5794">
                        <c:v>3193.1930000000002</c:v>
                      </c:pt>
                      <c:pt idx="5795">
                        <c:v>3193.6759999999999</c:v>
                      </c:pt>
                      <c:pt idx="5796">
                        <c:v>3194.1579999999999</c:v>
                      </c:pt>
                      <c:pt idx="5797">
                        <c:v>3194.64</c:v>
                      </c:pt>
                      <c:pt idx="5798">
                        <c:v>3195.1219999999998</c:v>
                      </c:pt>
                      <c:pt idx="5799">
                        <c:v>3195.6039999999998</c:v>
                      </c:pt>
                      <c:pt idx="5800">
                        <c:v>3196.0859999999998</c:v>
                      </c:pt>
                      <c:pt idx="5801">
                        <c:v>3196.5680000000002</c:v>
                      </c:pt>
                      <c:pt idx="5802">
                        <c:v>3197.0509999999999</c:v>
                      </c:pt>
                      <c:pt idx="5803">
                        <c:v>3197.5329999999999</c:v>
                      </c:pt>
                      <c:pt idx="5804">
                        <c:v>3198.0149999999999</c:v>
                      </c:pt>
                      <c:pt idx="5805">
                        <c:v>3198.4969999999998</c:v>
                      </c:pt>
                      <c:pt idx="5806">
                        <c:v>3198.9789999999998</c:v>
                      </c:pt>
                      <c:pt idx="5807">
                        <c:v>3199.4609999999998</c:v>
                      </c:pt>
                      <c:pt idx="5808">
                        <c:v>3199.9430000000002</c:v>
                      </c:pt>
                      <c:pt idx="5809">
                        <c:v>3200.4259999999999</c:v>
                      </c:pt>
                      <c:pt idx="5810">
                        <c:v>3200.9070000000002</c:v>
                      </c:pt>
                      <c:pt idx="5811">
                        <c:v>3201.39</c:v>
                      </c:pt>
                      <c:pt idx="5812">
                        <c:v>3201.8719999999998</c:v>
                      </c:pt>
                      <c:pt idx="5813">
                        <c:v>3202.3539999999998</c:v>
                      </c:pt>
                      <c:pt idx="5814">
                        <c:v>3202.8359999999998</c:v>
                      </c:pt>
                      <c:pt idx="5815">
                        <c:v>3203.3180000000002</c:v>
                      </c:pt>
                      <c:pt idx="5816">
                        <c:v>3203.8</c:v>
                      </c:pt>
                      <c:pt idx="5817">
                        <c:v>3204.2820000000002</c:v>
                      </c:pt>
                      <c:pt idx="5818">
                        <c:v>3204.7649999999999</c:v>
                      </c:pt>
                      <c:pt idx="5819">
                        <c:v>3205.2469999999998</c:v>
                      </c:pt>
                      <c:pt idx="5820">
                        <c:v>3205.7289999999998</c:v>
                      </c:pt>
                      <c:pt idx="5821">
                        <c:v>3206.2109999999998</c:v>
                      </c:pt>
                      <c:pt idx="5822">
                        <c:v>3206.6930000000002</c:v>
                      </c:pt>
                      <c:pt idx="5823">
                        <c:v>3207.1750000000002</c:v>
                      </c:pt>
                      <c:pt idx="5824">
                        <c:v>3207.6570000000002</c:v>
                      </c:pt>
                      <c:pt idx="5825">
                        <c:v>3208.14</c:v>
                      </c:pt>
                      <c:pt idx="5826">
                        <c:v>3208.6219999999998</c:v>
                      </c:pt>
                      <c:pt idx="5827">
                        <c:v>3209.1039999999998</c:v>
                      </c:pt>
                      <c:pt idx="5828">
                        <c:v>3209.5859999999998</c:v>
                      </c:pt>
                      <c:pt idx="5829">
                        <c:v>3210.0680000000002</c:v>
                      </c:pt>
                      <c:pt idx="5830">
                        <c:v>3210.55</c:v>
                      </c:pt>
                      <c:pt idx="5831">
                        <c:v>3211.0320000000002</c:v>
                      </c:pt>
                      <c:pt idx="5832">
                        <c:v>3211.5149999999999</c:v>
                      </c:pt>
                      <c:pt idx="5833">
                        <c:v>3211.9969999999998</c:v>
                      </c:pt>
                      <c:pt idx="5834">
                        <c:v>3212.4789999999998</c:v>
                      </c:pt>
                      <c:pt idx="5835">
                        <c:v>3212.9609999999998</c:v>
                      </c:pt>
                      <c:pt idx="5836">
                        <c:v>3213.4430000000002</c:v>
                      </c:pt>
                      <c:pt idx="5837">
                        <c:v>3213.9250000000002</c:v>
                      </c:pt>
                      <c:pt idx="5838">
                        <c:v>3214.4070000000002</c:v>
                      </c:pt>
                      <c:pt idx="5839">
                        <c:v>3214.89</c:v>
                      </c:pt>
                      <c:pt idx="5840">
                        <c:v>3215.3719999999998</c:v>
                      </c:pt>
                      <c:pt idx="5841">
                        <c:v>3215.8539999999998</c:v>
                      </c:pt>
                      <c:pt idx="5842">
                        <c:v>3216.3359999999998</c:v>
                      </c:pt>
                      <c:pt idx="5843">
                        <c:v>3216.8180000000002</c:v>
                      </c:pt>
                      <c:pt idx="5844">
                        <c:v>3217.3</c:v>
                      </c:pt>
                      <c:pt idx="5845">
                        <c:v>3217.7820000000002</c:v>
                      </c:pt>
                      <c:pt idx="5846">
                        <c:v>3218.2640000000001</c:v>
                      </c:pt>
                      <c:pt idx="5847">
                        <c:v>3218.7469999999998</c:v>
                      </c:pt>
                      <c:pt idx="5848">
                        <c:v>3219.2289999999998</c:v>
                      </c:pt>
                      <c:pt idx="5849">
                        <c:v>3219.7109999999998</c:v>
                      </c:pt>
                      <c:pt idx="5850">
                        <c:v>3220.1930000000002</c:v>
                      </c:pt>
                      <c:pt idx="5851">
                        <c:v>3220.6750000000002</c:v>
                      </c:pt>
                      <c:pt idx="5852">
                        <c:v>3221.1570000000002</c:v>
                      </c:pt>
                      <c:pt idx="5853">
                        <c:v>3221.6390000000001</c:v>
                      </c:pt>
                      <c:pt idx="5854">
                        <c:v>3222.1219999999998</c:v>
                      </c:pt>
                      <c:pt idx="5855">
                        <c:v>3222.6039999999998</c:v>
                      </c:pt>
                      <c:pt idx="5856">
                        <c:v>3223.0859999999998</c:v>
                      </c:pt>
                      <c:pt idx="5857">
                        <c:v>3223.5680000000002</c:v>
                      </c:pt>
                      <c:pt idx="5858">
                        <c:v>3224.05</c:v>
                      </c:pt>
                      <c:pt idx="5859">
                        <c:v>3224.5320000000002</c:v>
                      </c:pt>
                      <c:pt idx="5860">
                        <c:v>3225.0140000000001</c:v>
                      </c:pt>
                      <c:pt idx="5861">
                        <c:v>3225.4969999999998</c:v>
                      </c:pt>
                      <c:pt idx="5862">
                        <c:v>3225.9789999999998</c:v>
                      </c:pt>
                      <c:pt idx="5863">
                        <c:v>3226.4609999999998</c:v>
                      </c:pt>
                      <c:pt idx="5864">
                        <c:v>3226.9430000000002</c:v>
                      </c:pt>
                      <c:pt idx="5865">
                        <c:v>3227.4250000000002</c:v>
                      </c:pt>
                      <c:pt idx="5866">
                        <c:v>3227.9070000000002</c:v>
                      </c:pt>
                      <c:pt idx="5867">
                        <c:v>3228.3890000000001</c:v>
                      </c:pt>
                      <c:pt idx="5868">
                        <c:v>3228.8719999999998</c:v>
                      </c:pt>
                      <c:pt idx="5869">
                        <c:v>3229.3539999999998</c:v>
                      </c:pt>
                      <c:pt idx="5870">
                        <c:v>3229.8359999999998</c:v>
                      </c:pt>
                      <c:pt idx="5871">
                        <c:v>3230.3180000000002</c:v>
                      </c:pt>
                      <c:pt idx="5872">
                        <c:v>3230.8</c:v>
                      </c:pt>
                      <c:pt idx="5873">
                        <c:v>3231.2820000000002</c:v>
                      </c:pt>
                      <c:pt idx="5874">
                        <c:v>3231.7640000000001</c:v>
                      </c:pt>
                      <c:pt idx="5875">
                        <c:v>3232.2469999999998</c:v>
                      </c:pt>
                      <c:pt idx="5876">
                        <c:v>3232.7289999999998</c:v>
                      </c:pt>
                      <c:pt idx="5877">
                        <c:v>3233.2109999999998</c:v>
                      </c:pt>
                      <c:pt idx="5878">
                        <c:v>3233.6930000000002</c:v>
                      </c:pt>
                      <c:pt idx="5879">
                        <c:v>3234.1750000000002</c:v>
                      </c:pt>
                      <c:pt idx="5880">
                        <c:v>3234.6570000000002</c:v>
                      </c:pt>
                      <c:pt idx="5881">
                        <c:v>3235.1390000000001</c:v>
                      </c:pt>
                      <c:pt idx="5882">
                        <c:v>3235.6210000000001</c:v>
                      </c:pt>
                      <c:pt idx="5883">
                        <c:v>3236.1039999999998</c:v>
                      </c:pt>
                      <c:pt idx="5884">
                        <c:v>3236.5859999999998</c:v>
                      </c:pt>
                      <c:pt idx="5885">
                        <c:v>3237.0680000000002</c:v>
                      </c:pt>
                      <c:pt idx="5886">
                        <c:v>3237.55</c:v>
                      </c:pt>
                      <c:pt idx="5887">
                        <c:v>3238.0320000000002</c:v>
                      </c:pt>
                      <c:pt idx="5888">
                        <c:v>3238.5140000000001</c:v>
                      </c:pt>
                      <c:pt idx="5889">
                        <c:v>3238.9960000000001</c:v>
                      </c:pt>
                      <c:pt idx="5890">
                        <c:v>3239.4789999999998</c:v>
                      </c:pt>
                      <c:pt idx="5891">
                        <c:v>3239.9609999999998</c:v>
                      </c:pt>
                      <c:pt idx="5892">
                        <c:v>3240.4430000000002</c:v>
                      </c:pt>
                      <c:pt idx="5893">
                        <c:v>3240.9250000000002</c:v>
                      </c:pt>
                      <c:pt idx="5894">
                        <c:v>3241.4070000000002</c:v>
                      </c:pt>
                      <c:pt idx="5895">
                        <c:v>3241.8890000000001</c:v>
                      </c:pt>
                      <c:pt idx="5896">
                        <c:v>3242.3710000000001</c:v>
                      </c:pt>
                      <c:pt idx="5897">
                        <c:v>3242.8539999999998</c:v>
                      </c:pt>
                      <c:pt idx="5898">
                        <c:v>3243.3359999999998</c:v>
                      </c:pt>
                      <c:pt idx="5899">
                        <c:v>3243.8180000000002</c:v>
                      </c:pt>
                      <c:pt idx="5900">
                        <c:v>3244.3</c:v>
                      </c:pt>
                      <c:pt idx="5901">
                        <c:v>3244.7820000000002</c:v>
                      </c:pt>
                      <c:pt idx="5902">
                        <c:v>3245.2640000000001</c:v>
                      </c:pt>
                      <c:pt idx="5903">
                        <c:v>3245.7460000000001</c:v>
                      </c:pt>
                      <c:pt idx="5904">
                        <c:v>3246.2289999999998</c:v>
                      </c:pt>
                      <c:pt idx="5905">
                        <c:v>3246.7109999999998</c:v>
                      </c:pt>
                      <c:pt idx="5906">
                        <c:v>3247.1930000000002</c:v>
                      </c:pt>
                      <c:pt idx="5907">
                        <c:v>3247.6750000000002</c:v>
                      </c:pt>
                      <c:pt idx="5908">
                        <c:v>3248.1570000000002</c:v>
                      </c:pt>
                      <c:pt idx="5909">
                        <c:v>3248.6390000000001</c:v>
                      </c:pt>
                      <c:pt idx="5910">
                        <c:v>3249.1210000000001</c:v>
                      </c:pt>
                      <c:pt idx="5911">
                        <c:v>3249.6039999999998</c:v>
                      </c:pt>
                      <c:pt idx="5912">
                        <c:v>3250.085</c:v>
                      </c:pt>
                      <c:pt idx="5913">
                        <c:v>3250.5680000000002</c:v>
                      </c:pt>
                      <c:pt idx="5914">
                        <c:v>3251.05</c:v>
                      </c:pt>
                      <c:pt idx="5915">
                        <c:v>3251.5320000000002</c:v>
                      </c:pt>
                      <c:pt idx="5916">
                        <c:v>3252.0140000000001</c:v>
                      </c:pt>
                      <c:pt idx="5917">
                        <c:v>3252.4960000000001</c:v>
                      </c:pt>
                      <c:pt idx="5918">
                        <c:v>3252.9780000000001</c:v>
                      </c:pt>
                      <c:pt idx="5919">
                        <c:v>3253.46</c:v>
                      </c:pt>
                      <c:pt idx="5920">
                        <c:v>3253.9430000000002</c:v>
                      </c:pt>
                      <c:pt idx="5921">
                        <c:v>3254.4250000000002</c:v>
                      </c:pt>
                      <c:pt idx="5922">
                        <c:v>3254.9070000000002</c:v>
                      </c:pt>
                      <c:pt idx="5923">
                        <c:v>3255.3890000000001</c:v>
                      </c:pt>
                      <c:pt idx="5924">
                        <c:v>3255.8710000000001</c:v>
                      </c:pt>
                      <c:pt idx="5925">
                        <c:v>3256.3530000000001</c:v>
                      </c:pt>
                      <c:pt idx="5926">
                        <c:v>3256.835</c:v>
                      </c:pt>
                      <c:pt idx="5927">
                        <c:v>3257.3180000000002</c:v>
                      </c:pt>
                      <c:pt idx="5928">
                        <c:v>3257.8</c:v>
                      </c:pt>
                      <c:pt idx="5929">
                        <c:v>3258.2820000000002</c:v>
                      </c:pt>
                      <c:pt idx="5930">
                        <c:v>3258.7640000000001</c:v>
                      </c:pt>
                      <c:pt idx="5931">
                        <c:v>3259.2460000000001</c:v>
                      </c:pt>
                      <c:pt idx="5932">
                        <c:v>3259.7280000000001</c:v>
                      </c:pt>
                      <c:pt idx="5933">
                        <c:v>3260.21</c:v>
                      </c:pt>
                      <c:pt idx="5934">
                        <c:v>3260.6930000000002</c:v>
                      </c:pt>
                      <c:pt idx="5935">
                        <c:v>3261.1750000000002</c:v>
                      </c:pt>
                      <c:pt idx="5936">
                        <c:v>3261.6570000000002</c:v>
                      </c:pt>
                      <c:pt idx="5937">
                        <c:v>3262.1390000000001</c:v>
                      </c:pt>
                      <c:pt idx="5938">
                        <c:v>3262.6210000000001</c:v>
                      </c:pt>
                      <c:pt idx="5939">
                        <c:v>3263.1030000000001</c:v>
                      </c:pt>
                      <c:pt idx="5940">
                        <c:v>3263.585</c:v>
                      </c:pt>
                      <c:pt idx="5941">
                        <c:v>3264.0680000000002</c:v>
                      </c:pt>
                      <c:pt idx="5942">
                        <c:v>3264.55</c:v>
                      </c:pt>
                      <c:pt idx="5943">
                        <c:v>3265.0320000000002</c:v>
                      </c:pt>
                      <c:pt idx="5944">
                        <c:v>3265.5140000000001</c:v>
                      </c:pt>
                      <c:pt idx="5945">
                        <c:v>3265.9960000000001</c:v>
                      </c:pt>
                      <c:pt idx="5946">
                        <c:v>3266.4780000000001</c:v>
                      </c:pt>
                      <c:pt idx="5947">
                        <c:v>3266.96</c:v>
                      </c:pt>
                      <c:pt idx="5948">
                        <c:v>3267.442</c:v>
                      </c:pt>
                      <c:pt idx="5949">
                        <c:v>3267.9250000000002</c:v>
                      </c:pt>
                      <c:pt idx="5950">
                        <c:v>3268.4070000000002</c:v>
                      </c:pt>
                      <c:pt idx="5951">
                        <c:v>3268.8890000000001</c:v>
                      </c:pt>
                      <c:pt idx="5952">
                        <c:v>3269.3710000000001</c:v>
                      </c:pt>
                      <c:pt idx="5953">
                        <c:v>3269.8530000000001</c:v>
                      </c:pt>
                      <c:pt idx="5954">
                        <c:v>3270.335</c:v>
                      </c:pt>
                      <c:pt idx="5955">
                        <c:v>3270.817</c:v>
                      </c:pt>
                      <c:pt idx="5956">
                        <c:v>3271.3</c:v>
                      </c:pt>
                      <c:pt idx="5957">
                        <c:v>3271.7820000000002</c:v>
                      </c:pt>
                      <c:pt idx="5958">
                        <c:v>3272.2640000000001</c:v>
                      </c:pt>
                      <c:pt idx="5959">
                        <c:v>3272.7460000000001</c:v>
                      </c:pt>
                      <c:pt idx="5960">
                        <c:v>3273.2280000000001</c:v>
                      </c:pt>
                      <c:pt idx="5961">
                        <c:v>3273.71</c:v>
                      </c:pt>
                      <c:pt idx="5962">
                        <c:v>3274.192</c:v>
                      </c:pt>
                      <c:pt idx="5963">
                        <c:v>3274.6750000000002</c:v>
                      </c:pt>
                      <c:pt idx="5964">
                        <c:v>3275.1570000000002</c:v>
                      </c:pt>
                      <c:pt idx="5965">
                        <c:v>3275.6390000000001</c:v>
                      </c:pt>
                      <c:pt idx="5966">
                        <c:v>3276.1210000000001</c:v>
                      </c:pt>
                      <c:pt idx="5967">
                        <c:v>3276.6030000000001</c:v>
                      </c:pt>
                      <c:pt idx="5968">
                        <c:v>3277.085</c:v>
                      </c:pt>
                      <c:pt idx="5969">
                        <c:v>3277.567</c:v>
                      </c:pt>
                      <c:pt idx="5970">
                        <c:v>3278.05</c:v>
                      </c:pt>
                      <c:pt idx="5971">
                        <c:v>3278.5320000000002</c:v>
                      </c:pt>
                      <c:pt idx="5972">
                        <c:v>3279.0140000000001</c:v>
                      </c:pt>
                      <c:pt idx="5973">
                        <c:v>3279.4960000000001</c:v>
                      </c:pt>
                      <c:pt idx="5974">
                        <c:v>3279.9780000000001</c:v>
                      </c:pt>
                      <c:pt idx="5975">
                        <c:v>3280.46</c:v>
                      </c:pt>
                      <c:pt idx="5976">
                        <c:v>3280.942</c:v>
                      </c:pt>
                      <c:pt idx="5977">
                        <c:v>3281.4250000000002</c:v>
                      </c:pt>
                      <c:pt idx="5978">
                        <c:v>3281.9059999999999</c:v>
                      </c:pt>
                      <c:pt idx="5979">
                        <c:v>3282.3890000000001</c:v>
                      </c:pt>
                      <c:pt idx="5980">
                        <c:v>3282.8710000000001</c:v>
                      </c:pt>
                      <c:pt idx="5981">
                        <c:v>3283.3530000000001</c:v>
                      </c:pt>
                      <c:pt idx="5982">
                        <c:v>3283.835</c:v>
                      </c:pt>
                      <c:pt idx="5983">
                        <c:v>3284.317</c:v>
                      </c:pt>
                      <c:pt idx="5984">
                        <c:v>3284.799</c:v>
                      </c:pt>
                      <c:pt idx="5985">
                        <c:v>3285.2809999999999</c:v>
                      </c:pt>
                      <c:pt idx="5986">
                        <c:v>3285.7640000000001</c:v>
                      </c:pt>
                      <c:pt idx="5987">
                        <c:v>3286.2460000000001</c:v>
                      </c:pt>
                      <c:pt idx="5988">
                        <c:v>3286.7280000000001</c:v>
                      </c:pt>
                      <c:pt idx="5989">
                        <c:v>3287.21</c:v>
                      </c:pt>
                      <c:pt idx="5990">
                        <c:v>3287.692</c:v>
                      </c:pt>
                      <c:pt idx="5991">
                        <c:v>3288.174</c:v>
                      </c:pt>
                      <c:pt idx="5992">
                        <c:v>3288.6559999999999</c:v>
                      </c:pt>
                      <c:pt idx="5993">
                        <c:v>3289.1390000000001</c:v>
                      </c:pt>
                      <c:pt idx="5994">
                        <c:v>3289.6210000000001</c:v>
                      </c:pt>
                      <c:pt idx="5995">
                        <c:v>3290.1030000000001</c:v>
                      </c:pt>
                      <c:pt idx="5996">
                        <c:v>3290.585</c:v>
                      </c:pt>
                      <c:pt idx="5997">
                        <c:v>3291.067</c:v>
                      </c:pt>
                      <c:pt idx="5998">
                        <c:v>3291.549</c:v>
                      </c:pt>
                      <c:pt idx="5999">
                        <c:v>3292.0309999999999</c:v>
                      </c:pt>
                      <c:pt idx="6000">
                        <c:v>3292.5140000000001</c:v>
                      </c:pt>
                      <c:pt idx="6001">
                        <c:v>3292.9960000000001</c:v>
                      </c:pt>
                      <c:pt idx="6002">
                        <c:v>3293.4780000000001</c:v>
                      </c:pt>
                      <c:pt idx="6003">
                        <c:v>3293.96</c:v>
                      </c:pt>
                      <c:pt idx="6004">
                        <c:v>3294.442</c:v>
                      </c:pt>
                      <c:pt idx="6005">
                        <c:v>3294.924</c:v>
                      </c:pt>
                      <c:pt idx="6006">
                        <c:v>3295.4059999999999</c:v>
                      </c:pt>
                      <c:pt idx="6007">
                        <c:v>3295.8890000000001</c:v>
                      </c:pt>
                      <c:pt idx="6008">
                        <c:v>3296.3710000000001</c:v>
                      </c:pt>
                      <c:pt idx="6009">
                        <c:v>3296.8530000000001</c:v>
                      </c:pt>
                      <c:pt idx="6010">
                        <c:v>3297.335</c:v>
                      </c:pt>
                      <c:pt idx="6011">
                        <c:v>3297.817</c:v>
                      </c:pt>
                      <c:pt idx="6012">
                        <c:v>3298.299</c:v>
                      </c:pt>
                      <c:pt idx="6013">
                        <c:v>3298.7809999999999</c:v>
                      </c:pt>
                      <c:pt idx="6014">
                        <c:v>3299.2629999999999</c:v>
                      </c:pt>
                      <c:pt idx="6015">
                        <c:v>3299.7460000000001</c:v>
                      </c:pt>
                      <c:pt idx="6016">
                        <c:v>3300.2280000000001</c:v>
                      </c:pt>
                      <c:pt idx="6017">
                        <c:v>3300.71</c:v>
                      </c:pt>
                      <c:pt idx="6018">
                        <c:v>3301.192</c:v>
                      </c:pt>
                      <c:pt idx="6019">
                        <c:v>3301.674</c:v>
                      </c:pt>
                      <c:pt idx="6020">
                        <c:v>3302.1559999999999</c:v>
                      </c:pt>
                      <c:pt idx="6021">
                        <c:v>3302.6379999999999</c:v>
                      </c:pt>
                      <c:pt idx="6022">
                        <c:v>3303.1210000000001</c:v>
                      </c:pt>
                      <c:pt idx="6023">
                        <c:v>3303.6030000000001</c:v>
                      </c:pt>
                      <c:pt idx="6024">
                        <c:v>3304.085</c:v>
                      </c:pt>
                      <c:pt idx="6025">
                        <c:v>3304.567</c:v>
                      </c:pt>
                      <c:pt idx="6026">
                        <c:v>3305.049</c:v>
                      </c:pt>
                      <c:pt idx="6027">
                        <c:v>3305.5309999999999</c:v>
                      </c:pt>
                      <c:pt idx="6028">
                        <c:v>3306.0129999999999</c:v>
                      </c:pt>
                      <c:pt idx="6029">
                        <c:v>3306.4960000000001</c:v>
                      </c:pt>
                      <c:pt idx="6030">
                        <c:v>3306.9780000000001</c:v>
                      </c:pt>
                      <c:pt idx="6031">
                        <c:v>3307.46</c:v>
                      </c:pt>
                      <c:pt idx="6032">
                        <c:v>3307.942</c:v>
                      </c:pt>
                      <c:pt idx="6033">
                        <c:v>3308.424</c:v>
                      </c:pt>
                      <c:pt idx="6034">
                        <c:v>3308.9059999999999</c:v>
                      </c:pt>
                      <c:pt idx="6035">
                        <c:v>3309.3879999999999</c:v>
                      </c:pt>
                      <c:pt idx="6036">
                        <c:v>3309.8710000000001</c:v>
                      </c:pt>
                      <c:pt idx="6037">
                        <c:v>3310.3530000000001</c:v>
                      </c:pt>
                      <c:pt idx="6038">
                        <c:v>3310.835</c:v>
                      </c:pt>
                      <c:pt idx="6039">
                        <c:v>3311.317</c:v>
                      </c:pt>
                      <c:pt idx="6040">
                        <c:v>3311.799</c:v>
                      </c:pt>
                      <c:pt idx="6041">
                        <c:v>3312.2809999999999</c:v>
                      </c:pt>
                      <c:pt idx="6042">
                        <c:v>3312.7629999999999</c:v>
                      </c:pt>
                      <c:pt idx="6043">
                        <c:v>3313.2460000000001</c:v>
                      </c:pt>
                      <c:pt idx="6044">
                        <c:v>3313.7280000000001</c:v>
                      </c:pt>
                      <c:pt idx="6045">
                        <c:v>3314.21</c:v>
                      </c:pt>
                      <c:pt idx="6046">
                        <c:v>3314.692</c:v>
                      </c:pt>
                      <c:pt idx="6047">
                        <c:v>3315.174</c:v>
                      </c:pt>
                      <c:pt idx="6048">
                        <c:v>3315.6559999999999</c:v>
                      </c:pt>
                      <c:pt idx="6049">
                        <c:v>3316.1379999999999</c:v>
                      </c:pt>
                      <c:pt idx="6050">
                        <c:v>3316.62</c:v>
                      </c:pt>
                      <c:pt idx="6051">
                        <c:v>3317.1030000000001</c:v>
                      </c:pt>
                      <c:pt idx="6052">
                        <c:v>3317.585</c:v>
                      </c:pt>
                      <c:pt idx="6053">
                        <c:v>3318.067</c:v>
                      </c:pt>
                      <c:pt idx="6054">
                        <c:v>3318.549</c:v>
                      </c:pt>
                      <c:pt idx="6055">
                        <c:v>3319.0309999999999</c:v>
                      </c:pt>
                      <c:pt idx="6056">
                        <c:v>3319.5129999999999</c:v>
                      </c:pt>
                      <c:pt idx="6057">
                        <c:v>3319.9949999999999</c:v>
                      </c:pt>
                      <c:pt idx="6058">
                        <c:v>3320.4780000000001</c:v>
                      </c:pt>
                      <c:pt idx="6059">
                        <c:v>3320.96</c:v>
                      </c:pt>
                      <c:pt idx="6060">
                        <c:v>3321.442</c:v>
                      </c:pt>
                      <c:pt idx="6061">
                        <c:v>3321.924</c:v>
                      </c:pt>
                      <c:pt idx="6062">
                        <c:v>3322.4059999999999</c:v>
                      </c:pt>
                      <c:pt idx="6063">
                        <c:v>3322.8879999999999</c:v>
                      </c:pt>
                      <c:pt idx="6064">
                        <c:v>3323.37</c:v>
                      </c:pt>
                      <c:pt idx="6065">
                        <c:v>3323.8530000000001</c:v>
                      </c:pt>
                      <c:pt idx="6066">
                        <c:v>3324.335</c:v>
                      </c:pt>
                      <c:pt idx="6067">
                        <c:v>3324.817</c:v>
                      </c:pt>
                      <c:pt idx="6068">
                        <c:v>3325.299</c:v>
                      </c:pt>
                      <c:pt idx="6069">
                        <c:v>3325.7809999999999</c:v>
                      </c:pt>
                      <c:pt idx="6070">
                        <c:v>3326.2629999999999</c:v>
                      </c:pt>
                      <c:pt idx="6071">
                        <c:v>3326.7449999999999</c:v>
                      </c:pt>
                      <c:pt idx="6072">
                        <c:v>3327.2280000000001</c:v>
                      </c:pt>
                      <c:pt idx="6073">
                        <c:v>3327.71</c:v>
                      </c:pt>
                      <c:pt idx="6074">
                        <c:v>3328.192</c:v>
                      </c:pt>
                      <c:pt idx="6075">
                        <c:v>3328.674</c:v>
                      </c:pt>
                      <c:pt idx="6076">
                        <c:v>3329.1559999999999</c:v>
                      </c:pt>
                      <c:pt idx="6077">
                        <c:v>3329.6379999999999</c:v>
                      </c:pt>
                      <c:pt idx="6078">
                        <c:v>3330.12</c:v>
                      </c:pt>
                      <c:pt idx="6079">
                        <c:v>3330.6030000000001</c:v>
                      </c:pt>
                      <c:pt idx="6080">
                        <c:v>3331.0839999999998</c:v>
                      </c:pt>
                      <c:pt idx="6081">
                        <c:v>3331.567</c:v>
                      </c:pt>
                      <c:pt idx="6082">
                        <c:v>3332.049</c:v>
                      </c:pt>
                      <c:pt idx="6083">
                        <c:v>3332.5309999999999</c:v>
                      </c:pt>
                      <c:pt idx="6084">
                        <c:v>3333.0129999999999</c:v>
                      </c:pt>
                      <c:pt idx="6085">
                        <c:v>3333.4949999999999</c:v>
                      </c:pt>
                      <c:pt idx="6086">
                        <c:v>3333.9769999999999</c:v>
                      </c:pt>
                      <c:pt idx="6087">
                        <c:v>3334.4589999999998</c:v>
                      </c:pt>
                      <c:pt idx="6088">
                        <c:v>3334.942</c:v>
                      </c:pt>
                      <c:pt idx="6089">
                        <c:v>3335.424</c:v>
                      </c:pt>
                      <c:pt idx="6090">
                        <c:v>3335.9059999999999</c:v>
                      </c:pt>
                      <c:pt idx="6091">
                        <c:v>3336.3879999999999</c:v>
                      </c:pt>
                      <c:pt idx="6092">
                        <c:v>3336.87</c:v>
                      </c:pt>
                      <c:pt idx="6093">
                        <c:v>3337.3519999999999</c:v>
                      </c:pt>
                      <c:pt idx="6094">
                        <c:v>3337.8339999999998</c:v>
                      </c:pt>
                      <c:pt idx="6095">
                        <c:v>3338.317</c:v>
                      </c:pt>
                      <c:pt idx="6096">
                        <c:v>3338.799</c:v>
                      </c:pt>
                      <c:pt idx="6097">
                        <c:v>3339.2809999999999</c:v>
                      </c:pt>
                      <c:pt idx="6098">
                        <c:v>3339.7629999999999</c:v>
                      </c:pt>
                      <c:pt idx="6099">
                        <c:v>3340.2449999999999</c:v>
                      </c:pt>
                      <c:pt idx="6100">
                        <c:v>3340.7269999999999</c:v>
                      </c:pt>
                      <c:pt idx="6101">
                        <c:v>3341.2089999999998</c:v>
                      </c:pt>
                      <c:pt idx="6102">
                        <c:v>3341.692</c:v>
                      </c:pt>
                      <c:pt idx="6103">
                        <c:v>3342.174</c:v>
                      </c:pt>
                      <c:pt idx="6104">
                        <c:v>3342.6559999999999</c:v>
                      </c:pt>
                      <c:pt idx="6105">
                        <c:v>3343.1379999999999</c:v>
                      </c:pt>
                      <c:pt idx="6106">
                        <c:v>3343.62</c:v>
                      </c:pt>
                      <c:pt idx="6107">
                        <c:v>3344.1019999999999</c:v>
                      </c:pt>
                      <c:pt idx="6108">
                        <c:v>3344.5839999999998</c:v>
                      </c:pt>
                      <c:pt idx="6109">
                        <c:v>3345.067</c:v>
                      </c:pt>
                      <c:pt idx="6110">
                        <c:v>3345.549</c:v>
                      </c:pt>
                      <c:pt idx="6111">
                        <c:v>3346.0309999999999</c:v>
                      </c:pt>
                      <c:pt idx="6112">
                        <c:v>3346.5129999999999</c:v>
                      </c:pt>
                      <c:pt idx="6113">
                        <c:v>3346.9949999999999</c:v>
                      </c:pt>
                      <c:pt idx="6114">
                        <c:v>3347.4769999999999</c:v>
                      </c:pt>
                      <c:pt idx="6115">
                        <c:v>3347.9589999999998</c:v>
                      </c:pt>
                      <c:pt idx="6116">
                        <c:v>3348.4409999999998</c:v>
                      </c:pt>
                      <c:pt idx="6117">
                        <c:v>3348.924</c:v>
                      </c:pt>
                      <c:pt idx="6118">
                        <c:v>3349.4059999999999</c:v>
                      </c:pt>
                      <c:pt idx="6119">
                        <c:v>3349.8879999999999</c:v>
                      </c:pt>
                      <c:pt idx="6120">
                        <c:v>3350.37</c:v>
                      </c:pt>
                      <c:pt idx="6121">
                        <c:v>3350.8519999999999</c:v>
                      </c:pt>
                      <c:pt idx="6122">
                        <c:v>3351.3339999999998</c:v>
                      </c:pt>
                      <c:pt idx="6123">
                        <c:v>3351.8159999999998</c:v>
                      </c:pt>
                      <c:pt idx="6124">
                        <c:v>3352.299</c:v>
                      </c:pt>
                      <c:pt idx="6125">
                        <c:v>3352.7809999999999</c:v>
                      </c:pt>
                      <c:pt idx="6126">
                        <c:v>3353.2629999999999</c:v>
                      </c:pt>
                      <c:pt idx="6127">
                        <c:v>3353.7449999999999</c:v>
                      </c:pt>
                      <c:pt idx="6128">
                        <c:v>3354.2269999999999</c:v>
                      </c:pt>
                      <c:pt idx="6129">
                        <c:v>3354.7089999999998</c:v>
                      </c:pt>
                      <c:pt idx="6130">
                        <c:v>3355.1909999999998</c:v>
                      </c:pt>
                      <c:pt idx="6131">
                        <c:v>3355.674</c:v>
                      </c:pt>
                      <c:pt idx="6132">
                        <c:v>3356.1559999999999</c:v>
                      </c:pt>
                      <c:pt idx="6133">
                        <c:v>3356.6379999999999</c:v>
                      </c:pt>
                      <c:pt idx="6134">
                        <c:v>3357.12</c:v>
                      </c:pt>
                      <c:pt idx="6135">
                        <c:v>3357.6019999999999</c:v>
                      </c:pt>
                      <c:pt idx="6136">
                        <c:v>3358.0839999999998</c:v>
                      </c:pt>
                      <c:pt idx="6137">
                        <c:v>3358.5659999999998</c:v>
                      </c:pt>
                      <c:pt idx="6138">
                        <c:v>3359.049</c:v>
                      </c:pt>
                      <c:pt idx="6139">
                        <c:v>3359.5309999999999</c:v>
                      </c:pt>
                      <c:pt idx="6140">
                        <c:v>3360.0129999999999</c:v>
                      </c:pt>
                      <c:pt idx="6141">
                        <c:v>3360.4949999999999</c:v>
                      </c:pt>
                      <c:pt idx="6142">
                        <c:v>3360.9769999999999</c:v>
                      </c:pt>
                      <c:pt idx="6143">
                        <c:v>3361.4589999999998</c:v>
                      </c:pt>
                      <c:pt idx="6144">
                        <c:v>3361.9409999999998</c:v>
                      </c:pt>
                      <c:pt idx="6145">
                        <c:v>3362.424</c:v>
                      </c:pt>
                      <c:pt idx="6146">
                        <c:v>3362.9059999999999</c:v>
                      </c:pt>
                      <c:pt idx="6147">
                        <c:v>3363.3879999999999</c:v>
                      </c:pt>
                      <c:pt idx="6148">
                        <c:v>3363.87</c:v>
                      </c:pt>
                      <c:pt idx="6149">
                        <c:v>3364.3519999999999</c:v>
                      </c:pt>
                      <c:pt idx="6150">
                        <c:v>3364.8339999999998</c:v>
                      </c:pt>
                      <c:pt idx="6151">
                        <c:v>3365.3159999999998</c:v>
                      </c:pt>
                      <c:pt idx="6152">
                        <c:v>3365.7979999999998</c:v>
                      </c:pt>
                      <c:pt idx="6153">
                        <c:v>3366.2809999999999</c:v>
                      </c:pt>
                      <c:pt idx="6154">
                        <c:v>3366.7629999999999</c:v>
                      </c:pt>
                      <c:pt idx="6155">
                        <c:v>3367.2449999999999</c:v>
                      </c:pt>
                      <c:pt idx="6156">
                        <c:v>3367.7269999999999</c:v>
                      </c:pt>
                      <c:pt idx="6157">
                        <c:v>3368.2089999999998</c:v>
                      </c:pt>
                      <c:pt idx="6158">
                        <c:v>3368.6909999999998</c:v>
                      </c:pt>
                      <c:pt idx="6159">
                        <c:v>3369.1729999999998</c:v>
                      </c:pt>
                      <c:pt idx="6160">
                        <c:v>3369.6559999999999</c:v>
                      </c:pt>
                      <c:pt idx="6161">
                        <c:v>3370.1379999999999</c:v>
                      </c:pt>
                      <c:pt idx="6162">
                        <c:v>3370.62</c:v>
                      </c:pt>
                      <c:pt idx="6163">
                        <c:v>3371.1019999999999</c:v>
                      </c:pt>
                      <c:pt idx="6164">
                        <c:v>3371.5839999999998</c:v>
                      </c:pt>
                      <c:pt idx="6165">
                        <c:v>3372.0659999999998</c:v>
                      </c:pt>
                      <c:pt idx="6166">
                        <c:v>3372.5479999999998</c:v>
                      </c:pt>
                      <c:pt idx="6167">
                        <c:v>3373.0309999999999</c:v>
                      </c:pt>
                      <c:pt idx="6168">
                        <c:v>3373.5129999999999</c:v>
                      </c:pt>
                      <c:pt idx="6169">
                        <c:v>3373.9949999999999</c:v>
                      </c:pt>
                      <c:pt idx="6170">
                        <c:v>3374.4769999999999</c:v>
                      </c:pt>
                      <c:pt idx="6171">
                        <c:v>3374.9589999999998</c:v>
                      </c:pt>
                      <c:pt idx="6172">
                        <c:v>3375.4409999999998</c:v>
                      </c:pt>
                      <c:pt idx="6173">
                        <c:v>3375.9229999999998</c:v>
                      </c:pt>
                      <c:pt idx="6174">
                        <c:v>3376.4059999999999</c:v>
                      </c:pt>
                      <c:pt idx="6175">
                        <c:v>3376.8879999999999</c:v>
                      </c:pt>
                      <c:pt idx="6176">
                        <c:v>3377.37</c:v>
                      </c:pt>
                      <c:pt idx="6177">
                        <c:v>3377.8519999999999</c:v>
                      </c:pt>
                      <c:pt idx="6178">
                        <c:v>3378.3339999999998</c:v>
                      </c:pt>
                      <c:pt idx="6179">
                        <c:v>3378.8159999999998</c:v>
                      </c:pt>
                      <c:pt idx="6180">
                        <c:v>3379.2979999999998</c:v>
                      </c:pt>
                      <c:pt idx="6181">
                        <c:v>3379.7809999999999</c:v>
                      </c:pt>
                      <c:pt idx="6182">
                        <c:v>3380.2620000000002</c:v>
                      </c:pt>
                      <c:pt idx="6183">
                        <c:v>3380.7449999999999</c:v>
                      </c:pt>
                      <c:pt idx="6184">
                        <c:v>3381.2269999999999</c:v>
                      </c:pt>
                      <c:pt idx="6185">
                        <c:v>3381.7089999999998</c:v>
                      </c:pt>
                      <c:pt idx="6186">
                        <c:v>3382.1909999999998</c:v>
                      </c:pt>
                      <c:pt idx="6187">
                        <c:v>3382.6729999999998</c:v>
                      </c:pt>
                      <c:pt idx="6188">
                        <c:v>3383.1550000000002</c:v>
                      </c:pt>
                      <c:pt idx="6189">
                        <c:v>3383.6370000000002</c:v>
                      </c:pt>
                      <c:pt idx="6190">
                        <c:v>3384.12</c:v>
                      </c:pt>
                      <c:pt idx="6191">
                        <c:v>3384.6019999999999</c:v>
                      </c:pt>
                      <c:pt idx="6192">
                        <c:v>3385.0839999999998</c:v>
                      </c:pt>
                      <c:pt idx="6193">
                        <c:v>3385.5659999999998</c:v>
                      </c:pt>
                      <c:pt idx="6194">
                        <c:v>3386.0479999999998</c:v>
                      </c:pt>
                      <c:pt idx="6195">
                        <c:v>3386.53</c:v>
                      </c:pt>
                      <c:pt idx="6196">
                        <c:v>3387.0120000000002</c:v>
                      </c:pt>
                      <c:pt idx="6197">
                        <c:v>3387.4949999999999</c:v>
                      </c:pt>
                      <c:pt idx="6198">
                        <c:v>3387.9769999999999</c:v>
                      </c:pt>
                      <c:pt idx="6199">
                        <c:v>3388.4589999999998</c:v>
                      </c:pt>
                      <c:pt idx="6200">
                        <c:v>3388.9409999999998</c:v>
                      </c:pt>
                      <c:pt idx="6201">
                        <c:v>3389.4229999999998</c:v>
                      </c:pt>
                      <c:pt idx="6202">
                        <c:v>3389.9050000000002</c:v>
                      </c:pt>
                      <c:pt idx="6203">
                        <c:v>3390.3870000000002</c:v>
                      </c:pt>
                      <c:pt idx="6204">
                        <c:v>3390.87</c:v>
                      </c:pt>
                      <c:pt idx="6205">
                        <c:v>3391.3519999999999</c:v>
                      </c:pt>
                      <c:pt idx="6206">
                        <c:v>3391.8339999999998</c:v>
                      </c:pt>
                      <c:pt idx="6207">
                        <c:v>3392.3159999999998</c:v>
                      </c:pt>
                      <c:pt idx="6208">
                        <c:v>3392.7979999999998</c:v>
                      </c:pt>
                      <c:pt idx="6209">
                        <c:v>3393.28</c:v>
                      </c:pt>
                      <c:pt idx="6210">
                        <c:v>3393.7620000000002</c:v>
                      </c:pt>
                      <c:pt idx="6211">
                        <c:v>3394.2449999999999</c:v>
                      </c:pt>
                      <c:pt idx="6212">
                        <c:v>3394.7269999999999</c:v>
                      </c:pt>
                      <c:pt idx="6213">
                        <c:v>3395.2089999999998</c:v>
                      </c:pt>
                      <c:pt idx="6214">
                        <c:v>3395.6909999999998</c:v>
                      </c:pt>
                      <c:pt idx="6215">
                        <c:v>3396.1729999999998</c:v>
                      </c:pt>
                      <c:pt idx="6216">
                        <c:v>3396.6550000000002</c:v>
                      </c:pt>
                      <c:pt idx="6217">
                        <c:v>3397.1370000000002</c:v>
                      </c:pt>
                      <c:pt idx="6218">
                        <c:v>3397.6190000000001</c:v>
                      </c:pt>
                      <c:pt idx="6219">
                        <c:v>3398.1019999999999</c:v>
                      </c:pt>
                      <c:pt idx="6220">
                        <c:v>3398.5839999999998</c:v>
                      </c:pt>
                      <c:pt idx="6221">
                        <c:v>3399.0659999999998</c:v>
                      </c:pt>
                      <c:pt idx="6222">
                        <c:v>3399.5479999999998</c:v>
                      </c:pt>
                      <c:pt idx="6223">
                        <c:v>3400.03</c:v>
                      </c:pt>
                      <c:pt idx="6224">
                        <c:v>3400.5120000000002</c:v>
                      </c:pt>
                      <c:pt idx="6225">
                        <c:v>3400.9940000000001</c:v>
                      </c:pt>
                      <c:pt idx="6226">
                        <c:v>3401.4769999999999</c:v>
                      </c:pt>
                      <c:pt idx="6227">
                        <c:v>3401.9589999999998</c:v>
                      </c:pt>
                      <c:pt idx="6228">
                        <c:v>3402.4409999999998</c:v>
                      </c:pt>
                      <c:pt idx="6229">
                        <c:v>3402.9229999999998</c:v>
                      </c:pt>
                      <c:pt idx="6230">
                        <c:v>3403.4050000000002</c:v>
                      </c:pt>
                      <c:pt idx="6231">
                        <c:v>3403.8870000000002</c:v>
                      </c:pt>
                      <c:pt idx="6232">
                        <c:v>3404.3690000000001</c:v>
                      </c:pt>
                      <c:pt idx="6233">
                        <c:v>3404.8519999999999</c:v>
                      </c:pt>
                      <c:pt idx="6234">
                        <c:v>3405.3339999999998</c:v>
                      </c:pt>
                      <c:pt idx="6235">
                        <c:v>3405.8159999999998</c:v>
                      </c:pt>
                      <c:pt idx="6236">
                        <c:v>3406.2979999999998</c:v>
                      </c:pt>
                      <c:pt idx="6237">
                        <c:v>3406.78</c:v>
                      </c:pt>
                      <c:pt idx="6238">
                        <c:v>3407.2620000000002</c:v>
                      </c:pt>
                      <c:pt idx="6239">
                        <c:v>3407.7440000000001</c:v>
                      </c:pt>
                      <c:pt idx="6240">
                        <c:v>3408.2269999999999</c:v>
                      </c:pt>
                      <c:pt idx="6241">
                        <c:v>3408.7089999999998</c:v>
                      </c:pt>
                      <c:pt idx="6242">
                        <c:v>3409.1909999999998</c:v>
                      </c:pt>
                      <c:pt idx="6243">
                        <c:v>3409.6729999999998</c:v>
                      </c:pt>
                      <c:pt idx="6244">
                        <c:v>3410.1550000000002</c:v>
                      </c:pt>
                      <c:pt idx="6245">
                        <c:v>3410.6370000000002</c:v>
                      </c:pt>
                      <c:pt idx="6246">
                        <c:v>3411.1190000000001</c:v>
                      </c:pt>
                      <c:pt idx="6247">
                        <c:v>3411.6019999999999</c:v>
                      </c:pt>
                      <c:pt idx="6248">
                        <c:v>3412.0830000000001</c:v>
                      </c:pt>
                      <c:pt idx="6249">
                        <c:v>3412.5659999999998</c:v>
                      </c:pt>
                      <c:pt idx="6250">
                        <c:v>3413.0479999999998</c:v>
                      </c:pt>
                      <c:pt idx="6251">
                        <c:v>3413.53</c:v>
                      </c:pt>
                      <c:pt idx="6252">
                        <c:v>3414.0120000000002</c:v>
                      </c:pt>
                      <c:pt idx="6253">
                        <c:v>3414.4940000000001</c:v>
                      </c:pt>
                      <c:pt idx="6254">
                        <c:v>3414.9760000000001</c:v>
                      </c:pt>
                      <c:pt idx="6255">
                        <c:v>3415.4580000000001</c:v>
                      </c:pt>
                      <c:pt idx="6256">
                        <c:v>3415.9409999999998</c:v>
                      </c:pt>
                      <c:pt idx="6257">
                        <c:v>3416.4229999999998</c:v>
                      </c:pt>
                      <c:pt idx="6258">
                        <c:v>3416.9050000000002</c:v>
                      </c:pt>
                      <c:pt idx="6259">
                        <c:v>3417.3870000000002</c:v>
                      </c:pt>
                      <c:pt idx="6260">
                        <c:v>3417.8690000000001</c:v>
                      </c:pt>
                      <c:pt idx="6261">
                        <c:v>3418.3510000000001</c:v>
                      </c:pt>
                      <c:pt idx="6262">
                        <c:v>3418.8330000000001</c:v>
                      </c:pt>
                      <c:pt idx="6263">
                        <c:v>3419.3159999999998</c:v>
                      </c:pt>
                      <c:pt idx="6264">
                        <c:v>3419.7979999999998</c:v>
                      </c:pt>
                      <c:pt idx="6265">
                        <c:v>3420.28</c:v>
                      </c:pt>
                      <c:pt idx="6266">
                        <c:v>3420.7620000000002</c:v>
                      </c:pt>
                      <c:pt idx="6267">
                        <c:v>3421.2440000000001</c:v>
                      </c:pt>
                      <c:pt idx="6268">
                        <c:v>3421.7260000000001</c:v>
                      </c:pt>
                      <c:pt idx="6269">
                        <c:v>3422.2080000000001</c:v>
                      </c:pt>
                      <c:pt idx="6270">
                        <c:v>3422.6909999999998</c:v>
                      </c:pt>
                      <c:pt idx="6271">
                        <c:v>3423.1729999999998</c:v>
                      </c:pt>
                      <c:pt idx="6272">
                        <c:v>3423.6550000000002</c:v>
                      </c:pt>
                      <c:pt idx="6273">
                        <c:v>3424.1370000000002</c:v>
                      </c:pt>
                      <c:pt idx="6274">
                        <c:v>3424.6190000000001</c:v>
                      </c:pt>
                      <c:pt idx="6275">
                        <c:v>3425.1010000000001</c:v>
                      </c:pt>
                      <c:pt idx="6276">
                        <c:v>3425.5830000000001</c:v>
                      </c:pt>
                      <c:pt idx="6277">
                        <c:v>3426.0659999999998</c:v>
                      </c:pt>
                      <c:pt idx="6278">
                        <c:v>3426.5479999999998</c:v>
                      </c:pt>
                      <c:pt idx="6279">
                        <c:v>3427.03</c:v>
                      </c:pt>
                      <c:pt idx="6280">
                        <c:v>3427.5120000000002</c:v>
                      </c:pt>
                      <c:pt idx="6281">
                        <c:v>3427.9940000000001</c:v>
                      </c:pt>
                      <c:pt idx="6282">
                        <c:v>3428.4760000000001</c:v>
                      </c:pt>
                      <c:pt idx="6283">
                        <c:v>3428.9580000000001</c:v>
                      </c:pt>
                      <c:pt idx="6284">
                        <c:v>3429.44</c:v>
                      </c:pt>
                      <c:pt idx="6285">
                        <c:v>3429.9229999999998</c:v>
                      </c:pt>
                      <c:pt idx="6286">
                        <c:v>3430.4050000000002</c:v>
                      </c:pt>
                      <c:pt idx="6287">
                        <c:v>3430.8870000000002</c:v>
                      </c:pt>
                      <c:pt idx="6288">
                        <c:v>3431.3690000000001</c:v>
                      </c:pt>
                      <c:pt idx="6289">
                        <c:v>3431.8510000000001</c:v>
                      </c:pt>
                      <c:pt idx="6290">
                        <c:v>3432.3330000000001</c:v>
                      </c:pt>
                      <c:pt idx="6291">
                        <c:v>3432.8150000000001</c:v>
                      </c:pt>
                      <c:pt idx="6292">
                        <c:v>3433.2979999999998</c:v>
                      </c:pt>
                      <c:pt idx="6293">
                        <c:v>3433.78</c:v>
                      </c:pt>
                      <c:pt idx="6294">
                        <c:v>3434.2620000000002</c:v>
                      </c:pt>
                      <c:pt idx="6295">
                        <c:v>3434.7440000000001</c:v>
                      </c:pt>
                      <c:pt idx="6296">
                        <c:v>3435.2260000000001</c:v>
                      </c:pt>
                      <c:pt idx="6297">
                        <c:v>3435.7080000000001</c:v>
                      </c:pt>
                      <c:pt idx="6298">
                        <c:v>3436.19</c:v>
                      </c:pt>
                      <c:pt idx="6299">
                        <c:v>3436.6729999999998</c:v>
                      </c:pt>
                      <c:pt idx="6300">
                        <c:v>3437.1550000000002</c:v>
                      </c:pt>
                      <c:pt idx="6301">
                        <c:v>3437.6370000000002</c:v>
                      </c:pt>
                      <c:pt idx="6302">
                        <c:v>3438.1190000000001</c:v>
                      </c:pt>
                      <c:pt idx="6303">
                        <c:v>3438.6010000000001</c:v>
                      </c:pt>
                      <c:pt idx="6304">
                        <c:v>3439.0830000000001</c:v>
                      </c:pt>
                      <c:pt idx="6305">
                        <c:v>3439.5650000000001</c:v>
                      </c:pt>
                      <c:pt idx="6306">
                        <c:v>3440.0479999999998</c:v>
                      </c:pt>
                      <c:pt idx="6307">
                        <c:v>3440.53</c:v>
                      </c:pt>
                      <c:pt idx="6308">
                        <c:v>3441.0120000000002</c:v>
                      </c:pt>
                      <c:pt idx="6309">
                        <c:v>3441.4940000000001</c:v>
                      </c:pt>
                      <c:pt idx="6310">
                        <c:v>3441.9760000000001</c:v>
                      </c:pt>
                      <c:pt idx="6311">
                        <c:v>3442.4580000000001</c:v>
                      </c:pt>
                      <c:pt idx="6312">
                        <c:v>3442.94</c:v>
                      </c:pt>
                      <c:pt idx="6313">
                        <c:v>3443.4229999999998</c:v>
                      </c:pt>
                      <c:pt idx="6314">
                        <c:v>3443.9050000000002</c:v>
                      </c:pt>
                      <c:pt idx="6315">
                        <c:v>3444.3870000000002</c:v>
                      </c:pt>
                      <c:pt idx="6316">
                        <c:v>3444.8690000000001</c:v>
                      </c:pt>
                      <c:pt idx="6317">
                        <c:v>3445.3510000000001</c:v>
                      </c:pt>
                      <c:pt idx="6318">
                        <c:v>3445.8330000000001</c:v>
                      </c:pt>
                      <c:pt idx="6319">
                        <c:v>3446.3150000000001</c:v>
                      </c:pt>
                      <c:pt idx="6320">
                        <c:v>3446.797</c:v>
                      </c:pt>
                      <c:pt idx="6321">
                        <c:v>3447.28</c:v>
                      </c:pt>
                      <c:pt idx="6322">
                        <c:v>3447.7620000000002</c:v>
                      </c:pt>
                      <c:pt idx="6323">
                        <c:v>3448.2440000000001</c:v>
                      </c:pt>
                      <c:pt idx="6324">
                        <c:v>3448.7260000000001</c:v>
                      </c:pt>
                      <c:pt idx="6325">
                        <c:v>3449.2080000000001</c:v>
                      </c:pt>
                      <c:pt idx="6326">
                        <c:v>3449.69</c:v>
                      </c:pt>
                      <c:pt idx="6327">
                        <c:v>3450.172</c:v>
                      </c:pt>
                      <c:pt idx="6328">
                        <c:v>3450.6550000000002</c:v>
                      </c:pt>
                      <c:pt idx="6329">
                        <c:v>3451.1370000000002</c:v>
                      </c:pt>
                      <c:pt idx="6330">
                        <c:v>3451.6190000000001</c:v>
                      </c:pt>
                      <c:pt idx="6331">
                        <c:v>3452.1010000000001</c:v>
                      </c:pt>
                      <c:pt idx="6332">
                        <c:v>3452.5830000000001</c:v>
                      </c:pt>
                      <c:pt idx="6333">
                        <c:v>3453.0650000000001</c:v>
                      </c:pt>
                      <c:pt idx="6334">
                        <c:v>3453.547</c:v>
                      </c:pt>
                      <c:pt idx="6335">
                        <c:v>3454.03</c:v>
                      </c:pt>
                      <c:pt idx="6336">
                        <c:v>3454.5120000000002</c:v>
                      </c:pt>
                      <c:pt idx="6337">
                        <c:v>3454.9940000000001</c:v>
                      </c:pt>
                      <c:pt idx="6338">
                        <c:v>3455.4760000000001</c:v>
                      </c:pt>
                      <c:pt idx="6339">
                        <c:v>3455.9580000000001</c:v>
                      </c:pt>
                      <c:pt idx="6340">
                        <c:v>3456.44</c:v>
                      </c:pt>
                      <c:pt idx="6341">
                        <c:v>3456.922</c:v>
                      </c:pt>
                      <c:pt idx="6342">
                        <c:v>3457.4050000000002</c:v>
                      </c:pt>
                      <c:pt idx="6343">
                        <c:v>3457.8870000000002</c:v>
                      </c:pt>
                      <c:pt idx="6344">
                        <c:v>3458.3690000000001</c:v>
                      </c:pt>
                      <c:pt idx="6345">
                        <c:v>3458.8510000000001</c:v>
                      </c:pt>
                      <c:pt idx="6346">
                        <c:v>3459.3330000000001</c:v>
                      </c:pt>
                      <c:pt idx="6347">
                        <c:v>3459.8150000000001</c:v>
                      </c:pt>
                      <c:pt idx="6348">
                        <c:v>3460.297</c:v>
                      </c:pt>
                      <c:pt idx="6349">
                        <c:v>3460.78</c:v>
                      </c:pt>
                      <c:pt idx="6350">
                        <c:v>3461.261</c:v>
                      </c:pt>
                      <c:pt idx="6351">
                        <c:v>3461.7440000000001</c:v>
                      </c:pt>
                      <c:pt idx="6352">
                        <c:v>3462.2260000000001</c:v>
                      </c:pt>
                      <c:pt idx="6353">
                        <c:v>3462.7080000000001</c:v>
                      </c:pt>
                      <c:pt idx="6354">
                        <c:v>3463.19</c:v>
                      </c:pt>
                      <c:pt idx="6355">
                        <c:v>3463.672</c:v>
                      </c:pt>
                      <c:pt idx="6356">
                        <c:v>3464.154</c:v>
                      </c:pt>
                      <c:pt idx="6357">
                        <c:v>3464.636</c:v>
                      </c:pt>
                      <c:pt idx="6358">
                        <c:v>3465.1190000000001</c:v>
                      </c:pt>
                      <c:pt idx="6359">
                        <c:v>3465.6010000000001</c:v>
                      </c:pt>
                      <c:pt idx="6360">
                        <c:v>3466.0830000000001</c:v>
                      </c:pt>
                      <c:pt idx="6361">
                        <c:v>3466.5650000000001</c:v>
                      </c:pt>
                      <c:pt idx="6362">
                        <c:v>3467.047</c:v>
                      </c:pt>
                      <c:pt idx="6363">
                        <c:v>3467.529</c:v>
                      </c:pt>
                      <c:pt idx="6364">
                        <c:v>3468.011</c:v>
                      </c:pt>
                      <c:pt idx="6365">
                        <c:v>3468.4940000000001</c:v>
                      </c:pt>
                      <c:pt idx="6366">
                        <c:v>3468.9760000000001</c:v>
                      </c:pt>
                      <c:pt idx="6367">
                        <c:v>3469.4580000000001</c:v>
                      </c:pt>
                      <c:pt idx="6368">
                        <c:v>3469.94</c:v>
                      </c:pt>
                      <c:pt idx="6369">
                        <c:v>3470.422</c:v>
                      </c:pt>
                      <c:pt idx="6370">
                        <c:v>3470.904</c:v>
                      </c:pt>
                      <c:pt idx="6371">
                        <c:v>3471.386</c:v>
                      </c:pt>
                      <c:pt idx="6372">
                        <c:v>3471.8690000000001</c:v>
                      </c:pt>
                      <c:pt idx="6373">
                        <c:v>3472.3510000000001</c:v>
                      </c:pt>
                      <c:pt idx="6374">
                        <c:v>3472.8330000000001</c:v>
                      </c:pt>
                      <c:pt idx="6375">
                        <c:v>3473.3150000000001</c:v>
                      </c:pt>
                      <c:pt idx="6376">
                        <c:v>3473.797</c:v>
                      </c:pt>
                      <c:pt idx="6377">
                        <c:v>3474.279</c:v>
                      </c:pt>
                      <c:pt idx="6378">
                        <c:v>3474.761</c:v>
                      </c:pt>
                      <c:pt idx="6379">
                        <c:v>3475.2440000000001</c:v>
                      </c:pt>
                      <c:pt idx="6380">
                        <c:v>3475.7260000000001</c:v>
                      </c:pt>
                      <c:pt idx="6381">
                        <c:v>3476.2080000000001</c:v>
                      </c:pt>
                      <c:pt idx="6382">
                        <c:v>3476.69</c:v>
                      </c:pt>
                      <c:pt idx="6383">
                        <c:v>3477.172</c:v>
                      </c:pt>
                      <c:pt idx="6384">
                        <c:v>3477.654</c:v>
                      </c:pt>
                      <c:pt idx="6385">
                        <c:v>3478.136</c:v>
                      </c:pt>
                      <c:pt idx="6386">
                        <c:v>3478.6179999999999</c:v>
                      </c:pt>
                      <c:pt idx="6387">
                        <c:v>3479.1010000000001</c:v>
                      </c:pt>
                      <c:pt idx="6388">
                        <c:v>3479.5830000000001</c:v>
                      </c:pt>
                      <c:pt idx="6389">
                        <c:v>3480.0650000000001</c:v>
                      </c:pt>
                      <c:pt idx="6390">
                        <c:v>3480.547</c:v>
                      </c:pt>
                      <c:pt idx="6391">
                        <c:v>3481.029</c:v>
                      </c:pt>
                      <c:pt idx="6392">
                        <c:v>3481.511</c:v>
                      </c:pt>
                      <c:pt idx="6393">
                        <c:v>3481.9929999999999</c:v>
                      </c:pt>
                      <c:pt idx="6394">
                        <c:v>3482.4760000000001</c:v>
                      </c:pt>
                      <c:pt idx="6395">
                        <c:v>3482.9580000000001</c:v>
                      </c:pt>
                      <c:pt idx="6396">
                        <c:v>3483.44</c:v>
                      </c:pt>
                      <c:pt idx="6397">
                        <c:v>3483.922</c:v>
                      </c:pt>
                      <c:pt idx="6398">
                        <c:v>3484.404</c:v>
                      </c:pt>
                      <c:pt idx="6399">
                        <c:v>3484.886</c:v>
                      </c:pt>
                      <c:pt idx="6400">
                        <c:v>3485.3679999999999</c:v>
                      </c:pt>
                      <c:pt idx="6401">
                        <c:v>3485.8510000000001</c:v>
                      </c:pt>
                      <c:pt idx="6402">
                        <c:v>3486.3330000000001</c:v>
                      </c:pt>
                      <c:pt idx="6403">
                        <c:v>3486.8150000000001</c:v>
                      </c:pt>
                      <c:pt idx="6404">
                        <c:v>3487.297</c:v>
                      </c:pt>
                      <c:pt idx="6405">
                        <c:v>3487.779</c:v>
                      </c:pt>
                      <c:pt idx="6406">
                        <c:v>3488.261</c:v>
                      </c:pt>
                      <c:pt idx="6407">
                        <c:v>3488.7429999999999</c:v>
                      </c:pt>
                      <c:pt idx="6408">
                        <c:v>3489.2260000000001</c:v>
                      </c:pt>
                      <c:pt idx="6409">
                        <c:v>3489.7080000000001</c:v>
                      </c:pt>
                      <c:pt idx="6410">
                        <c:v>3490.19</c:v>
                      </c:pt>
                      <c:pt idx="6411">
                        <c:v>3490.672</c:v>
                      </c:pt>
                      <c:pt idx="6412">
                        <c:v>3491.154</c:v>
                      </c:pt>
                      <c:pt idx="6413">
                        <c:v>3491.636</c:v>
                      </c:pt>
                      <c:pt idx="6414">
                        <c:v>3492.1179999999999</c:v>
                      </c:pt>
                      <c:pt idx="6415">
                        <c:v>3492.6010000000001</c:v>
                      </c:pt>
                      <c:pt idx="6416">
                        <c:v>3493.0830000000001</c:v>
                      </c:pt>
                      <c:pt idx="6417">
                        <c:v>3493.5650000000001</c:v>
                      </c:pt>
                      <c:pt idx="6418">
                        <c:v>3494.047</c:v>
                      </c:pt>
                      <c:pt idx="6419">
                        <c:v>3494.529</c:v>
                      </c:pt>
                      <c:pt idx="6420">
                        <c:v>3495.011</c:v>
                      </c:pt>
                      <c:pt idx="6421">
                        <c:v>3495.4929999999999</c:v>
                      </c:pt>
                      <c:pt idx="6422">
                        <c:v>3495.9749999999999</c:v>
                      </c:pt>
                      <c:pt idx="6423">
                        <c:v>3496.4580000000001</c:v>
                      </c:pt>
                      <c:pt idx="6424">
                        <c:v>3496.94</c:v>
                      </c:pt>
                      <c:pt idx="6425">
                        <c:v>3497.422</c:v>
                      </c:pt>
                      <c:pt idx="6426">
                        <c:v>3497.904</c:v>
                      </c:pt>
                      <c:pt idx="6427">
                        <c:v>3498.386</c:v>
                      </c:pt>
                      <c:pt idx="6428">
                        <c:v>3498.8679999999999</c:v>
                      </c:pt>
                      <c:pt idx="6429">
                        <c:v>3499.35</c:v>
                      </c:pt>
                      <c:pt idx="6430">
                        <c:v>3499.8330000000001</c:v>
                      </c:pt>
                      <c:pt idx="6431">
                        <c:v>3500.3150000000001</c:v>
                      </c:pt>
                      <c:pt idx="6432">
                        <c:v>3500.797</c:v>
                      </c:pt>
                      <c:pt idx="6433">
                        <c:v>3501.279</c:v>
                      </c:pt>
                      <c:pt idx="6434">
                        <c:v>3501.761</c:v>
                      </c:pt>
                      <c:pt idx="6435">
                        <c:v>3502.2429999999999</c:v>
                      </c:pt>
                      <c:pt idx="6436">
                        <c:v>3502.7249999999999</c:v>
                      </c:pt>
                      <c:pt idx="6437">
                        <c:v>3503.2080000000001</c:v>
                      </c:pt>
                      <c:pt idx="6438">
                        <c:v>3503.69</c:v>
                      </c:pt>
                      <c:pt idx="6439">
                        <c:v>3504.172</c:v>
                      </c:pt>
                      <c:pt idx="6440">
                        <c:v>3504.654</c:v>
                      </c:pt>
                      <c:pt idx="6441">
                        <c:v>3505.136</c:v>
                      </c:pt>
                      <c:pt idx="6442">
                        <c:v>3505.6179999999999</c:v>
                      </c:pt>
                      <c:pt idx="6443">
                        <c:v>3506.1</c:v>
                      </c:pt>
                      <c:pt idx="6444">
                        <c:v>3506.5830000000001</c:v>
                      </c:pt>
                      <c:pt idx="6445">
                        <c:v>3507.0650000000001</c:v>
                      </c:pt>
                      <c:pt idx="6446">
                        <c:v>3507.547</c:v>
                      </c:pt>
                      <c:pt idx="6447">
                        <c:v>3508.029</c:v>
                      </c:pt>
                      <c:pt idx="6448">
                        <c:v>3508.511</c:v>
                      </c:pt>
                      <c:pt idx="6449">
                        <c:v>3508.9929999999999</c:v>
                      </c:pt>
                      <c:pt idx="6450">
                        <c:v>3509.4749999999999</c:v>
                      </c:pt>
                      <c:pt idx="6451">
                        <c:v>3509.9580000000001</c:v>
                      </c:pt>
                      <c:pt idx="6452">
                        <c:v>3510.4389999999999</c:v>
                      </c:pt>
                      <c:pt idx="6453">
                        <c:v>3510.922</c:v>
                      </c:pt>
                      <c:pt idx="6454">
                        <c:v>3511.404</c:v>
                      </c:pt>
                      <c:pt idx="6455">
                        <c:v>3511.886</c:v>
                      </c:pt>
                      <c:pt idx="6456">
                        <c:v>3512.3679999999999</c:v>
                      </c:pt>
                      <c:pt idx="6457">
                        <c:v>3512.85</c:v>
                      </c:pt>
                      <c:pt idx="6458">
                        <c:v>3513.3319999999999</c:v>
                      </c:pt>
                      <c:pt idx="6459">
                        <c:v>3513.8139999999999</c:v>
                      </c:pt>
                      <c:pt idx="6460">
                        <c:v>3514.297</c:v>
                      </c:pt>
                      <c:pt idx="6461">
                        <c:v>3514.779</c:v>
                      </c:pt>
                      <c:pt idx="6462">
                        <c:v>3515.261</c:v>
                      </c:pt>
                      <c:pt idx="6463">
                        <c:v>3515.7429999999999</c:v>
                      </c:pt>
                      <c:pt idx="6464">
                        <c:v>3516.2249999999999</c:v>
                      </c:pt>
                      <c:pt idx="6465">
                        <c:v>3516.7069999999999</c:v>
                      </c:pt>
                      <c:pt idx="6466">
                        <c:v>3517.1889999999999</c:v>
                      </c:pt>
                      <c:pt idx="6467">
                        <c:v>3517.672</c:v>
                      </c:pt>
                      <c:pt idx="6468">
                        <c:v>3518.154</c:v>
                      </c:pt>
                      <c:pt idx="6469">
                        <c:v>3518.636</c:v>
                      </c:pt>
                      <c:pt idx="6470">
                        <c:v>3519.1179999999999</c:v>
                      </c:pt>
                      <c:pt idx="6471">
                        <c:v>3519.6</c:v>
                      </c:pt>
                      <c:pt idx="6472">
                        <c:v>3520.0819999999999</c:v>
                      </c:pt>
                      <c:pt idx="6473">
                        <c:v>3520.5639999999999</c:v>
                      </c:pt>
                      <c:pt idx="6474">
                        <c:v>3521.047</c:v>
                      </c:pt>
                      <c:pt idx="6475">
                        <c:v>3521.529</c:v>
                      </c:pt>
                      <c:pt idx="6476">
                        <c:v>3522.011</c:v>
                      </c:pt>
                      <c:pt idx="6477">
                        <c:v>3522.4929999999999</c:v>
                      </c:pt>
                      <c:pt idx="6478">
                        <c:v>3522.9749999999999</c:v>
                      </c:pt>
                      <c:pt idx="6479">
                        <c:v>3523.4569999999999</c:v>
                      </c:pt>
                      <c:pt idx="6480">
                        <c:v>3523.9389999999999</c:v>
                      </c:pt>
                      <c:pt idx="6481">
                        <c:v>3524.422</c:v>
                      </c:pt>
                      <c:pt idx="6482">
                        <c:v>3524.904</c:v>
                      </c:pt>
                      <c:pt idx="6483">
                        <c:v>3525.386</c:v>
                      </c:pt>
                      <c:pt idx="6484">
                        <c:v>3525.8679999999999</c:v>
                      </c:pt>
                      <c:pt idx="6485">
                        <c:v>3526.35</c:v>
                      </c:pt>
                      <c:pt idx="6486">
                        <c:v>3526.8319999999999</c:v>
                      </c:pt>
                      <c:pt idx="6487">
                        <c:v>3527.3139999999999</c:v>
                      </c:pt>
                      <c:pt idx="6488">
                        <c:v>3527.7959999999998</c:v>
                      </c:pt>
                      <c:pt idx="6489">
                        <c:v>3528.279</c:v>
                      </c:pt>
                      <c:pt idx="6490">
                        <c:v>3528.761</c:v>
                      </c:pt>
                      <c:pt idx="6491">
                        <c:v>3529.2429999999999</c:v>
                      </c:pt>
                      <c:pt idx="6492">
                        <c:v>3529.7249999999999</c:v>
                      </c:pt>
                      <c:pt idx="6493">
                        <c:v>3530.2069999999999</c:v>
                      </c:pt>
                      <c:pt idx="6494">
                        <c:v>3530.6889999999999</c:v>
                      </c:pt>
                      <c:pt idx="6495">
                        <c:v>3531.1709999999998</c:v>
                      </c:pt>
                      <c:pt idx="6496">
                        <c:v>3531.654</c:v>
                      </c:pt>
                      <c:pt idx="6497">
                        <c:v>3532.136</c:v>
                      </c:pt>
                      <c:pt idx="6498">
                        <c:v>3532.6179999999999</c:v>
                      </c:pt>
                      <c:pt idx="6499">
                        <c:v>3533.1</c:v>
                      </c:pt>
                      <c:pt idx="6500">
                        <c:v>3533.5819999999999</c:v>
                      </c:pt>
                      <c:pt idx="6501">
                        <c:v>3534.0639999999999</c:v>
                      </c:pt>
                      <c:pt idx="6502">
                        <c:v>3534.5459999999998</c:v>
                      </c:pt>
                      <c:pt idx="6503">
                        <c:v>3535.029</c:v>
                      </c:pt>
                      <c:pt idx="6504">
                        <c:v>3535.511</c:v>
                      </c:pt>
                      <c:pt idx="6505">
                        <c:v>3535.9929999999999</c:v>
                      </c:pt>
                      <c:pt idx="6506">
                        <c:v>3536.4749999999999</c:v>
                      </c:pt>
                      <c:pt idx="6507">
                        <c:v>3536.9569999999999</c:v>
                      </c:pt>
                      <c:pt idx="6508">
                        <c:v>3537.4389999999999</c:v>
                      </c:pt>
                      <c:pt idx="6509">
                        <c:v>3537.9209999999998</c:v>
                      </c:pt>
                      <c:pt idx="6510">
                        <c:v>3538.404</c:v>
                      </c:pt>
                      <c:pt idx="6511">
                        <c:v>3538.886</c:v>
                      </c:pt>
                      <c:pt idx="6512">
                        <c:v>3539.3679999999999</c:v>
                      </c:pt>
                      <c:pt idx="6513">
                        <c:v>3539.85</c:v>
                      </c:pt>
                      <c:pt idx="6514">
                        <c:v>3540.3319999999999</c:v>
                      </c:pt>
                      <c:pt idx="6515">
                        <c:v>3540.8139999999999</c:v>
                      </c:pt>
                      <c:pt idx="6516">
                        <c:v>3541.2959999999998</c:v>
                      </c:pt>
                      <c:pt idx="6517">
                        <c:v>3541.779</c:v>
                      </c:pt>
                      <c:pt idx="6518">
                        <c:v>3542.26</c:v>
                      </c:pt>
                      <c:pt idx="6519">
                        <c:v>3542.7429999999999</c:v>
                      </c:pt>
                      <c:pt idx="6520">
                        <c:v>3543.2249999999999</c:v>
                      </c:pt>
                      <c:pt idx="6521">
                        <c:v>3543.7069999999999</c:v>
                      </c:pt>
                      <c:pt idx="6522">
                        <c:v>3544.1889999999999</c:v>
                      </c:pt>
                      <c:pt idx="6523">
                        <c:v>3544.6709999999998</c:v>
                      </c:pt>
                      <c:pt idx="6524">
                        <c:v>3545.1529999999998</c:v>
                      </c:pt>
                      <c:pt idx="6525">
                        <c:v>3545.6350000000002</c:v>
                      </c:pt>
                      <c:pt idx="6526">
                        <c:v>3546.1179999999999</c:v>
                      </c:pt>
                      <c:pt idx="6527">
                        <c:v>3546.6</c:v>
                      </c:pt>
                      <c:pt idx="6528">
                        <c:v>3547.0819999999999</c:v>
                      </c:pt>
                      <c:pt idx="6529">
                        <c:v>3547.5639999999999</c:v>
                      </c:pt>
                      <c:pt idx="6530">
                        <c:v>3548.0459999999998</c:v>
                      </c:pt>
                      <c:pt idx="6531">
                        <c:v>3548.5279999999998</c:v>
                      </c:pt>
                      <c:pt idx="6532">
                        <c:v>3549.01</c:v>
                      </c:pt>
                      <c:pt idx="6533">
                        <c:v>3549.4929999999999</c:v>
                      </c:pt>
                      <c:pt idx="6534">
                        <c:v>3549.9749999999999</c:v>
                      </c:pt>
                      <c:pt idx="6535">
                        <c:v>3550.4569999999999</c:v>
                      </c:pt>
                      <c:pt idx="6536">
                        <c:v>3550.9389999999999</c:v>
                      </c:pt>
                      <c:pt idx="6537">
                        <c:v>3551.4209999999998</c:v>
                      </c:pt>
                      <c:pt idx="6538">
                        <c:v>3551.9029999999998</c:v>
                      </c:pt>
                      <c:pt idx="6539">
                        <c:v>3552.3850000000002</c:v>
                      </c:pt>
                      <c:pt idx="6540">
                        <c:v>3552.8679999999999</c:v>
                      </c:pt>
                      <c:pt idx="6541">
                        <c:v>3553.35</c:v>
                      </c:pt>
                      <c:pt idx="6542">
                        <c:v>3553.8319999999999</c:v>
                      </c:pt>
                      <c:pt idx="6543">
                        <c:v>3554.3139999999999</c:v>
                      </c:pt>
                      <c:pt idx="6544">
                        <c:v>3554.7959999999998</c:v>
                      </c:pt>
                      <c:pt idx="6545">
                        <c:v>3555.2779999999998</c:v>
                      </c:pt>
                      <c:pt idx="6546">
                        <c:v>3555.76</c:v>
                      </c:pt>
                      <c:pt idx="6547">
                        <c:v>3556.2429999999999</c:v>
                      </c:pt>
                      <c:pt idx="6548">
                        <c:v>3556.7249999999999</c:v>
                      </c:pt>
                      <c:pt idx="6549">
                        <c:v>3557.2069999999999</c:v>
                      </c:pt>
                      <c:pt idx="6550">
                        <c:v>3557.6889999999999</c:v>
                      </c:pt>
                      <c:pt idx="6551">
                        <c:v>3558.1709999999998</c:v>
                      </c:pt>
                      <c:pt idx="6552">
                        <c:v>3558.6529999999998</c:v>
                      </c:pt>
                      <c:pt idx="6553">
                        <c:v>3559.1350000000002</c:v>
                      </c:pt>
                      <c:pt idx="6554">
                        <c:v>3559.6170000000002</c:v>
                      </c:pt>
                      <c:pt idx="6555">
                        <c:v>3560.1</c:v>
                      </c:pt>
                      <c:pt idx="6556">
                        <c:v>3560.5819999999999</c:v>
                      </c:pt>
                      <c:pt idx="6557">
                        <c:v>3561.0639999999999</c:v>
                      </c:pt>
                      <c:pt idx="6558">
                        <c:v>3561.5459999999998</c:v>
                      </c:pt>
                      <c:pt idx="6559">
                        <c:v>3562.0279999999998</c:v>
                      </c:pt>
                      <c:pt idx="6560">
                        <c:v>3562.51</c:v>
                      </c:pt>
                      <c:pt idx="6561">
                        <c:v>3562.9920000000002</c:v>
                      </c:pt>
                      <c:pt idx="6562">
                        <c:v>3563.4749999999999</c:v>
                      </c:pt>
                      <c:pt idx="6563">
                        <c:v>3563.9569999999999</c:v>
                      </c:pt>
                      <c:pt idx="6564">
                        <c:v>3564.4389999999999</c:v>
                      </c:pt>
                      <c:pt idx="6565">
                        <c:v>3564.9209999999998</c:v>
                      </c:pt>
                      <c:pt idx="6566">
                        <c:v>3565.4029999999998</c:v>
                      </c:pt>
                      <c:pt idx="6567">
                        <c:v>3565.8850000000002</c:v>
                      </c:pt>
                      <c:pt idx="6568">
                        <c:v>3566.3670000000002</c:v>
                      </c:pt>
                      <c:pt idx="6569">
                        <c:v>3566.85</c:v>
                      </c:pt>
                      <c:pt idx="6570">
                        <c:v>3567.3319999999999</c:v>
                      </c:pt>
                      <c:pt idx="6571">
                        <c:v>3567.8139999999999</c:v>
                      </c:pt>
                      <c:pt idx="6572">
                        <c:v>3568.2959999999998</c:v>
                      </c:pt>
                      <c:pt idx="6573">
                        <c:v>3568.7779999999998</c:v>
                      </c:pt>
                      <c:pt idx="6574">
                        <c:v>3569.26</c:v>
                      </c:pt>
                      <c:pt idx="6575">
                        <c:v>3569.7420000000002</c:v>
                      </c:pt>
                      <c:pt idx="6576">
                        <c:v>3570.2249999999999</c:v>
                      </c:pt>
                      <c:pt idx="6577">
                        <c:v>3570.7069999999999</c:v>
                      </c:pt>
                      <c:pt idx="6578">
                        <c:v>3571.1889999999999</c:v>
                      </c:pt>
                      <c:pt idx="6579">
                        <c:v>3571.6709999999998</c:v>
                      </c:pt>
                      <c:pt idx="6580">
                        <c:v>3572.1529999999998</c:v>
                      </c:pt>
                      <c:pt idx="6581">
                        <c:v>3572.6350000000002</c:v>
                      </c:pt>
                      <c:pt idx="6582">
                        <c:v>3573.1170000000002</c:v>
                      </c:pt>
                      <c:pt idx="6583">
                        <c:v>3573.5990000000002</c:v>
                      </c:pt>
                      <c:pt idx="6584">
                        <c:v>3574.0819999999999</c:v>
                      </c:pt>
                      <c:pt idx="6585">
                        <c:v>3574.5639999999999</c:v>
                      </c:pt>
                      <c:pt idx="6586">
                        <c:v>3575.0459999999998</c:v>
                      </c:pt>
                      <c:pt idx="6587">
                        <c:v>3575.5279999999998</c:v>
                      </c:pt>
                      <c:pt idx="6588">
                        <c:v>3576.01</c:v>
                      </c:pt>
                      <c:pt idx="6589">
                        <c:v>3576.4920000000002</c:v>
                      </c:pt>
                      <c:pt idx="6590">
                        <c:v>3576.9740000000002</c:v>
                      </c:pt>
                      <c:pt idx="6591">
                        <c:v>3577.4569999999999</c:v>
                      </c:pt>
                      <c:pt idx="6592">
                        <c:v>3577.9389999999999</c:v>
                      </c:pt>
                      <c:pt idx="6593">
                        <c:v>3578.4209999999998</c:v>
                      </c:pt>
                      <c:pt idx="6594">
                        <c:v>3578.9029999999998</c:v>
                      </c:pt>
                      <c:pt idx="6595">
                        <c:v>3579.3850000000002</c:v>
                      </c:pt>
                      <c:pt idx="6596">
                        <c:v>3579.8670000000002</c:v>
                      </c:pt>
                      <c:pt idx="6597">
                        <c:v>3580.3490000000002</c:v>
                      </c:pt>
                      <c:pt idx="6598">
                        <c:v>3580.8319999999999</c:v>
                      </c:pt>
                      <c:pt idx="6599">
                        <c:v>3581.3139999999999</c:v>
                      </c:pt>
                      <c:pt idx="6600">
                        <c:v>3581.7959999999998</c:v>
                      </c:pt>
                      <c:pt idx="6601">
                        <c:v>3582.2779999999998</c:v>
                      </c:pt>
                      <c:pt idx="6602">
                        <c:v>3582.76</c:v>
                      </c:pt>
                      <c:pt idx="6603">
                        <c:v>3583.2420000000002</c:v>
                      </c:pt>
                      <c:pt idx="6604">
                        <c:v>3583.7240000000002</c:v>
                      </c:pt>
                      <c:pt idx="6605">
                        <c:v>3584.2069999999999</c:v>
                      </c:pt>
                      <c:pt idx="6606">
                        <c:v>3584.6889999999999</c:v>
                      </c:pt>
                      <c:pt idx="6607">
                        <c:v>3585.1709999999998</c:v>
                      </c:pt>
                      <c:pt idx="6608">
                        <c:v>3585.6529999999998</c:v>
                      </c:pt>
                      <c:pt idx="6609">
                        <c:v>3586.1350000000002</c:v>
                      </c:pt>
                      <c:pt idx="6610">
                        <c:v>3586.6170000000002</c:v>
                      </c:pt>
                      <c:pt idx="6611">
                        <c:v>3587.0990000000002</c:v>
                      </c:pt>
                      <c:pt idx="6612">
                        <c:v>3587.5819999999999</c:v>
                      </c:pt>
                      <c:pt idx="6613">
                        <c:v>3588.0630000000001</c:v>
                      </c:pt>
                      <c:pt idx="6614">
                        <c:v>3588.5459999999998</c:v>
                      </c:pt>
                      <c:pt idx="6615">
                        <c:v>3589.0279999999998</c:v>
                      </c:pt>
                      <c:pt idx="6616">
                        <c:v>3589.51</c:v>
                      </c:pt>
                      <c:pt idx="6617">
                        <c:v>3589.9920000000002</c:v>
                      </c:pt>
                      <c:pt idx="6618">
                        <c:v>3590.4740000000002</c:v>
                      </c:pt>
                      <c:pt idx="6619">
                        <c:v>3590.9560000000001</c:v>
                      </c:pt>
                      <c:pt idx="6620">
                        <c:v>3591.4380000000001</c:v>
                      </c:pt>
                      <c:pt idx="6621">
                        <c:v>3591.9209999999998</c:v>
                      </c:pt>
                      <c:pt idx="6622">
                        <c:v>3592.4029999999998</c:v>
                      </c:pt>
                      <c:pt idx="6623">
                        <c:v>3592.8850000000002</c:v>
                      </c:pt>
                      <c:pt idx="6624">
                        <c:v>3593.3670000000002</c:v>
                      </c:pt>
                      <c:pt idx="6625">
                        <c:v>3593.8490000000002</c:v>
                      </c:pt>
                      <c:pt idx="6626">
                        <c:v>3594.3310000000001</c:v>
                      </c:pt>
                      <c:pt idx="6627">
                        <c:v>3594.8130000000001</c:v>
                      </c:pt>
                      <c:pt idx="6628">
                        <c:v>3595.2959999999998</c:v>
                      </c:pt>
                      <c:pt idx="6629">
                        <c:v>3595.7779999999998</c:v>
                      </c:pt>
                      <c:pt idx="6630">
                        <c:v>3596.26</c:v>
                      </c:pt>
                      <c:pt idx="6631">
                        <c:v>3596.7420000000002</c:v>
                      </c:pt>
                      <c:pt idx="6632">
                        <c:v>3597.2240000000002</c:v>
                      </c:pt>
                      <c:pt idx="6633">
                        <c:v>3597.7060000000001</c:v>
                      </c:pt>
                      <c:pt idx="6634">
                        <c:v>3598.1880000000001</c:v>
                      </c:pt>
                      <c:pt idx="6635">
                        <c:v>3598.6709999999998</c:v>
                      </c:pt>
                      <c:pt idx="6636">
                        <c:v>3599.1529999999998</c:v>
                      </c:pt>
                      <c:pt idx="6637">
                        <c:v>3599.6350000000002</c:v>
                      </c:pt>
                      <c:pt idx="6638">
                        <c:v>3600.1170000000002</c:v>
                      </c:pt>
                      <c:pt idx="6639">
                        <c:v>3600.5990000000002</c:v>
                      </c:pt>
                      <c:pt idx="6640">
                        <c:v>3601.0810000000001</c:v>
                      </c:pt>
                      <c:pt idx="6641">
                        <c:v>3601.5630000000001</c:v>
                      </c:pt>
                      <c:pt idx="6642">
                        <c:v>3602.0459999999998</c:v>
                      </c:pt>
                      <c:pt idx="6643">
                        <c:v>3602.5279999999998</c:v>
                      </c:pt>
                      <c:pt idx="6644">
                        <c:v>3603.01</c:v>
                      </c:pt>
                      <c:pt idx="6645">
                        <c:v>3603.4920000000002</c:v>
                      </c:pt>
                      <c:pt idx="6646">
                        <c:v>3603.9740000000002</c:v>
                      </c:pt>
                      <c:pt idx="6647">
                        <c:v>3604.4560000000001</c:v>
                      </c:pt>
                      <c:pt idx="6648">
                        <c:v>3604.9380000000001</c:v>
                      </c:pt>
                      <c:pt idx="6649">
                        <c:v>3605.42</c:v>
                      </c:pt>
                      <c:pt idx="6650">
                        <c:v>3605.9029999999998</c:v>
                      </c:pt>
                      <c:pt idx="6651">
                        <c:v>3606.3850000000002</c:v>
                      </c:pt>
                      <c:pt idx="6652">
                        <c:v>3606.8670000000002</c:v>
                      </c:pt>
                      <c:pt idx="6653">
                        <c:v>3607.3490000000002</c:v>
                      </c:pt>
                      <c:pt idx="6654">
                        <c:v>3607.8310000000001</c:v>
                      </c:pt>
                      <c:pt idx="6655">
                        <c:v>3608.3130000000001</c:v>
                      </c:pt>
                      <c:pt idx="6656">
                        <c:v>3608.7950000000001</c:v>
                      </c:pt>
                      <c:pt idx="6657">
                        <c:v>3609.2779999999998</c:v>
                      </c:pt>
                      <c:pt idx="6658">
                        <c:v>3609.76</c:v>
                      </c:pt>
                      <c:pt idx="6659">
                        <c:v>3610.2420000000002</c:v>
                      </c:pt>
                      <c:pt idx="6660">
                        <c:v>3610.7240000000002</c:v>
                      </c:pt>
                      <c:pt idx="6661">
                        <c:v>3611.2060000000001</c:v>
                      </c:pt>
                      <c:pt idx="6662">
                        <c:v>3611.6880000000001</c:v>
                      </c:pt>
                      <c:pt idx="6663">
                        <c:v>3612.17</c:v>
                      </c:pt>
                      <c:pt idx="6664">
                        <c:v>3612.6529999999998</c:v>
                      </c:pt>
                      <c:pt idx="6665">
                        <c:v>3613.1350000000002</c:v>
                      </c:pt>
                      <c:pt idx="6666">
                        <c:v>3613.6170000000002</c:v>
                      </c:pt>
                      <c:pt idx="6667">
                        <c:v>3614.0990000000002</c:v>
                      </c:pt>
                      <c:pt idx="6668">
                        <c:v>3614.5810000000001</c:v>
                      </c:pt>
                      <c:pt idx="6669">
                        <c:v>3615.0630000000001</c:v>
                      </c:pt>
                      <c:pt idx="6670">
                        <c:v>3615.5450000000001</c:v>
                      </c:pt>
                      <c:pt idx="6671">
                        <c:v>3616.0279999999998</c:v>
                      </c:pt>
                      <c:pt idx="6672">
                        <c:v>3616.51</c:v>
                      </c:pt>
                      <c:pt idx="6673">
                        <c:v>3616.9920000000002</c:v>
                      </c:pt>
                      <c:pt idx="6674">
                        <c:v>3617.4740000000002</c:v>
                      </c:pt>
                      <c:pt idx="6675">
                        <c:v>3617.9560000000001</c:v>
                      </c:pt>
                      <c:pt idx="6676">
                        <c:v>3618.4380000000001</c:v>
                      </c:pt>
                      <c:pt idx="6677">
                        <c:v>3618.92</c:v>
                      </c:pt>
                      <c:pt idx="6678">
                        <c:v>3619.4029999999998</c:v>
                      </c:pt>
                      <c:pt idx="6679">
                        <c:v>3619.8850000000002</c:v>
                      </c:pt>
                      <c:pt idx="6680">
                        <c:v>3620.3670000000002</c:v>
                      </c:pt>
                      <c:pt idx="6681">
                        <c:v>3620.8490000000002</c:v>
                      </c:pt>
                      <c:pt idx="6682">
                        <c:v>3621.3310000000001</c:v>
                      </c:pt>
                      <c:pt idx="6683">
                        <c:v>3621.8130000000001</c:v>
                      </c:pt>
                      <c:pt idx="6684">
                        <c:v>3622.2950000000001</c:v>
                      </c:pt>
                      <c:pt idx="6685">
                        <c:v>3622.777</c:v>
                      </c:pt>
                      <c:pt idx="6686">
                        <c:v>3623.26</c:v>
                      </c:pt>
                      <c:pt idx="6687">
                        <c:v>3623.7420000000002</c:v>
                      </c:pt>
                      <c:pt idx="6688">
                        <c:v>3624.2240000000002</c:v>
                      </c:pt>
                      <c:pt idx="6689">
                        <c:v>3624.7060000000001</c:v>
                      </c:pt>
                      <c:pt idx="6690">
                        <c:v>3625.1880000000001</c:v>
                      </c:pt>
                      <c:pt idx="6691">
                        <c:v>3625.67</c:v>
                      </c:pt>
                      <c:pt idx="6692">
                        <c:v>3626.152</c:v>
                      </c:pt>
                      <c:pt idx="6693">
                        <c:v>3626.6350000000002</c:v>
                      </c:pt>
                      <c:pt idx="6694">
                        <c:v>3627.1170000000002</c:v>
                      </c:pt>
                      <c:pt idx="6695">
                        <c:v>3627.5990000000002</c:v>
                      </c:pt>
                      <c:pt idx="6696">
                        <c:v>3628.0810000000001</c:v>
                      </c:pt>
                      <c:pt idx="6697">
                        <c:v>3628.5630000000001</c:v>
                      </c:pt>
                      <c:pt idx="6698">
                        <c:v>3629.0450000000001</c:v>
                      </c:pt>
                      <c:pt idx="6699">
                        <c:v>3629.527</c:v>
                      </c:pt>
                      <c:pt idx="6700">
                        <c:v>3630.01</c:v>
                      </c:pt>
                      <c:pt idx="6701">
                        <c:v>3630.4920000000002</c:v>
                      </c:pt>
                      <c:pt idx="6702">
                        <c:v>3630.9740000000002</c:v>
                      </c:pt>
                      <c:pt idx="6703">
                        <c:v>3631.4560000000001</c:v>
                      </c:pt>
                      <c:pt idx="6704">
                        <c:v>3631.9380000000001</c:v>
                      </c:pt>
                      <c:pt idx="6705">
                        <c:v>3632.42</c:v>
                      </c:pt>
                      <c:pt idx="6706">
                        <c:v>3632.902</c:v>
                      </c:pt>
                      <c:pt idx="6707">
                        <c:v>3633.3850000000002</c:v>
                      </c:pt>
                      <c:pt idx="6708">
                        <c:v>3633.8670000000002</c:v>
                      </c:pt>
                      <c:pt idx="6709">
                        <c:v>3634.3490000000002</c:v>
                      </c:pt>
                      <c:pt idx="6710">
                        <c:v>3634.8310000000001</c:v>
                      </c:pt>
                      <c:pt idx="6711">
                        <c:v>3635.3130000000001</c:v>
                      </c:pt>
                      <c:pt idx="6712">
                        <c:v>3635.7950000000001</c:v>
                      </c:pt>
                      <c:pt idx="6713">
                        <c:v>3636.277</c:v>
                      </c:pt>
                      <c:pt idx="6714">
                        <c:v>3636.76</c:v>
                      </c:pt>
                      <c:pt idx="6715">
                        <c:v>3637.241</c:v>
                      </c:pt>
                      <c:pt idx="6716">
                        <c:v>3637.7240000000002</c:v>
                      </c:pt>
                      <c:pt idx="6717">
                        <c:v>3638.2060000000001</c:v>
                      </c:pt>
                      <c:pt idx="6718">
                        <c:v>3638.6880000000001</c:v>
                      </c:pt>
                      <c:pt idx="6719">
                        <c:v>3639.17</c:v>
                      </c:pt>
                      <c:pt idx="6720">
                        <c:v>3639.652</c:v>
                      </c:pt>
                      <c:pt idx="6721">
                        <c:v>3640.134</c:v>
                      </c:pt>
                      <c:pt idx="6722">
                        <c:v>3640.616</c:v>
                      </c:pt>
                      <c:pt idx="6723">
                        <c:v>3641.0990000000002</c:v>
                      </c:pt>
                      <c:pt idx="6724">
                        <c:v>3641.5810000000001</c:v>
                      </c:pt>
                      <c:pt idx="6725">
                        <c:v>3642.0630000000001</c:v>
                      </c:pt>
                      <c:pt idx="6726">
                        <c:v>3642.5450000000001</c:v>
                      </c:pt>
                      <c:pt idx="6727">
                        <c:v>3643.027</c:v>
                      </c:pt>
                      <c:pt idx="6728">
                        <c:v>3643.509</c:v>
                      </c:pt>
                      <c:pt idx="6729">
                        <c:v>3643.991</c:v>
                      </c:pt>
                      <c:pt idx="6730">
                        <c:v>3644.4740000000002</c:v>
                      </c:pt>
                      <c:pt idx="6731">
                        <c:v>3644.9560000000001</c:v>
                      </c:pt>
                      <c:pt idx="6732">
                        <c:v>3645.4380000000001</c:v>
                      </c:pt>
                      <c:pt idx="6733">
                        <c:v>3645.92</c:v>
                      </c:pt>
                      <c:pt idx="6734">
                        <c:v>3646.402</c:v>
                      </c:pt>
                      <c:pt idx="6735">
                        <c:v>3646.884</c:v>
                      </c:pt>
                      <c:pt idx="6736">
                        <c:v>3647.366</c:v>
                      </c:pt>
                      <c:pt idx="6737">
                        <c:v>3647.8490000000002</c:v>
                      </c:pt>
                      <c:pt idx="6738">
                        <c:v>3648.3310000000001</c:v>
                      </c:pt>
                      <c:pt idx="6739">
                        <c:v>3648.8130000000001</c:v>
                      </c:pt>
                      <c:pt idx="6740">
                        <c:v>3649.2950000000001</c:v>
                      </c:pt>
                      <c:pt idx="6741">
                        <c:v>3649.777</c:v>
                      </c:pt>
                      <c:pt idx="6742">
                        <c:v>3650.259</c:v>
                      </c:pt>
                      <c:pt idx="6743">
                        <c:v>3650.741</c:v>
                      </c:pt>
                      <c:pt idx="6744">
                        <c:v>3651.2240000000002</c:v>
                      </c:pt>
                      <c:pt idx="6745">
                        <c:v>3651.7060000000001</c:v>
                      </c:pt>
                      <c:pt idx="6746">
                        <c:v>3652.1880000000001</c:v>
                      </c:pt>
                      <c:pt idx="6747">
                        <c:v>3652.67</c:v>
                      </c:pt>
                      <c:pt idx="6748">
                        <c:v>3653.152</c:v>
                      </c:pt>
                      <c:pt idx="6749">
                        <c:v>3653.634</c:v>
                      </c:pt>
                      <c:pt idx="6750">
                        <c:v>3654.116</c:v>
                      </c:pt>
                      <c:pt idx="6751">
                        <c:v>3654.598</c:v>
                      </c:pt>
                      <c:pt idx="6752">
                        <c:v>3655.0810000000001</c:v>
                      </c:pt>
                      <c:pt idx="6753">
                        <c:v>3655.5630000000001</c:v>
                      </c:pt>
                      <c:pt idx="6754">
                        <c:v>3656.0450000000001</c:v>
                      </c:pt>
                      <c:pt idx="6755">
                        <c:v>3656.527</c:v>
                      </c:pt>
                      <c:pt idx="6756">
                        <c:v>3657.009</c:v>
                      </c:pt>
                      <c:pt idx="6757">
                        <c:v>3657.491</c:v>
                      </c:pt>
                      <c:pt idx="6758">
                        <c:v>3657.973</c:v>
                      </c:pt>
                      <c:pt idx="6759">
                        <c:v>3658.4560000000001</c:v>
                      </c:pt>
                      <c:pt idx="6760">
                        <c:v>3658.9380000000001</c:v>
                      </c:pt>
                      <c:pt idx="6761">
                        <c:v>3659.42</c:v>
                      </c:pt>
                      <c:pt idx="6762">
                        <c:v>3659.902</c:v>
                      </c:pt>
                      <c:pt idx="6763">
                        <c:v>3660.384</c:v>
                      </c:pt>
                      <c:pt idx="6764">
                        <c:v>3660.866</c:v>
                      </c:pt>
                      <c:pt idx="6765">
                        <c:v>3661.348</c:v>
                      </c:pt>
                      <c:pt idx="6766">
                        <c:v>3661.8310000000001</c:v>
                      </c:pt>
                      <c:pt idx="6767">
                        <c:v>3662.3130000000001</c:v>
                      </c:pt>
                      <c:pt idx="6768">
                        <c:v>3662.7950000000001</c:v>
                      </c:pt>
                      <c:pt idx="6769">
                        <c:v>3663.277</c:v>
                      </c:pt>
                      <c:pt idx="6770">
                        <c:v>3663.759</c:v>
                      </c:pt>
                      <c:pt idx="6771">
                        <c:v>3664.241</c:v>
                      </c:pt>
                      <c:pt idx="6772">
                        <c:v>3664.723</c:v>
                      </c:pt>
                      <c:pt idx="6773">
                        <c:v>3665.2060000000001</c:v>
                      </c:pt>
                      <c:pt idx="6774">
                        <c:v>3665.6880000000001</c:v>
                      </c:pt>
                      <c:pt idx="6775">
                        <c:v>3666.17</c:v>
                      </c:pt>
                      <c:pt idx="6776">
                        <c:v>3666.652</c:v>
                      </c:pt>
                      <c:pt idx="6777">
                        <c:v>3667.134</c:v>
                      </c:pt>
                      <c:pt idx="6778">
                        <c:v>3667.616</c:v>
                      </c:pt>
                      <c:pt idx="6779">
                        <c:v>3668.098</c:v>
                      </c:pt>
                      <c:pt idx="6780">
                        <c:v>3668.5810000000001</c:v>
                      </c:pt>
                      <c:pt idx="6781">
                        <c:v>3669.0630000000001</c:v>
                      </c:pt>
                      <c:pt idx="6782">
                        <c:v>3669.5450000000001</c:v>
                      </c:pt>
                      <c:pt idx="6783">
                        <c:v>3670.027</c:v>
                      </c:pt>
                      <c:pt idx="6784">
                        <c:v>3670.509</c:v>
                      </c:pt>
                      <c:pt idx="6785">
                        <c:v>3670.991</c:v>
                      </c:pt>
                      <c:pt idx="6786">
                        <c:v>3671.473</c:v>
                      </c:pt>
                      <c:pt idx="6787">
                        <c:v>3671.9549999999999</c:v>
                      </c:pt>
                      <c:pt idx="6788">
                        <c:v>3672.4380000000001</c:v>
                      </c:pt>
                      <c:pt idx="6789">
                        <c:v>3672.92</c:v>
                      </c:pt>
                      <c:pt idx="6790">
                        <c:v>3673.402</c:v>
                      </c:pt>
                      <c:pt idx="6791">
                        <c:v>3673.884</c:v>
                      </c:pt>
                      <c:pt idx="6792">
                        <c:v>3674.366</c:v>
                      </c:pt>
                      <c:pt idx="6793">
                        <c:v>3674.848</c:v>
                      </c:pt>
                      <c:pt idx="6794">
                        <c:v>3675.33</c:v>
                      </c:pt>
                      <c:pt idx="6795">
                        <c:v>3675.8130000000001</c:v>
                      </c:pt>
                      <c:pt idx="6796">
                        <c:v>3676.2950000000001</c:v>
                      </c:pt>
                      <c:pt idx="6797">
                        <c:v>3676.777</c:v>
                      </c:pt>
                      <c:pt idx="6798">
                        <c:v>3677.259</c:v>
                      </c:pt>
                      <c:pt idx="6799">
                        <c:v>3677.741</c:v>
                      </c:pt>
                      <c:pt idx="6800">
                        <c:v>3678.223</c:v>
                      </c:pt>
                      <c:pt idx="6801">
                        <c:v>3678.7049999999999</c:v>
                      </c:pt>
                      <c:pt idx="6802">
                        <c:v>3679.1880000000001</c:v>
                      </c:pt>
                      <c:pt idx="6803">
                        <c:v>3679.67</c:v>
                      </c:pt>
                      <c:pt idx="6804">
                        <c:v>3680.152</c:v>
                      </c:pt>
                      <c:pt idx="6805">
                        <c:v>3680.634</c:v>
                      </c:pt>
                      <c:pt idx="6806">
                        <c:v>3681.116</c:v>
                      </c:pt>
                      <c:pt idx="6807">
                        <c:v>3681.598</c:v>
                      </c:pt>
                      <c:pt idx="6808">
                        <c:v>3682.08</c:v>
                      </c:pt>
                      <c:pt idx="6809">
                        <c:v>3682.5630000000001</c:v>
                      </c:pt>
                      <c:pt idx="6810">
                        <c:v>3683.0450000000001</c:v>
                      </c:pt>
                      <c:pt idx="6811">
                        <c:v>3683.527</c:v>
                      </c:pt>
                      <c:pt idx="6812">
                        <c:v>3684.009</c:v>
                      </c:pt>
                      <c:pt idx="6813">
                        <c:v>3684.491</c:v>
                      </c:pt>
                      <c:pt idx="6814">
                        <c:v>3684.973</c:v>
                      </c:pt>
                      <c:pt idx="6815">
                        <c:v>3685.4549999999999</c:v>
                      </c:pt>
                      <c:pt idx="6816">
                        <c:v>3685.9380000000001</c:v>
                      </c:pt>
                      <c:pt idx="6817">
                        <c:v>3686.4189999999999</c:v>
                      </c:pt>
                      <c:pt idx="6818">
                        <c:v>3686.902</c:v>
                      </c:pt>
                      <c:pt idx="6819">
                        <c:v>3687.384</c:v>
                      </c:pt>
                      <c:pt idx="6820">
                        <c:v>3687.866</c:v>
                      </c:pt>
                      <c:pt idx="6821">
                        <c:v>3688.348</c:v>
                      </c:pt>
                      <c:pt idx="6822">
                        <c:v>3688.83</c:v>
                      </c:pt>
                      <c:pt idx="6823">
                        <c:v>3689.3119999999999</c:v>
                      </c:pt>
                      <c:pt idx="6824">
                        <c:v>3689.7939999999999</c:v>
                      </c:pt>
                      <c:pt idx="6825">
                        <c:v>3690.277</c:v>
                      </c:pt>
                      <c:pt idx="6826">
                        <c:v>3690.759</c:v>
                      </c:pt>
                      <c:pt idx="6827">
                        <c:v>3691.241</c:v>
                      </c:pt>
                      <c:pt idx="6828">
                        <c:v>3691.723</c:v>
                      </c:pt>
                      <c:pt idx="6829">
                        <c:v>3692.2049999999999</c:v>
                      </c:pt>
                      <c:pt idx="6830">
                        <c:v>3692.6869999999999</c:v>
                      </c:pt>
                      <c:pt idx="6831">
                        <c:v>3693.1689999999999</c:v>
                      </c:pt>
                      <c:pt idx="6832">
                        <c:v>3693.652</c:v>
                      </c:pt>
                      <c:pt idx="6833">
                        <c:v>3694.134</c:v>
                      </c:pt>
                      <c:pt idx="6834">
                        <c:v>3694.616</c:v>
                      </c:pt>
                      <c:pt idx="6835">
                        <c:v>3695.098</c:v>
                      </c:pt>
                      <c:pt idx="6836">
                        <c:v>3695.58</c:v>
                      </c:pt>
                      <c:pt idx="6837">
                        <c:v>3696.0619999999999</c:v>
                      </c:pt>
                      <c:pt idx="6838">
                        <c:v>3696.5439999999999</c:v>
                      </c:pt>
                      <c:pt idx="6839">
                        <c:v>3697.027</c:v>
                      </c:pt>
                      <c:pt idx="6840">
                        <c:v>3697.509</c:v>
                      </c:pt>
                      <c:pt idx="6841">
                        <c:v>3697.991</c:v>
                      </c:pt>
                      <c:pt idx="6842">
                        <c:v>3698.473</c:v>
                      </c:pt>
                      <c:pt idx="6843">
                        <c:v>3698.9549999999999</c:v>
                      </c:pt>
                      <c:pt idx="6844">
                        <c:v>3699.4369999999999</c:v>
                      </c:pt>
                      <c:pt idx="6845">
                        <c:v>3699.9189999999999</c:v>
                      </c:pt>
                      <c:pt idx="6846">
                        <c:v>3700.402</c:v>
                      </c:pt>
                      <c:pt idx="6847">
                        <c:v>3700.884</c:v>
                      </c:pt>
                      <c:pt idx="6848">
                        <c:v>3701.366</c:v>
                      </c:pt>
                      <c:pt idx="6849">
                        <c:v>3701.848</c:v>
                      </c:pt>
                      <c:pt idx="6850">
                        <c:v>3702.33</c:v>
                      </c:pt>
                      <c:pt idx="6851">
                        <c:v>3702.8119999999999</c:v>
                      </c:pt>
                      <c:pt idx="6852">
                        <c:v>3703.2939999999999</c:v>
                      </c:pt>
                      <c:pt idx="6853">
                        <c:v>3703.7759999999998</c:v>
                      </c:pt>
                      <c:pt idx="6854">
                        <c:v>3704.259</c:v>
                      </c:pt>
                      <c:pt idx="6855">
                        <c:v>3704.741</c:v>
                      </c:pt>
                      <c:pt idx="6856">
                        <c:v>3705.223</c:v>
                      </c:pt>
                      <c:pt idx="6857">
                        <c:v>3705.7049999999999</c:v>
                      </c:pt>
                      <c:pt idx="6858">
                        <c:v>3706.1869999999999</c:v>
                      </c:pt>
                      <c:pt idx="6859">
                        <c:v>3706.6689999999999</c:v>
                      </c:pt>
                      <c:pt idx="6860">
                        <c:v>3707.1509999999998</c:v>
                      </c:pt>
                      <c:pt idx="6861">
                        <c:v>3707.634</c:v>
                      </c:pt>
                      <c:pt idx="6862">
                        <c:v>3708.116</c:v>
                      </c:pt>
                      <c:pt idx="6863">
                        <c:v>3708.598</c:v>
                      </c:pt>
                      <c:pt idx="6864">
                        <c:v>3709.08</c:v>
                      </c:pt>
                      <c:pt idx="6865">
                        <c:v>3709.5619999999999</c:v>
                      </c:pt>
                      <c:pt idx="6866">
                        <c:v>3710.0439999999999</c:v>
                      </c:pt>
                      <c:pt idx="6867">
                        <c:v>3710.5259999999998</c:v>
                      </c:pt>
                      <c:pt idx="6868">
                        <c:v>3711.009</c:v>
                      </c:pt>
                      <c:pt idx="6869">
                        <c:v>3711.491</c:v>
                      </c:pt>
                      <c:pt idx="6870">
                        <c:v>3711.973</c:v>
                      </c:pt>
                      <c:pt idx="6871">
                        <c:v>3712.4549999999999</c:v>
                      </c:pt>
                      <c:pt idx="6872">
                        <c:v>3712.9369999999999</c:v>
                      </c:pt>
                      <c:pt idx="6873">
                        <c:v>3713.4189999999999</c:v>
                      </c:pt>
                      <c:pt idx="6874">
                        <c:v>3713.9009999999998</c:v>
                      </c:pt>
                      <c:pt idx="6875">
                        <c:v>3714.384</c:v>
                      </c:pt>
                      <c:pt idx="6876">
                        <c:v>3714.866</c:v>
                      </c:pt>
                      <c:pt idx="6877">
                        <c:v>3715.348</c:v>
                      </c:pt>
                      <c:pt idx="6878">
                        <c:v>3715.83</c:v>
                      </c:pt>
                      <c:pt idx="6879">
                        <c:v>3716.3119999999999</c:v>
                      </c:pt>
                      <c:pt idx="6880">
                        <c:v>3716.7939999999999</c:v>
                      </c:pt>
                      <c:pt idx="6881">
                        <c:v>3717.2759999999998</c:v>
                      </c:pt>
                      <c:pt idx="6882">
                        <c:v>3717.759</c:v>
                      </c:pt>
                      <c:pt idx="6883">
                        <c:v>3718.24</c:v>
                      </c:pt>
                      <c:pt idx="6884">
                        <c:v>3718.723</c:v>
                      </c:pt>
                      <c:pt idx="6885">
                        <c:v>3719.2049999999999</c:v>
                      </c:pt>
                      <c:pt idx="6886">
                        <c:v>3719.6869999999999</c:v>
                      </c:pt>
                      <c:pt idx="6887">
                        <c:v>3720.1689999999999</c:v>
                      </c:pt>
                      <c:pt idx="6888">
                        <c:v>3720.6509999999998</c:v>
                      </c:pt>
                      <c:pt idx="6889">
                        <c:v>3721.1329999999998</c:v>
                      </c:pt>
                      <c:pt idx="6890">
                        <c:v>3721.6149999999998</c:v>
                      </c:pt>
                      <c:pt idx="6891">
                        <c:v>3722.098</c:v>
                      </c:pt>
                      <c:pt idx="6892">
                        <c:v>3722.58</c:v>
                      </c:pt>
                      <c:pt idx="6893">
                        <c:v>3723.0619999999999</c:v>
                      </c:pt>
                      <c:pt idx="6894">
                        <c:v>3723.5439999999999</c:v>
                      </c:pt>
                      <c:pt idx="6895">
                        <c:v>3724.0259999999998</c:v>
                      </c:pt>
                      <c:pt idx="6896">
                        <c:v>3724.5079999999998</c:v>
                      </c:pt>
                      <c:pt idx="6897">
                        <c:v>3724.99</c:v>
                      </c:pt>
                      <c:pt idx="6898">
                        <c:v>3725.473</c:v>
                      </c:pt>
                      <c:pt idx="6899">
                        <c:v>3725.9549999999999</c:v>
                      </c:pt>
                      <c:pt idx="6900">
                        <c:v>3726.4369999999999</c:v>
                      </c:pt>
                      <c:pt idx="6901">
                        <c:v>3726.9189999999999</c:v>
                      </c:pt>
                      <c:pt idx="6902">
                        <c:v>3727.4009999999998</c:v>
                      </c:pt>
                      <c:pt idx="6903">
                        <c:v>3727.8829999999998</c:v>
                      </c:pt>
                      <c:pt idx="6904">
                        <c:v>3728.3649999999998</c:v>
                      </c:pt>
                      <c:pt idx="6905">
                        <c:v>3728.848</c:v>
                      </c:pt>
                      <c:pt idx="6906">
                        <c:v>3729.33</c:v>
                      </c:pt>
                      <c:pt idx="6907">
                        <c:v>3729.8119999999999</c:v>
                      </c:pt>
                      <c:pt idx="6908">
                        <c:v>3730.2939999999999</c:v>
                      </c:pt>
                      <c:pt idx="6909">
                        <c:v>3730.7759999999998</c:v>
                      </c:pt>
                      <c:pt idx="6910">
                        <c:v>3731.2579999999998</c:v>
                      </c:pt>
                      <c:pt idx="6911">
                        <c:v>3731.74</c:v>
                      </c:pt>
                      <c:pt idx="6912">
                        <c:v>3732.223</c:v>
                      </c:pt>
                      <c:pt idx="6913">
                        <c:v>3732.7049999999999</c:v>
                      </c:pt>
                      <c:pt idx="6914">
                        <c:v>3733.1869999999999</c:v>
                      </c:pt>
                      <c:pt idx="6915">
                        <c:v>3733.6689999999999</c:v>
                      </c:pt>
                      <c:pt idx="6916">
                        <c:v>3734.1509999999998</c:v>
                      </c:pt>
                      <c:pt idx="6917">
                        <c:v>3734.6329999999998</c:v>
                      </c:pt>
                      <c:pt idx="6918">
                        <c:v>3735.1149999999998</c:v>
                      </c:pt>
                      <c:pt idx="6919">
                        <c:v>3735.5970000000002</c:v>
                      </c:pt>
                      <c:pt idx="6920">
                        <c:v>3736.08</c:v>
                      </c:pt>
                      <c:pt idx="6921">
                        <c:v>3736.5619999999999</c:v>
                      </c:pt>
                      <c:pt idx="6922">
                        <c:v>3737.0439999999999</c:v>
                      </c:pt>
                      <c:pt idx="6923">
                        <c:v>3737.5259999999998</c:v>
                      </c:pt>
                      <c:pt idx="6924">
                        <c:v>3738.0079999999998</c:v>
                      </c:pt>
                      <c:pt idx="6925">
                        <c:v>3738.49</c:v>
                      </c:pt>
                      <c:pt idx="6926">
                        <c:v>3738.9720000000002</c:v>
                      </c:pt>
                      <c:pt idx="6927">
                        <c:v>3739.4549999999999</c:v>
                      </c:pt>
                      <c:pt idx="6928">
                        <c:v>3739.9369999999999</c:v>
                      </c:pt>
                      <c:pt idx="6929">
                        <c:v>3740.4189999999999</c:v>
                      </c:pt>
                      <c:pt idx="6930">
                        <c:v>3740.9009999999998</c:v>
                      </c:pt>
                      <c:pt idx="6931">
                        <c:v>3741.3829999999998</c:v>
                      </c:pt>
                      <c:pt idx="6932">
                        <c:v>3741.8649999999998</c:v>
                      </c:pt>
                      <c:pt idx="6933">
                        <c:v>3742.3470000000002</c:v>
                      </c:pt>
                      <c:pt idx="6934">
                        <c:v>3742.83</c:v>
                      </c:pt>
                      <c:pt idx="6935">
                        <c:v>3743.3119999999999</c:v>
                      </c:pt>
                      <c:pt idx="6936">
                        <c:v>3743.7939999999999</c:v>
                      </c:pt>
                      <c:pt idx="6937">
                        <c:v>3744.2759999999998</c:v>
                      </c:pt>
                      <c:pt idx="6938">
                        <c:v>3744.7579999999998</c:v>
                      </c:pt>
                      <c:pt idx="6939">
                        <c:v>3745.24</c:v>
                      </c:pt>
                      <c:pt idx="6940">
                        <c:v>3745.7220000000002</c:v>
                      </c:pt>
                      <c:pt idx="6941">
                        <c:v>3746.2049999999999</c:v>
                      </c:pt>
                      <c:pt idx="6942">
                        <c:v>3746.6869999999999</c:v>
                      </c:pt>
                      <c:pt idx="6943">
                        <c:v>3747.1689999999999</c:v>
                      </c:pt>
                      <c:pt idx="6944">
                        <c:v>3747.6509999999998</c:v>
                      </c:pt>
                      <c:pt idx="6945">
                        <c:v>3748.1329999999998</c:v>
                      </c:pt>
                      <c:pt idx="6946">
                        <c:v>3748.6149999999998</c:v>
                      </c:pt>
                      <c:pt idx="6947">
                        <c:v>3749.0970000000002</c:v>
                      </c:pt>
                      <c:pt idx="6948">
                        <c:v>3749.58</c:v>
                      </c:pt>
                      <c:pt idx="6949">
                        <c:v>3750.0619999999999</c:v>
                      </c:pt>
                      <c:pt idx="6950">
                        <c:v>3750.5439999999999</c:v>
                      </c:pt>
                      <c:pt idx="6951">
                        <c:v>3751.0259999999998</c:v>
                      </c:pt>
                      <c:pt idx="6952">
                        <c:v>3751.5079999999998</c:v>
                      </c:pt>
                      <c:pt idx="6953">
                        <c:v>3751.99</c:v>
                      </c:pt>
                      <c:pt idx="6954">
                        <c:v>3752.4720000000002</c:v>
                      </c:pt>
                      <c:pt idx="6955">
                        <c:v>3752.9540000000002</c:v>
                      </c:pt>
                      <c:pt idx="6956">
                        <c:v>3753.4369999999999</c:v>
                      </c:pt>
                      <c:pt idx="6957">
                        <c:v>3753.9189999999999</c:v>
                      </c:pt>
                      <c:pt idx="6958">
                        <c:v>3754.4009999999998</c:v>
                      </c:pt>
                      <c:pt idx="6959">
                        <c:v>3754.8829999999998</c:v>
                      </c:pt>
                      <c:pt idx="6960">
                        <c:v>3755.3649999999998</c:v>
                      </c:pt>
                      <c:pt idx="6961">
                        <c:v>3755.8470000000002</c:v>
                      </c:pt>
                      <c:pt idx="6962">
                        <c:v>3756.3290000000002</c:v>
                      </c:pt>
                      <c:pt idx="6963">
                        <c:v>3756.8119999999999</c:v>
                      </c:pt>
                      <c:pt idx="6964">
                        <c:v>3757.2939999999999</c:v>
                      </c:pt>
                      <c:pt idx="6965">
                        <c:v>3757.7759999999998</c:v>
                      </c:pt>
                      <c:pt idx="6966">
                        <c:v>3758.2579999999998</c:v>
                      </c:pt>
                      <c:pt idx="6967">
                        <c:v>3758.74</c:v>
                      </c:pt>
                      <c:pt idx="6968">
                        <c:v>3759.2220000000002</c:v>
                      </c:pt>
                      <c:pt idx="6969">
                        <c:v>3759.7040000000002</c:v>
                      </c:pt>
                      <c:pt idx="6970">
                        <c:v>3760.1869999999999</c:v>
                      </c:pt>
                      <c:pt idx="6971">
                        <c:v>3760.6689999999999</c:v>
                      </c:pt>
                      <c:pt idx="6972">
                        <c:v>3761.1509999999998</c:v>
                      </c:pt>
                      <c:pt idx="6973">
                        <c:v>3761.6329999999998</c:v>
                      </c:pt>
                      <c:pt idx="6974">
                        <c:v>3762.1149999999998</c:v>
                      </c:pt>
                      <c:pt idx="6975">
                        <c:v>3762.5970000000002</c:v>
                      </c:pt>
                      <c:pt idx="6976">
                        <c:v>3763.0790000000002</c:v>
                      </c:pt>
                      <c:pt idx="6977">
                        <c:v>3763.5619999999999</c:v>
                      </c:pt>
                      <c:pt idx="6978">
                        <c:v>3764.0439999999999</c:v>
                      </c:pt>
                      <c:pt idx="6979">
                        <c:v>3764.5259999999998</c:v>
                      </c:pt>
                      <c:pt idx="6980">
                        <c:v>3765.0079999999998</c:v>
                      </c:pt>
                      <c:pt idx="6981">
                        <c:v>3765.49</c:v>
                      </c:pt>
                      <c:pt idx="6982">
                        <c:v>3765.9720000000002</c:v>
                      </c:pt>
                      <c:pt idx="6983">
                        <c:v>3766.4540000000002</c:v>
                      </c:pt>
                      <c:pt idx="6984">
                        <c:v>3766.9369999999999</c:v>
                      </c:pt>
                      <c:pt idx="6985">
                        <c:v>3767.4180000000001</c:v>
                      </c:pt>
                      <c:pt idx="6986">
                        <c:v>3767.9009999999998</c:v>
                      </c:pt>
                      <c:pt idx="6987">
                        <c:v>3768.3829999999998</c:v>
                      </c:pt>
                      <c:pt idx="6988">
                        <c:v>3768.8649999999998</c:v>
                      </c:pt>
                      <c:pt idx="6989">
                        <c:v>3769.3470000000002</c:v>
                      </c:pt>
                      <c:pt idx="6990">
                        <c:v>3769.8290000000002</c:v>
                      </c:pt>
                      <c:pt idx="6991">
                        <c:v>3770.3110000000001</c:v>
                      </c:pt>
                      <c:pt idx="6992">
                        <c:v>3770.7930000000001</c:v>
                      </c:pt>
                      <c:pt idx="6993">
                        <c:v>3771.2759999999998</c:v>
                      </c:pt>
                      <c:pt idx="6994">
                        <c:v>3771.7579999999998</c:v>
                      </c:pt>
                      <c:pt idx="6995">
                        <c:v>3772.24</c:v>
                      </c:pt>
                      <c:pt idx="6996">
                        <c:v>3772.7220000000002</c:v>
                      </c:pt>
                      <c:pt idx="6997">
                        <c:v>3773.2040000000002</c:v>
                      </c:pt>
                      <c:pt idx="6998">
                        <c:v>3773.6860000000001</c:v>
                      </c:pt>
                      <c:pt idx="6999">
                        <c:v>3774.1680000000001</c:v>
                      </c:pt>
                      <c:pt idx="7000">
                        <c:v>3774.6509999999998</c:v>
                      </c:pt>
                      <c:pt idx="7001">
                        <c:v>3775.1329999999998</c:v>
                      </c:pt>
                      <c:pt idx="7002">
                        <c:v>3775.6149999999998</c:v>
                      </c:pt>
                      <c:pt idx="7003">
                        <c:v>3776.0970000000002</c:v>
                      </c:pt>
                      <c:pt idx="7004">
                        <c:v>3776.5790000000002</c:v>
                      </c:pt>
                      <c:pt idx="7005">
                        <c:v>3777.0610000000001</c:v>
                      </c:pt>
                      <c:pt idx="7006">
                        <c:v>3777.5430000000001</c:v>
                      </c:pt>
                      <c:pt idx="7007">
                        <c:v>3778.0259999999998</c:v>
                      </c:pt>
                      <c:pt idx="7008">
                        <c:v>3778.5079999999998</c:v>
                      </c:pt>
                      <c:pt idx="7009">
                        <c:v>3778.99</c:v>
                      </c:pt>
                      <c:pt idx="7010">
                        <c:v>3779.4720000000002</c:v>
                      </c:pt>
                      <c:pt idx="7011">
                        <c:v>3779.9540000000002</c:v>
                      </c:pt>
                      <c:pt idx="7012">
                        <c:v>3780.4360000000001</c:v>
                      </c:pt>
                      <c:pt idx="7013">
                        <c:v>3780.9180000000001</c:v>
                      </c:pt>
                      <c:pt idx="7014">
                        <c:v>3781.4009999999998</c:v>
                      </c:pt>
                      <c:pt idx="7015">
                        <c:v>3781.8829999999998</c:v>
                      </c:pt>
                      <c:pt idx="7016">
                        <c:v>3782.3649999999998</c:v>
                      </c:pt>
                      <c:pt idx="7017">
                        <c:v>3782.8470000000002</c:v>
                      </c:pt>
                      <c:pt idx="7018">
                        <c:v>3783.3290000000002</c:v>
                      </c:pt>
                      <c:pt idx="7019">
                        <c:v>3783.8110000000001</c:v>
                      </c:pt>
                      <c:pt idx="7020">
                        <c:v>3784.2930000000001</c:v>
                      </c:pt>
                      <c:pt idx="7021">
                        <c:v>3784.7750000000001</c:v>
                      </c:pt>
                      <c:pt idx="7022">
                        <c:v>3785.2579999999998</c:v>
                      </c:pt>
                      <c:pt idx="7023">
                        <c:v>3785.74</c:v>
                      </c:pt>
                      <c:pt idx="7024">
                        <c:v>3786.2220000000002</c:v>
                      </c:pt>
                      <c:pt idx="7025">
                        <c:v>3786.7040000000002</c:v>
                      </c:pt>
                      <c:pt idx="7026">
                        <c:v>3787.1860000000001</c:v>
                      </c:pt>
                      <c:pt idx="7027">
                        <c:v>3787.6680000000001</c:v>
                      </c:pt>
                      <c:pt idx="7028">
                        <c:v>3788.15</c:v>
                      </c:pt>
                      <c:pt idx="7029">
                        <c:v>3788.6329999999998</c:v>
                      </c:pt>
                      <c:pt idx="7030">
                        <c:v>3789.1149999999998</c:v>
                      </c:pt>
                      <c:pt idx="7031">
                        <c:v>3789.5970000000002</c:v>
                      </c:pt>
                      <c:pt idx="7032">
                        <c:v>3790.0790000000002</c:v>
                      </c:pt>
                      <c:pt idx="7033">
                        <c:v>3790.5610000000001</c:v>
                      </c:pt>
                      <c:pt idx="7034">
                        <c:v>3791.0430000000001</c:v>
                      </c:pt>
                      <c:pt idx="7035">
                        <c:v>3791.5250000000001</c:v>
                      </c:pt>
                      <c:pt idx="7036">
                        <c:v>3792.0079999999998</c:v>
                      </c:pt>
                      <c:pt idx="7037">
                        <c:v>3792.49</c:v>
                      </c:pt>
                      <c:pt idx="7038">
                        <c:v>3792.9720000000002</c:v>
                      </c:pt>
                      <c:pt idx="7039">
                        <c:v>3793.4540000000002</c:v>
                      </c:pt>
                      <c:pt idx="7040">
                        <c:v>3793.9360000000001</c:v>
                      </c:pt>
                      <c:pt idx="7041">
                        <c:v>3794.4180000000001</c:v>
                      </c:pt>
                      <c:pt idx="7042">
                        <c:v>3794.9</c:v>
                      </c:pt>
                      <c:pt idx="7043">
                        <c:v>3795.3829999999998</c:v>
                      </c:pt>
                      <c:pt idx="7044">
                        <c:v>3795.8649999999998</c:v>
                      </c:pt>
                      <c:pt idx="7045">
                        <c:v>3796.3470000000002</c:v>
                      </c:pt>
                      <c:pt idx="7046">
                        <c:v>3796.8290000000002</c:v>
                      </c:pt>
                      <c:pt idx="7047">
                        <c:v>3797.3110000000001</c:v>
                      </c:pt>
                      <c:pt idx="7048">
                        <c:v>3797.7930000000001</c:v>
                      </c:pt>
                      <c:pt idx="7049">
                        <c:v>3798.2750000000001</c:v>
                      </c:pt>
                      <c:pt idx="7050">
                        <c:v>3798.7579999999998</c:v>
                      </c:pt>
                      <c:pt idx="7051">
                        <c:v>3799.24</c:v>
                      </c:pt>
                      <c:pt idx="7052">
                        <c:v>3799.7220000000002</c:v>
                      </c:pt>
                      <c:pt idx="7053">
                        <c:v>3800.2040000000002</c:v>
                      </c:pt>
                      <c:pt idx="7054">
                        <c:v>3800.6860000000001</c:v>
                      </c:pt>
                      <c:pt idx="7055">
                        <c:v>3801.1680000000001</c:v>
                      </c:pt>
                      <c:pt idx="7056">
                        <c:v>3801.65</c:v>
                      </c:pt>
                      <c:pt idx="7057">
                        <c:v>3802.1320000000001</c:v>
                      </c:pt>
                      <c:pt idx="7058">
                        <c:v>3802.6149999999998</c:v>
                      </c:pt>
                      <c:pt idx="7059">
                        <c:v>3803.0970000000002</c:v>
                      </c:pt>
                      <c:pt idx="7060">
                        <c:v>3803.5790000000002</c:v>
                      </c:pt>
                      <c:pt idx="7061">
                        <c:v>3804.0610000000001</c:v>
                      </c:pt>
                      <c:pt idx="7062">
                        <c:v>3804.5430000000001</c:v>
                      </c:pt>
                      <c:pt idx="7063">
                        <c:v>3805.0250000000001</c:v>
                      </c:pt>
                      <c:pt idx="7064">
                        <c:v>3805.5070000000001</c:v>
                      </c:pt>
                      <c:pt idx="7065">
                        <c:v>3805.99</c:v>
                      </c:pt>
                      <c:pt idx="7066">
                        <c:v>3806.4720000000002</c:v>
                      </c:pt>
                      <c:pt idx="7067">
                        <c:v>3806.9540000000002</c:v>
                      </c:pt>
                      <c:pt idx="7068">
                        <c:v>3807.4360000000001</c:v>
                      </c:pt>
                      <c:pt idx="7069">
                        <c:v>3807.9180000000001</c:v>
                      </c:pt>
                      <c:pt idx="7070">
                        <c:v>3808.4</c:v>
                      </c:pt>
                      <c:pt idx="7071">
                        <c:v>3808.8820000000001</c:v>
                      </c:pt>
                      <c:pt idx="7072">
                        <c:v>3809.3649999999998</c:v>
                      </c:pt>
                      <c:pt idx="7073">
                        <c:v>3809.8470000000002</c:v>
                      </c:pt>
                      <c:pt idx="7074">
                        <c:v>3810.3290000000002</c:v>
                      </c:pt>
                      <c:pt idx="7075">
                        <c:v>3810.8110000000001</c:v>
                      </c:pt>
                      <c:pt idx="7076">
                        <c:v>3811.2930000000001</c:v>
                      </c:pt>
                      <c:pt idx="7077">
                        <c:v>3811.7750000000001</c:v>
                      </c:pt>
                      <c:pt idx="7078">
                        <c:v>3812.2570000000001</c:v>
                      </c:pt>
                      <c:pt idx="7079">
                        <c:v>3812.74</c:v>
                      </c:pt>
                      <c:pt idx="7080">
                        <c:v>3813.2220000000002</c:v>
                      </c:pt>
                      <c:pt idx="7081">
                        <c:v>3813.7040000000002</c:v>
                      </c:pt>
                      <c:pt idx="7082">
                        <c:v>3814.1860000000001</c:v>
                      </c:pt>
                      <c:pt idx="7083">
                        <c:v>3814.6680000000001</c:v>
                      </c:pt>
                      <c:pt idx="7084">
                        <c:v>3815.15</c:v>
                      </c:pt>
                      <c:pt idx="7085">
                        <c:v>3815.6320000000001</c:v>
                      </c:pt>
                      <c:pt idx="7086">
                        <c:v>3816.1149999999998</c:v>
                      </c:pt>
                      <c:pt idx="7087">
                        <c:v>3816.596</c:v>
                      </c:pt>
                      <c:pt idx="7088">
                        <c:v>3817.0790000000002</c:v>
                      </c:pt>
                      <c:pt idx="7089">
                        <c:v>3817.5610000000001</c:v>
                      </c:pt>
                      <c:pt idx="7090">
                        <c:v>3818.0430000000001</c:v>
                      </c:pt>
                      <c:pt idx="7091">
                        <c:v>3818.5250000000001</c:v>
                      </c:pt>
                      <c:pt idx="7092">
                        <c:v>3819.0070000000001</c:v>
                      </c:pt>
                      <c:pt idx="7093">
                        <c:v>3819.489</c:v>
                      </c:pt>
                      <c:pt idx="7094">
                        <c:v>3819.971</c:v>
                      </c:pt>
                      <c:pt idx="7095">
                        <c:v>3820.4540000000002</c:v>
                      </c:pt>
                      <c:pt idx="7096">
                        <c:v>3820.9360000000001</c:v>
                      </c:pt>
                      <c:pt idx="7097">
                        <c:v>3821.4180000000001</c:v>
                      </c:pt>
                      <c:pt idx="7098">
                        <c:v>3821.9</c:v>
                      </c:pt>
                      <c:pt idx="7099">
                        <c:v>3822.3820000000001</c:v>
                      </c:pt>
                      <c:pt idx="7100">
                        <c:v>3822.864</c:v>
                      </c:pt>
                      <c:pt idx="7101">
                        <c:v>3823.346</c:v>
                      </c:pt>
                      <c:pt idx="7102">
                        <c:v>3823.8290000000002</c:v>
                      </c:pt>
                      <c:pt idx="7103">
                        <c:v>3824.3110000000001</c:v>
                      </c:pt>
                      <c:pt idx="7104">
                        <c:v>3824.7930000000001</c:v>
                      </c:pt>
                      <c:pt idx="7105">
                        <c:v>3825.2750000000001</c:v>
                      </c:pt>
                      <c:pt idx="7106">
                        <c:v>3825.7570000000001</c:v>
                      </c:pt>
                      <c:pt idx="7107">
                        <c:v>3826.239</c:v>
                      </c:pt>
                      <c:pt idx="7108">
                        <c:v>3826.721</c:v>
                      </c:pt>
                      <c:pt idx="7109">
                        <c:v>3827.2040000000002</c:v>
                      </c:pt>
                      <c:pt idx="7110">
                        <c:v>3827.6860000000001</c:v>
                      </c:pt>
                      <c:pt idx="7111">
                        <c:v>3828.1680000000001</c:v>
                      </c:pt>
                      <c:pt idx="7112">
                        <c:v>3828.65</c:v>
                      </c:pt>
                      <c:pt idx="7113">
                        <c:v>3829.1320000000001</c:v>
                      </c:pt>
                      <c:pt idx="7114">
                        <c:v>3829.614</c:v>
                      </c:pt>
                      <c:pt idx="7115">
                        <c:v>3830.096</c:v>
                      </c:pt>
                      <c:pt idx="7116">
                        <c:v>3830.5790000000002</c:v>
                      </c:pt>
                      <c:pt idx="7117">
                        <c:v>3831.0610000000001</c:v>
                      </c:pt>
                      <c:pt idx="7118">
                        <c:v>3831.5430000000001</c:v>
                      </c:pt>
                      <c:pt idx="7119">
                        <c:v>3832.0250000000001</c:v>
                      </c:pt>
                      <c:pt idx="7120">
                        <c:v>3832.5070000000001</c:v>
                      </c:pt>
                      <c:pt idx="7121">
                        <c:v>3832.989</c:v>
                      </c:pt>
                      <c:pt idx="7122">
                        <c:v>3833.471</c:v>
                      </c:pt>
                      <c:pt idx="7123">
                        <c:v>3833.953</c:v>
                      </c:pt>
                      <c:pt idx="7124">
                        <c:v>3834.4360000000001</c:v>
                      </c:pt>
                      <c:pt idx="7125">
                        <c:v>3834.9180000000001</c:v>
                      </c:pt>
                      <c:pt idx="7126">
                        <c:v>3835.4</c:v>
                      </c:pt>
                      <c:pt idx="7127">
                        <c:v>3835.8820000000001</c:v>
                      </c:pt>
                      <c:pt idx="7128">
                        <c:v>3836.364</c:v>
                      </c:pt>
                      <c:pt idx="7129">
                        <c:v>3836.846</c:v>
                      </c:pt>
                      <c:pt idx="7130">
                        <c:v>3837.328</c:v>
                      </c:pt>
                      <c:pt idx="7131">
                        <c:v>3837.8110000000001</c:v>
                      </c:pt>
                      <c:pt idx="7132">
                        <c:v>3838.2930000000001</c:v>
                      </c:pt>
                      <c:pt idx="7133">
                        <c:v>3838.7750000000001</c:v>
                      </c:pt>
                      <c:pt idx="7134">
                        <c:v>3839.2570000000001</c:v>
                      </c:pt>
                      <c:pt idx="7135">
                        <c:v>3839.739</c:v>
                      </c:pt>
                      <c:pt idx="7136">
                        <c:v>3840.221</c:v>
                      </c:pt>
                      <c:pt idx="7137">
                        <c:v>3840.703</c:v>
                      </c:pt>
                      <c:pt idx="7138">
                        <c:v>3841.1860000000001</c:v>
                      </c:pt>
                      <c:pt idx="7139">
                        <c:v>3841.6680000000001</c:v>
                      </c:pt>
                      <c:pt idx="7140">
                        <c:v>3842.15</c:v>
                      </c:pt>
                      <c:pt idx="7141">
                        <c:v>3842.6320000000001</c:v>
                      </c:pt>
                      <c:pt idx="7142">
                        <c:v>3843.114</c:v>
                      </c:pt>
                      <c:pt idx="7143">
                        <c:v>3843.596</c:v>
                      </c:pt>
                      <c:pt idx="7144">
                        <c:v>3844.078</c:v>
                      </c:pt>
                      <c:pt idx="7145">
                        <c:v>3844.5610000000001</c:v>
                      </c:pt>
                      <c:pt idx="7146">
                        <c:v>3845.0430000000001</c:v>
                      </c:pt>
                      <c:pt idx="7147">
                        <c:v>3845.5250000000001</c:v>
                      </c:pt>
                      <c:pt idx="7148">
                        <c:v>3846.0070000000001</c:v>
                      </c:pt>
                      <c:pt idx="7149">
                        <c:v>3846.489</c:v>
                      </c:pt>
                      <c:pt idx="7150">
                        <c:v>3846.971</c:v>
                      </c:pt>
                      <c:pt idx="7151">
                        <c:v>3847.453</c:v>
                      </c:pt>
                      <c:pt idx="7152">
                        <c:v>3847.9360000000001</c:v>
                      </c:pt>
                      <c:pt idx="7153">
                        <c:v>3848.4169999999999</c:v>
                      </c:pt>
                      <c:pt idx="7154">
                        <c:v>3848.9</c:v>
                      </c:pt>
                      <c:pt idx="7155">
                        <c:v>3849.3820000000001</c:v>
                      </c:pt>
                      <c:pt idx="7156">
                        <c:v>3849.864</c:v>
                      </c:pt>
                      <c:pt idx="7157">
                        <c:v>3850.346</c:v>
                      </c:pt>
                      <c:pt idx="7158">
                        <c:v>3850.828</c:v>
                      </c:pt>
                      <c:pt idx="7159">
                        <c:v>3851.31</c:v>
                      </c:pt>
                      <c:pt idx="7160">
                        <c:v>3851.7919999999999</c:v>
                      </c:pt>
                      <c:pt idx="7161">
                        <c:v>3852.2750000000001</c:v>
                      </c:pt>
                      <c:pt idx="7162">
                        <c:v>3852.7570000000001</c:v>
                      </c:pt>
                      <c:pt idx="7163">
                        <c:v>3853.239</c:v>
                      </c:pt>
                      <c:pt idx="7164">
                        <c:v>3853.721</c:v>
                      </c:pt>
                      <c:pt idx="7165">
                        <c:v>3854.203</c:v>
                      </c:pt>
                      <c:pt idx="7166">
                        <c:v>3854.6849999999999</c:v>
                      </c:pt>
                      <c:pt idx="7167">
                        <c:v>3855.1669999999999</c:v>
                      </c:pt>
                      <c:pt idx="7168">
                        <c:v>3855.65</c:v>
                      </c:pt>
                      <c:pt idx="7169">
                        <c:v>3856.1320000000001</c:v>
                      </c:pt>
                      <c:pt idx="7170">
                        <c:v>3856.614</c:v>
                      </c:pt>
                      <c:pt idx="7171">
                        <c:v>3857.096</c:v>
                      </c:pt>
                      <c:pt idx="7172">
                        <c:v>3857.578</c:v>
                      </c:pt>
                      <c:pt idx="7173">
                        <c:v>3858.06</c:v>
                      </c:pt>
                      <c:pt idx="7174">
                        <c:v>3858.5419999999999</c:v>
                      </c:pt>
                      <c:pt idx="7175">
                        <c:v>3859.0250000000001</c:v>
                      </c:pt>
                      <c:pt idx="7176">
                        <c:v>3859.5070000000001</c:v>
                      </c:pt>
                      <c:pt idx="7177">
                        <c:v>3859.989</c:v>
                      </c:pt>
                      <c:pt idx="7178">
                        <c:v>3860.471</c:v>
                      </c:pt>
                      <c:pt idx="7179">
                        <c:v>3860.953</c:v>
                      </c:pt>
                      <c:pt idx="7180">
                        <c:v>3861.4349999999999</c:v>
                      </c:pt>
                      <c:pt idx="7181">
                        <c:v>3861.9169999999999</c:v>
                      </c:pt>
                      <c:pt idx="7182">
                        <c:v>3862.4</c:v>
                      </c:pt>
                      <c:pt idx="7183">
                        <c:v>3862.8820000000001</c:v>
                      </c:pt>
                      <c:pt idx="7184">
                        <c:v>3863.364</c:v>
                      </c:pt>
                      <c:pt idx="7185">
                        <c:v>3863.846</c:v>
                      </c:pt>
                      <c:pt idx="7186">
                        <c:v>3864.328</c:v>
                      </c:pt>
                      <c:pt idx="7187">
                        <c:v>3864.81</c:v>
                      </c:pt>
                      <c:pt idx="7188">
                        <c:v>3865.2919999999999</c:v>
                      </c:pt>
                      <c:pt idx="7189">
                        <c:v>3865.7739999999999</c:v>
                      </c:pt>
                      <c:pt idx="7190">
                        <c:v>3866.2570000000001</c:v>
                      </c:pt>
                      <c:pt idx="7191">
                        <c:v>3866.739</c:v>
                      </c:pt>
                      <c:pt idx="7192">
                        <c:v>3867.221</c:v>
                      </c:pt>
                      <c:pt idx="7193">
                        <c:v>3867.703</c:v>
                      </c:pt>
                      <c:pt idx="7194">
                        <c:v>3868.1849999999999</c:v>
                      </c:pt>
                      <c:pt idx="7195">
                        <c:v>3868.6669999999999</c:v>
                      </c:pt>
                      <c:pt idx="7196">
                        <c:v>3869.1489999999999</c:v>
                      </c:pt>
                      <c:pt idx="7197">
                        <c:v>3869.6320000000001</c:v>
                      </c:pt>
                      <c:pt idx="7198">
                        <c:v>3870.114</c:v>
                      </c:pt>
                      <c:pt idx="7199">
                        <c:v>3870.596</c:v>
                      </c:pt>
                      <c:pt idx="7200">
                        <c:v>3871.078</c:v>
                      </c:pt>
                      <c:pt idx="7201">
                        <c:v>3871.56</c:v>
                      </c:pt>
                      <c:pt idx="7202">
                        <c:v>3872.0419999999999</c:v>
                      </c:pt>
                      <c:pt idx="7203">
                        <c:v>3872.5239999999999</c:v>
                      </c:pt>
                      <c:pt idx="7204">
                        <c:v>3873.0070000000001</c:v>
                      </c:pt>
                      <c:pt idx="7205">
                        <c:v>3873.489</c:v>
                      </c:pt>
                      <c:pt idx="7206">
                        <c:v>3873.971</c:v>
                      </c:pt>
                      <c:pt idx="7207">
                        <c:v>3874.453</c:v>
                      </c:pt>
                      <c:pt idx="7208">
                        <c:v>3874.9349999999999</c:v>
                      </c:pt>
                      <c:pt idx="7209">
                        <c:v>3875.4169999999999</c:v>
                      </c:pt>
                      <c:pt idx="7210">
                        <c:v>3875.8989999999999</c:v>
                      </c:pt>
                      <c:pt idx="7211">
                        <c:v>3876.3820000000001</c:v>
                      </c:pt>
                      <c:pt idx="7212">
                        <c:v>3876.864</c:v>
                      </c:pt>
                      <c:pt idx="7213">
                        <c:v>3877.346</c:v>
                      </c:pt>
                      <c:pt idx="7214">
                        <c:v>3877.828</c:v>
                      </c:pt>
                      <c:pt idx="7215">
                        <c:v>3878.31</c:v>
                      </c:pt>
                      <c:pt idx="7216">
                        <c:v>3878.7919999999999</c:v>
                      </c:pt>
                      <c:pt idx="7217">
                        <c:v>3879.2739999999999</c:v>
                      </c:pt>
                      <c:pt idx="7218">
                        <c:v>3879.7570000000001</c:v>
                      </c:pt>
                      <c:pt idx="7219">
                        <c:v>3880.239</c:v>
                      </c:pt>
                      <c:pt idx="7220">
                        <c:v>3880.721</c:v>
                      </c:pt>
                      <c:pt idx="7221">
                        <c:v>3881.203</c:v>
                      </c:pt>
                      <c:pt idx="7222">
                        <c:v>3881.6849999999999</c:v>
                      </c:pt>
                      <c:pt idx="7223">
                        <c:v>3882.1669999999999</c:v>
                      </c:pt>
                      <c:pt idx="7224">
                        <c:v>3882.6489999999999</c:v>
                      </c:pt>
                      <c:pt idx="7225">
                        <c:v>3883.1309999999999</c:v>
                      </c:pt>
                      <c:pt idx="7226">
                        <c:v>3883.614</c:v>
                      </c:pt>
                      <c:pt idx="7227">
                        <c:v>3884.096</c:v>
                      </c:pt>
                      <c:pt idx="7228">
                        <c:v>3884.578</c:v>
                      </c:pt>
                      <c:pt idx="7229">
                        <c:v>3885.06</c:v>
                      </c:pt>
                      <c:pt idx="7230">
                        <c:v>3885.5419999999999</c:v>
                      </c:pt>
                      <c:pt idx="7231">
                        <c:v>3886.0239999999999</c:v>
                      </c:pt>
                      <c:pt idx="7232">
                        <c:v>3886.5059999999999</c:v>
                      </c:pt>
                      <c:pt idx="7233">
                        <c:v>3886.989</c:v>
                      </c:pt>
                      <c:pt idx="7234">
                        <c:v>3887.471</c:v>
                      </c:pt>
                      <c:pt idx="7235">
                        <c:v>3887.953</c:v>
                      </c:pt>
                      <c:pt idx="7236">
                        <c:v>3888.4349999999999</c:v>
                      </c:pt>
                      <c:pt idx="7237">
                        <c:v>3888.9169999999999</c:v>
                      </c:pt>
                      <c:pt idx="7238">
                        <c:v>3889.3989999999999</c:v>
                      </c:pt>
                      <c:pt idx="7239">
                        <c:v>3889.8809999999999</c:v>
                      </c:pt>
                      <c:pt idx="7240">
                        <c:v>3890.364</c:v>
                      </c:pt>
                      <c:pt idx="7241">
                        <c:v>3890.846</c:v>
                      </c:pt>
                      <c:pt idx="7242">
                        <c:v>3891.328</c:v>
                      </c:pt>
                      <c:pt idx="7243">
                        <c:v>3891.81</c:v>
                      </c:pt>
                      <c:pt idx="7244">
                        <c:v>3892.2919999999999</c:v>
                      </c:pt>
                      <c:pt idx="7245">
                        <c:v>3892.7739999999999</c:v>
                      </c:pt>
                      <c:pt idx="7246">
                        <c:v>3893.2559999999999</c:v>
                      </c:pt>
                      <c:pt idx="7247">
                        <c:v>3893.739</c:v>
                      </c:pt>
                      <c:pt idx="7248">
                        <c:v>3894.221</c:v>
                      </c:pt>
                      <c:pt idx="7249">
                        <c:v>3894.703</c:v>
                      </c:pt>
                      <c:pt idx="7250">
                        <c:v>3895.1849999999999</c:v>
                      </c:pt>
                      <c:pt idx="7251">
                        <c:v>3895.6669999999999</c:v>
                      </c:pt>
                      <c:pt idx="7252">
                        <c:v>3896.1489999999999</c:v>
                      </c:pt>
                      <c:pt idx="7253">
                        <c:v>3896.6309999999999</c:v>
                      </c:pt>
                      <c:pt idx="7254">
                        <c:v>3897.114</c:v>
                      </c:pt>
                      <c:pt idx="7255">
                        <c:v>3897.5949999999998</c:v>
                      </c:pt>
                      <c:pt idx="7256">
                        <c:v>3898.078</c:v>
                      </c:pt>
                      <c:pt idx="7257">
                        <c:v>3898.56</c:v>
                      </c:pt>
                      <c:pt idx="7258">
                        <c:v>3899.0419999999999</c:v>
                      </c:pt>
                      <c:pt idx="7259">
                        <c:v>3899.5239999999999</c:v>
                      </c:pt>
                      <c:pt idx="7260">
                        <c:v>3900.0059999999999</c:v>
                      </c:pt>
                      <c:pt idx="7261">
                        <c:v>3900.4879999999998</c:v>
                      </c:pt>
                      <c:pt idx="7262">
                        <c:v>3900.97</c:v>
                      </c:pt>
                      <c:pt idx="7263">
                        <c:v>3901.453</c:v>
                      </c:pt>
                      <c:pt idx="7264">
                        <c:v>3901.9349999999999</c:v>
                      </c:pt>
                      <c:pt idx="7265">
                        <c:v>3902.4169999999999</c:v>
                      </c:pt>
                      <c:pt idx="7266">
                        <c:v>3902.8989999999999</c:v>
                      </c:pt>
                      <c:pt idx="7267">
                        <c:v>3903.3809999999999</c:v>
                      </c:pt>
                      <c:pt idx="7268">
                        <c:v>3903.8629999999998</c:v>
                      </c:pt>
                      <c:pt idx="7269">
                        <c:v>3904.3449999999998</c:v>
                      </c:pt>
                      <c:pt idx="7270">
                        <c:v>3904.828</c:v>
                      </c:pt>
                      <c:pt idx="7271">
                        <c:v>3905.31</c:v>
                      </c:pt>
                      <c:pt idx="7272">
                        <c:v>3905.7919999999999</c:v>
                      </c:pt>
                      <c:pt idx="7273">
                        <c:v>3906.2739999999999</c:v>
                      </c:pt>
                      <c:pt idx="7274">
                        <c:v>3906.7559999999999</c:v>
                      </c:pt>
                      <c:pt idx="7275">
                        <c:v>3907.2379999999998</c:v>
                      </c:pt>
                      <c:pt idx="7276">
                        <c:v>3907.72</c:v>
                      </c:pt>
                      <c:pt idx="7277">
                        <c:v>3908.203</c:v>
                      </c:pt>
                      <c:pt idx="7278">
                        <c:v>3908.6849999999999</c:v>
                      </c:pt>
                      <c:pt idx="7279">
                        <c:v>3909.1669999999999</c:v>
                      </c:pt>
                      <c:pt idx="7280">
                        <c:v>3909.6489999999999</c:v>
                      </c:pt>
                      <c:pt idx="7281">
                        <c:v>3910.1309999999999</c:v>
                      </c:pt>
                      <c:pt idx="7282">
                        <c:v>3910.6129999999998</c:v>
                      </c:pt>
                      <c:pt idx="7283">
                        <c:v>3911.0949999999998</c:v>
                      </c:pt>
                      <c:pt idx="7284">
                        <c:v>3911.578</c:v>
                      </c:pt>
                      <c:pt idx="7285">
                        <c:v>3912.06</c:v>
                      </c:pt>
                      <c:pt idx="7286">
                        <c:v>3912.5419999999999</c:v>
                      </c:pt>
                      <c:pt idx="7287">
                        <c:v>3913.0239999999999</c:v>
                      </c:pt>
                      <c:pt idx="7288">
                        <c:v>3913.5059999999999</c:v>
                      </c:pt>
                      <c:pt idx="7289">
                        <c:v>3913.9879999999998</c:v>
                      </c:pt>
                      <c:pt idx="7290">
                        <c:v>3914.47</c:v>
                      </c:pt>
                      <c:pt idx="7291">
                        <c:v>3914.9520000000002</c:v>
                      </c:pt>
                      <c:pt idx="7292">
                        <c:v>3915.4349999999999</c:v>
                      </c:pt>
                      <c:pt idx="7293">
                        <c:v>3915.9169999999999</c:v>
                      </c:pt>
                      <c:pt idx="7294">
                        <c:v>3916.3989999999999</c:v>
                      </c:pt>
                      <c:pt idx="7295">
                        <c:v>3916.8809999999999</c:v>
                      </c:pt>
                      <c:pt idx="7296">
                        <c:v>3917.3629999999998</c:v>
                      </c:pt>
                      <c:pt idx="7297">
                        <c:v>3917.8449999999998</c:v>
                      </c:pt>
                      <c:pt idx="7298">
                        <c:v>3918.3270000000002</c:v>
                      </c:pt>
                      <c:pt idx="7299">
                        <c:v>3918.81</c:v>
                      </c:pt>
                      <c:pt idx="7300">
                        <c:v>3919.2919999999999</c:v>
                      </c:pt>
                      <c:pt idx="7301">
                        <c:v>3919.7739999999999</c:v>
                      </c:pt>
                      <c:pt idx="7302">
                        <c:v>3920.2559999999999</c:v>
                      </c:pt>
                      <c:pt idx="7303">
                        <c:v>3920.7379999999998</c:v>
                      </c:pt>
                      <c:pt idx="7304">
                        <c:v>3921.22</c:v>
                      </c:pt>
                      <c:pt idx="7305">
                        <c:v>3921.7020000000002</c:v>
                      </c:pt>
                      <c:pt idx="7306">
                        <c:v>3922.1849999999999</c:v>
                      </c:pt>
                      <c:pt idx="7307">
                        <c:v>3922.6669999999999</c:v>
                      </c:pt>
                      <c:pt idx="7308">
                        <c:v>3923.1489999999999</c:v>
                      </c:pt>
                      <c:pt idx="7309">
                        <c:v>3923.6309999999999</c:v>
                      </c:pt>
                      <c:pt idx="7310">
                        <c:v>3924.1129999999998</c:v>
                      </c:pt>
                      <c:pt idx="7311">
                        <c:v>3924.5949999999998</c:v>
                      </c:pt>
                      <c:pt idx="7312">
                        <c:v>3925.0770000000002</c:v>
                      </c:pt>
                      <c:pt idx="7313">
                        <c:v>3925.56</c:v>
                      </c:pt>
                      <c:pt idx="7314">
                        <c:v>3926.0419999999999</c:v>
                      </c:pt>
                      <c:pt idx="7315">
                        <c:v>3926.5239999999999</c:v>
                      </c:pt>
                      <c:pt idx="7316">
                        <c:v>3927.0059999999999</c:v>
                      </c:pt>
                      <c:pt idx="7317">
                        <c:v>3927.4879999999998</c:v>
                      </c:pt>
                      <c:pt idx="7318">
                        <c:v>3927.97</c:v>
                      </c:pt>
                      <c:pt idx="7319">
                        <c:v>3928.4520000000002</c:v>
                      </c:pt>
                      <c:pt idx="7320">
                        <c:v>3928.9349999999999</c:v>
                      </c:pt>
                      <c:pt idx="7321">
                        <c:v>3929.4169999999999</c:v>
                      </c:pt>
                      <c:pt idx="7322">
                        <c:v>3929.8989999999999</c:v>
                      </c:pt>
                      <c:pt idx="7323">
                        <c:v>3930.3809999999999</c:v>
                      </c:pt>
                      <c:pt idx="7324">
                        <c:v>3930.8629999999998</c:v>
                      </c:pt>
                      <c:pt idx="7325">
                        <c:v>3931.3449999999998</c:v>
                      </c:pt>
                      <c:pt idx="7326">
                        <c:v>3931.8270000000002</c:v>
                      </c:pt>
                      <c:pt idx="7327">
                        <c:v>3932.3090000000002</c:v>
                      </c:pt>
                      <c:pt idx="7328">
                        <c:v>3932.7919999999999</c:v>
                      </c:pt>
                      <c:pt idx="7329">
                        <c:v>3933.2739999999999</c:v>
                      </c:pt>
                      <c:pt idx="7330">
                        <c:v>3933.7559999999999</c:v>
                      </c:pt>
                      <c:pt idx="7331">
                        <c:v>3934.2379999999998</c:v>
                      </c:pt>
                      <c:pt idx="7332">
                        <c:v>3934.72</c:v>
                      </c:pt>
                      <c:pt idx="7333">
                        <c:v>3935.2020000000002</c:v>
                      </c:pt>
                      <c:pt idx="7334">
                        <c:v>3935.6840000000002</c:v>
                      </c:pt>
                      <c:pt idx="7335">
                        <c:v>3936.1669999999999</c:v>
                      </c:pt>
                      <c:pt idx="7336">
                        <c:v>3936.6489999999999</c:v>
                      </c:pt>
                      <c:pt idx="7337">
                        <c:v>3937.1309999999999</c:v>
                      </c:pt>
                      <c:pt idx="7338">
                        <c:v>3937.6129999999998</c:v>
                      </c:pt>
                      <c:pt idx="7339">
                        <c:v>3938.0949999999998</c:v>
                      </c:pt>
                      <c:pt idx="7340">
                        <c:v>3938.5770000000002</c:v>
                      </c:pt>
                      <c:pt idx="7341">
                        <c:v>3939.0590000000002</c:v>
                      </c:pt>
                      <c:pt idx="7342">
                        <c:v>3939.5419999999999</c:v>
                      </c:pt>
                      <c:pt idx="7343">
                        <c:v>3940.0239999999999</c:v>
                      </c:pt>
                      <c:pt idx="7344">
                        <c:v>3940.5059999999999</c:v>
                      </c:pt>
                      <c:pt idx="7345">
                        <c:v>3940.9879999999998</c:v>
                      </c:pt>
                      <c:pt idx="7346">
                        <c:v>3941.47</c:v>
                      </c:pt>
                      <c:pt idx="7347">
                        <c:v>3941.9520000000002</c:v>
                      </c:pt>
                      <c:pt idx="7348">
                        <c:v>3942.4340000000002</c:v>
                      </c:pt>
                      <c:pt idx="7349">
                        <c:v>3942.9169999999999</c:v>
                      </c:pt>
                      <c:pt idx="7350">
                        <c:v>3943.3989999999999</c:v>
                      </c:pt>
                      <c:pt idx="7351">
                        <c:v>3943.8809999999999</c:v>
                      </c:pt>
                      <c:pt idx="7352">
                        <c:v>3944.3629999999998</c:v>
                      </c:pt>
                      <c:pt idx="7353">
                        <c:v>3944.8449999999998</c:v>
                      </c:pt>
                      <c:pt idx="7354">
                        <c:v>3945.3270000000002</c:v>
                      </c:pt>
                      <c:pt idx="7355">
                        <c:v>3945.8090000000002</c:v>
                      </c:pt>
                      <c:pt idx="7356">
                        <c:v>3946.2919999999999</c:v>
                      </c:pt>
                      <c:pt idx="7357">
                        <c:v>3946.7730000000001</c:v>
                      </c:pt>
                      <c:pt idx="7358">
                        <c:v>3947.2559999999999</c:v>
                      </c:pt>
                      <c:pt idx="7359">
                        <c:v>3947.7379999999998</c:v>
                      </c:pt>
                      <c:pt idx="7360">
                        <c:v>3948.22</c:v>
                      </c:pt>
                      <c:pt idx="7361">
                        <c:v>3948.7020000000002</c:v>
                      </c:pt>
                      <c:pt idx="7362">
                        <c:v>3949.1840000000002</c:v>
                      </c:pt>
                      <c:pt idx="7363">
                        <c:v>3949.6660000000002</c:v>
                      </c:pt>
                      <c:pt idx="7364">
                        <c:v>3950.1480000000001</c:v>
                      </c:pt>
                      <c:pt idx="7365">
                        <c:v>3950.6309999999999</c:v>
                      </c:pt>
                      <c:pt idx="7366">
                        <c:v>3951.1129999999998</c:v>
                      </c:pt>
                      <c:pt idx="7367">
                        <c:v>3951.5949999999998</c:v>
                      </c:pt>
                      <c:pt idx="7368">
                        <c:v>3952.0770000000002</c:v>
                      </c:pt>
                      <c:pt idx="7369">
                        <c:v>3952.5590000000002</c:v>
                      </c:pt>
                      <c:pt idx="7370">
                        <c:v>3953.0410000000002</c:v>
                      </c:pt>
                      <c:pt idx="7371">
                        <c:v>3953.5230000000001</c:v>
                      </c:pt>
                      <c:pt idx="7372">
                        <c:v>3954.0059999999999</c:v>
                      </c:pt>
                      <c:pt idx="7373">
                        <c:v>3954.4879999999998</c:v>
                      </c:pt>
                      <c:pt idx="7374">
                        <c:v>3954.97</c:v>
                      </c:pt>
                      <c:pt idx="7375">
                        <c:v>3955.4520000000002</c:v>
                      </c:pt>
                      <c:pt idx="7376">
                        <c:v>3955.9340000000002</c:v>
                      </c:pt>
                      <c:pt idx="7377">
                        <c:v>3956.4160000000002</c:v>
                      </c:pt>
                      <c:pt idx="7378">
                        <c:v>3956.8980000000001</c:v>
                      </c:pt>
                      <c:pt idx="7379">
                        <c:v>3957.3809999999999</c:v>
                      </c:pt>
                      <c:pt idx="7380">
                        <c:v>3957.8629999999998</c:v>
                      </c:pt>
                      <c:pt idx="7381">
                        <c:v>3958.3449999999998</c:v>
                      </c:pt>
                      <c:pt idx="7382">
                        <c:v>3958.8270000000002</c:v>
                      </c:pt>
                      <c:pt idx="7383">
                        <c:v>3959.3090000000002</c:v>
                      </c:pt>
                      <c:pt idx="7384">
                        <c:v>3959.7910000000002</c:v>
                      </c:pt>
                      <c:pt idx="7385">
                        <c:v>3960.2730000000001</c:v>
                      </c:pt>
                      <c:pt idx="7386">
                        <c:v>3960.7550000000001</c:v>
                      </c:pt>
                      <c:pt idx="7387">
                        <c:v>3961.2379999999998</c:v>
                      </c:pt>
                      <c:pt idx="7388">
                        <c:v>3961.72</c:v>
                      </c:pt>
                      <c:pt idx="7389">
                        <c:v>3962.2020000000002</c:v>
                      </c:pt>
                      <c:pt idx="7390">
                        <c:v>3962.6840000000002</c:v>
                      </c:pt>
                      <c:pt idx="7391">
                        <c:v>3963.1660000000002</c:v>
                      </c:pt>
                      <c:pt idx="7392">
                        <c:v>3963.6480000000001</c:v>
                      </c:pt>
                      <c:pt idx="7393">
                        <c:v>3964.13</c:v>
                      </c:pt>
                      <c:pt idx="7394">
                        <c:v>3964.6129999999998</c:v>
                      </c:pt>
                      <c:pt idx="7395">
                        <c:v>3965.0949999999998</c:v>
                      </c:pt>
                      <c:pt idx="7396">
                        <c:v>3965.5770000000002</c:v>
                      </c:pt>
                      <c:pt idx="7397">
                        <c:v>3966.0590000000002</c:v>
                      </c:pt>
                      <c:pt idx="7398">
                        <c:v>3966.5410000000002</c:v>
                      </c:pt>
                      <c:pt idx="7399">
                        <c:v>3967.0230000000001</c:v>
                      </c:pt>
                      <c:pt idx="7400">
                        <c:v>3967.5050000000001</c:v>
                      </c:pt>
                      <c:pt idx="7401">
                        <c:v>3967.9879999999998</c:v>
                      </c:pt>
                      <c:pt idx="7402">
                        <c:v>3968.47</c:v>
                      </c:pt>
                      <c:pt idx="7403">
                        <c:v>3968.9520000000002</c:v>
                      </c:pt>
                      <c:pt idx="7404">
                        <c:v>3969.4340000000002</c:v>
                      </c:pt>
                      <c:pt idx="7405">
                        <c:v>3969.9160000000002</c:v>
                      </c:pt>
                      <c:pt idx="7406">
                        <c:v>3970.3980000000001</c:v>
                      </c:pt>
                      <c:pt idx="7407">
                        <c:v>3970.88</c:v>
                      </c:pt>
                      <c:pt idx="7408">
                        <c:v>3971.3629999999998</c:v>
                      </c:pt>
                      <c:pt idx="7409">
                        <c:v>3971.8449999999998</c:v>
                      </c:pt>
                      <c:pt idx="7410">
                        <c:v>3972.3270000000002</c:v>
                      </c:pt>
                      <c:pt idx="7411">
                        <c:v>3972.8090000000002</c:v>
                      </c:pt>
                      <c:pt idx="7412">
                        <c:v>3973.2910000000002</c:v>
                      </c:pt>
                      <c:pt idx="7413">
                        <c:v>3973.7730000000001</c:v>
                      </c:pt>
                      <c:pt idx="7414">
                        <c:v>3974.2550000000001</c:v>
                      </c:pt>
                      <c:pt idx="7415">
                        <c:v>3974.7379999999998</c:v>
                      </c:pt>
                      <c:pt idx="7416">
                        <c:v>3975.2190000000001</c:v>
                      </c:pt>
                      <c:pt idx="7417">
                        <c:v>3975.7020000000002</c:v>
                      </c:pt>
                      <c:pt idx="7418">
                        <c:v>3976.1840000000002</c:v>
                      </c:pt>
                      <c:pt idx="7419">
                        <c:v>3976.6660000000002</c:v>
                      </c:pt>
                      <c:pt idx="7420">
                        <c:v>3977.1480000000001</c:v>
                      </c:pt>
                      <c:pt idx="7421">
                        <c:v>3977.63</c:v>
                      </c:pt>
                      <c:pt idx="7422">
                        <c:v>3978.1120000000001</c:v>
                      </c:pt>
                      <c:pt idx="7423">
                        <c:v>3978.5940000000001</c:v>
                      </c:pt>
                      <c:pt idx="7424">
                        <c:v>3979.0770000000002</c:v>
                      </c:pt>
                      <c:pt idx="7425">
                        <c:v>3979.5590000000002</c:v>
                      </c:pt>
                      <c:pt idx="7426">
                        <c:v>3980.0410000000002</c:v>
                      </c:pt>
                      <c:pt idx="7427">
                        <c:v>3980.5230000000001</c:v>
                      </c:pt>
                      <c:pt idx="7428">
                        <c:v>3981.0050000000001</c:v>
                      </c:pt>
                      <c:pt idx="7429">
                        <c:v>3981.4870000000001</c:v>
                      </c:pt>
                      <c:pt idx="7430">
                        <c:v>3981.9690000000001</c:v>
                      </c:pt>
                      <c:pt idx="7431">
                        <c:v>3982.4520000000002</c:v>
                      </c:pt>
                      <c:pt idx="7432">
                        <c:v>3982.9340000000002</c:v>
                      </c:pt>
                      <c:pt idx="7433">
                        <c:v>3983.4160000000002</c:v>
                      </c:pt>
                      <c:pt idx="7434">
                        <c:v>3983.8980000000001</c:v>
                      </c:pt>
                      <c:pt idx="7435">
                        <c:v>3984.38</c:v>
                      </c:pt>
                      <c:pt idx="7436">
                        <c:v>3984.8620000000001</c:v>
                      </c:pt>
                      <c:pt idx="7437">
                        <c:v>3985.3440000000001</c:v>
                      </c:pt>
                      <c:pt idx="7438">
                        <c:v>3985.8270000000002</c:v>
                      </c:pt>
                      <c:pt idx="7439">
                        <c:v>3986.3090000000002</c:v>
                      </c:pt>
                      <c:pt idx="7440">
                        <c:v>3986.7910000000002</c:v>
                      </c:pt>
                      <c:pt idx="7441">
                        <c:v>3987.2730000000001</c:v>
                      </c:pt>
                      <c:pt idx="7442">
                        <c:v>3987.7550000000001</c:v>
                      </c:pt>
                      <c:pt idx="7443">
                        <c:v>3988.2370000000001</c:v>
                      </c:pt>
                      <c:pt idx="7444">
                        <c:v>3988.7190000000001</c:v>
                      </c:pt>
                      <c:pt idx="7445">
                        <c:v>3989.2020000000002</c:v>
                      </c:pt>
                      <c:pt idx="7446">
                        <c:v>3989.6840000000002</c:v>
                      </c:pt>
                      <c:pt idx="7447">
                        <c:v>3990.1660000000002</c:v>
                      </c:pt>
                      <c:pt idx="7448">
                        <c:v>3990.6480000000001</c:v>
                      </c:pt>
                      <c:pt idx="7449">
                        <c:v>3991.13</c:v>
                      </c:pt>
                      <c:pt idx="7450">
                        <c:v>3991.6120000000001</c:v>
                      </c:pt>
                      <c:pt idx="7451">
                        <c:v>3992.0940000000001</c:v>
                      </c:pt>
                      <c:pt idx="7452">
                        <c:v>3992.576</c:v>
                      </c:pt>
                      <c:pt idx="7453">
                        <c:v>3993.0590000000002</c:v>
                      </c:pt>
                      <c:pt idx="7454">
                        <c:v>3993.5410000000002</c:v>
                      </c:pt>
                      <c:pt idx="7455">
                        <c:v>3994.0230000000001</c:v>
                      </c:pt>
                      <c:pt idx="7456">
                        <c:v>3994.5050000000001</c:v>
                      </c:pt>
                      <c:pt idx="7457">
                        <c:v>3994.9870000000001</c:v>
                      </c:pt>
                      <c:pt idx="7458">
                        <c:v>3995.4690000000001</c:v>
                      </c:pt>
                      <c:pt idx="7459">
                        <c:v>3995.951</c:v>
                      </c:pt>
                      <c:pt idx="7460">
                        <c:v>3996.4340000000002</c:v>
                      </c:pt>
                      <c:pt idx="7461">
                        <c:v>3996.9160000000002</c:v>
                      </c:pt>
                      <c:pt idx="7462">
                        <c:v>3997.3980000000001</c:v>
                      </c:pt>
                      <c:pt idx="7463">
                        <c:v>3997.88</c:v>
                      </c:pt>
                      <c:pt idx="7464">
                        <c:v>3998.3620000000001</c:v>
                      </c:pt>
                      <c:pt idx="7465">
                        <c:v>3998.8440000000001</c:v>
                      </c:pt>
                      <c:pt idx="7466">
                        <c:v>3999.326</c:v>
                      </c:pt>
                      <c:pt idx="7467">
                        <c:v>3999.8090000000002</c:v>
                      </c:pt>
                      <c:pt idx="7468">
                        <c:v>4000.2910000000002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'flexible thermoplastic 6-11-26'!$B$2:$B$7470</c15:sqref>
                        </c15:formulaRef>
                      </c:ext>
                    </c:extLst>
                    <c:numCache>
                      <c:formatCode>0.00</c:formatCode>
                      <c:ptCount val="7469"/>
                      <c:pt idx="0">
                        <c:v>0</c:v>
                      </c:pt>
                      <c:pt idx="1">
                        <c:v>1.074703</c:v>
                      </c:pt>
                      <c:pt idx="2">
                        <c:v>1.093345</c:v>
                      </c:pt>
                      <c:pt idx="3">
                        <c:v>1.112282</c:v>
                      </c:pt>
                      <c:pt idx="4">
                        <c:v>1.1303259999999999</c:v>
                      </c:pt>
                      <c:pt idx="5">
                        <c:v>1.142164</c:v>
                      </c:pt>
                      <c:pt idx="6">
                        <c:v>1.1401520000000001</c:v>
                      </c:pt>
                      <c:pt idx="7">
                        <c:v>1.1208070000000001</c:v>
                      </c:pt>
                      <c:pt idx="8">
                        <c:v>1.0885290000000001</c:v>
                      </c:pt>
                      <c:pt idx="9">
                        <c:v>1.0530459999999999</c:v>
                      </c:pt>
                      <c:pt idx="10">
                        <c:v>1.023282</c:v>
                      </c:pt>
                      <c:pt idx="11">
                        <c:v>1.0039119999999999</c:v>
                      </c:pt>
                      <c:pt idx="12">
                        <c:v>0.99494760000000004</c:v>
                      </c:pt>
                      <c:pt idx="13">
                        <c:v>0.99284070000000002</c:v>
                      </c:pt>
                      <c:pt idx="14">
                        <c:v>0.99204219999999999</c:v>
                      </c:pt>
                      <c:pt idx="15">
                        <c:v>0.98759050000000004</c:v>
                      </c:pt>
                      <c:pt idx="16">
                        <c:v>0.97759280000000004</c:v>
                      </c:pt>
                      <c:pt idx="17">
                        <c:v>0.96404559999999995</c:v>
                      </c:pt>
                      <c:pt idx="18">
                        <c:v>0.95108550000000003</c:v>
                      </c:pt>
                      <c:pt idx="19">
                        <c:v>0.94244890000000003</c:v>
                      </c:pt>
                      <c:pt idx="20">
                        <c:v>0.93974299999999999</c:v>
                      </c:pt>
                      <c:pt idx="21">
                        <c:v>0.94241109999999995</c:v>
                      </c:pt>
                      <c:pt idx="22">
                        <c:v>0.94834479999999999</c:v>
                      </c:pt>
                      <c:pt idx="23">
                        <c:v>0.95528219999999997</c:v>
                      </c:pt>
                      <c:pt idx="24">
                        <c:v>0.96193090000000003</c:v>
                      </c:pt>
                      <c:pt idx="25">
                        <c:v>0.96863370000000004</c:v>
                      </c:pt>
                      <c:pt idx="26">
                        <c:v>0.97687299999999999</c:v>
                      </c:pt>
                      <c:pt idx="27">
                        <c:v>0.98828110000000002</c:v>
                      </c:pt>
                      <c:pt idx="28">
                        <c:v>1.0034940000000001</c:v>
                      </c:pt>
                      <c:pt idx="29">
                        <c:v>1.0217449999999999</c:v>
                      </c:pt>
                      <c:pt idx="30">
                        <c:v>1.0408249999999999</c:v>
                      </c:pt>
                      <c:pt idx="31">
                        <c:v>1.0579369999999999</c:v>
                      </c:pt>
                      <c:pt idx="32">
                        <c:v>1.070759</c:v>
                      </c:pt>
                      <c:pt idx="33">
                        <c:v>1.0782499999999999</c:v>
                      </c:pt>
                      <c:pt idx="34">
                        <c:v>1.080559</c:v>
                      </c:pt>
                      <c:pt idx="35">
                        <c:v>1.078328</c:v>
                      </c:pt>
                      <c:pt idx="36">
                        <c:v>1.0719559999999999</c:v>
                      </c:pt>
                      <c:pt idx="37">
                        <c:v>1.061644</c:v>
                      </c:pt>
                      <c:pt idx="38">
                        <c:v>1.0477780000000001</c:v>
                      </c:pt>
                      <c:pt idx="39">
                        <c:v>1.0315209999999999</c:v>
                      </c:pt>
                      <c:pt idx="40">
                        <c:v>1.0147079999999999</c:v>
                      </c:pt>
                      <c:pt idx="41">
                        <c:v>0.99932719999999997</c:v>
                      </c:pt>
                      <c:pt idx="42">
                        <c:v>0.98670000000000002</c:v>
                      </c:pt>
                      <c:pt idx="43">
                        <c:v>0.97704360000000001</c:v>
                      </c:pt>
                      <c:pt idx="44">
                        <c:v>0.96942479999999998</c:v>
                      </c:pt>
                      <c:pt idx="45">
                        <c:v>0.96238469999999998</c:v>
                      </c:pt>
                      <c:pt idx="46">
                        <c:v>0.95467230000000003</c:v>
                      </c:pt>
                      <c:pt idx="47">
                        <c:v>0.94601710000000006</c:v>
                      </c:pt>
                      <c:pt idx="48">
                        <c:v>0.93723990000000001</c:v>
                      </c:pt>
                      <c:pt idx="49">
                        <c:v>0.92976190000000003</c:v>
                      </c:pt>
                      <c:pt idx="50">
                        <c:v>0.92477940000000003</c:v>
                      </c:pt>
                      <c:pt idx="51">
                        <c:v>0.92258229999999997</c:v>
                      </c:pt>
                      <c:pt idx="52">
                        <c:v>0.92230520000000005</c:v>
                      </c:pt>
                      <c:pt idx="53">
                        <c:v>0.92235909999999999</c:v>
                      </c:pt>
                      <c:pt idx="54">
                        <c:v>0.92111829999999995</c:v>
                      </c:pt>
                      <c:pt idx="55">
                        <c:v>0.91776380000000002</c:v>
                      </c:pt>
                      <c:pt idx="56">
                        <c:v>0.91263070000000002</c:v>
                      </c:pt>
                      <c:pt idx="57">
                        <c:v>0.90696909999999997</c:v>
                      </c:pt>
                      <c:pt idx="58">
                        <c:v>0.90216790000000002</c:v>
                      </c:pt>
                      <c:pt idx="59">
                        <c:v>0.89898250000000002</c:v>
                      </c:pt>
                      <c:pt idx="60">
                        <c:v>0.89714050000000001</c:v>
                      </c:pt>
                      <c:pt idx="61">
                        <c:v>0.89545169999999996</c:v>
                      </c:pt>
                      <c:pt idx="62">
                        <c:v>0.89236459999999995</c:v>
                      </c:pt>
                      <c:pt idx="63">
                        <c:v>0.88677510000000004</c:v>
                      </c:pt>
                      <c:pt idx="64">
                        <c:v>0.87856480000000003</c:v>
                      </c:pt>
                      <c:pt idx="65">
                        <c:v>0.86863109999999999</c:v>
                      </c:pt>
                      <c:pt idx="66">
                        <c:v>0.85835550000000005</c:v>
                      </c:pt>
                      <c:pt idx="67">
                        <c:v>0.84892849999999997</c:v>
                      </c:pt>
                      <c:pt idx="68">
                        <c:v>0.84087179999999995</c:v>
                      </c:pt>
                      <c:pt idx="69">
                        <c:v>0.83398090000000002</c:v>
                      </c:pt>
                      <c:pt idx="70">
                        <c:v>0.82758189999999998</c:v>
                      </c:pt>
                      <c:pt idx="71">
                        <c:v>0.82097070000000005</c:v>
                      </c:pt>
                      <c:pt idx="72">
                        <c:v>0.81377080000000002</c:v>
                      </c:pt>
                      <c:pt idx="73">
                        <c:v>0.80605979999999999</c:v>
                      </c:pt>
                      <c:pt idx="74">
                        <c:v>0.79817210000000005</c:v>
                      </c:pt>
                      <c:pt idx="75">
                        <c:v>0.79041870000000003</c:v>
                      </c:pt>
                      <c:pt idx="76">
                        <c:v>0.78283689999999995</c:v>
                      </c:pt>
                      <c:pt idx="77">
                        <c:v>0.77517720000000001</c:v>
                      </c:pt>
                      <c:pt idx="78">
                        <c:v>0.76703920000000003</c:v>
                      </c:pt>
                      <c:pt idx="79">
                        <c:v>0.75814579999999998</c:v>
                      </c:pt>
                      <c:pt idx="80">
                        <c:v>0.74849739999999998</c:v>
                      </c:pt>
                      <c:pt idx="81">
                        <c:v>0.73839869999999996</c:v>
                      </c:pt>
                      <c:pt idx="82">
                        <c:v>0.72827629999999999</c:v>
                      </c:pt>
                      <c:pt idx="83">
                        <c:v>0.71847870000000003</c:v>
                      </c:pt>
                      <c:pt idx="84">
                        <c:v>0.70912600000000003</c:v>
                      </c:pt>
                      <c:pt idx="85">
                        <c:v>0.70012870000000005</c:v>
                      </c:pt>
                      <c:pt idx="86">
                        <c:v>0.69130029999999998</c:v>
                      </c:pt>
                      <c:pt idx="87">
                        <c:v>0.68252199999999996</c:v>
                      </c:pt>
                      <c:pt idx="88">
                        <c:v>0.67383919999999997</c:v>
                      </c:pt>
                      <c:pt idx="89">
                        <c:v>0.6654506</c:v>
                      </c:pt>
                      <c:pt idx="90">
                        <c:v>0.65757969999999999</c:v>
                      </c:pt>
                      <c:pt idx="91">
                        <c:v>0.65033379999999996</c:v>
                      </c:pt>
                      <c:pt idx="92">
                        <c:v>0.64361639999999998</c:v>
                      </c:pt>
                      <c:pt idx="93">
                        <c:v>0.63718209999999997</c:v>
                      </c:pt>
                      <c:pt idx="94">
                        <c:v>0.630749</c:v>
                      </c:pt>
                      <c:pt idx="95">
                        <c:v>0.6241449</c:v>
                      </c:pt>
                      <c:pt idx="96">
                        <c:v>0.61739310000000003</c:v>
                      </c:pt>
                      <c:pt idx="97">
                        <c:v>0.61069340000000005</c:v>
                      </c:pt>
                      <c:pt idx="98">
                        <c:v>0.60429129999999998</c:v>
                      </c:pt>
                      <c:pt idx="99">
                        <c:v>0.59835709999999998</c:v>
                      </c:pt>
                      <c:pt idx="100">
                        <c:v>0.59289820000000004</c:v>
                      </c:pt>
                      <c:pt idx="101">
                        <c:v>0.58780370000000004</c:v>
                      </c:pt>
                      <c:pt idx="102">
                        <c:v>0.58293340000000005</c:v>
                      </c:pt>
                      <c:pt idx="103">
                        <c:v>0.57825329999999997</c:v>
                      </c:pt>
                      <c:pt idx="104">
                        <c:v>0.57389860000000004</c:v>
                      </c:pt>
                      <c:pt idx="105">
                        <c:v>0.57014160000000003</c:v>
                      </c:pt>
                      <c:pt idx="106">
                        <c:v>0.56727030000000001</c:v>
                      </c:pt>
                      <c:pt idx="107">
                        <c:v>0.56545699999999999</c:v>
                      </c:pt>
                      <c:pt idx="108">
                        <c:v>0.56465169999999998</c:v>
                      </c:pt>
                      <c:pt idx="109">
                        <c:v>0.56459740000000003</c:v>
                      </c:pt>
                      <c:pt idx="110">
                        <c:v>0.56491420000000003</c:v>
                      </c:pt>
                      <c:pt idx="111">
                        <c:v>0.56524640000000004</c:v>
                      </c:pt>
                      <c:pt idx="112">
                        <c:v>0.56538829999999995</c:v>
                      </c:pt>
                      <c:pt idx="113">
                        <c:v>0.56532579999999999</c:v>
                      </c:pt>
                      <c:pt idx="114">
                        <c:v>0.56517850000000003</c:v>
                      </c:pt>
                      <c:pt idx="115">
                        <c:v>0.56508709999999995</c:v>
                      </c:pt>
                      <c:pt idx="116">
                        <c:v>0.56510099999999996</c:v>
                      </c:pt>
                      <c:pt idx="117">
                        <c:v>0.56515190000000004</c:v>
                      </c:pt>
                      <c:pt idx="118">
                        <c:v>0.56509069999999995</c:v>
                      </c:pt>
                      <c:pt idx="119">
                        <c:v>0.56478989999999996</c:v>
                      </c:pt>
                      <c:pt idx="120">
                        <c:v>0.564218</c:v>
                      </c:pt>
                      <c:pt idx="121">
                        <c:v>0.5634633</c:v>
                      </c:pt>
                      <c:pt idx="122">
                        <c:v>0.56266830000000001</c:v>
                      </c:pt>
                      <c:pt idx="123">
                        <c:v>0.5619305</c:v>
                      </c:pt>
                      <c:pt idx="124">
                        <c:v>0.56122289999999997</c:v>
                      </c:pt>
                      <c:pt idx="125">
                        <c:v>0.56039070000000002</c:v>
                      </c:pt>
                      <c:pt idx="126">
                        <c:v>0.55921319999999997</c:v>
                      </c:pt>
                      <c:pt idx="127">
                        <c:v>0.55751450000000002</c:v>
                      </c:pt>
                      <c:pt idx="128">
                        <c:v>0.55524030000000002</c:v>
                      </c:pt>
                      <c:pt idx="129">
                        <c:v>0.55247650000000004</c:v>
                      </c:pt>
                      <c:pt idx="130">
                        <c:v>0.54937199999999997</c:v>
                      </c:pt>
                      <c:pt idx="131">
                        <c:v>0.54605409999999999</c:v>
                      </c:pt>
                      <c:pt idx="132">
                        <c:v>0.54256349999999998</c:v>
                      </c:pt>
                      <c:pt idx="133">
                        <c:v>0.53881950000000001</c:v>
                      </c:pt>
                      <c:pt idx="134">
                        <c:v>0.5347324</c:v>
                      </c:pt>
                      <c:pt idx="135">
                        <c:v>0.53029059999999995</c:v>
                      </c:pt>
                      <c:pt idx="136">
                        <c:v>0.52561579999999997</c:v>
                      </c:pt>
                      <c:pt idx="137">
                        <c:v>0.52095570000000002</c:v>
                      </c:pt>
                      <c:pt idx="138">
                        <c:v>0.51658689999999996</c:v>
                      </c:pt>
                      <c:pt idx="139">
                        <c:v>0.51270629999999995</c:v>
                      </c:pt>
                      <c:pt idx="140">
                        <c:v>0.50934659999999998</c:v>
                      </c:pt>
                      <c:pt idx="141">
                        <c:v>0.50637299999999996</c:v>
                      </c:pt>
                      <c:pt idx="142">
                        <c:v>0.50354779999999999</c:v>
                      </c:pt>
                      <c:pt idx="143">
                        <c:v>0.5006427</c:v>
                      </c:pt>
                      <c:pt idx="144">
                        <c:v>0.49753720000000001</c:v>
                      </c:pt>
                      <c:pt idx="145">
                        <c:v>0.49425720000000001</c:v>
                      </c:pt>
                      <c:pt idx="146">
                        <c:v>0.49094189999999999</c:v>
                      </c:pt>
                      <c:pt idx="147">
                        <c:v>0.48776360000000002</c:v>
                      </c:pt>
                      <c:pt idx="148">
                        <c:v>0.48485400000000001</c:v>
                      </c:pt>
                      <c:pt idx="149">
                        <c:v>0.48227140000000002</c:v>
                      </c:pt>
                      <c:pt idx="150">
                        <c:v>0.48001650000000001</c:v>
                      </c:pt>
                      <c:pt idx="151">
                        <c:v>0.4780874</c:v>
                      </c:pt>
                      <c:pt idx="152">
                        <c:v>0.47652430000000001</c:v>
                      </c:pt>
                      <c:pt idx="153">
                        <c:v>0.47543239999999998</c:v>
                      </c:pt>
                      <c:pt idx="154">
                        <c:v>0.4749525</c:v>
                      </c:pt>
                      <c:pt idx="155">
                        <c:v>0.4752208</c:v>
                      </c:pt>
                      <c:pt idx="156">
                        <c:v>0.47632829999999998</c:v>
                      </c:pt>
                      <c:pt idx="157">
                        <c:v>0.47832479999999999</c:v>
                      </c:pt>
                      <c:pt idx="158">
                        <c:v>0.4812495</c:v>
                      </c:pt>
                      <c:pt idx="159">
                        <c:v>0.48518499999999998</c:v>
                      </c:pt>
                      <c:pt idx="160">
                        <c:v>0.49028959999999999</c:v>
                      </c:pt>
                      <c:pt idx="161">
                        <c:v>0.4967955</c:v>
                      </c:pt>
                      <c:pt idx="162">
                        <c:v>0.50495009999999996</c:v>
                      </c:pt>
                      <c:pt idx="163">
                        <c:v>0.51493319999999998</c:v>
                      </c:pt>
                      <c:pt idx="164">
                        <c:v>0.52676909999999999</c:v>
                      </c:pt>
                      <c:pt idx="165">
                        <c:v>0.54028889999999996</c:v>
                      </c:pt>
                      <c:pt idx="166">
                        <c:v>0.55513170000000001</c:v>
                      </c:pt>
                      <c:pt idx="167">
                        <c:v>0.57081479999999996</c:v>
                      </c:pt>
                      <c:pt idx="168">
                        <c:v>0.58682069999999997</c:v>
                      </c:pt>
                      <c:pt idx="169">
                        <c:v>0.60267649999999995</c:v>
                      </c:pt>
                      <c:pt idx="170">
                        <c:v>0.61798450000000005</c:v>
                      </c:pt>
                      <c:pt idx="171">
                        <c:v>0.63240510000000005</c:v>
                      </c:pt>
                      <c:pt idx="172">
                        <c:v>0.64562090000000005</c:v>
                      </c:pt>
                      <c:pt idx="173">
                        <c:v>0.65733540000000001</c:v>
                      </c:pt>
                      <c:pt idx="174">
                        <c:v>0.66731370000000001</c:v>
                      </c:pt>
                      <c:pt idx="175">
                        <c:v>0.67547029999999997</c:v>
                      </c:pt>
                      <c:pt idx="176">
                        <c:v>0.68192509999999995</c:v>
                      </c:pt>
                      <c:pt idx="177">
                        <c:v>0.68699270000000001</c:v>
                      </c:pt>
                      <c:pt idx="178">
                        <c:v>0.69108060000000004</c:v>
                      </c:pt>
                      <c:pt idx="179">
                        <c:v>0.69454510000000003</c:v>
                      </c:pt>
                      <c:pt idx="180">
                        <c:v>0.69757389999999997</c:v>
                      </c:pt>
                      <c:pt idx="181">
                        <c:v>0.70016650000000002</c:v>
                      </c:pt>
                      <c:pt idx="182">
                        <c:v>0.70220769999999999</c:v>
                      </c:pt>
                      <c:pt idx="183">
                        <c:v>0.70359740000000004</c:v>
                      </c:pt>
                      <c:pt idx="184">
                        <c:v>0.70437190000000005</c:v>
                      </c:pt>
                      <c:pt idx="185">
                        <c:v>0.70474769999999998</c:v>
                      </c:pt>
                      <c:pt idx="186">
                        <c:v>0.70505669999999998</c:v>
                      </c:pt>
                      <c:pt idx="187">
                        <c:v>0.70562320000000001</c:v>
                      </c:pt>
                      <c:pt idx="188">
                        <c:v>0.70664830000000001</c:v>
                      </c:pt>
                      <c:pt idx="189">
                        <c:v>0.7081672</c:v>
                      </c:pt>
                      <c:pt idx="190">
                        <c:v>0.71008459999999995</c:v>
                      </c:pt>
                      <c:pt idx="191">
                        <c:v>0.71228309999999995</c:v>
                      </c:pt>
                      <c:pt idx="192">
                        <c:v>0.71472720000000001</c:v>
                      </c:pt>
                      <c:pt idx="193">
                        <c:v>0.71751609999999999</c:v>
                      </c:pt>
                      <c:pt idx="194">
                        <c:v>0.72084979999999999</c:v>
                      </c:pt>
                      <c:pt idx="195">
                        <c:v>0.72494000000000003</c:v>
                      </c:pt>
                      <c:pt idx="196">
                        <c:v>0.72990949999999999</c:v>
                      </c:pt>
                      <c:pt idx="197">
                        <c:v>0.73572490000000001</c:v>
                      </c:pt>
                      <c:pt idx="198">
                        <c:v>0.74223779999999995</c:v>
                      </c:pt>
                      <c:pt idx="199">
                        <c:v>0.7492683</c:v>
                      </c:pt>
                      <c:pt idx="200">
                        <c:v>0.7566986</c:v>
                      </c:pt>
                      <c:pt idx="201">
                        <c:v>0.76454</c:v>
                      </c:pt>
                      <c:pt idx="202">
                        <c:v>0.77291149999999997</c:v>
                      </c:pt>
                      <c:pt idx="203">
                        <c:v>0.78196350000000003</c:v>
                      </c:pt>
                      <c:pt idx="204">
                        <c:v>0.79178490000000001</c:v>
                      </c:pt>
                      <c:pt idx="205">
                        <c:v>0.80235800000000002</c:v>
                      </c:pt>
                      <c:pt idx="206">
                        <c:v>0.8135694</c:v>
                      </c:pt>
                      <c:pt idx="207">
                        <c:v>0.82529589999999997</c:v>
                      </c:pt>
                      <c:pt idx="208">
                        <c:v>0.83748800000000001</c:v>
                      </c:pt>
                      <c:pt idx="209">
                        <c:v>0.8502189</c:v>
                      </c:pt>
                      <c:pt idx="210">
                        <c:v>0.86363760000000001</c:v>
                      </c:pt>
                      <c:pt idx="211">
                        <c:v>0.87786390000000003</c:v>
                      </c:pt>
                      <c:pt idx="212">
                        <c:v>0.89286299999999996</c:v>
                      </c:pt>
                      <c:pt idx="213">
                        <c:v>0.90839990000000004</c:v>
                      </c:pt>
                      <c:pt idx="214">
                        <c:v>0.92407050000000002</c:v>
                      </c:pt>
                      <c:pt idx="215">
                        <c:v>0.93944910000000004</c:v>
                      </c:pt>
                      <c:pt idx="216">
                        <c:v>0.95423100000000005</c:v>
                      </c:pt>
                      <c:pt idx="217">
                        <c:v>0.96834469999999995</c:v>
                      </c:pt>
                      <c:pt idx="218">
                        <c:v>0.98189510000000002</c:v>
                      </c:pt>
                      <c:pt idx="219">
                        <c:v>0.99503509999999995</c:v>
                      </c:pt>
                      <c:pt idx="220">
                        <c:v>1.00779</c:v>
                      </c:pt>
                      <c:pt idx="221">
                        <c:v>1.0199849999999999</c:v>
                      </c:pt>
                      <c:pt idx="222">
                        <c:v>1.031291</c:v>
                      </c:pt>
                      <c:pt idx="223">
                        <c:v>1.0414049999999999</c:v>
                      </c:pt>
                      <c:pt idx="224">
                        <c:v>1.0502199999999999</c:v>
                      </c:pt>
                      <c:pt idx="225">
                        <c:v>1.0579350000000001</c:v>
                      </c:pt>
                      <c:pt idx="226">
                        <c:v>1.0649470000000001</c:v>
                      </c:pt>
                      <c:pt idx="227">
                        <c:v>1.0716639999999999</c:v>
                      </c:pt>
                      <c:pt idx="228">
                        <c:v>1.078281</c:v>
                      </c:pt>
                      <c:pt idx="229">
                        <c:v>1.0847100000000001</c:v>
                      </c:pt>
                      <c:pt idx="230">
                        <c:v>1.090632</c:v>
                      </c:pt>
                      <c:pt idx="231">
                        <c:v>1.095709</c:v>
                      </c:pt>
                      <c:pt idx="232">
                        <c:v>1.0997939999999999</c:v>
                      </c:pt>
                      <c:pt idx="233">
                        <c:v>1.1030310000000001</c:v>
                      </c:pt>
                      <c:pt idx="234">
                        <c:v>1.105769</c:v>
                      </c:pt>
                      <c:pt idx="235">
                        <c:v>1.108379</c:v>
                      </c:pt>
                      <c:pt idx="236">
                        <c:v>1.1110390000000001</c:v>
                      </c:pt>
                      <c:pt idx="237">
                        <c:v>1.11368</c:v>
                      </c:pt>
                      <c:pt idx="238">
                        <c:v>1.1160490000000001</c:v>
                      </c:pt>
                      <c:pt idx="239">
                        <c:v>1.117917</c:v>
                      </c:pt>
                      <c:pt idx="240">
                        <c:v>1.119264</c:v>
                      </c:pt>
                      <c:pt idx="241">
                        <c:v>1.1203590000000001</c:v>
                      </c:pt>
                      <c:pt idx="242">
                        <c:v>1.121648</c:v>
                      </c:pt>
                      <c:pt idx="243">
                        <c:v>1.1235660000000001</c:v>
                      </c:pt>
                      <c:pt idx="244">
                        <c:v>1.1263190000000001</c:v>
                      </c:pt>
                      <c:pt idx="245">
                        <c:v>1.129834</c:v>
                      </c:pt>
                      <c:pt idx="246">
                        <c:v>1.1338010000000001</c:v>
                      </c:pt>
                      <c:pt idx="247">
                        <c:v>1.1378630000000001</c:v>
                      </c:pt>
                      <c:pt idx="248">
                        <c:v>1.1417679999999999</c:v>
                      </c:pt>
                      <c:pt idx="249">
                        <c:v>1.145478</c:v>
                      </c:pt>
                      <c:pt idx="250">
                        <c:v>1.149078</c:v>
                      </c:pt>
                      <c:pt idx="251">
                        <c:v>1.152636</c:v>
                      </c:pt>
                      <c:pt idx="252">
                        <c:v>1.1560619999999999</c:v>
                      </c:pt>
                      <c:pt idx="253">
                        <c:v>1.159103</c:v>
                      </c:pt>
                      <c:pt idx="254">
                        <c:v>1.161446</c:v>
                      </c:pt>
                      <c:pt idx="255">
                        <c:v>1.162941</c:v>
                      </c:pt>
                      <c:pt idx="256">
                        <c:v>1.1637310000000001</c:v>
                      </c:pt>
                      <c:pt idx="257">
                        <c:v>1.164266</c:v>
                      </c:pt>
                      <c:pt idx="258">
                        <c:v>1.1651229999999999</c:v>
                      </c:pt>
                      <c:pt idx="259">
                        <c:v>1.166763</c:v>
                      </c:pt>
                      <c:pt idx="260">
                        <c:v>1.16933</c:v>
                      </c:pt>
                      <c:pt idx="261">
                        <c:v>1.1726209999999999</c:v>
                      </c:pt>
                      <c:pt idx="262">
                        <c:v>1.176212</c:v>
                      </c:pt>
                      <c:pt idx="263">
                        <c:v>1.179708</c:v>
                      </c:pt>
                      <c:pt idx="264">
                        <c:v>1.1829259999999999</c:v>
                      </c:pt>
                      <c:pt idx="265">
                        <c:v>1.185983</c:v>
                      </c:pt>
                      <c:pt idx="266">
                        <c:v>1.1891640000000001</c:v>
                      </c:pt>
                      <c:pt idx="267">
                        <c:v>1.192712</c:v>
                      </c:pt>
                      <c:pt idx="268">
                        <c:v>1.196637</c:v>
                      </c:pt>
                      <c:pt idx="269">
                        <c:v>1.2006840000000001</c:v>
                      </c:pt>
                      <c:pt idx="270">
                        <c:v>1.2044520000000001</c:v>
                      </c:pt>
                      <c:pt idx="271">
                        <c:v>1.2076359999999999</c:v>
                      </c:pt>
                      <c:pt idx="272">
                        <c:v>1.2102219999999999</c:v>
                      </c:pt>
                      <c:pt idx="273">
                        <c:v>1.2125250000000001</c:v>
                      </c:pt>
                      <c:pt idx="274">
                        <c:v>1.215042</c:v>
                      </c:pt>
                      <c:pt idx="275">
                        <c:v>1.218183</c:v>
                      </c:pt>
                      <c:pt idx="276">
                        <c:v>1.2220569999999999</c:v>
                      </c:pt>
                      <c:pt idx="277">
                        <c:v>1.226418</c:v>
                      </c:pt>
                      <c:pt idx="278">
                        <c:v>1.2307870000000001</c:v>
                      </c:pt>
                      <c:pt idx="279">
                        <c:v>1.2347159999999999</c:v>
                      </c:pt>
                      <c:pt idx="280">
                        <c:v>1.2380089999999999</c:v>
                      </c:pt>
                      <c:pt idx="281">
                        <c:v>1.240829</c:v>
                      </c:pt>
                      <c:pt idx="282">
                        <c:v>1.243565</c:v>
                      </c:pt>
                      <c:pt idx="283">
                        <c:v>1.246599</c:v>
                      </c:pt>
                      <c:pt idx="284">
                        <c:v>1.2500640000000001</c:v>
                      </c:pt>
                      <c:pt idx="285">
                        <c:v>1.2537860000000001</c:v>
                      </c:pt>
                      <c:pt idx="286">
                        <c:v>1.257369</c:v>
                      </c:pt>
                      <c:pt idx="287">
                        <c:v>1.260429</c:v>
                      </c:pt>
                      <c:pt idx="288">
                        <c:v>1.262802</c:v>
                      </c:pt>
                      <c:pt idx="289">
                        <c:v>1.264624</c:v>
                      </c:pt>
                      <c:pt idx="290">
                        <c:v>1.266194</c:v>
                      </c:pt>
                      <c:pt idx="291">
                        <c:v>1.2677480000000001</c:v>
                      </c:pt>
                      <c:pt idx="292">
                        <c:v>1.269242</c:v>
                      </c:pt>
                      <c:pt idx="293">
                        <c:v>1.2703340000000001</c:v>
                      </c:pt>
                      <c:pt idx="294">
                        <c:v>1.270494</c:v>
                      </c:pt>
                      <c:pt idx="295">
                        <c:v>1.2693110000000001</c:v>
                      </c:pt>
                      <c:pt idx="296">
                        <c:v>1.266694</c:v>
                      </c:pt>
                      <c:pt idx="297">
                        <c:v>1.2629680000000001</c:v>
                      </c:pt>
                      <c:pt idx="298">
                        <c:v>1.258726</c:v>
                      </c:pt>
                      <c:pt idx="299">
                        <c:v>1.254578</c:v>
                      </c:pt>
                      <c:pt idx="300">
                        <c:v>1.250926</c:v>
                      </c:pt>
                      <c:pt idx="301">
                        <c:v>1.247906</c:v>
                      </c:pt>
                      <c:pt idx="302">
                        <c:v>1.2454460000000001</c:v>
                      </c:pt>
                      <c:pt idx="303">
                        <c:v>1.243458</c:v>
                      </c:pt>
                      <c:pt idx="304">
                        <c:v>1.2419610000000001</c:v>
                      </c:pt>
                      <c:pt idx="305">
                        <c:v>1.241123</c:v>
                      </c:pt>
                      <c:pt idx="306">
                        <c:v>1.2411669999999999</c:v>
                      </c:pt>
                      <c:pt idx="307">
                        <c:v>1.2422070000000001</c:v>
                      </c:pt>
                      <c:pt idx="308">
                        <c:v>1.24413</c:v>
                      </c:pt>
                      <c:pt idx="309">
                        <c:v>1.246629</c:v>
                      </c:pt>
                      <c:pt idx="310">
                        <c:v>1.249333</c:v>
                      </c:pt>
                      <c:pt idx="311">
                        <c:v>1.2520169999999999</c:v>
                      </c:pt>
                      <c:pt idx="312">
                        <c:v>1.254745</c:v>
                      </c:pt>
                      <c:pt idx="313">
                        <c:v>1.2578640000000001</c:v>
                      </c:pt>
                      <c:pt idx="314">
                        <c:v>1.26183</c:v>
                      </c:pt>
                      <c:pt idx="315">
                        <c:v>1.26694</c:v>
                      </c:pt>
                      <c:pt idx="316">
                        <c:v>1.2731349999999999</c:v>
                      </c:pt>
                      <c:pt idx="317">
                        <c:v>1.279962</c:v>
                      </c:pt>
                      <c:pt idx="318">
                        <c:v>1.286694</c:v>
                      </c:pt>
                      <c:pt idx="319">
                        <c:v>1.292602</c:v>
                      </c:pt>
                      <c:pt idx="320">
                        <c:v>1.2972170000000001</c:v>
                      </c:pt>
                      <c:pt idx="321">
                        <c:v>1.3004439999999999</c:v>
                      </c:pt>
                      <c:pt idx="322">
                        <c:v>1.3024770000000001</c:v>
                      </c:pt>
                      <c:pt idx="323">
                        <c:v>1.3035829999999999</c:v>
                      </c:pt>
                      <c:pt idx="324">
                        <c:v>1.303876</c:v>
                      </c:pt>
                      <c:pt idx="325">
                        <c:v>1.3032790000000001</c:v>
                      </c:pt>
                      <c:pt idx="326">
                        <c:v>1.301599</c:v>
                      </c:pt>
                      <c:pt idx="327">
                        <c:v>1.298745</c:v>
                      </c:pt>
                      <c:pt idx="328">
                        <c:v>1.294872</c:v>
                      </c:pt>
                      <c:pt idx="329">
                        <c:v>1.290394</c:v>
                      </c:pt>
                      <c:pt idx="330">
                        <c:v>1.285806</c:v>
                      </c:pt>
                      <c:pt idx="331">
                        <c:v>1.2814730000000001</c:v>
                      </c:pt>
                      <c:pt idx="332">
                        <c:v>1.2774380000000001</c:v>
                      </c:pt>
                      <c:pt idx="333">
                        <c:v>1.273452</c:v>
                      </c:pt>
                      <c:pt idx="334">
                        <c:v>1.2690870000000001</c:v>
                      </c:pt>
                      <c:pt idx="335">
                        <c:v>1.2639689999999999</c:v>
                      </c:pt>
                      <c:pt idx="336">
                        <c:v>1.2579560000000001</c:v>
                      </c:pt>
                      <c:pt idx="337">
                        <c:v>1.2511650000000001</c:v>
                      </c:pt>
                      <c:pt idx="338">
                        <c:v>1.2438359999999999</c:v>
                      </c:pt>
                      <c:pt idx="339">
                        <c:v>1.236129</c:v>
                      </c:pt>
                      <c:pt idx="340">
                        <c:v>1.227975</c:v>
                      </c:pt>
                      <c:pt idx="341">
                        <c:v>1.2190799999999999</c:v>
                      </c:pt>
                      <c:pt idx="342">
                        <c:v>1.209041</c:v>
                      </c:pt>
                      <c:pt idx="343">
                        <c:v>1.1975659999999999</c:v>
                      </c:pt>
                      <c:pt idx="344">
                        <c:v>1.1846129999999999</c:v>
                      </c:pt>
                      <c:pt idx="345">
                        <c:v>1.1704300000000001</c:v>
                      </c:pt>
                      <c:pt idx="346">
                        <c:v>1.155437</c:v>
                      </c:pt>
                      <c:pt idx="347">
                        <c:v>1.1400680000000001</c:v>
                      </c:pt>
                      <c:pt idx="348">
                        <c:v>1.1246290000000001</c:v>
                      </c:pt>
                      <c:pt idx="349">
                        <c:v>1.1092839999999999</c:v>
                      </c:pt>
                      <c:pt idx="350">
                        <c:v>1.094103</c:v>
                      </c:pt>
                      <c:pt idx="351">
                        <c:v>1.079148</c:v>
                      </c:pt>
                      <c:pt idx="352">
                        <c:v>1.0645359999999999</c:v>
                      </c:pt>
                      <c:pt idx="353">
                        <c:v>1.0504340000000001</c:v>
                      </c:pt>
                      <c:pt idx="354">
                        <c:v>1.0369889999999999</c:v>
                      </c:pt>
                      <c:pt idx="355">
                        <c:v>1.024265</c:v>
                      </c:pt>
                      <c:pt idx="356">
                        <c:v>1.012197</c:v>
                      </c:pt>
                      <c:pt idx="357">
                        <c:v>1.0006280000000001</c:v>
                      </c:pt>
                      <c:pt idx="358">
                        <c:v>0.98937090000000005</c:v>
                      </c:pt>
                      <c:pt idx="359">
                        <c:v>0.97828409999999999</c:v>
                      </c:pt>
                      <c:pt idx="360">
                        <c:v>0.96730389999999999</c:v>
                      </c:pt>
                      <c:pt idx="361">
                        <c:v>0.95641370000000003</c:v>
                      </c:pt>
                      <c:pt idx="362">
                        <c:v>0.94557029999999997</c:v>
                      </c:pt>
                      <c:pt idx="363">
                        <c:v>0.9346411</c:v>
                      </c:pt>
                      <c:pt idx="364">
                        <c:v>0.92338359999999997</c:v>
                      </c:pt>
                      <c:pt idx="365">
                        <c:v>0.91150909999999996</c:v>
                      </c:pt>
                      <c:pt idx="366">
                        <c:v>0.89878389999999997</c:v>
                      </c:pt>
                      <c:pt idx="367">
                        <c:v>0.88513620000000004</c:v>
                      </c:pt>
                      <c:pt idx="368">
                        <c:v>0.87069649999999998</c:v>
                      </c:pt>
                      <c:pt idx="369">
                        <c:v>0.85575619999999997</c:v>
                      </c:pt>
                      <c:pt idx="370">
                        <c:v>0.84065630000000002</c:v>
                      </c:pt>
                      <c:pt idx="371">
                        <c:v>0.82567140000000006</c:v>
                      </c:pt>
                      <c:pt idx="372">
                        <c:v>0.81092920000000002</c:v>
                      </c:pt>
                      <c:pt idx="373">
                        <c:v>0.79641410000000001</c:v>
                      </c:pt>
                      <c:pt idx="374">
                        <c:v>0.78202240000000001</c:v>
                      </c:pt>
                      <c:pt idx="375">
                        <c:v>0.76765340000000004</c:v>
                      </c:pt>
                      <c:pt idx="376">
                        <c:v>0.75328150000000005</c:v>
                      </c:pt>
                      <c:pt idx="377">
                        <c:v>0.73898359999999996</c:v>
                      </c:pt>
                      <c:pt idx="378">
                        <c:v>0.72491280000000002</c:v>
                      </c:pt>
                      <c:pt idx="379">
                        <c:v>0.71124039999999999</c:v>
                      </c:pt>
                      <c:pt idx="380">
                        <c:v>0.69810340000000004</c:v>
                      </c:pt>
                      <c:pt idx="381">
                        <c:v>0.6855753</c:v>
                      </c:pt>
                      <c:pt idx="382">
                        <c:v>0.67366749999999997</c:v>
                      </c:pt>
                      <c:pt idx="383">
                        <c:v>0.66235659999999996</c:v>
                      </c:pt>
                      <c:pt idx="384">
                        <c:v>0.65161170000000002</c:v>
                      </c:pt>
                      <c:pt idx="385">
                        <c:v>0.64141139999999996</c:v>
                      </c:pt>
                      <c:pt idx="386">
                        <c:v>0.63174330000000001</c:v>
                      </c:pt>
                      <c:pt idx="387">
                        <c:v>0.6225889</c:v>
                      </c:pt>
                      <c:pt idx="388">
                        <c:v>0.61391220000000002</c:v>
                      </c:pt>
                      <c:pt idx="389">
                        <c:v>0.60566129999999996</c:v>
                      </c:pt>
                      <c:pt idx="390">
                        <c:v>0.59777659999999999</c:v>
                      </c:pt>
                      <c:pt idx="391">
                        <c:v>0.59021310000000005</c:v>
                      </c:pt>
                      <c:pt idx="392">
                        <c:v>0.58295039999999998</c:v>
                      </c:pt>
                      <c:pt idx="393">
                        <c:v>0.57599820000000002</c:v>
                      </c:pt>
                      <c:pt idx="394">
                        <c:v>0.56938250000000001</c:v>
                      </c:pt>
                      <c:pt idx="395">
                        <c:v>0.5631275</c:v>
                      </c:pt>
                      <c:pt idx="396">
                        <c:v>0.55724249999999997</c:v>
                      </c:pt>
                      <c:pt idx="397">
                        <c:v>0.55171879999999995</c:v>
                      </c:pt>
                      <c:pt idx="398">
                        <c:v>0.54653839999999998</c:v>
                      </c:pt>
                      <c:pt idx="399">
                        <c:v>0.54168530000000004</c:v>
                      </c:pt>
                      <c:pt idx="400">
                        <c:v>0.53715710000000005</c:v>
                      </c:pt>
                      <c:pt idx="401">
                        <c:v>0.53296319999999997</c:v>
                      </c:pt>
                      <c:pt idx="402">
                        <c:v>0.52911450000000004</c:v>
                      </c:pt>
                      <c:pt idx="403">
                        <c:v>0.52560899999999999</c:v>
                      </c:pt>
                      <c:pt idx="404">
                        <c:v>0.52242120000000003</c:v>
                      </c:pt>
                      <c:pt idx="405">
                        <c:v>0.51950370000000001</c:v>
                      </c:pt>
                      <c:pt idx="406">
                        <c:v>0.51679830000000004</c:v>
                      </c:pt>
                      <c:pt idx="407">
                        <c:v>0.51425330000000002</c:v>
                      </c:pt>
                      <c:pt idx="408">
                        <c:v>0.51183449999999997</c:v>
                      </c:pt>
                      <c:pt idx="409">
                        <c:v>0.50953150000000003</c:v>
                      </c:pt>
                      <c:pt idx="410">
                        <c:v>0.50734699999999999</c:v>
                      </c:pt>
                      <c:pt idx="411">
                        <c:v>0.50528450000000003</c:v>
                      </c:pt>
                      <c:pt idx="412">
                        <c:v>0.50333680000000003</c:v>
                      </c:pt>
                      <c:pt idx="413">
                        <c:v>0.50148349999999997</c:v>
                      </c:pt>
                      <c:pt idx="414">
                        <c:v>0.49969730000000001</c:v>
                      </c:pt>
                      <c:pt idx="415">
                        <c:v>0.49795539999999999</c:v>
                      </c:pt>
                      <c:pt idx="416">
                        <c:v>0.49624889999999999</c:v>
                      </c:pt>
                      <c:pt idx="417">
                        <c:v>0.49458590000000002</c:v>
                      </c:pt>
                      <c:pt idx="418">
                        <c:v>0.49298429999999999</c:v>
                      </c:pt>
                      <c:pt idx="419">
                        <c:v>0.4914618</c:v>
                      </c:pt>
                      <c:pt idx="420">
                        <c:v>0.49002600000000002</c:v>
                      </c:pt>
                      <c:pt idx="421">
                        <c:v>0.48867369999999999</c:v>
                      </c:pt>
                      <c:pt idx="422">
                        <c:v>0.48739440000000001</c:v>
                      </c:pt>
                      <c:pt idx="423">
                        <c:v>0.48617860000000002</c:v>
                      </c:pt>
                      <c:pt idx="424">
                        <c:v>0.48502260000000003</c:v>
                      </c:pt>
                      <c:pt idx="425">
                        <c:v>0.48392839999999998</c:v>
                      </c:pt>
                      <c:pt idx="426">
                        <c:v>0.48289549999999998</c:v>
                      </c:pt>
                      <c:pt idx="427">
                        <c:v>0.48191529999999999</c:v>
                      </c:pt>
                      <c:pt idx="428">
                        <c:v>0.48096509999999998</c:v>
                      </c:pt>
                      <c:pt idx="429">
                        <c:v>0.48001579999999999</c:v>
                      </c:pt>
                      <c:pt idx="430">
                        <c:v>0.47904069999999999</c:v>
                      </c:pt>
                      <c:pt idx="431">
                        <c:v>0.47802990000000001</c:v>
                      </c:pt>
                      <c:pt idx="432">
                        <c:v>0.47699750000000002</c:v>
                      </c:pt>
                      <c:pt idx="433">
                        <c:v>0.47597990000000001</c:v>
                      </c:pt>
                      <c:pt idx="434">
                        <c:v>0.47502680000000003</c:v>
                      </c:pt>
                      <c:pt idx="435">
                        <c:v>0.47418779999999999</c:v>
                      </c:pt>
                      <c:pt idx="436">
                        <c:v>0.47350110000000001</c:v>
                      </c:pt>
                      <c:pt idx="437">
                        <c:v>0.47299259999999999</c:v>
                      </c:pt>
                      <c:pt idx="438">
                        <c:v>0.47267769999999998</c:v>
                      </c:pt>
                      <c:pt idx="439">
                        <c:v>0.47256860000000001</c:v>
                      </c:pt>
                      <c:pt idx="440">
                        <c:v>0.47267540000000002</c:v>
                      </c:pt>
                      <c:pt idx="441">
                        <c:v>0.47300550000000002</c:v>
                      </c:pt>
                      <c:pt idx="442">
                        <c:v>0.47355459999999999</c:v>
                      </c:pt>
                      <c:pt idx="443">
                        <c:v>0.47429840000000001</c:v>
                      </c:pt>
                      <c:pt idx="444">
                        <c:v>0.4751918</c:v>
                      </c:pt>
                      <c:pt idx="445">
                        <c:v>0.4761744</c:v>
                      </c:pt>
                      <c:pt idx="446">
                        <c:v>0.47718300000000002</c:v>
                      </c:pt>
                      <c:pt idx="447">
                        <c:v>0.4781647</c:v>
                      </c:pt>
                      <c:pt idx="448">
                        <c:v>0.47908410000000001</c:v>
                      </c:pt>
                      <c:pt idx="449">
                        <c:v>0.4799214</c:v>
                      </c:pt>
                      <c:pt idx="450">
                        <c:v>0.48066360000000002</c:v>
                      </c:pt>
                      <c:pt idx="451">
                        <c:v>0.48129319999999998</c:v>
                      </c:pt>
                      <c:pt idx="452">
                        <c:v>0.4817823</c:v>
                      </c:pt>
                      <c:pt idx="453">
                        <c:v>0.48210330000000001</c:v>
                      </c:pt>
                      <c:pt idx="454">
                        <c:v>0.48223830000000001</c:v>
                      </c:pt>
                      <c:pt idx="455">
                        <c:v>0.48219610000000002</c:v>
                      </c:pt>
                      <c:pt idx="456">
                        <c:v>0.48202020000000001</c:v>
                      </c:pt>
                      <c:pt idx="457">
                        <c:v>0.48178470000000001</c:v>
                      </c:pt>
                      <c:pt idx="458">
                        <c:v>0.48157820000000001</c:v>
                      </c:pt>
                      <c:pt idx="459">
                        <c:v>0.48148629999999998</c:v>
                      </c:pt>
                      <c:pt idx="460">
                        <c:v>0.48157630000000001</c:v>
                      </c:pt>
                      <c:pt idx="461">
                        <c:v>0.4818981</c:v>
                      </c:pt>
                      <c:pt idx="462">
                        <c:v>0.48249120000000001</c:v>
                      </c:pt>
                      <c:pt idx="463">
                        <c:v>0.4834019</c:v>
                      </c:pt>
                      <c:pt idx="464">
                        <c:v>0.48469610000000002</c:v>
                      </c:pt>
                      <c:pt idx="465">
                        <c:v>0.4864656</c:v>
                      </c:pt>
                      <c:pt idx="466">
                        <c:v>0.48882370000000003</c:v>
                      </c:pt>
                      <c:pt idx="467">
                        <c:v>0.49189379999999999</c:v>
                      </c:pt>
                      <c:pt idx="468">
                        <c:v>0.49579699999999999</c:v>
                      </c:pt>
                      <c:pt idx="469">
                        <c:v>0.50064359999999997</c:v>
                      </c:pt>
                      <c:pt idx="470">
                        <c:v>0.50652580000000003</c:v>
                      </c:pt>
                      <c:pt idx="471">
                        <c:v>0.51351029999999998</c:v>
                      </c:pt>
                      <c:pt idx="472">
                        <c:v>0.52162370000000002</c:v>
                      </c:pt>
                      <c:pt idx="473">
                        <c:v>0.53083179999999996</c:v>
                      </c:pt>
                      <c:pt idx="474">
                        <c:v>0.54100899999999996</c:v>
                      </c:pt>
                      <c:pt idx="475">
                        <c:v>0.55190919999999999</c:v>
                      </c:pt>
                      <c:pt idx="476">
                        <c:v>0.56314710000000001</c:v>
                      </c:pt>
                      <c:pt idx="477">
                        <c:v>0.57420389999999999</c:v>
                      </c:pt>
                      <c:pt idx="478">
                        <c:v>0.58445950000000002</c:v>
                      </c:pt>
                      <c:pt idx="479">
                        <c:v>0.59325380000000005</c:v>
                      </c:pt>
                      <c:pt idx="480">
                        <c:v>0.59996850000000002</c:v>
                      </c:pt>
                      <c:pt idx="481">
                        <c:v>0.60410730000000001</c:v>
                      </c:pt>
                      <c:pt idx="482">
                        <c:v>0.60535969999999995</c:v>
                      </c:pt>
                      <c:pt idx="483">
                        <c:v>0.60363800000000001</c:v>
                      </c:pt>
                      <c:pt idx="484">
                        <c:v>0.59908119999999998</c:v>
                      </c:pt>
                      <c:pt idx="485">
                        <c:v>0.59203740000000005</c:v>
                      </c:pt>
                      <c:pt idx="486">
                        <c:v>0.5830187</c:v>
                      </c:pt>
                      <c:pt idx="487">
                        <c:v>0.57264510000000002</c:v>
                      </c:pt>
                      <c:pt idx="488">
                        <c:v>0.56157480000000004</c:v>
                      </c:pt>
                      <c:pt idx="489">
                        <c:v>0.55043189999999997</c:v>
                      </c:pt>
                      <c:pt idx="490">
                        <c:v>0.53974409999999995</c:v>
                      </c:pt>
                      <c:pt idx="491">
                        <c:v>0.52990099999999996</c:v>
                      </c:pt>
                      <c:pt idx="492">
                        <c:v>0.52113710000000002</c:v>
                      </c:pt>
                      <c:pt idx="493">
                        <c:v>0.5135459</c:v>
                      </c:pt>
                      <c:pt idx="494">
                        <c:v>0.50710980000000005</c:v>
                      </c:pt>
                      <c:pt idx="495">
                        <c:v>0.50174030000000003</c:v>
                      </c:pt>
                      <c:pt idx="496">
                        <c:v>0.49731639999999999</c:v>
                      </c:pt>
                      <c:pt idx="497">
                        <c:v>0.49370979999999998</c:v>
                      </c:pt>
                      <c:pt idx="498">
                        <c:v>0.49079780000000001</c:v>
                      </c:pt>
                      <c:pt idx="499">
                        <c:v>0.48846319999999999</c:v>
                      </c:pt>
                      <c:pt idx="500">
                        <c:v>0.48659170000000002</c:v>
                      </c:pt>
                      <c:pt idx="501">
                        <c:v>0.48507280000000003</c:v>
                      </c:pt>
                      <c:pt idx="502">
                        <c:v>0.48380390000000001</c:v>
                      </c:pt>
                      <c:pt idx="503">
                        <c:v>0.48269909999999999</c:v>
                      </c:pt>
                      <c:pt idx="504">
                        <c:v>0.48169650000000003</c:v>
                      </c:pt>
                      <c:pt idx="505">
                        <c:v>0.4807594</c:v>
                      </c:pt>
                      <c:pt idx="506">
                        <c:v>0.47987099999999999</c:v>
                      </c:pt>
                      <c:pt idx="507">
                        <c:v>0.47902240000000001</c:v>
                      </c:pt>
                      <c:pt idx="508">
                        <c:v>0.47820430000000003</c:v>
                      </c:pt>
                      <c:pt idx="509">
                        <c:v>0.4774041</c:v>
                      </c:pt>
                      <c:pt idx="510">
                        <c:v>0.47660760000000002</c:v>
                      </c:pt>
                      <c:pt idx="511">
                        <c:v>0.4758059</c:v>
                      </c:pt>
                      <c:pt idx="512">
                        <c:v>0.47500039999999999</c:v>
                      </c:pt>
                      <c:pt idx="513">
                        <c:v>0.47420050000000002</c:v>
                      </c:pt>
                      <c:pt idx="514">
                        <c:v>0.4734179</c:v>
                      </c:pt>
                      <c:pt idx="515">
                        <c:v>0.47265509999999999</c:v>
                      </c:pt>
                      <c:pt idx="516">
                        <c:v>0.47189829999999999</c:v>
                      </c:pt>
                      <c:pt idx="517">
                        <c:v>0.47112140000000002</c:v>
                      </c:pt>
                      <c:pt idx="518">
                        <c:v>0.47029100000000001</c:v>
                      </c:pt>
                      <c:pt idx="519">
                        <c:v>0.46937950000000001</c:v>
                      </c:pt>
                      <c:pt idx="520">
                        <c:v>0.46837570000000001</c:v>
                      </c:pt>
                      <c:pt idx="521">
                        <c:v>0.46728789999999998</c:v>
                      </c:pt>
                      <c:pt idx="522">
                        <c:v>0.46613850000000001</c:v>
                      </c:pt>
                      <c:pt idx="523">
                        <c:v>0.46495320000000001</c:v>
                      </c:pt>
                      <c:pt idx="524">
                        <c:v>0.463752</c:v>
                      </c:pt>
                      <c:pt idx="525">
                        <c:v>0.46254529999999999</c:v>
                      </c:pt>
                      <c:pt idx="526">
                        <c:v>0.46133550000000001</c:v>
                      </c:pt>
                      <c:pt idx="527">
                        <c:v>0.46012429999999999</c:v>
                      </c:pt>
                      <c:pt idx="528">
                        <c:v>0.45891850000000001</c:v>
                      </c:pt>
                      <c:pt idx="529">
                        <c:v>0.4577311</c:v>
                      </c:pt>
                      <c:pt idx="530">
                        <c:v>0.45657690000000001</c:v>
                      </c:pt>
                      <c:pt idx="531">
                        <c:v>0.45546500000000001</c:v>
                      </c:pt>
                      <c:pt idx="532">
                        <c:v>0.45439230000000003</c:v>
                      </c:pt>
                      <c:pt idx="533">
                        <c:v>0.4533432</c:v>
                      </c:pt>
                      <c:pt idx="534">
                        <c:v>0.45229469999999999</c:v>
                      </c:pt>
                      <c:pt idx="535">
                        <c:v>0.4512253</c:v>
                      </c:pt>
                      <c:pt idx="536">
                        <c:v>0.45012200000000002</c:v>
                      </c:pt>
                      <c:pt idx="537">
                        <c:v>0.44898379999999999</c:v>
                      </c:pt>
                      <c:pt idx="538">
                        <c:v>0.44781779999999999</c:v>
                      </c:pt>
                      <c:pt idx="539">
                        <c:v>0.44663039999999998</c:v>
                      </c:pt>
                      <c:pt idx="540">
                        <c:v>0.44542150000000003</c:v>
                      </c:pt>
                      <c:pt idx="541">
                        <c:v>0.4441813</c:v>
                      </c:pt>
                      <c:pt idx="542">
                        <c:v>0.44289329999999999</c:v>
                      </c:pt>
                      <c:pt idx="543">
                        <c:v>0.4415424</c:v>
                      </c:pt>
                      <c:pt idx="544">
                        <c:v>0.44012279999999998</c:v>
                      </c:pt>
                      <c:pt idx="545">
                        <c:v>0.43864310000000001</c:v>
                      </c:pt>
                      <c:pt idx="546">
                        <c:v>0.43712649999999997</c:v>
                      </c:pt>
                      <c:pt idx="547">
                        <c:v>0.43560559999999998</c:v>
                      </c:pt>
                      <c:pt idx="548">
                        <c:v>0.43411519999999998</c:v>
                      </c:pt>
                      <c:pt idx="549">
                        <c:v>0.43268709999999999</c:v>
                      </c:pt>
                      <c:pt idx="550">
                        <c:v>0.43134319999999998</c:v>
                      </c:pt>
                      <c:pt idx="551">
                        <c:v>0.43009380000000003</c:v>
                      </c:pt>
                      <c:pt idx="552">
                        <c:v>0.4289347</c:v>
                      </c:pt>
                      <c:pt idx="553">
                        <c:v>0.42784739999999999</c:v>
                      </c:pt>
                      <c:pt idx="554">
                        <c:v>0.42680129999999999</c:v>
                      </c:pt>
                      <c:pt idx="555">
                        <c:v>0.42575859999999999</c:v>
                      </c:pt>
                      <c:pt idx="556">
                        <c:v>0.42468410000000001</c:v>
                      </c:pt>
                      <c:pt idx="557">
                        <c:v>0.4235565</c:v>
                      </c:pt>
                      <c:pt idx="558">
                        <c:v>0.42237750000000002</c:v>
                      </c:pt>
                      <c:pt idx="559">
                        <c:v>0.42117339999999998</c:v>
                      </c:pt>
                      <c:pt idx="560">
                        <c:v>0.4199889</c:v>
                      </c:pt>
                      <c:pt idx="561">
                        <c:v>0.41887269999999999</c:v>
                      </c:pt>
                      <c:pt idx="562">
                        <c:v>0.41786020000000001</c:v>
                      </c:pt>
                      <c:pt idx="563">
                        <c:v>0.41696060000000001</c:v>
                      </c:pt>
                      <c:pt idx="564">
                        <c:v>0.41615249999999998</c:v>
                      </c:pt>
                      <c:pt idx="565">
                        <c:v>0.41539209999999999</c:v>
                      </c:pt>
                      <c:pt idx="566">
                        <c:v>0.41462670000000001</c:v>
                      </c:pt>
                      <c:pt idx="567">
                        <c:v>0.41381210000000002</c:v>
                      </c:pt>
                      <c:pt idx="568">
                        <c:v>0.4129217</c:v>
                      </c:pt>
                      <c:pt idx="569">
                        <c:v>0.41194969999999997</c:v>
                      </c:pt>
                      <c:pt idx="570">
                        <c:v>0.41090339999999997</c:v>
                      </c:pt>
                      <c:pt idx="571">
                        <c:v>0.40979179999999998</c:v>
                      </c:pt>
                      <c:pt idx="572">
                        <c:v>0.40861900000000001</c:v>
                      </c:pt>
                      <c:pt idx="573">
                        <c:v>0.40738279999999999</c:v>
                      </c:pt>
                      <c:pt idx="574">
                        <c:v>0.40607910000000003</c:v>
                      </c:pt>
                      <c:pt idx="575">
                        <c:v>0.40471040000000003</c:v>
                      </c:pt>
                      <c:pt idx="576">
                        <c:v>0.4032906</c:v>
                      </c:pt>
                      <c:pt idx="577">
                        <c:v>0.40184429999999999</c:v>
                      </c:pt>
                      <c:pt idx="578">
                        <c:v>0.40039960000000002</c:v>
                      </c:pt>
                      <c:pt idx="579">
                        <c:v>0.39897880000000002</c:v>
                      </c:pt>
                      <c:pt idx="580">
                        <c:v>0.39759080000000002</c:v>
                      </c:pt>
                      <c:pt idx="581">
                        <c:v>0.3962349</c:v>
                      </c:pt>
                      <c:pt idx="582">
                        <c:v>0.39490340000000002</c:v>
                      </c:pt>
                      <c:pt idx="583">
                        <c:v>0.39359149999999998</c:v>
                      </c:pt>
                      <c:pt idx="584">
                        <c:v>0.39230399999999999</c:v>
                      </c:pt>
                      <c:pt idx="585">
                        <c:v>0.39105620000000002</c:v>
                      </c:pt>
                      <c:pt idx="586">
                        <c:v>0.38986759999999998</c:v>
                      </c:pt>
                      <c:pt idx="587">
                        <c:v>0.3887526</c:v>
                      </c:pt>
                      <c:pt idx="588">
                        <c:v>0.387714</c:v>
                      </c:pt>
                      <c:pt idx="589">
                        <c:v>0.38673990000000003</c:v>
                      </c:pt>
                      <c:pt idx="590">
                        <c:v>0.3858084</c:v>
                      </c:pt>
                      <c:pt idx="591">
                        <c:v>0.38489590000000001</c:v>
                      </c:pt>
                      <c:pt idx="592">
                        <c:v>0.38398320000000002</c:v>
                      </c:pt>
                      <c:pt idx="593">
                        <c:v>0.38306020000000002</c:v>
                      </c:pt>
                      <c:pt idx="594">
                        <c:v>0.38212249999999998</c:v>
                      </c:pt>
                      <c:pt idx="595">
                        <c:v>0.38116679999999997</c:v>
                      </c:pt>
                      <c:pt idx="596">
                        <c:v>0.38018439999999998</c:v>
                      </c:pt>
                      <c:pt idx="597">
                        <c:v>0.37916090000000002</c:v>
                      </c:pt>
                      <c:pt idx="598">
                        <c:v>0.37807879999999999</c:v>
                      </c:pt>
                      <c:pt idx="599">
                        <c:v>0.37692419999999999</c:v>
                      </c:pt>
                      <c:pt idx="600">
                        <c:v>0.37569089999999999</c:v>
                      </c:pt>
                      <c:pt idx="601">
                        <c:v>0.37438379999999999</c:v>
                      </c:pt>
                      <c:pt idx="602">
                        <c:v>0.37301440000000002</c:v>
                      </c:pt>
                      <c:pt idx="603">
                        <c:v>0.37159520000000001</c:v>
                      </c:pt>
                      <c:pt idx="604">
                        <c:v>0.37013420000000002</c:v>
                      </c:pt>
                      <c:pt idx="605">
                        <c:v>0.36863210000000002</c:v>
                      </c:pt>
                      <c:pt idx="606">
                        <c:v>0.3670851</c:v>
                      </c:pt>
                      <c:pt idx="607">
                        <c:v>0.36548750000000002</c:v>
                      </c:pt>
                      <c:pt idx="608">
                        <c:v>0.36383799999999999</c:v>
                      </c:pt>
                      <c:pt idx="609">
                        <c:v>0.36214190000000002</c:v>
                      </c:pt>
                      <c:pt idx="610">
                        <c:v>0.36040949999999999</c:v>
                      </c:pt>
                      <c:pt idx="611">
                        <c:v>0.35865370000000002</c:v>
                      </c:pt>
                      <c:pt idx="612">
                        <c:v>0.3568867</c:v>
                      </c:pt>
                      <c:pt idx="613">
                        <c:v>0.35512009999999999</c:v>
                      </c:pt>
                      <c:pt idx="614">
                        <c:v>0.35336529999999999</c:v>
                      </c:pt>
                      <c:pt idx="615">
                        <c:v>0.35163499999999998</c:v>
                      </c:pt>
                      <c:pt idx="616">
                        <c:v>0.34994429999999999</c:v>
                      </c:pt>
                      <c:pt idx="617">
                        <c:v>0.34830689999999997</c:v>
                      </c:pt>
                      <c:pt idx="618">
                        <c:v>0.34673120000000002</c:v>
                      </c:pt>
                      <c:pt idx="619">
                        <c:v>0.34521610000000003</c:v>
                      </c:pt>
                      <c:pt idx="620">
                        <c:v>0.34374870000000002</c:v>
                      </c:pt>
                      <c:pt idx="621">
                        <c:v>0.3423078</c:v>
                      </c:pt>
                      <c:pt idx="622">
                        <c:v>0.34087040000000002</c:v>
                      </c:pt>
                      <c:pt idx="623">
                        <c:v>0.3394181</c:v>
                      </c:pt>
                      <c:pt idx="624">
                        <c:v>0.3379433</c:v>
                      </c:pt>
                      <c:pt idx="625">
                        <c:v>0.3364489</c:v>
                      </c:pt>
                      <c:pt idx="626">
                        <c:v>0.33494459999999998</c:v>
                      </c:pt>
                      <c:pt idx="627">
                        <c:v>0.33344020000000002</c:v>
                      </c:pt>
                      <c:pt idx="628">
                        <c:v>0.33194010000000002</c:v>
                      </c:pt>
                      <c:pt idx="629">
                        <c:v>0.33044279999999998</c:v>
                      </c:pt>
                      <c:pt idx="630">
                        <c:v>0.32894200000000001</c:v>
                      </c:pt>
                      <c:pt idx="631">
                        <c:v>0.32743260000000002</c:v>
                      </c:pt>
                      <c:pt idx="632">
                        <c:v>0.3259147</c:v>
                      </c:pt>
                      <c:pt idx="633">
                        <c:v>0.32439570000000001</c:v>
                      </c:pt>
                      <c:pt idx="634">
                        <c:v>0.32288909999999998</c:v>
                      </c:pt>
                      <c:pt idx="635">
                        <c:v>0.32140970000000002</c:v>
                      </c:pt>
                      <c:pt idx="636">
                        <c:v>0.31997150000000002</c:v>
                      </c:pt>
                      <c:pt idx="637">
                        <c:v>0.31858510000000001</c:v>
                      </c:pt>
                      <c:pt idx="638">
                        <c:v>0.31725969999999998</c:v>
                      </c:pt>
                      <c:pt idx="639">
                        <c:v>0.31600620000000001</c:v>
                      </c:pt>
                      <c:pt idx="640">
                        <c:v>0.31483850000000002</c:v>
                      </c:pt>
                      <c:pt idx="641">
                        <c:v>0.31377440000000001</c:v>
                      </c:pt>
                      <c:pt idx="642">
                        <c:v>0.3128319</c:v>
                      </c:pt>
                      <c:pt idx="643">
                        <c:v>0.31202540000000001</c:v>
                      </c:pt>
                      <c:pt idx="644">
                        <c:v>0.31136039999999998</c:v>
                      </c:pt>
                      <c:pt idx="645">
                        <c:v>0.31083499999999997</c:v>
                      </c:pt>
                      <c:pt idx="646">
                        <c:v>0.31043880000000001</c:v>
                      </c:pt>
                      <c:pt idx="647">
                        <c:v>0.31015720000000002</c:v>
                      </c:pt>
                      <c:pt idx="648">
                        <c:v>0.309973</c:v>
                      </c:pt>
                      <c:pt idx="649">
                        <c:v>0.30987110000000001</c:v>
                      </c:pt>
                      <c:pt idx="650">
                        <c:v>0.30983630000000001</c:v>
                      </c:pt>
                      <c:pt idx="651">
                        <c:v>0.30985279999999998</c:v>
                      </c:pt>
                      <c:pt idx="652">
                        <c:v>0.3099036</c:v>
                      </c:pt>
                      <c:pt idx="653">
                        <c:v>0.30997190000000002</c:v>
                      </c:pt>
                      <c:pt idx="654">
                        <c:v>0.3100424</c:v>
                      </c:pt>
                      <c:pt idx="655">
                        <c:v>0.31010460000000001</c:v>
                      </c:pt>
                      <c:pt idx="656">
                        <c:v>0.31015399999999999</c:v>
                      </c:pt>
                      <c:pt idx="657">
                        <c:v>0.31018980000000002</c:v>
                      </c:pt>
                      <c:pt idx="658">
                        <c:v>0.31021189999999998</c:v>
                      </c:pt>
                      <c:pt idx="659">
                        <c:v>0.31021549999999998</c:v>
                      </c:pt>
                      <c:pt idx="660">
                        <c:v>0.31018950000000001</c:v>
                      </c:pt>
                      <c:pt idx="661">
                        <c:v>0.31011519999999998</c:v>
                      </c:pt>
                      <c:pt idx="662">
                        <c:v>0.30997140000000001</c:v>
                      </c:pt>
                      <c:pt idx="663">
                        <c:v>0.3097377</c:v>
                      </c:pt>
                      <c:pt idx="664">
                        <c:v>0.30939899999999998</c:v>
                      </c:pt>
                      <c:pt idx="665">
                        <c:v>0.3089481</c:v>
                      </c:pt>
                      <c:pt idx="666">
                        <c:v>0.30838339999999997</c:v>
                      </c:pt>
                      <c:pt idx="667">
                        <c:v>0.3077066</c:v>
                      </c:pt>
                      <c:pt idx="668">
                        <c:v>0.30692130000000001</c:v>
                      </c:pt>
                      <c:pt idx="669">
                        <c:v>0.30603140000000001</c:v>
                      </c:pt>
                      <c:pt idx="670">
                        <c:v>0.30504409999999998</c:v>
                      </c:pt>
                      <c:pt idx="671">
                        <c:v>0.30397160000000001</c:v>
                      </c:pt>
                      <c:pt idx="672">
                        <c:v>0.30283120000000002</c:v>
                      </c:pt>
                      <c:pt idx="673">
                        <c:v>0.30164410000000003</c:v>
                      </c:pt>
                      <c:pt idx="674">
                        <c:v>0.30043009999999998</c:v>
                      </c:pt>
                      <c:pt idx="675">
                        <c:v>0.29920360000000001</c:v>
                      </c:pt>
                      <c:pt idx="676">
                        <c:v>0.29796919999999999</c:v>
                      </c:pt>
                      <c:pt idx="677">
                        <c:v>0.29672409999999999</c:v>
                      </c:pt>
                      <c:pt idx="678">
                        <c:v>0.29546050000000001</c:v>
                      </c:pt>
                      <c:pt idx="679">
                        <c:v>0.29417189999999999</c:v>
                      </c:pt>
                      <c:pt idx="680">
                        <c:v>0.2928578</c:v>
                      </c:pt>
                      <c:pt idx="681">
                        <c:v>0.29152460000000002</c:v>
                      </c:pt>
                      <c:pt idx="682">
                        <c:v>0.29018440000000001</c:v>
                      </c:pt>
                      <c:pt idx="683">
                        <c:v>0.28884989999999999</c:v>
                      </c:pt>
                      <c:pt idx="684">
                        <c:v>0.28753119999999999</c:v>
                      </c:pt>
                      <c:pt idx="685">
                        <c:v>0.2862323</c:v>
                      </c:pt>
                      <c:pt idx="686">
                        <c:v>0.28495310000000001</c:v>
                      </c:pt>
                      <c:pt idx="687">
                        <c:v>0.28369129999999998</c:v>
                      </c:pt>
                      <c:pt idx="688">
                        <c:v>0.28244659999999999</c:v>
                      </c:pt>
                      <c:pt idx="689">
                        <c:v>0.2812212</c:v>
                      </c:pt>
                      <c:pt idx="690">
                        <c:v>0.28002169999999998</c:v>
                      </c:pt>
                      <c:pt idx="691">
                        <c:v>0.2788561</c:v>
                      </c:pt>
                      <c:pt idx="692">
                        <c:v>0.27773239999999999</c:v>
                      </c:pt>
                      <c:pt idx="693">
                        <c:v>0.27665830000000002</c:v>
                      </c:pt>
                      <c:pt idx="694">
                        <c:v>0.27564090000000002</c:v>
                      </c:pt>
                      <c:pt idx="695">
                        <c:v>0.27468759999999998</c:v>
                      </c:pt>
                      <c:pt idx="696">
                        <c:v>0.2738083</c:v>
                      </c:pt>
                      <c:pt idx="697">
                        <c:v>0.27301399999999998</c:v>
                      </c:pt>
                      <c:pt idx="698">
                        <c:v>0.27231670000000002</c:v>
                      </c:pt>
                      <c:pt idx="699">
                        <c:v>0.27172619999999997</c:v>
                      </c:pt>
                      <c:pt idx="700">
                        <c:v>0.27124910000000002</c:v>
                      </c:pt>
                      <c:pt idx="701">
                        <c:v>0.27088820000000002</c:v>
                      </c:pt>
                      <c:pt idx="702">
                        <c:v>0.27064199999999999</c:v>
                      </c:pt>
                      <c:pt idx="703">
                        <c:v>0.2705053</c:v>
                      </c:pt>
                      <c:pt idx="704">
                        <c:v>0.27046979999999998</c:v>
                      </c:pt>
                      <c:pt idx="705">
                        <c:v>0.27052349999999997</c:v>
                      </c:pt>
                      <c:pt idx="706">
                        <c:v>0.2706498</c:v>
                      </c:pt>
                      <c:pt idx="707">
                        <c:v>0.27082780000000001</c:v>
                      </c:pt>
                      <c:pt idx="708">
                        <c:v>0.27103319999999997</c:v>
                      </c:pt>
                      <c:pt idx="709">
                        <c:v>0.2712425</c:v>
                      </c:pt>
                      <c:pt idx="710">
                        <c:v>0.27143630000000002</c:v>
                      </c:pt>
                      <c:pt idx="711">
                        <c:v>0.27160220000000002</c:v>
                      </c:pt>
                      <c:pt idx="712">
                        <c:v>0.27173639999999999</c:v>
                      </c:pt>
                      <c:pt idx="713">
                        <c:v>0.27184039999999998</c:v>
                      </c:pt>
                      <c:pt idx="714">
                        <c:v>0.2719184</c:v>
                      </c:pt>
                      <c:pt idx="715">
                        <c:v>0.27197130000000003</c:v>
                      </c:pt>
                      <c:pt idx="716">
                        <c:v>0.2719954</c:v>
                      </c:pt>
                      <c:pt idx="717">
                        <c:v>0.271982</c:v>
                      </c:pt>
                      <c:pt idx="718">
                        <c:v>0.2719221</c:v>
                      </c:pt>
                      <c:pt idx="719">
                        <c:v>0.27180910000000003</c:v>
                      </c:pt>
                      <c:pt idx="720">
                        <c:v>0.27164329999999998</c:v>
                      </c:pt>
                      <c:pt idx="721">
                        <c:v>0.27143139999999999</c:v>
                      </c:pt>
                      <c:pt idx="722">
                        <c:v>0.27118550000000002</c:v>
                      </c:pt>
                      <c:pt idx="723">
                        <c:v>0.2709183</c:v>
                      </c:pt>
                      <c:pt idx="724">
                        <c:v>0.27064070000000001</c:v>
                      </c:pt>
                      <c:pt idx="725">
                        <c:v>0.27036019999999999</c:v>
                      </c:pt>
                      <c:pt idx="726">
                        <c:v>0.27008130000000002</c:v>
                      </c:pt>
                      <c:pt idx="727">
                        <c:v>0.26980680000000001</c:v>
                      </c:pt>
                      <c:pt idx="728">
                        <c:v>0.269538</c:v>
                      </c:pt>
                      <c:pt idx="729">
                        <c:v>0.26927440000000002</c:v>
                      </c:pt>
                      <c:pt idx="730">
                        <c:v>0.26901209999999998</c:v>
                      </c:pt>
                      <c:pt idx="731">
                        <c:v>0.26874179999999998</c:v>
                      </c:pt>
                      <c:pt idx="732">
                        <c:v>0.26845039999999998</c:v>
                      </c:pt>
                      <c:pt idx="733">
                        <c:v>0.26812380000000002</c:v>
                      </c:pt>
                      <c:pt idx="734">
                        <c:v>0.26775090000000001</c:v>
                      </c:pt>
                      <c:pt idx="735">
                        <c:v>0.26732790000000001</c:v>
                      </c:pt>
                      <c:pt idx="736">
                        <c:v>0.26685950000000003</c:v>
                      </c:pt>
                      <c:pt idx="737">
                        <c:v>0.2663566</c:v>
                      </c:pt>
                      <c:pt idx="738">
                        <c:v>0.26583069999999998</c:v>
                      </c:pt>
                      <c:pt idx="739">
                        <c:v>0.265287</c:v>
                      </c:pt>
                      <c:pt idx="740">
                        <c:v>0.26472220000000002</c:v>
                      </c:pt>
                      <c:pt idx="741">
                        <c:v>0.26412360000000001</c:v>
                      </c:pt>
                      <c:pt idx="742">
                        <c:v>0.2634745</c:v>
                      </c:pt>
                      <c:pt idx="743">
                        <c:v>0.2627603</c:v>
                      </c:pt>
                      <c:pt idx="744">
                        <c:v>0.26197399999999998</c:v>
                      </c:pt>
                      <c:pt idx="745">
                        <c:v>0.2611192</c:v>
                      </c:pt>
                      <c:pt idx="746">
                        <c:v>0.26020700000000002</c:v>
                      </c:pt>
                      <c:pt idx="747">
                        <c:v>0.25925290000000001</c:v>
                      </c:pt>
                      <c:pt idx="748">
                        <c:v>0.25827090000000003</c:v>
                      </c:pt>
                      <c:pt idx="749">
                        <c:v>0.25727179999999999</c:v>
                      </c:pt>
                      <c:pt idx="750">
                        <c:v>0.2562625</c:v>
                      </c:pt>
                      <c:pt idx="751">
                        <c:v>0.25524819999999998</c:v>
                      </c:pt>
                      <c:pt idx="752">
                        <c:v>0.2542353</c:v>
                      </c:pt>
                      <c:pt idx="753">
                        <c:v>0.2532315</c:v>
                      </c:pt>
                      <c:pt idx="754">
                        <c:v>0.25224530000000001</c:v>
                      </c:pt>
                      <c:pt idx="755">
                        <c:v>0.25128220000000001</c:v>
                      </c:pt>
                      <c:pt idx="756">
                        <c:v>0.25034269999999997</c:v>
                      </c:pt>
                      <c:pt idx="757">
                        <c:v>0.24942249999999999</c:v>
                      </c:pt>
                      <c:pt idx="758">
                        <c:v>0.24851390000000001</c:v>
                      </c:pt>
                      <c:pt idx="759">
                        <c:v>0.24760979999999999</c:v>
                      </c:pt>
                      <c:pt idx="760">
                        <c:v>0.24670719999999999</c:v>
                      </c:pt>
                      <c:pt idx="761">
                        <c:v>0.24580930000000001</c:v>
                      </c:pt>
                      <c:pt idx="762">
                        <c:v>0.24492359999999999</c:v>
                      </c:pt>
                      <c:pt idx="763">
                        <c:v>0.24405840000000001</c:v>
                      </c:pt>
                      <c:pt idx="764">
                        <c:v>0.24321960000000001</c:v>
                      </c:pt>
                      <c:pt idx="765">
                        <c:v>0.2424074</c:v>
                      </c:pt>
                      <c:pt idx="766">
                        <c:v>0.2416169</c:v>
                      </c:pt>
                      <c:pt idx="767">
                        <c:v>0.2408402</c:v>
                      </c:pt>
                      <c:pt idx="768">
                        <c:v>0.24007020000000001</c:v>
                      </c:pt>
                      <c:pt idx="769">
                        <c:v>0.23930299999999999</c:v>
                      </c:pt>
                      <c:pt idx="770">
                        <c:v>0.23853969999999999</c:v>
                      </c:pt>
                      <c:pt idx="771">
                        <c:v>0.23778479999999999</c:v>
                      </c:pt>
                      <c:pt idx="772">
                        <c:v>0.23704439999999999</c:v>
                      </c:pt>
                      <c:pt idx="773">
                        <c:v>0.2363238</c:v>
                      </c:pt>
                      <c:pt idx="774">
                        <c:v>0.23562659999999999</c:v>
                      </c:pt>
                      <c:pt idx="775">
                        <c:v>0.23495350000000001</c:v>
                      </c:pt>
                      <c:pt idx="776">
                        <c:v>0.2343026</c:v>
                      </c:pt>
                      <c:pt idx="777">
                        <c:v>0.2336694</c:v>
                      </c:pt>
                      <c:pt idx="778">
                        <c:v>0.2330469</c:v>
                      </c:pt>
                      <c:pt idx="779">
                        <c:v>0.2324252</c:v>
                      </c:pt>
                      <c:pt idx="780">
                        <c:v>0.2317921</c:v>
                      </c:pt>
                      <c:pt idx="781">
                        <c:v>0.2311347</c:v>
                      </c:pt>
                      <c:pt idx="782">
                        <c:v>0.2304416</c:v>
                      </c:pt>
                      <c:pt idx="783">
                        <c:v>0.22970479999999999</c:v>
                      </c:pt>
                      <c:pt idx="784">
                        <c:v>0.2289224</c:v>
                      </c:pt>
                      <c:pt idx="785">
                        <c:v>0.2280973</c:v>
                      </c:pt>
                      <c:pt idx="786">
                        <c:v>0.2272371</c:v>
                      </c:pt>
                      <c:pt idx="787">
                        <c:v>0.22635060000000001</c:v>
                      </c:pt>
                      <c:pt idx="788">
                        <c:v>0.22544629999999999</c:v>
                      </c:pt>
                      <c:pt idx="789">
                        <c:v>0.22453119999999999</c:v>
                      </c:pt>
                      <c:pt idx="790">
                        <c:v>0.22361210000000001</c:v>
                      </c:pt>
                      <c:pt idx="791">
                        <c:v>0.22269559999999999</c:v>
                      </c:pt>
                      <c:pt idx="792">
                        <c:v>0.22179019999999999</c:v>
                      </c:pt>
                      <c:pt idx="793">
                        <c:v>0.2209053</c:v>
                      </c:pt>
                      <c:pt idx="794">
                        <c:v>0.22005150000000001</c:v>
                      </c:pt>
                      <c:pt idx="795">
                        <c:v>0.21923719999999999</c:v>
                      </c:pt>
                      <c:pt idx="796">
                        <c:v>0.21846889999999999</c:v>
                      </c:pt>
                      <c:pt idx="797">
                        <c:v>0.21774869999999999</c:v>
                      </c:pt>
                      <c:pt idx="798">
                        <c:v>0.2170772</c:v>
                      </c:pt>
                      <c:pt idx="799">
                        <c:v>0.2164527</c:v>
                      </c:pt>
                      <c:pt idx="800">
                        <c:v>0.21587329999999999</c:v>
                      </c:pt>
                      <c:pt idx="801">
                        <c:v>0.21533669999999999</c:v>
                      </c:pt>
                      <c:pt idx="802">
                        <c:v>0.21483940000000001</c:v>
                      </c:pt>
                      <c:pt idx="803">
                        <c:v>0.2143755</c:v>
                      </c:pt>
                      <c:pt idx="804">
                        <c:v>0.2139365</c:v>
                      </c:pt>
                      <c:pt idx="805">
                        <c:v>0.21351249999999999</c:v>
                      </c:pt>
                      <c:pt idx="806">
                        <c:v>0.2130948</c:v>
                      </c:pt>
                      <c:pt idx="807">
                        <c:v>0.2126778</c:v>
                      </c:pt>
                      <c:pt idx="808">
                        <c:v>0.21226110000000001</c:v>
                      </c:pt>
                      <c:pt idx="809">
                        <c:v>0.21184890000000001</c:v>
                      </c:pt>
                      <c:pt idx="810">
                        <c:v>0.2114481</c:v>
                      </c:pt>
                      <c:pt idx="811">
                        <c:v>0.2110638</c:v>
                      </c:pt>
                      <c:pt idx="812">
                        <c:v>0.21069660000000001</c:v>
                      </c:pt>
                      <c:pt idx="813">
                        <c:v>0.21034130000000001</c:v>
                      </c:pt>
                      <c:pt idx="814">
                        <c:v>0.20998710000000001</c:v>
                      </c:pt>
                      <c:pt idx="815">
                        <c:v>0.209621</c:v>
                      </c:pt>
                      <c:pt idx="816">
                        <c:v>0.20923130000000001</c:v>
                      </c:pt>
                      <c:pt idx="817">
                        <c:v>0.2088103</c:v>
                      </c:pt>
                      <c:pt idx="818">
                        <c:v>0.20835580000000001</c:v>
                      </c:pt>
                      <c:pt idx="819">
                        <c:v>0.2078701</c:v>
                      </c:pt>
                      <c:pt idx="820">
                        <c:v>0.2073584</c:v>
                      </c:pt>
                      <c:pt idx="821">
                        <c:v>0.2068265</c:v>
                      </c:pt>
                      <c:pt idx="822">
                        <c:v>0.2062794</c:v>
                      </c:pt>
                      <c:pt idx="823">
                        <c:v>0.20572009999999999</c:v>
                      </c:pt>
                      <c:pt idx="824">
                        <c:v>0.20514940000000001</c:v>
                      </c:pt>
                      <c:pt idx="825">
                        <c:v>0.20456569999999999</c:v>
                      </c:pt>
                      <c:pt idx="826">
                        <c:v>0.2039657</c:v>
                      </c:pt>
                      <c:pt idx="827">
                        <c:v>0.203344</c:v>
                      </c:pt>
                      <c:pt idx="828">
                        <c:v>0.2026945</c:v>
                      </c:pt>
                      <c:pt idx="829">
                        <c:v>0.2020129</c:v>
                      </c:pt>
                      <c:pt idx="830">
                        <c:v>0.20129730000000001</c:v>
                      </c:pt>
                      <c:pt idx="831">
                        <c:v>0.20055010000000001</c:v>
                      </c:pt>
                      <c:pt idx="832">
                        <c:v>0.1997776</c:v>
                      </c:pt>
                      <c:pt idx="833">
                        <c:v>0.198989</c:v>
                      </c:pt>
                      <c:pt idx="834">
                        <c:v>0.19819310000000001</c:v>
                      </c:pt>
                      <c:pt idx="835">
                        <c:v>0.1973964</c:v>
                      </c:pt>
                      <c:pt idx="836">
                        <c:v>0.19660159999999999</c:v>
                      </c:pt>
                      <c:pt idx="837">
                        <c:v>0.19580819999999999</c:v>
                      </c:pt>
                      <c:pt idx="838">
                        <c:v>0.1950144</c:v>
                      </c:pt>
                      <c:pt idx="839">
                        <c:v>0.1942199</c:v>
                      </c:pt>
                      <c:pt idx="840">
                        <c:v>0.19342760000000001</c:v>
                      </c:pt>
                      <c:pt idx="841">
                        <c:v>0.1926436</c:v>
                      </c:pt>
                      <c:pt idx="842">
                        <c:v>0.19187689999999999</c:v>
                      </c:pt>
                      <c:pt idx="843">
                        <c:v>0.19113559999999999</c:v>
                      </c:pt>
                      <c:pt idx="844">
                        <c:v>0.19042629999999999</c:v>
                      </c:pt>
                      <c:pt idx="845">
                        <c:v>0.189752</c:v>
                      </c:pt>
                      <c:pt idx="846">
                        <c:v>0.1891128</c:v>
                      </c:pt>
                      <c:pt idx="847">
                        <c:v>0.18850610000000001</c:v>
                      </c:pt>
                      <c:pt idx="848">
                        <c:v>0.1879276</c:v>
                      </c:pt>
                      <c:pt idx="849">
                        <c:v>0.1873715</c:v>
                      </c:pt>
                      <c:pt idx="850">
                        <c:v>0.18683079999999999</c:v>
                      </c:pt>
                      <c:pt idx="851">
                        <c:v>0.1862965</c:v>
                      </c:pt>
                      <c:pt idx="852">
                        <c:v>0.1857597</c:v>
                      </c:pt>
                      <c:pt idx="853">
                        <c:v>0.18521209999999999</c:v>
                      </c:pt>
                      <c:pt idx="854">
                        <c:v>0.1846487</c:v>
                      </c:pt>
                      <c:pt idx="855">
                        <c:v>0.1840685</c:v>
                      </c:pt>
                      <c:pt idx="856">
                        <c:v>0.18347479999999999</c:v>
                      </c:pt>
                      <c:pt idx="857">
                        <c:v>0.1828726</c:v>
                      </c:pt>
                      <c:pt idx="858">
                        <c:v>0.1822674</c:v>
                      </c:pt>
                      <c:pt idx="859">
                        <c:v>0.18166160000000001</c:v>
                      </c:pt>
                      <c:pt idx="860">
                        <c:v>0.1810544</c:v>
                      </c:pt>
                      <c:pt idx="861">
                        <c:v>0.18044350000000001</c:v>
                      </c:pt>
                      <c:pt idx="862">
                        <c:v>0.1798275</c:v>
                      </c:pt>
                      <c:pt idx="863">
                        <c:v>0.17920820000000001</c:v>
                      </c:pt>
                      <c:pt idx="864">
                        <c:v>0.17859230000000001</c:v>
                      </c:pt>
                      <c:pt idx="865">
                        <c:v>0.17798919999999999</c:v>
                      </c:pt>
                      <c:pt idx="866">
                        <c:v>0.1774075</c:v>
                      </c:pt>
                      <c:pt idx="867">
                        <c:v>0.17685090000000001</c:v>
                      </c:pt>
                      <c:pt idx="868">
                        <c:v>0.17631550000000001</c:v>
                      </c:pt>
                      <c:pt idx="869">
                        <c:v>0.17579030000000001</c:v>
                      </c:pt>
                      <c:pt idx="870">
                        <c:v>0.1752601</c:v>
                      </c:pt>
                      <c:pt idx="871">
                        <c:v>0.17471059999999999</c:v>
                      </c:pt>
                      <c:pt idx="872">
                        <c:v>0.1741327</c:v>
                      </c:pt>
                      <c:pt idx="873">
                        <c:v>0.17352509999999999</c:v>
                      </c:pt>
                      <c:pt idx="874">
                        <c:v>0.1728933</c:v>
                      </c:pt>
                      <c:pt idx="875">
                        <c:v>0.17224629999999999</c:v>
                      </c:pt>
                      <c:pt idx="876">
                        <c:v>0.17159250000000001</c:v>
                      </c:pt>
                      <c:pt idx="877">
                        <c:v>0.17093620000000001</c:v>
                      </c:pt>
                      <c:pt idx="878">
                        <c:v>0.17027709999999999</c:v>
                      </c:pt>
                      <c:pt idx="879">
                        <c:v>0.1696106</c:v>
                      </c:pt>
                      <c:pt idx="880">
                        <c:v>0.16893069999999999</c:v>
                      </c:pt>
                      <c:pt idx="881">
                        <c:v>0.16823150000000001</c:v>
                      </c:pt>
                      <c:pt idx="882">
                        <c:v>0.16750809999999999</c:v>
                      </c:pt>
                      <c:pt idx="883">
                        <c:v>0.16675580000000001</c:v>
                      </c:pt>
                      <c:pt idx="884">
                        <c:v>0.16596910000000001</c:v>
                      </c:pt>
                      <c:pt idx="885">
                        <c:v>0.1651406</c:v>
                      </c:pt>
                      <c:pt idx="886">
                        <c:v>0.1642615</c:v>
                      </c:pt>
                      <c:pt idx="887">
                        <c:v>0.16332250000000001</c:v>
                      </c:pt>
                      <c:pt idx="888">
                        <c:v>0.1623173</c:v>
                      </c:pt>
                      <c:pt idx="889">
                        <c:v>0.16124279999999999</c:v>
                      </c:pt>
                      <c:pt idx="890">
                        <c:v>0.1601012</c:v>
                      </c:pt>
                      <c:pt idx="891">
                        <c:v>0.15889710000000001</c:v>
                      </c:pt>
                      <c:pt idx="892">
                        <c:v>0.15763750000000001</c:v>
                      </c:pt>
                      <c:pt idx="893">
                        <c:v>0.156329</c:v>
                      </c:pt>
                      <c:pt idx="894">
                        <c:v>0.1549768</c:v>
                      </c:pt>
                      <c:pt idx="895">
                        <c:v>0.15358520000000001</c:v>
                      </c:pt>
                      <c:pt idx="896">
                        <c:v>0.15215819999999999</c:v>
                      </c:pt>
                      <c:pt idx="897">
                        <c:v>0.15070159999999999</c:v>
                      </c:pt>
                      <c:pt idx="898">
                        <c:v>0.14922340000000001</c:v>
                      </c:pt>
                      <c:pt idx="899">
                        <c:v>0.14773430000000001</c:v>
                      </c:pt>
                      <c:pt idx="900">
                        <c:v>0.14624670000000001</c:v>
                      </c:pt>
                      <c:pt idx="901">
                        <c:v>0.14477370000000001</c:v>
                      </c:pt>
                      <c:pt idx="902">
                        <c:v>0.1433276</c:v>
                      </c:pt>
                      <c:pt idx="903">
                        <c:v>0.14191889999999999</c:v>
                      </c:pt>
                      <c:pt idx="904">
                        <c:v>0.14055599999999999</c:v>
                      </c:pt>
                      <c:pt idx="905">
                        <c:v>0.13924520000000001</c:v>
                      </c:pt>
                      <c:pt idx="906">
                        <c:v>0.1379909</c:v>
                      </c:pt>
                      <c:pt idx="907">
                        <c:v>0.13679530000000001</c:v>
                      </c:pt>
                      <c:pt idx="908">
                        <c:v>0.13565840000000001</c:v>
                      </c:pt>
                      <c:pt idx="909">
                        <c:v>0.13457830000000001</c:v>
                      </c:pt>
                      <c:pt idx="910">
                        <c:v>0.13355049999999999</c:v>
                      </c:pt>
                      <c:pt idx="911">
                        <c:v>0.13256799999999999</c:v>
                      </c:pt>
                      <c:pt idx="912">
                        <c:v>0.1316234</c:v>
                      </c:pt>
                      <c:pt idx="913">
                        <c:v>0.13070809999999999</c:v>
                      </c:pt>
                      <c:pt idx="914">
                        <c:v>0.12981480000000001</c:v>
                      </c:pt>
                      <c:pt idx="915">
                        <c:v>0.12893750000000001</c:v>
                      </c:pt>
                      <c:pt idx="916">
                        <c:v>0.1280714</c:v>
                      </c:pt>
                      <c:pt idx="917">
                        <c:v>0.1272133</c:v>
                      </c:pt>
                      <c:pt idx="918">
                        <c:v>0.1263601</c:v>
                      </c:pt>
                      <c:pt idx="919">
                        <c:v>0.12550839999999999</c:v>
                      </c:pt>
                      <c:pt idx="920">
                        <c:v>0.12465420000000001</c:v>
                      </c:pt>
                      <c:pt idx="921">
                        <c:v>0.1237933</c:v>
                      </c:pt>
                      <c:pt idx="922">
                        <c:v>0.1229228</c:v>
                      </c:pt>
                      <c:pt idx="923">
                        <c:v>0.122042</c:v>
                      </c:pt>
                      <c:pt idx="924">
                        <c:v>0.1211536</c:v>
                      </c:pt>
                      <c:pt idx="925">
                        <c:v>0.1202636</c:v>
                      </c:pt>
                      <c:pt idx="926">
                        <c:v>0.11938070000000001</c:v>
                      </c:pt>
                      <c:pt idx="927">
                        <c:v>0.1185124</c:v>
                      </c:pt>
                      <c:pt idx="928">
                        <c:v>0.117664</c:v>
                      </c:pt>
                      <c:pt idx="929">
                        <c:v>0.116836</c:v>
                      </c:pt>
                      <c:pt idx="930">
                        <c:v>0.1160235</c:v>
                      </c:pt>
                      <c:pt idx="931">
                        <c:v>0.1152184</c:v>
                      </c:pt>
                      <c:pt idx="932">
                        <c:v>0.11441220000000001</c:v>
                      </c:pt>
                      <c:pt idx="933">
                        <c:v>0.11359909999999999</c:v>
                      </c:pt>
                      <c:pt idx="934">
                        <c:v>0.1127794</c:v>
                      </c:pt>
                      <c:pt idx="935">
                        <c:v>0.1119588</c:v>
                      </c:pt>
                      <c:pt idx="936">
                        <c:v>0.1111482</c:v>
                      </c:pt>
                      <c:pt idx="937">
                        <c:v>0.11036</c:v>
                      </c:pt>
                      <c:pt idx="938">
                        <c:v>0.1096053</c:v>
                      </c:pt>
                      <c:pt idx="939">
                        <c:v>0.10889169999999999</c:v>
                      </c:pt>
                      <c:pt idx="940">
                        <c:v>0.1082212</c:v>
                      </c:pt>
                      <c:pt idx="941">
                        <c:v>0.1075931</c:v>
                      </c:pt>
                      <c:pt idx="942">
                        <c:v>0.1070036</c:v>
                      </c:pt>
                      <c:pt idx="943">
                        <c:v>0.1064485</c:v>
                      </c:pt>
                      <c:pt idx="944">
                        <c:v>0.1059239</c:v>
                      </c:pt>
                      <c:pt idx="945">
                        <c:v>0.1054259</c:v>
                      </c:pt>
                      <c:pt idx="946">
                        <c:v>0.1049508</c:v>
                      </c:pt>
                      <c:pt idx="947">
                        <c:v>0.1044943</c:v>
                      </c:pt>
                      <c:pt idx="948">
                        <c:v>0.1040522</c:v>
                      </c:pt>
                      <c:pt idx="949">
                        <c:v>0.1036214</c:v>
                      </c:pt>
                      <c:pt idx="950">
                        <c:v>0.1032005</c:v>
                      </c:pt>
                      <c:pt idx="951">
                        <c:v>0.1027908</c:v>
                      </c:pt>
                      <c:pt idx="952">
                        <c:v>0.1023949</c:v>
                      </c:pt>
                      <c:pt idx="953">
                        <c:v>0.10201540000000001</c:v>
                      </c:pt>
                      <c:pt idx="954">
                        <c:v>0.10165299999999999</c:v>
                      </c:pt>
                      <c:pt idx="955">
                        <c:v>0.1013047</c:v>
                      </c:pt>
                      <c:pt idx="956">
                        <c:v>0.10096479999999999</c:v>
                      </c:pt>
                      <c:pt idx="957">
                        <c:v>0.1006252</c:v>
                      </c:pt>
                      <c:pt idx="958">
                        <c:v>0.1002792</c:v>
                      </c:pt>
                      <c:pt idx="959">
                        <c:v>9.9922720000000007E-2</c:v>
                      </c:pt>
                      <c:pt idx="960">
                        <c:v>9.9555519999999995E-2</c:v>
                      </c:pt>
                      <c:pt idx="961">
                        <c:v>9.9180450000000003E-2</c:v>
                      </c:pt>
                      <c:pt idx="962">
                        <c:v>9.8801940000000005E-2</c:v>
                      </c:pt>
                      <c:pt idx="963">
                        <c:v>9.84236E-2</c:v>
                      </c:pt>
                      <c:pt idx="964">
                        <c:v>9.8047499999999996E-2</c:v>
                      </c:pt>
                      <c:pt idx="965">
                        <c:v>9.7673889999999999E-2</c:v>
                      </c:pt>
                      <c:pt idx="966">
                        <c:v>9.7303239999999999E-2</c:v>
                      </c:pt>
                      <c:pt idx="967">
                        <c:v>9.6937270000000006E-2</c:v>
                      </c:pt>
                      <c:pt idx="968">
                        <c:v>9.6580620000000006E-2</c:v>
                      </c:pt>
                      <c:pt idx="969">
                        <c:v>9.6239149999999996E-2</c:v>
                      </c:pt>
                      <c:pt idx="970">
                        <c:v>9.5919069999999995E-2</c:v>
                      </c:pt>
                      <c:pt idx="971">
                        <c:v>9.5623710000000001E-2</c:v>
                      </c:pt>
                      <c:pt idx="972">
                        <c:v>9.5352320000000004E-2</c:v>
                      </c:pt>
                      <c:pt idx="973">
                        <c:v>9.5099909999999996E-2</c:v>
                      </c:pt>
                      <c:pt idx="974">
                        <c:v>9.4859260000000001E-2</c:v>
                      </c:pt>
                      <c:pt idx="975">
                        <c:v>9.4623540000000006E-2</c:v>
                      </c:pt>
                      <c:pt idx="976">
                        <c:v>9.4389130000000002E-2</c:v>
                      </c:pt>
                      <c:pt idx="977">
                        <c:v>9.4156409999999996E-2</c:v>
                      </c:pt>
                      <c:pt idx="978">
                        <c:v>9.3929460000000006E-2</c:v>
                      </c:pt>
                      <c:pt idx="979">
                        <c:v>9.3712939999999995E-2</c:v>
                      </c:pt>
                      <c:pt idx="980">
                        <c:v>9.3509969999999998E-2</c:v>
                      </c:pt>
                      <c:pt idx="981">
                        <c:v>9.3319089999999993E-2</c:v>
                      </c:pt>
                      <c:pt idx="982">
                        <c:v>9.3134900000000007E-2</c:v>
                      </c:pt>
                      <c:pt idx="983">
                        <c:v>9.2947920000000003E-2</c:v>
                      </c:pt>
                      <c:pt idx="984">
                        <c:v>9.2747549999999998E-2</c:v>
                      </c:pt>
                      <c:pt idx="985">
                        <c:v>9.2524129999999996E-2</c:v>
                      </c:pt>
                      <c:pt idx="986">
                        <c:v>9.2270110000000002E-2</c:v>
                      </c:pt>
                      <c:pt idx="987">
                        <c:v>9.1980329999999999E-2</c:v>
                      </c:pt>
                      <c:pt idx="988">
                        <c:v>9.1652360000000002E-2</c:v>
                      </c:pt>
                      <c:pt idx="989">
                        <c:v>9.1284820000000003E-2</c:v>
                      </c:pt>
                      <c:pt idx="990">
                        <c:v>9.0877799999999995E-2</c:v>
                      </c:pt>
                      <c:pt idx="991">
                        <c:v>9.0432849999999995E-2</c:v>
                      </c:pt>
                      <c:pt idx="992">
                        <c:v>8.9952920000000006E-2</c:v>
                      </c:pt>
                      <c:pt idx="993">
                        <c:v>8.9442800000000003E-2</c:v>
                      </c:pt>
                      <c:pt idx="994">
                        <c:v>8.890911E-2</c:v>
                      </c:pt>
                      <c:pt idx="995">
                        <c:v>8.8358339999999994E-2</c:v>
                      </c:pt>
                      <c:pt idx="996">
                        <c:v>8.7796860000000004E-2</c:v>
                      </c:pt>
                      <c:pt idx="997">
                        <c:v>8.7230070000000007E-2</c:v>
                      </c:pt>
                      <c:pt idx="998">
                        <c:v>8.6661959999999996E-2</c:v>
                      </c:pt>
                      <c:pt idx="999">
                        <c:v>8.6096500000000006E-2</c:v>
                      </c:pt>
                      <c:pt idx="1000">
                        <c:v>8.5538340000000004E-2</c:v>
                      </c:pt>
                      <c:pt idx="1001">
                        <c:v>8.4993429999999995E-2</c:v>
                      </c:pt>
                      <c:pt idx="1002">
                        <c:v>8.4469600000000006E-2</c:v>
                      </c:pt>
                      <c:pt idx="1003">
                        <c:v>8.3975279999999999E-2</c:v>
                      </c:pt>
                      <c:pt idx="1004">
                        <c:v>8.3517980000000006E-2</c:v>
                      </c:pt>
                      <c:pt idx="1005">
                        <c:v>8.3103280000000002E-2</c:v>
                      </c:pt>
                      <c:pt idx="1006">
                        <c:v>8.2734240000000001E-2</c:v>
                      </c:pt>
                      <c:pt idx="1007">
                        <c:v>8.241018E-2</c:v>
                      </c:pt>
                      <c:pt idx="1008">
                        <c:v>8.2127980000000003E-2</c:v>
                      </c:pt>
                      <c:pt idx="1009">
                        <c:v>8.1882940000000001E-2</c:v>
                      </c:pt>
                      <c:pt idx="1010">
                        <c:v>8.1669140000000001E-2</c:v>
                      </c:pt>
                      <c:pt idx="1011">
                        <c:v>8.1479200000000002E-2</c:v>
                      </c:pt>
                      <c:pt idx="1012">
                        <c:v>8.1305349999999998E-2</c:v>
                      </c:pt>
                      <c:pt idx="1013">
                        <c:v>8.1138009999999997E-2</c:v>
                      </c:pt>
                      <c:pt idx="1014">
                        <c:v>8.0966739999999995E-2</c:v>
                      </c:pt>
                      <c:pt idx="1015">
                        <c:v>8.0780660000000004E-2</c:v>
                      </c:pt>
                      <c:pt idx="1016">
                        <c:v>8.0568310000000004E-2</c:v>
                      </c:pt>
                      <c:pt idx="1017">
                        <c:v>8.0319050000000003E-2</c:v>
                      </c:pt>
                      <c:pt idx="1018">
                        <c:v>8.0023189999999994E-2</c:v>
                      </c:pt>
                      <c:pt idx="1019">
                        <c:v>7.9671290000000006E-2</c:v>
                      </c:pt>
                      <c:pt idx="1020">
                        <c:v>7.9254599999999994E-2</c:v>
                      </c:pt>
                      <c:pt idx="1021">
                        <c:v>7.876474E-2</c:v>
                      </c:pt>
                      <c:pt idx="1022">
                        <c:v>7.8194299999999994E-2</c:v>
                      </c:pt>
                      <c:pt idx="1023">
                        <c:v>7.7538280000000001E-2</c:v>
                      </c:pt>
                      <c:pt idx="1024">
                        <c:v>7.6795069999999993E-2</c:v>
                      </c:pt>
                      <c:pt idx="1025">
                        <c:v>7.5968270000000004E-2</c:v>
                      </c:pt>
                      <c:pt idx="1026">
                        <c:v>7.5067090000000003E-2</c:v>
                      </c:pt>
                      <c:pt idx="1027">
                        <c:v>7.4105669999999998E-2</c:v>
                      </c:pt>
                      <c:pt idx="1028">
                        <c:v>7.3102120000000007E-2</c:v>
                      </c:pt>
                      <c:pt idx="1029">
                        <c:v>7.2075719999999996E-2</c:v>
                      </c:pt>
                      <c:pt idx="1030">
                        <c:v>7.1045440000000001E-2</c:v>
                      </c:pt>
                      <c:pt idx="1031">
                        <c:v>7.0027580000000006E-2</c:v>
                      </c:pt>
                      <c:pt idx="1032">
                        <c:v>6.9035070000000004E-2</c:v>
                      </c:pt>
                      <c:pt idx="1033">
                        <c:v>6.8077090000000007E-2</c:v>
                      </c:pt>
                      <c:pt idx="1034">
                        <c:v>6.7159759999999999E-2</c:v>
                      </c:pt>
                      <c:pt idx="1035">
                        <c:v>6.6285839999999999E-2</c:v>
                      </c:pt>
                      <c:pt idx="1036">
                        <c:v>6.5456360000000005E-2</c:v>
                      </c:pt>
                      <c:pt idx="1037">
                        <c:v>6.4670409999999998E-2</c:v>
                      </c:pt>
                      <c:pt idx="1038">
                        <c:v>6.3926300000000005E-2</c:v>
                      </c:pt>
                      <c:pt idx="1039">
                        <c:v>6.3221180000000002E-2</c:v>
                      </c:pt>
                      <c:pt idx="1040">
                        <c:v>6.2552910000000003E-2</c:v>
                      </c:pt>
                      <c:pt idx="1041">
                        <c:v>6.1919429999999998E-2</c:v>
                      </c:pt>
                      <c:pt idx="1042">
                        <c:v>6.13205E-2</c:v>
                      </c:pt>
                      <c:pt idx="1043">
                        <c:v>6.0757180000000001E-2</c:v>
                      </c:pt>
                      <c:pt idx="1044">
                        <c:v>6.0231930000000003E-2</c:v>
                      </c:pt>
                      <c:pt idx="1045">
                        <c:v>5.9747920000000003E-2</c:v>
                      </c:pt>
                      <c:pt idx="1046">
                        <c:v>5.9308850000000003E-2</c:v>
                      </c:pt>
                      <c:pt idx="1047">
                        <c:v>5.8917240000000003E-2</c:v>
                      </c:pt>
                      <c:pt idx="1048">
                        <c:v>5.8574849999999998E-2</c:v>
                      </c:pt>
                      <c:pt idx="1049">
                        <c:v>5.8281579999999999E-2</c:v>
                      </c:pt>
                      <c:pt idx="1050">
                        <c:v>5.8036560000000001E-2</c:v>
                      </c:pt>
                      <c:pt idx="1051">
                        <c:v>5.7838189999999998E-2</c:v>
                      </c:pt>
                      <c:pt idx="1052">
                        <c:v>5.7684840000000001E-2</c:v>
                      </c:pt>
                      <c:pt idx="1053">
                        <c:v>5.7575420000000002E-2</c:v>
                      </c:pt>
                      <c:pt idx="1054">
                        <c:v>5.7510499999999999E-2</c:v>
                      </c:pt>
                      <c:pt idx="1055">
                        <c:v>5.7491100000000003E-2</c:v>
                      </c:pt>
                      <c:pt idx="1056">
                        <c:v>5.7519199999999999E-2</c:v>
                      </c:pt>
                      <c:pt idx="1057">
                        <c:v>5.7597059999999999E-2</c:v>
                      </c:pt>
                      <c:pt idx="1058">
                        <c:v>5.77265E-2</c:v>
                      </c:pt>
                      <c:pt idx="1059">
                        <c:v>5.7907590000000002E-2</c:v>
                      </c:pt>
                      <c:pt idx="1060">
                        <c:v>5.8138259999999997E-2</c:v>
                      </c:pt>
                      <c:pt idx="1061">
                        <c:v>5.8414300000000002E-2</c:v>
                      </c:pt>
                      <c:pt idx="1062">
                        <c:v>5.8728639999999999E-2</c:v>
                      </c:pt>
                      <c:pt idx="1063">
                        <c:v>5.9072510000000002E-2</c:v>
                      </c:pt>
                      <c:pt idx="1064">
                        <c:v>5.9436080000000002E-2</c:v>
                      </c:pt>
                      <c:pt idx="1065">
                        <c:v>5.9808840000000002E-2</c:v>
                      </c:pt>
                      <c:pt idx="1066">
                        <c:v>6.0180320000000002E-2</c:v>
                      </c:pt>
                      <c:pt idx="1067">
                        <c:v>6.0540049999999998E-2</c:v>
                      </c:pt>
                      <c:pt idx="1068">
                        <c:v>6.0877390000000003E-2</c:v>
                      </c:pt>
                      <c:pt idx="1069">
                        <c:v>6.118117E-2</c:v>
                      </c:pt>
                      <c:pt idx="1070">
                        <c:v>6.1439720000000003E-2</c:v>
                      </c:pt>
                      <c:pt idx="1071">
                        <c:v>6.1641000000000001E-2</c:v>
                      </c:pt>
                      <c:pt idx="1072">
                        <c:v>6.1773750000000002E-2</c:v>
                      </c:pt>
                      <c:pt idx="1073">
                        <c:v>6.1827920000000001E-2</c:v>
                      </c:pt>
                      <c:pt idx="1074">
                        <c:v>6.179664E-2</c:v>
                      </c:pt>
                      <c:pt idx="1075">
                        <c:v>6.1675939999999999E-2</c:v>
                      </c:pt>
                      <c:pt idx="1076">
                        <c:v>6.1465369999999998E-2</c:v>
                      </c:pt>
                      <c:pt idx="1077">
                        <c:v>6.1168229999999997E-2</c:v>
                      </c:pt>
                      <c:pt idx="1078">
                        <c:v>6.0790370000000003E-2</c:v>
                      </c:pt>
                      <c:pt idx="1079">
                        <c:v>6.0339780000000003E-2</c:v>
                      </c:pt>
                      <c:pt idx="1080">
                        <c:v>5.982614E-2</c:v>
                      </c:pt>
                      <c:pt idx="1081">
                        <c:v>5.9260159999999999E-2</c:v>
                      </c:pt>
                      <c:pt idx="1082">
                        <c:v>5.8653690000000001E-2</c:v>
                      </c:pt>
                      <c:pt idx="1083">
                        <c:v>5.8019210000000002E-2</c:v>
                      </c:pt>
                      <c:pt idx="1084">
                        <c:v>5.7369129999999997E-2</c:v>
                      </c:pt>
                      <c:pt idx="1085">
                        <c:v>5.6715870000000002E-2</c:v>
                      </c:pt>
                      <c:pt idx="1086">
                        <c:v>5.6070080000000001E-2</c:v>
                      </c:pt>
                      <c:pt idx="1087">
                        <c:v>5.5441089999999998E-2</c:v>
                      </c:pt>
                      <c:pt idx="1088">
                        <c:v>5.4835490000000001E-2</c:v>
                      </c:pt>
                      <c:pt idx="1089">
                        <c:v>5.4257350000000003E-2</c:v>
                      </c:pt>
                      <c:pt idx="1090">
                        <c:v>5.3708819999999997E-2</c:v>
                      </c:pt>
                      <c:pt idx="1091">
                        <c:v>5.3190750000000002E-2</c:v>
                      </c:pt>
                      <c:pt idx="1092">
                        <c:v>5.270292E-2</c:v>
                      </c:pt>
                      <c:pt idx="1093">
                        <c:v>5.2245569999999998E-2</c:v>
                      </c:pt>
                      <c:pt idx="1094">
                        <c:v>5.1818940000000001E-2</c:v>
                      </c:pt>
                      <c:pt idx="1095">
                        <c:v>5.1422910000000002E-2</c:v>
                      </c:pt>
                      <c:pt idx="1096">
                        <c:v>5.1057310000000002E-2</c:v>
                      </c:pt>
                      <c:pt idx="1097">
                        <c:v>5.0720210000000002E-2</c:v>
                      </c:pt>
                      <c:pt idx="1098">
                        <c:v>5.0408519999999998E-2</c:v>
                      </c:pt>
                      <c:pt idx="1099">
                        <c:v>5.011695E-2</c:v>
                      </c:pt>
                      <c:pt idx="1100">
                        <c:v>4.9839139999999997E-2</c:v>
                      </c:pt>
                      <c:pt idx="1101">
                        <c:v>4.9567489999999999E-2</c:v>
                      </c:pt>
                      <c:pt idx="1102">
                        <c:v>4.9294930000000001E-2</c:v>
                      </c:pt>
                      <c:pt idx="1103">
                        <c:v>4.9014189999999999E-2</c:v>
                      </c:pt>
                      <c:pt idx="1104">
                        <c:v>4.8719480000000003E-2</c:v>
                      </c:pt>
                      <c:pt idx="1105">
                        <c:v>4.840626E-2</c:v>
                      </c:pt>
                      <c:pt idx="1106">
                        <c:v>4.8071759999999998E-2</c:v>
                      </c:pt>
                      <c:pt idx="1107">
                        <c:v>4.7714149999999997E-2</c:v>
                      </c:pt>
                      <c:pt idx="1108">
                        <c:v>4.7333510000000002E-2</c:v>
                      </c:pt>
                      <c:pt idx="1109">
                        <c:v>4.6930800000000002E-2</c:v>
                      </c:pt>
                      <c:pt idx="1110">
                        <c:v>4.6508809999999998E-2</c:v>
                      </c:pt>
                      <c:pt idx="1111">
                        <c:v>4.607116E-2</c:v>
                      </c:pt>
                      <c:pt idx="1112">
                        <c:v>4.5622099999999999E-2</c:v>
                      </c:pt>
                      <c:pt idx="1113">
                        <c:v>4.5166749999999999E-2</c:v>
                      </c:pt>
                      <c:pt idx="1114">
                        <c:v>4.4710029999999998E-2</c:v>
                      </c:pt>
                      <c:pt idx="1115">
                        <c:v>4.4256799999999999E-2</c:v>
                      </c:pt>
                      <c:pt idx="1116">
                        <c:v>4.3811549999999998E-2</c:v>
                      </c:pt>
                      <c:pt idx="1117">
                        <c:v>4.3378069999999998E-2</c:v>
                      </c:pt>
                      <c:pt idx="1118">
                        <c:v>4.2960100000000001E-2</c:v>
                      </c:pt>
                      <c:pt idx="1119">
                        <c:v>4.2559930000000003E-2</c:v>
                      </c:pt>
                      <c:pt idx="1120">
                        <c:v>4.2179979999999999E-2</c:v>
                      </c:pt>
                      <c:pt idx="1121">
                        <c:v>4.1821089999999998E-2</c:v>
                      </c:pt>
                      <c:pt idx="1122">
                        <c:v>4.148346E-2</c:v>
                      </c:pt>
                      <c:pt idx="1123">
                        <c:v>4.1165359999999998E-2</c:v>
                      </c:pt>
                      <c:pt idx="1124">
                        <c:v>4.0864350000000001E-2</c:v>
                      </c:pt>
                      <c:pt idx="1125">
                        <c:v>4.057711E-2</c:v>
                      </c:pt>
                      <c:pt idx="1126">
                        <c:v>4.030007E-2</c:v>
                      </c:pt>
                      <c:pt idx="1127">
                        <c:v>4.0030349999999999E-2</c:v>
                      </c:pt>
                      <c:pt idx="1128">
                        <c:v>3.9766330000000003E-2</c:v>
                      </c:pt>
                      <c:pt idx="1129">
                        <c:v>3.950733E-2</c:v>
                      </c:pt>
                      <c:pt idx="1130">
                        <c:v>3.9253700000000002E-2</c:v>
                      </c:pt>
                      <c:pt idx="1131">
                        <c:v>3.9006270000000003E-2</c:v>
                      </c:pt>
                      <c:pt idx="1132">
                        <c:v>3.8765180000000003E-2</c:v>
                      </c:pt>
                      <c:pt idx="1133">
                        <c:v>3.8529979999999998E-2</c:v>
                      </c:pt>
                      <c:pt idx="1134">
                        <c:v>3.8299109999999997E-2</c:v>
                      </c:pt>
                      <c:pt idx="1135">
                        <c:v>3.8070319999999998E-2</c:v>
                      </c:pt>
                      <c:pt idx="1136">
                        <c:v>3.7841859999999998E-2</c:v>
                      </c:pt>
                      <c:pt idx="1137">
                        <c:v>3.7612649999999997E-2</c:v>
                      </c:pt>
                      <c:pt idx="1138">
                        <c:v>3.7383060000000003E-2</c:v>
                      </c:pt>
                      <c:pt idx="1139">
                        <c:v>3.7154230000000003E-2</c:v>
                      </c:pt>
                      <c:pt idx="1140">
                        <c:v>3.6928309999999999E-2</c:v>
                      </c:pt>
                      <c:pt idx="1141">
                        <c:v>3.6706620000000002E-2</c:v>
                      </c:pt>
                      <c:pt idx="1142">
                        <c:v>3.6490080000000001E-2</c:v>
                      </c:pt>
                      <c:pt idx="1143">
                        <c:v>3.6278159999999997E-2</c:v>
                      </c:pt>
                      <c:pt idx="1144">
                        <c:v>3.6069749999999998E-2</c:v>
                      </c:pt>
                      <c:pt idx="1145">
                        <c:v>3.5863150000000003E-2</c:v>
                      </c:pt>
                      <c:pt idx="1146">
                        <c:v>3.565753E-2</c:v>
                      </c:pt>
                      <c:pt idx="1147">
                        <c:v>3.5453060000000002E-2</c:v>
                      </c:pt>
                      <c:pt idx="1148">
                        <c:v>3.5251270000000001E-2</c:v>
                      </c:pt>
                      <c:pt idx="1149">
                        <c:v>3.505428E-2</c:v>
                      </c:pt>
                      <c:pt idx="1150">
                        <c:v>3.4864449999999998E-2</c:v>
                      </c:pt>
                      <c:pt idx="1151">
                        <c:v>3.4683140000000001E-2</c:v>
                      </c:pt>
                      <c:pt idx="1152">
                        <c:v>3.4510939999999997E-2</c:v>
                      </c:pt>
                      <c:pt idx="1153">
                        <c:v>3.4346990000000001E-2</c:v>
                      </c:pt>
                      <c:pt idx="1154">
                        <c:v>3.4189810000000001E-2</c:v>
                      </c:pt>
                      <c:pt idx="1155">
                        <c:v>3.4037909999999998E-2</c:v>
                      </c:pt>
                      <c:pt idx="1156">
                        <c:v>3.3890150000000001E-2</c:v>
                      </c:pt>
                      <c:pt idx="1157">
                        <c:v>3.3746409999999998E-2</c:v>
                      </c:pt>
                      <c:pt idx="1158">
                        <c:v>3.3607239999999997E-2</c:v>
                      </c:pt>
                      <c:pt idx="1159">
                        <c:v>3.3473620000000003E-2</c:v>
                      </c:pt>
                      <c:pt idx="1160">
                        <c:v>3.3346689999999998E-2</c:v>
                      </c:pt>
                      <c:pt idx="1161">
                        <c:v>3.3227029999999998E-2</c:v>
                      </c:pt>
                      <c:pt idx="1162">
                        <c:v>3.3114980000000002E-2</c:v>
                      </c:pt>
                      <c:pt idx="1163">
                        <c:v>3.3009900000000002E-2</c:v>
                      </c:pt>
                      <c:pt idx="1164">
                        <c:v>3.2911059999999999E-2</c:v>
                      </c:pt>
                      <c:pt idx="1165">
                        <c:v>3.281742E-2</c:v>
                      </c:pt>
                      <c:pt idx="1166">
                        <c:v>3.2728090000000001E-2</c:v>
                      </c:pt>
                      <c:pt idx="1167">
                        <c:v>3.2641999999999997E-2</c:v>
                      </c:pt>
                      <c:pt idx="1168">
                        <c:v>3.2558209999999997E-2</c:v>
                      </c:pt>
                      <c:pt idx="1169">
                        <c:v>3.2476039999999998E-2</c:v>
                      </c:pt>
                      <c:pt idx="1170">
                        <c:v>3.239496E-2</c:v>
                      </c:pt>
                      <c:pt idx="1171">
                        <c:v>3.2314250000000003E-2</c:v>
                      </c:pt>
                      <c:pt idx="1172">
                        <c:v>3.2233730000000002E-2</c:v>
                      </c:pt>
                      <c:pt idx="1173">
                        <c:v>3.2152939999999998E-2</c:v>
                      </c:pt>
                      <c:pt idx="1174">
                        <c:v>3.2072349999999999E-2</c:v>
                      </c:pt>
                      <c:pt idx="1175">
                        <c:v>3.199159E-2</c:v>
                      </c:pt>
                      <c:pt idx="1176">
                        <c:v>3.1911170000000003E-2</c:v>
                      </c:pt>
                      <c:pt idx="1177">
                        <c:v>3.183151E-2</c:v>
                      </c:pt>
                      <c:pt idx="1178">
                        <c:v>3.1753440000000001E-2</c:v>
                      </c:pt>
                      <c:pt idx="1179">
                        <c:v>3.1677829999999997E-2</c:v>
                      </c:pt>
                      <c:pt idx="1180">
                        <c:v>3.1605950000000001E-2</c:v>
                      </c:pt>
                      <c:pt idx="1181">
                        <c:v>3.1538780000000002E-2</c:v>
                      </c:pt>
                      <c:pt idx="1182">
                        <c:v>3.1477289999999998E-2</c:v>
                      </c:pt>
                      <c:pt idx="1183">
                        <c:v>3.1421860000000003E-2</c:v>
                      </c:pt>
                      <c:pt idx="1184">
                        <c:v>3.1372280000000002E-2</c:v>
                      </c:pt>
                      <c:pt idx="1185">
                        <c:v>3.132741E-2</c:v>
                      </c:pt>
                      <c:pt idx="1186">
                        <c:v>3.1286349999999997E-2</c:v>
                      </c:pt>
                      <c:pt idx="1187">
                        <c:v>3.1247219999999999E-2</c:v>
                      </c:pt>
                      <c:pt idx="1188">
                        <c:v>3.1208759999999999E-2</c:v>
                      </c:pt>
                      <c:pt idx="1189">
                        <c:v>3.1169430000000001E-2</c:v>
                      </c:pt>
                      <c:pt idx="1190">
                        <c:v>3.1128309999999999E-2</c:v>
                      </c:pt>
                      <c:pt idx="1191">
                        <c:v>3.108499E-2</c:v>
                      </c:pt>
                      <c:pt idx="1192">
                        <c:v>3.1039580000000001E-2</c:v>
                      </c:pt>
                      <c:pt idx="1193">
                        <c:v>3.0992780000000001E-2</c:v>
                      </c:pt>
                      <c:pt idx="1194">
                        <c:v>3.0945779999999999E-2</c:v>
                      </c:pt>
                      <c:pt idx="1195">
                        <c:v>3.0899980000000001E-2</c:v>
                      </c:pt>
                      <c:pt idx="1196">
                        <c:v>3.0856870000000002E-2</c:v>
                      </c:pt>
                      <c:pt idx="1197">
                        <c:v>3.0817489999999999E-2</c:v>
                      </c:pt>
                      <c:pt idx="1198">
                        <c:v>3.0782420000000001E-2</c:v>
                      </c:pt>
                      <c:pt idx="1199">
                        <c:v>3.0751400000000002E-2</c:v>
                      </c:pt>
                      <c:pt idx="1200">
                        <c:v>3.0723739999999999E-2</c:v>
                      </c:pt>
                      <c:pt idx="1201">
                        <c:v>3.0698130000000001E-2</c:v>
                      </c:pt>
                      <c:pt idx="1202">
                        <c:v>3.067402E-2</c:v>
                      </c:pt>
                      <c:pt idx="1203">
                        <c:v>3.0650589999999998E-2</c:v>
                      </c:pt>
                      <c:pt idx="1204">
                        <c:v>3.0628120000000002E-2</c:v>
                      </c:pt>
                      <c:pt idx="1205">
                        <c:v>3.0607140000000001E-2</c:v>
                      </c:pt>
                      <c:pt idx="1206">
                        <c:v>3.058862E-2</c:v>
                      </c:pt>
                      <c:pt idx="1207">
                        <c:v>3.0573329999999999E-2</c:v>
                      </c:pt>
                      <c:pt idx="1208">
                        <c:v>3.0561809999999998E-2</c:v>
                      </c:pt>
                      <c:pt idx="1209">
                        <c:v>3.0553919999999998E-2</c:v>
                      </c:pt>
                      <c:pt idx="1210">
                        <c:v>3.0549509999999998E-2</c:v>
                      </c:pt>
                      <c:pt idx="1211">
                        <c:v>3.0547700000000001E-2</c:v>
                      </c:pt>
                      <c:pt idx="1212">
                        <c:v>3.054813E-2</c:v>
                      </c:pt>
                      <c:pt idx="1213">
                        <c:v>3.0550359999999999E-2</c:v>
                      </c:pt>
                      <c:pt idx="1214">
                        <c:v>3.055428E-2</c:v>
                      </c:pt>
                      <c:pt idx="1215">
                        <c:v>3.056E-2</c:v>
                      </c:pt>
                      <c:pt idx="1216">
                        <c:v>3.0568140000000001E-2</c:v>
                      </c:pt>
                      <c:pt idx="1217">
                        <c:v>3.0579229999999999E-2</c:v>
                      </c:pt>
                      <c:pt idx="1218">
                        <c:v>3.0594199999999998E-2</c:v>
                      </c:pt>
                      <c:pt idx="1219">
                        <c:v>3.0613680000000001E-2</c:v>
                      </c:pt>
                      <c:pt idx="1220">
                        <c:v>3.0638209999999999E-2</c:v>
                      </c:pt>
                      <c:pt idx="1221">
                        <c:v>3.0668049999999999E-2</c:v>
                      </c:pt>
                      <c:pt idx="1222">
                        <c:v>3.070268E-2</c:v>
                      </c:pt>
                      <c:pt idx="1223">
                        <c:v>3.0740630000000001E-2</c:v>
                      </c:pt>
                      <c:pt idx="1224">
                        <c:v>3.0780109999999999E-2</c:v>
                      </c:pt>
                      <c:pt idx="1225">
                        <c:v>3.0818979999999999E-2</c:v>
                      </c:pt>
                      <c:pt idx="1226">
                        <c:v>3.0855690000000002E-2</c:v>
                      </c:pt>
                      <c:pt idx="1227">
                        <c:v>3.0889170000000001E-2</c:v>
                      </c:pt>
                      <c:pt idx="1228">
                        <c:v>3.0919800000000001E-2</c:v>
                      </c:pt>
                      <c:pt idx="1229">
                        <c:v>3.0948690000000001E-2</c:v>
                      </c:pt>
                      <c:pt idx="1230">
                        <c:v>3.097784E-2</c:v>
                      </c:pt>
                      <c:pt idx="1231">
                        <c:v>3.1008870000000001E-2</c:v>
                      </c:pt>
                      <c:pt idx="1232">
                        <c:v>3.1042989999999999E-2</c:v>
                      </c:pt>
                      <c:pt idx="1233">
                        <c:v>3.1080190000000001E-2</c:v>
                      </c:pt>
                      <c:pt idx="1234">
                        <c:v>3.111966E-2</c:v>
                      </c:pt>
                      <c:pt idx="1235">
                        <c:v>3.115946E-2</c:v>
                      </c:pt>
                      <c:pt idx="1236">
                        <c:v>3.1197760000000001E-2</c:v>
                      </c:pt>
                      <c:pt idx="1237">
                        <c:v>3.1232869999999999E-2</c:v>
                      </c:pt>
                      <c:pt idx="1238">
                        <c:v>3.1263850000000003E-2</c:v>
                      </c:pt>
                      <c:pt idx="1239">
                        <c:v>3.1290369999999998E-2</c:v>
                      </c:pt>
                      <c:pt idx="1240">
                        <c:v>3.1312699999999999E-2</c:v>
                      </c:pt>
                      <c:pt idx="1241">
                        <c:v>3.133151E-2</c:v>
                      </c:pt>
                      <c:pt idx="1242">
                        <c:v>3.1347529999999998E-2</c:v>
                      </c:pt>
                      <c:pt idx="1243">
                        <c:v>3.1361489999999999E-2</c:v>
                      </c:pt>
                      <c:pt idx="1244">
                        <c:v>3.1374350000000002E-2</c:v>
                      </c:pt>
                      <c:pt idx="1245">
                        <c:v>3.1386820000000003E-2</c:v>
                      </c:pt>
                      <c:pt idx="1246">
                        <c:v>3.1400240000000003E-2</c:v>
                      </c:pt>
                      <c:pt idx="1247">
                        <c:v>3.141563E-2</c:v>
                      </c:pt>
                      <c:pt idx="1248">
                        <c:v>3.1434219999999999E-2</c:v>
                      </c:pt>
                      <c:pt idx="1249">
                        <c:v>3.1456419999999999E-2</c:v>
                      </c:pt>
                      <c:pt idx="1250">
                        <c:v>3.1482169999999997E-2</c:v>
                      </c:pt>
                      <c:pt idx="1251">
                        <c:v>3.1510419999999997E-2</c:v>
                      </c:pt>
                      <c:pt idx="1252">
                        <c:v>3.15391E-2</c:v>
                      </c:pt>
                      <c:pt idx="1253">
                        <c:v>3.1565790000000003E-2</c:v>
                      </c:pt>
                      <c:pt idx="1254">
                        <c:v>3.1587810000000001E-2</c:v>
                      </c:pt>
                      <c:pt idx="1255">
                        <c:v>3.1603029999999997E-2</c:v>
                      </c:pt>
                      <c:pt idx="1256">
                        <c:v>3.1610230000000003E-2</c:v>
                      </c:pt>
                      <c:pt idx="1257">
                        <c:v>3.16093E-2</c:v>
                      </c:pt>
                      <c:pt idx="1258">
                        <c:v>3.1601499999999998E-2</c:v>
                      </c:pt>
                      <c:pt idx="1259">
                        <c:v>3.1588739999999997E-2</c:v>
                      </c:pt>
                      <c:pt idx="1260">
                        <c:v>3.1573560000000001E-2</c:v>
                      </c:pt>
                      <c:pt idx="1261">
                        <c:v>3.1558280000000001E-2</c:v>
                      </c:pt>
                      <c:pt idx="1262">
                        <c:v>3.1544839999999998E-2</c:v>
                      </c:pt>
                      <c:pt idx="1263">
                        <c:v>3.1534329999999999E-2</c:v>
                      </c:pt>
                      <c:pt idx="1264">
                        <c:v>3.1526850000000002E-2</c:v>
                      </c:pt>
                      <c:pt idx="1265">
                        <c:v>3.1521830000000001E-2</c:v>
                      </c:pt>
                      <c:pt idx="1266">
                        <c:v>3.1518480000000001E-2</c:v>
                      </c:pt>
                      <c:pt idx="1267">
                        <c:v>3.1515799999999997E-2</c:v>
                      </c:pt>
                      <c:pt idx="1268">
                        <c:v>3.151267E-2</c:v>
                      </c:pt>
                      <c:pt idx="1269">
                        <c:v>3.1508250000000002E-2</c:v>
                      </c:pt>
                      <c:pt idx="1270">
                        <c:v>3.1501840000000003E-2</c:v>
                      </c:pt>
                      <c:pt idx="1271">
                        <c:v>3.1492430000000002E-2</c:v>
                      </c:pt>
                      <c:pt idx="1272">
                        <c:v>3.1479430000000003E-2</c:v>
                      </c:pt>
                      <c:pt idx="1273">
                        <c:v>3.1461870000000003E-2</c:v>
                      </c:pt>
                      <c:pt idx="1274">
                        <c:v>3.1439639999999998E-2</c:v>
                      </c:pt>
                      <c:pt idx="1275">
                        <c:v>3.1412780000000001E-2</c:v>
                      </c:pt>
                      <c:pt idx="1276">
                        <c:v>3.1382399999999998E-2</c:v>
                      </c:pt>
                      <c:pt idx="1277">
                        <c:v>3.1350019999999999E-2</c:v>
                      </c:pt>
                      <c:pt idx="1278">
                        <c:v>3.131772E-2</c:v>
                      </c:pt>
                      <c:pt idx="1279">
                        <c:v>3.1287349999999998E-2</c:v>
                      </c:pt>
                      <c:pt idx="1280">
                        <c:v>3.1260070000000001E-2</c:v>
                      </c:pt>
                      <c:pt idx="1281">
                        <c:v>3.1236360000000001E-2</c:v>
                      </c:pt>
                      <c:pt idx="1282">
                        <c:v>3.1215710000000001E-2</c:v>
                      </c:pt>
                      <c:pt idx="1283">
                        <c:v>3.1196939999999999E-2</c:v>
                      </c:pt>
                      <c:pt idx="1284">
                        <c:v>3.1178649999999999E-2</c:v>
                      </c:pt>
                      <c:pt idx="1285">
                        <c:v>3.1159490000000001E-2</c:v>
                      </c:pt>
                      <c:pt idx="1286">
                        <c:v>3.1139030000000002E-2</c:v>
                      </c:pt>
                      <c:pt idx="1287">
                        <c:v>3.1117349999999998E-2</c:v>
                      </c:pt>
                      <c:pt idx="1288">
                        <c:v>3.109549E-2</c:v>
                      </c:pt>
                      <c:pt idx="1289">
                        <c:v>3.107453E-2</c:v>
                      </c:pt>
                      <c:pt idx="1290">
                        <c:v>3.1055699999999999E-2</c:v>
                      </c:pt>
                      <c:pt idx="1291">
                        <c:v>3.103972E-2</c:v>
                      </c:pt>
                      <c:pt idx="1292">
                        <c:v>3.1027160000000002E-2</c:v>
                      </c:pt>
                      <c:pt idx="1293">
                        <c:v>3.101833E-2</c:v>
                      </c:pt>
                      <c:pt idx="1294">
                        <c:v>3.1013599999999999E-2</c:v>
                      </c:pt>
                      <c:pt idx="1295">
                        <c:v>3.1013099999999998E-2</c:v>
                      </c:pt>
                      <c:pt idx="1296">
                        <c:v>3.1017510000000002E-2</c:v>
                      </c:pt>
                      <c:pt idx="1297">
                        <c:v>3.1027300000000001E-2</c:v>
                      </c:pt>
                      <c:pt idx="1298">
                        <c:v>3.1043169999999998E-2</c:v>
                      </c:pt>
                      <c:pt idx="1299">
                        <c:v>3.106474E-2</c:v>
                      </c:pt>
                      <c:pt idx="1300">
                        <c:v>3.1091110000000002E-2</c:v>
                      </c:pt>
                      <c:pt idx="1301">
                        <c:v>3.112055E-2</c:v>
                      </c:pt>
                      <c:pt idx="1302">
                        <c:v>3.115095E-2</c:v>
                      </c:pt>
                      <c:pt idx="1303">
                        <c:v>3.117996E-2</c:v>
                      </c:pt>
                      <c:pt idx="1304">
                        <c:v>3.1205449999999999E-2</c:v>
                      </c:pt>
                      <c:pt idx="1305">
                        <c:v>3.1225820000000001E-2</c:v>
                      </c:pt>
                      <c:pt idx="1306">
                        <c:v>3.1240170000000001E-2</c:v>
                      </c:pt>
                      <c:pt idx="1307">
                        <c:v>3.124797E-2</c:v>
                      </c:pt>
                      <c:pt idx="1308">
                        <c:v>3.1249180000000001E-2</c:v>
                      </c:pt>
                      <c:pt idx="1309">
                        <c:v>3.1243730000000001E-2</c:v>
                      </c:pt>
                      <c:pt idx="1310">
                        <c:v>3.123184E-2</c:v>
                      </c:pt>
                      <c:pt idx="1311">
                        <c:v>3.1213709999999999E-2</c:v>
                      </c:pt>
                      <c:pt idx="1312">
                        <c:v>3.1189649999999999E-2</c:v>
                      </c:pt>
                      <c:pt idx="1313">
                        <c:v>3.1160420000000001E-2</c:v>
                      </c:pt>
                      <c:pt idx="1314">
                        <c:v>3.1126850000000001E-2</c:v>
                      </c:pt>
                      <c:pt idx="1315">
                        <c:v>3.1089439999999999E-2</c:v>
                      </c:pt>
                      <c:pt idx="1316">
                        <c:v>3.1048760000000002E-2</c:v>
                      </c:pt>
                      <c:pt idx="1317">
                        <c:v>3.1004520000000001E-2</c:v>
                      </c:pt>
                      <c:pt idx="1318">
                        <c:v>3.0956170000000002E-2</c:v>
                      </c:pt>
                      <c:pt idx="1319">
                        <c:v>3.0902969999999998E-2</c:v>
                      </c:pt>
                      <c:pt idx="1320">
                        <c:v>3.0844420000000001E-2</c:v>
                      </c:pt>
                      <c:pt idx="1321">
                        <c:v>3.078082E-2</c:v>
                      </c:pt>
                      <c:pt idx="1322">
                        <c:v>3.071339E-2</c:v>
                      </c:pt>
                      <c:pt idx="1323">
                        <c:v>3.0644080000000001E-2</c:v>
                      </c:pt>
                      <c:pt idx="1324">
                        <c:v>3.0575250000000002E-2</c:v>
                      </c:pt>
                      <c:pt idx="1325">
                        <c:v>3.0509089999999999E-2</c:v>
                      </c:pt>
                      <c:pt idx="1326">
                        <c:v>3.0446569999999999E-2</c:v>
                      </c:pt>
                      <c:pt idx="1327">
                        <c:v>3.0387549999999999E-2</c:v>
                      </c:pt>
                      <c:pt idx="1328">
                        <c:v>3.033069E-2</c:v>
                      </c:pt>
                      <c:pt idx="1329">
                        <c:v>3.027417E-2</c:v>
                      </c:pt>
                      <c:pt idx="1330">
                        <c:v>3.021648E-2</c:v>
                      </c:pt>
                      <c:pt idx="1331">
                        <c:v>3.0157199999999999E-2</c:v>
                      </c:pt>
                      <c:pt idx="1332">
                        <c:v>3.0096930000000001E-2</c:v>
                      </c:pt>
                      <c:pt idx="1333">
                        <c:v>3.003749E-2</c:v>
                      </c:pt>
                      <c:pt idx="1334">
                        <c:v>2.99811E-2</c:v>
                      </c:pt>
                      <c:pt idx="1335">
                        <c:v>2.992995E-2</c:v>
                      </c:pt>
                      <c:pt idx="1336">
                        <c:v>2.988505E-2</c:v>
                      </c:pt>
                      <c:pt idx="1337">
                        <c:v>2.9846109999999999E-2</c:v>
                      </c:pt>
                      <c:pt idx="1338">
                        <c:v>2.981197E-2</c:v>
                      </c:pt>
                      <c:pt idx="1339">
                        <c:v>2.978049E-2</c:v>
                      </c:pt>
                      <c:pt idx="1340">
                        <c:v>2.9749899999999999E-2</c:v>
                      </c:pt>
                      <c:pt idx="1341">
                        <c:v>2.971907E-2</c:v>
                      </c:pt>
                      <c:pt idx="1342">
                        <c:v>2.968778E-2</c:v>
                      </c:pt>
                      <c:pt idx="1343">
                        <c:v>2.965713E-2</c:v>
                      </c:pt>
                      <c:pt idx="1344">
                        <c:v>2.9628709999999999E-2</c:v>
                      </c:pt>
                      <c:pt idx="1345">
                        <c:v>2.9604269999999999E-2</c:v>
                      </c:pt>
                      <c:pt idx="1346">
                        <c:v>2.9585400000000001E-2</c:v>
                      </c:pt>
                      <c:pt idx="1347">
                        <c:v>2.9572629999999999E-2</c:v>
                      </c:pt>
                      <c:pt idx="1348">
                        <c:v>2.956568E-2</c:v>
                      </c:pt>
                      <c:pt idx="1349">
                        <c:v>2.9563229999999999E-2</c:v>
                      </c:pt>
                      <c:pt idx="1350">
                        <c:v>2.956348E-2</c:v>
                      </c:pt>
                      <c:pt idx="1351">
                        <c:v>2.956454E-2</c:v>
                      </c:pt>
                      <c:pt idx="1352">
                        <c:v>2.9564900000000002E-2</c:v>
                      </c:pt>
                      <c:pt idx="1353">
                        <c:v>2.9563659999999999E-2</c:v>
                      </c:pt>
                      <c:pt idx="1354">
                        <c:v>2.9560960000000001E-2</c:v>
                      </c:pt>
                      <c:pt idx="1355">
                        <c:v>2.955752E-2</c:v>
                      </c:pt>
                      <c:pt idx="1356">
                        <c:v>2.9554649999999998E-2</c:v>
                      </c:pt>
                      <c:pt idx="1357">
                        <c:v>2.9553869999999999E-2</c:v>
                      </c:pt>
                      <c:pt idx="1358">
                        <c:v>2.9556349999999999E-2</c:v>
                      </c:pt>
                      <c:pt idx="1359">
                        <c:v>2.9562339999999999E-2</c:v>
                      </c:pt>
                      <c:pt idx="1360">
                        <c:v>2.95716E-2</c:v>
                      </c:pt>
                      <c:pt idx="1361">
                        <c:v>2.958299E-2</c:v>
                      </c:pt>
                      <c:pt idx="1362">
                        <c:v>2.959494E-2</c:v>
                      </c:pt>
                      <c:pt idx="1363">
                        <c:v>2.9605550000000001E-2</c:v>
                      </c:pt>
                      <c:pt idx="1364">
                        <c:v>2.9613239999999999E-2</c:v>
                      </c:pt>
                      <c:pt idx="1365">
                        <c:v>2.9616719999999999E-2</c:v>
                      </c:pt>
                      <c:pt idx="1366">
                        <c:v>2.9615659999999999E-2</c:v>
                      </c:pt>
                      <c:pt idx="1367">
                        <c:v>2.9610270000000001E-2</c:v>
                      </c:pt>
                      <c:pt idx="1368">
                        <c:v>2.9601499999999999E-2</c:v>
                      </c:pt>
                      <c:pt idx="1369">
                        <c:v>2.959036E-2</c:v>
                      </c:pt>
                      <c:pt idx="1370">
                        <c:v>2.9578449999999999E-2</c:v>
                      </c:pt>
                      <c:pt idx="1371">
                        <c:v>2.956688E-2</c:v>
                      </c:pt>
                      <c:pt idx="1372">
                        <c:v>2.9556209999999999E-2</c:v>
                      </c:pt>
                      <c:pt idx="1373">
                        <c:v>2.954681E-2</c:v>
                      </c:pt>
                      <c:pt idx="1374">
                        <c:v>2.953865E-2</c:v>
                      </c:pt>
                      <c:pt idx="1375">
                        <c:v>2.9530669999999998E-2</c:v>
                      </c:pt>
                      <c:pt idx="1376">
                        <c:v>2.952252E-2</c:v>
                      </c:pt>
                      <c:pt idx="1377">
                        <c:v>2.9512980000000001E-2</c:v>
                      </c:pt>
                      <c:pt idx="1378">
                        <c:v>2.9501909999999999E-2</c:v>
                      </c:pt>
                      <c:pt idx="1379">
                        <c:v>2.9488899999999998E-2</c:v>
                      </c:pt>
                      <c:pt idx="1380">
                        <c:v>2.9473929999999999E-2</c:v>
                      </c:pt>
                      <c:pt idx="1381">
                        <c:v>2.9456699999999999E-2</c:v>
                      </c:pt>
                      <c:pt idx="1382">
                        <c:v>2.9437339999999999E-2</c:v>
                      </c:pt>
                      <c:pt idx="1383">
                        <c:v>2.9415670000000001E-2</c:v>
                      </c:pt>
                      <c:pt idx="1384">
                        <c:v>2.9391779999999999E-2</c:v>
                      </c:pt>
                      <c:pt idx="1385">
                        <c:v>2.9366110000000001E-2</c:v>
                      </c:pt>
                      <c:pt idx="1386">
                        <c:v>2.9339199999999999E-2</c:v>
                      </c:pt>
                      <c:pt idx="1387">
                        <c:v>2.9311980000000001E-2</c:v>
                      </c:pt>
                      <c:pt idx="1388">
                        <c:v>2.9285289999999999E-2</c:v>
                      </c:pt>
                      <c:pt idx="1389">
                        <c:v>2.9258989999999999E-2</c:v>
                      </c:pt>
                      <c:pt idx="1390">
                        <c:v>2.9232939999999999E-2</c:v>
                      </c:pt>
                      <c:pt idx="1391">
                        <c:v>2.920522E-2</c:v>
                      </c:pt>
                      <c:pt idx="1392">
                        <c:v>2.917411E-2</c:v>
                      </c:pt>
                      <c:pt idx="1393">
                        <c:v>2.9137610000000001E-2</c:v>
                      </c:pt>
                      <c:pt idx="1394">
                        <c:v>2.9094559999999998E-2</c:v>
                      </c:pt>
                      <c:pt idx="1395">
                        <c:v>2.904489E-2</c:v>
                      </c:pt>
                      <c:pt idx="1396">
                        <c:v>2.8989910000000001E-2</c:v>
                      </c:pt>
                      <c:pt idx="1397">
                        <c:v>2.8931829999999999E-2</c:v>
                      </c:pt>
                      <c:pt idx="1398">
                        <c:v>2.8873429999999999E-2</c:v>
                      </c:pt>
                      <c:pt idx="1399">
                        <c:v>2.8816850000000001E-2</c:v>
                      </c:pt>
                      <c:pt idx="1400">
                        <c:v>2.8763489999999999E-2</c:v>
                      </c:pt>
                      <c:pt idx="1401">
                        <c:v>2.8713720000000002E-2</c:v>
                      </c:pt>
                      <c:pt idx="1402">
                        <c:v>2.8666850000000001E-2</c:v>
                      </c:pt>
                      <c:pt idx="1403">
                        <c:v>2.8622399999999999E-2</c:v>
                      </c:pt>
                      <c:pt idx="1404">
                        <c:v>2.857964E-2</c:v>
                      </c:pt>
                      <c:pt idx="1405">
                        <c:v>2.8538770000000001E-2</c:v>
                      </c:pt>
                      <c:pt idx="1406">
                        <c:v>2.850049E-2</c:v>
                      </c:pt>
                      <c:pt idx="1407">
                        <c:v>2.8465890000000001E-2</c:v>
                      </c:pt>
                      <c:pt idx="1408">
                        <c:v>2.8435930000000002E-2</c:v>
                      </c:pt>
                      <c:pt idx="1409">
                        <c:v>2.8410669999999999E-2</c:v>
                      </c:pt>
                      <c:pt idx="1410">
                        <c:v>2.8390149999999999E-2</c:v>
                      </c:pt>
                      <c:pt idx="1411">
                        <c:v>2.837338E-2</c:v>
                      </c:pt>
                      <c:pt idx="1412">
                        <c:v>2.835909E-2</c:v>
                      </c:pt>
                      <c:pt idx="1413">
                        <c:v>2.834594E-2</c:v>
                      </c:pt>
                      <c:pt idx="1414">
                        <c:v>2.8333420000000002E-2</c:v>
                      </c:pt>
                      <c:pt idx="1415">
                        <c:v>2.8320999999999999E-2</c:v>
                      </c:pt>
                      <c:pt idx="1416">
                        <c:v>2.8309049999999999E-2</c:v>
                      </c:pt>
                      <c:pt idx="1417">
                        <c:v>2.8297940000000001E-2</c:v>
                      </c:pt>
                      <c:pt idx="1418">
                        <c:v>2.828843E-2</c:v>
                      </c:pt>
                      <c:pt idx="1419">
                        <c:v>2.828079E-2</c:v>
                      </c:pt>
                      <c:pt idx="1420">
                        <c:v>2.827528E-2</c:v>
                      </c:pt>
                      <c:pt idx="1421">
                        <c:v>2.8271839999999999E-2</c:v>
                      </c:pt>
                      <c:pt idx="1422">
                        <c:v>2.8270569999999998E-2</c:v>
                      </c:pt>
                      <c:pt idx="1423">
                        <c:v>2.827093E-2</c:v>
                      </c:pt>
                      <c:pt idx="1424">
                        <c:v>2.8272869999999999E-2</c:v>
                      </c:pt>
                      <c:pt idx="1425">
                        <c:v>2.8276119999999998E-2</c:v>
                      </c:pt>
                      <c:pt idx="1426">
                        <c:v>2.8280759999999999E-2</c:v>
                      </c:pt>
                      <c:pt idx="1427">
                        <c:v>2.8286490000000001E-2</c:v>
                      </c:pt>
                      <c:pt idx="1428">
                        <c:v>2.8293059999999998E-2</c:v>
                      </c:pt>
                      <c:pt idx="1429">
                        <c:v>2.8300450000000001E-2</c:v>
                      </c:pt>
                      <c:pt idx="1430">
                        <c:v>2.8308340000000001E-2</c:v>
                      </c:pt>
                      <c:pt idx="1431">
                        <c:v>2.831651E-2</c:v>
                      </c:pt>
                      <c:pt idx="1432">
                        <c:v>2.8324789999999999E-2</c:v>
                      </c:pt>
                      <c:pt idx="1433">
                        <c:v>2.8333130000000002E-2</c:v>
                      </c:pt>
                      <c:pt idx="1434">
                        <c:v>2.8341620000000001E-2</c:v>
                      </c:pt>
                      <c:pt idx="1435">
                        <c:v>2.835029E-2</c:v>
                      </c:pt>
                      <c:pt idx="1436">
                        <c:v>2.8359450000000001E-2</c:v>
                      </c:pt>
                      <c:pt idx="1437">
                        <c:v>2.8369180000000001E-2</c:v>
                      </c:pt>
                      <c:pt idx="1438">
                        <c:v>2.8379359999999999E-2</c:v>
                      </c:pt>
                      <c:pt idx="1439">
                        <c:v>2.8389899999999999E-2</c:v>
                      </c:pt>
                      <c:pt idx="1440">
                        <c:v>2.84002E-2</c:v>
                      </c:pt>
                      <c:pt idx="1441">
                        <c:v>2.8410029999999999E-2</c:v>
                      </c:pt>
                      <c:pt idx="1442">
                        <c:v>2.841873E-2</c:v>
                      </c:pt>
                      <c:pt idx="1443">
                        <c:v>2.8426199999999999E-2</c:v>
                      </c:pt>
                      <c:pt idx="1444">
                        <c:v>2.843242E-2</c:v>
                      </c:pt>
                      <c:pt idx="1445">
                        <c:v>2.8437549999999999E-2</c:v>
                      </c:pt>
                      <c:pt idx="1446">
                        <c:v>2.8441899999999999E-2</c:v>
                      </c:pt>
                      <c:pt idx="1447">
                        <c:v>2.8445720000000001E-2</c:v>
                      </c:pt>
                      <c:pt idx="1448">
                        <c:v>2.8449160000000001E-2</c:v>
                      </c:pt>
                      <c:pt idx="1449">
                        <c:v>2.8452229999999998E-2</c:v>
                      </c:pt>
                      <c:pt idx="1450">
                        <c:v>2.8454500000000001E-2</c:v>
                      </c:pt>
                      <c:pt idx="1451">
                        <c:v>2.845549E-2</c:v>
                      </c:pt>
                      <c:pt idx="1452">
                        <c:v>2.8454779999999999E-2</c:v>
                      </c:pt>
                      <c:pt idx="1453">
                        <c:v>2.8452060000000001E-2</c:v>
                      </c:pt>
                      <c:pt idx="1454">
                        <c:v>2.844756E-2</c:v>
                      </c:pt>
                      <c:pt idx="1455">
                        <c:v>2.8441580000000001E-2</c:v>
                      </c:pt>
                      <c:pt idx="1456">
                        <c:v>2.8435459999999999E-2</c:v>
                      </c:pt>
                      <c:pt idx="1457">
                        <c:v>2.8430339999999998E-2</c:v>
                      </c:pt>
                      <c:pt idx="1458">
                        <c:v>2.8427859999999999E-2</c:v>
                      </c:pt>
                      <c:pt idx="1459">
                        <c:v>2.8429240000000001E-2</c:v>
                      </c:pt>
                      <c:pt idx="1460">
                        <c:v>2.8435680000000001E-2</c:v>
                      </c:pt>
                      <c:pt idx="1461">
                        <c:v>2.8447099999999999E-2</c:v>
                      </c:pt>
                      <c:pt idx="1462">
                        <c:v>2.846359E-2</c:v>
                      </c:pt>
                      <c:pt idx="1463">
                        <c:v>2.8483689999999999E-2</c:v>
                      </c:pt>
                      <c:pt idx="1464">
                        <c:v>2.8506500000000001E-2</c:v>
                      </c:pt>
                      <c:pt idx="1465">
                        <c:v>2.853E-2</c:v>
                      </c:pt>
                      <c:pt idx="1466">
                        <c:v>2.8553350000000002E-2</c:v>
                      </c:pt>
                      <c:pt idx="1467">
                        <c:v>2.8575219999999998E-2</c:v>
                      </c:pt>
                      <c:pt idx="1468">
                        <c:v>2.859515E-2</c:v>
                      </c:pt>
                      <c:pt idx="1469">
                        <c:v>2.8612350000000002E-2</c:v>
                      </c:pt>
                      <c:pt idx="1470">
                        <c:v>2.8627E-2</c:v>
                      </c:pt>
                      <c:pt idx="1471">
                        <c:v>2.8638750000000001E-2</c:v>
                      </c:pt>
                      <c:pt idx="1472">
                        <c:v>2.8647280000000001E-2</c:v>
                      </c:pt>
                      <c:pt idx="1473">
                        <c:v>2.8652299999999999E-2</c:v>
                      </c:pt>
                      <c:pt idx="1474">
                        <c:v>2.8653680000000001E-2</c:v>
                      </c:pt>
                      <c:pt idx="1475">
                        <c:v>2.8650780000000001E-2</c:v>
                      </c:pt>
                      <c:pt idx="1476">
                        <c:v>2.8643559999999998E-2</c:v>
                      </c:pt>
                      <c:pt idx="1477">
                        <c:v>2.8631210000000001E-2</c:v>
                      </c:pt>
                      <c:pt idx="1478">
                        <c:v>2.8613300000000001E-2</c:v>
                      </c:pt>
                      <c:pt idx="1479">
                        <c:v>2.8588949999999998E-2</c:v>
                      </c:pt>
                      <c:pt idx="1480">
                        <c:v>2.8557490000000001E-2</c:v>
                      </c:pt>
                      <c:pt idx="1481">
                        <c:v>2.8518539999999998E-2</c:v>
                      </c:pt>
                      <c:pt idx="1482">
                        <c:v>2.8472190000000001E-2</c:v>
                      </c:pt>
                      <c:pt idx="1483">
                        <c:v>2.8419010000000001E-2</c:v>
                      </c:pt>
                      <c:pt idx="1484">
                        <c:v>2.8360509999999998E-2</c:v>
                      </c:pt>
                      <c:pt idx="1485">
                        <c:v>2.829833E-2</c:v>
                      </c:pt>
                      <c:pt idx="1486">
                        <c:v>2.8234329999999998E-2</c:v>
                      </c:pt>
                      <c:pt idx="1487">
                        <c:v>2.8169909999999999E-2</c:v>
                      </c:pt>
                      <c:pt idx="1488">
                        <c:v>2.8105809999999998E-2</c:v>
                      </c:pt>
                      <c:pt idx="1489">
                        <c:v>2.8042230000000001E-2</c:v>
                      </c:pt>
                      <c:pt idx="1490">
                        <c:v>2.7978889999999999E-2</c:v>
                      </c:pt>
                      <c:pt idx="1491">
                        <c:v>2.791515E-2</c:v>
                      </c:pt>
                      <c:pt idx="1492">
                        <c:v>2.785021E-2</c:v>
                      </c:pt>
                      <c:pt idx="1493">
                        <c:v>2.7784079999999999E-2</c:v>
                      </c:pt>
                      <c:pt idx="1494">
                        <c:v>2.7716580000000001E-2</c:v>
                      </c:pt>
                      <c:pt idx="1495">
                        <c:v>2.7647999999999999E-2</c:v>
                      </c:pt>
                      <c:pt idx="1496">
                        <c:v>2.7578829999999999E-2</c:v>
                      </c:pt>
                      <c:pt idx="1497">
                        <c:v>2.7509209999999999E-2</c:v>
                      </c:pt>
                      <c:pt idx="1498">
                        <c:v>2.7439180000000001E-2</c:v>
                      </c:pt>
                      <c:pt idx="1499">
                        <c:v>2.7368880000000002E-2</c:v>
                      </c:pt>
                      <c:pt idx="1500">
                        <c:v>2.7298059999999999E-2</c:v>
                      </c:pt>
                      <c:pt idx="1501">
                        <c:v>2.7226719999999999E-2</c:v>
                      </c:pt>
                      <c:pt idx="1502">
                        <c:v>2.715557E-2</c:v>
                      </c:pt>
                      <c:pt idx="1503">
                        <c:v>2.7085459999999999E-2</c:v>
                      </c:pt>
                      <c:pt idx="1504">
                        <c:v>2.7017639999999999E-2</c:v>
                      </c:pt>
                      <c:pt idx="1505">
                        <c:v>2.6953439999999999E-2</c:v>
                      </c:pt>
                      <c:pt idx="1506">
                        <c:v>2.689418E-2</c:v>
                      </c:pt>
                      <c:pt idx="1507">
                        <c:v>2.6840559999999999E-2</c:v>
                      </c:pt>
                      <c:pt idx="1508">
                        <c:v>2.6792739999999999E-2</c:v>
                      </c:pt>
                      <c:pt idx="1509">
                        <c:v>2.6750309999999999E-2</c:v>
                      </c:pt>
                      <c:pt idx="1510">
                        <c:v>2.6712110000000001E-2</c:v>
                      </c:pt>
                      <c:pt idx="1511">
                        <c:v>2.6676700000000001E-2</c:v>
                      </c:pt>
                      <c:pt idx="1512">
                        <c:v>2.664267E-2</c:v>
                      </c:pt>
                      <c:pt idx="1513">
                        <c:v>2.6608389999999999E-2</c:v>
                      </c:pt>
                      <c:pt idx="1514">
                        <c:v>2.657344E-2</c:v>
                      </c:pt>
                      <c:pt idx="1515">
                        <c:v>2.6537379999999999E-2</c:v>
                      </c:pt>
                      <c:pt idx="1516">
                        <c:v>2.650075E-2</c:v>
                      </c:pt>
                      <c:pt idx="1517">
                        <c:v>2.6464149999999999E-2</c:v>
                      </c:pt>
                      <c:pt idx="1518">
                        <c:v>2.642862E-2</c:v>
                      </c:pt>
                      <c:pt idx="1519">
                        <c:v>2.639468E-2</c:v>
                      </c:pt>
                      <c:pt idx="1520">
                        <c:v>2.6362670000000001E-2</c:v>
                      </c:pt>
                      <c:pt idx="1521">
                        <c:v>2.633187E-2</c:v>
                      </c:pt>
                      <c:pt idx="1522">
                        <c:v>2.6301629999999999E-2</c:v>
                      </c:pt>
                      <c:pt idx="1523">
                        <c:v>2.6270829999999998E-2</c:v>
                      </c:pt>
                      <c:pt idx="1524">
                        <c:v>2.623876E-2</c:v>
                      </c:pt>
                      <c:pt idx="1525">
                        <c:v>2.6205289999999999E-2</c:v>
                      </c:pt>
                      <c:pt idx="1526">
                        <c:v>2.6171119999999999E-2</c:v>
                      </c:pt>
                      <c:pt idx="1527">
                        <c:v>2.613716E-2</c:v>
                      </c:pt>
                      <c:pt idx="1528">
                        <c:v>2.6105280000000002E-2</c:v>
                      </c:pt>
                      <c:pt idx="1529">
                        <c:v>2.6076640000000002E-2</c:v>
                      </c:pt>
                      <c:pt idx="1530">
                        <c:v>2.6052180000000001E-2</c:v>
                      </c:pt>
                      <c:pt idx="1531">
                        <c:v>2.6031950000000002E-2</c:v>
                      </c:pt>
                      <c:pt idx="1532">
                        <c:v>2.6015630000000001E-2</c:v>
                      </c:pt>
                      <c:pt idx="1533">
                        <c:v>2.600191E-2</c:v>
                      </c:pt>
                      <c:pt idx="1534">
                        <c:v>2.5990300000000001E-2</c:v>
                      </c:pt>
                      <c:pt idx="1535">
                        <c:v>2.5979820000000001E-2</c:v>
                      </c:pt>
                      <c:pt idx="1536">
                        <c:v>2.597081E-2</c:v>
                      </c:pt>
                      <c:pt idx="1537">
                        <c:v>2.596325E-2</c:v>
                      </c:pt>
                      <c:pt idx="1538">
                        <c:v>2.5958149999999999E-2</c:v>
                      </c:pt>
                      <c:pt idx="1539">
                        <c:v>2.59559E-2</c:v>
                      </c:pt>
                      <c:pt idx="1540">
                        <c:v>2.5956819999999999E-2</c:v>
                      </c:pt>
                      <c:pt idx="1541">
                        <c:v>2.596058E-2</c:v>
                      </c:pt>
                      <c:pt idx="1542">
                        <c:v>2.5967230000000001E-2</c:v>
                      </c:pt>
                      <c:pt idx="1543">
                        <c:v>2.597609E-2</c:v>
                      </c:pt>
                      <c:pt idx="1544">
                        <c:v>2.5987070000000001E-2</c:v>
                      </c:pt>
                      <c:pt idx="1545">
                        <c:v>2.6000189999999999E-2</c:v>
                      </c:pt>
                      <c:pt idx="1546">
                        <c:v>2.6015380000000001E-2</c:v>
                      </c:pt>
                      <c:pt idx="1547">
                        <c:v>2.6032759999999999E-2</c:v>
                      </c:pt>
                      <c:pt idx="1548">
                        <c:v>2.6051899999999999E-2</c:v>
                      </c:pt>
                      <c:pt idx="1549">
                        <c:v>2.6072769999999999E-2</c:v>
                      </c:pt>
                      <c:pt idx="1550">
                        <c:v>2.6094579999999999E-2</c:v>
                      </c:pt>
                      <c:pt idx="1551">
                        <c:v>2.6117169999999999E-2</c:v>
                      </c:pt>
                      <c:pt idx="1552">
                        <c:v>2.614064E-2</c:v>
                      </c:pt>
                      <c:pt idx="1553">
                        <c:v>2.616535E-2</c:v>
                      </c:pt>
                      <c:pt idx="1554">
                        <c:v>2.6192480000000001E-2</c:v>
                      </c:pt>
                      <c:pt idx="1555">
                        <c:v>2.622275E-2</c:v>
                      </c:pt>
                      <c:pt idx="1556">
                        <c:v>2.6257059999999999E-2</c:v>
                      </c:pt>
                      <c:pt idx="1557">
                        <c:v>2.6295570000000001E-2</c:v>
                      </c:pt>
                      <c:pt idx="1558">
                        <c:v>2.6338279999999999E-2</c:v>
                      </c:pt>
                      <c:pt idx="1559">
                        <c:v>2.6384640000000001E-2</c:v>
                      </c:pt>
                      <c:pt idx="1560">
                        <c:v>2.6434079999999999E-2</c:v>
                      </c:pt>
                      <c:pt idx="1561">
                        <c:v>2.6485390000000001E-2</c:v>
                      </c:pt>
                      <c:pt idx="1562">
                        <c:v>2.6537970000000001E-2</c:v>
                      </c:pt>
                      <c:pt idx="1563">
                        <c:v>2.6590740000000002E-2</c:v>
                      </c:pt>
                      <c:pt idx="1564">
                        <c:v>2.6642909999999999E-2</c:v>
                      </c:pt>
                      <c:pt idx="1565">
                        <c:v>2.6693649999999999E-2</c:v>
                      </c:pt>
                      <c:pt idx="1566">
                        <c:v>2.674284E-2</c:v>
                      </c:pt>
                      <c:pt idx="1567">
                        <c:v>2.679059E-2</c:v>
                      </c:pt>
                      <c:pt idx="1568">
                        <c:v>2.683781E-2</c:v>
                      </c:pt>
                      <c:pt idx="1569">
                        <c:v>2.6886E-2</c:v>
                      </c:pt>
                      <c:pt idx="1570">
                        <c:v>2.6936089999999999E-2</c:v>
                      </c:pt>
                      <c:pt idx="1571">
                        <c:v>2.6988660000000001E-2</c:v>
                      </c:pt>
                      <c:pt idx="1572">
                        <c:v>2.70431E-2</c:v>
                      </c:pt>
                      <c:pt idx="1573">
                        <c:v>2.7097309999999999E-2</c:v>
                      </c:pt>
                      <c:pt idx="1574">
                        <c:v>2.714919E-2</c:v>
                      </c:pt>
                      <c:pt idx="1575">
                        <c:v>2.7196870000000001E-2</c:v>
                      </c:pt>
                      <c:pt idx="1576">
                        <c:v>2.7240090000000002E-2</c:v>
                      </c:pt>
                      <c:pt idx="1577">
                        <c:v>2.7281050000000001E-2</c:v>
                      </c:pt>
                      <c:pt idx="1578">
                        <c:v>2.7323960000000001E-2</c:v>
                      </c:pt>
                      <c:pt idx="1579">
                        <c:v>2.7374280000000001E-2</c:v>
                      </c:pt>
                      <c:pt idx="1580">
                        <c:v>2.7436990000000001E-2</c:v>
                      </c:pt>
                      <c:pt idx="1581">
                        <c:v>2.7515319999999999E-2</c:v>
                      </c:pt>
                      <c:pt idx="1582">
                        <c:v>2.7609439999999999E-2</c:v>
                      </c:pt>
                      <c:pt idx="1583">
                        <c:v>2.7716370000000001E-2</c:v>
                      </c:pt>
                      <c:pt idx="1584">
                        <c:v>2.7831379999999999E-2</c:v>
                      </c:pt>
                      <c:pt idx="1585">
                        <c:v>2.7948569999999999E-2</c:v>
                      </c:pt>
                      <c:pt idx="1586">
                        <c:v>2.8063790000000002E-2</c:v>
                      </c:pt>
                      <c:pt idx="1587">
                        <c:v>2.8174359999999999E-2</c:v>
                      </c:pt>
                      <c:pt idx="1588">
                        <c:v>2.8280159999999999E-2</c:v>
                      </c:pt>
                      <c:pt idx="1589">
                        <c:v>2.838276E-2</c:v>
                      </c:pt>
                      <c:pt idx="1590">
                        <c:v>2.848475E-2</c:v>
                      </c:pt>
                      <c:pt idx="1591">
                        <c:v>2.8587999999999999E-2</c:v>
                      </c:pt>
                      <c:pt idx="1592">
                        <c:v>2.8693960000000001E-2</c:v>
                      </c:pt>
                      <c:pt idx="1593">
                        <c:v>2.880286E-2</c:v>
                      </c:pt>
                      <c:pt idx="1594">
                        <c:v>2.8914260000000001E-2</c:v>
                      </c:pt>
                      <c:pt idx="1595">
                        <c:v>2.9027460000000001E-2</c:v>
                      </c:pt>
                      <c:pt idx="1596">
                        <c:v>2.9141509999999999E-2</c:v>
                      </c:pt>
                      <c:pt idx="1597">
                        <c:v>2.9255550000000002E-2</c:v>
                      </c:pt>
                      <c:pt idx="1598">
                        <c:v>2.9368700000000001E-2</c:v>
                      </c:pt>
                      <c:pt idx="1599">
                        <c:v>2.9479289999999998E-2</c:v>
                      </c:pt>
                      <c:pt idx="1600">
                        <c:v>2.9585400000000001E-2</c:v>
                      </c:pt>
                      <c:pt idx="1601">
                        <c:v>2.9684510000000001E-2</c:v>
                      </c:pt>
                      <c:pt idx="1602">
                        <c:v>2.9774109999999999E-2</c:v>
                      </c:pt>
                      <c:pt idx="1603">
                        <c:v>2.9851679999999998E-2</c:v>
                      </c:pt>
                      <c:pt idx="1604">
                        <c:v>2.991483E-2</c:v>
                      </c:pt>
                      <c:pt idx="1605">
                        <c:v>2.9961330000000001E-2</c:v>
                      </c:pt>
                      <c:pt idx="1606">
                        <c:v>2.9989200000000001E-2</c:v>
                      </c:pt>
                      <c:pt idx="1607">
                        <c:v>2.9996579999999998E-2</c:v>
                      </c:pt>
                      <c:pt idx="1608">
                        <c:v>2.9981959999999998E-2</c:v>
                      </c:pt>
                      <c:pt idx="1609">
                        <c:v>2.994432E-2</c:v>
                      </c:pt>
                      <c:pt idx="1610">
                        <c:v>2.9884089999999999E-2</c:v>
                      </c:pt>
                      <c:pt idx="1611">
                        <c:v>2.9802490000000001E-2</c:v>
                      </c:pt>
                      <c:pt idx="1612">
                        <c:v>2.9702289999999999E-2</c:v>
                      </c:pt>
                      <c:pt idx="1613">
                        <c:v>2.9586709999999999E-2</c:v>
                      </c:pt>
                      <c:pt idx="1614">
                        <c:v>2.945975E-2</c:v>
                      </c:pt>
                      <c:pt idx="1615">
                        <c:v>2.932446E-2</c:v>
                      </c:pt>
                      <c:pt idx="1616">
                        <c:v>2.9183779999999999E-2</c:v>
                      </c:pt>
                      <c:pt idx="1617">
                        <c:v>2.903975E-2</c:v>
                      </c:pt>
                      <c:pt idx="1618">
                        <c:v>2.8894320000000001E-2</c:v>
                      </c:pt>
                      <c:pt idx="1619">
                        <c:v>2.8749219999999999E-2</c:v>
                      </c:pt>
                      <c:pt idx="1620">
                        <c:v>2.8606220000000002E-2</c:v>
                      </c:pt>
                      <c:pt idx="1621">
                        <c:v>2.8466769999999999E-2</c:v>
                      </c:pt>
                      <c:pt idx="1622">
                        <c:v>2.8332639999999999E-2</c:v>
                      </c:pt>
                      <c:pt idx="1623">
                        <c:v>2.8204799999999999E-2</c:v>
                      </c:pt>
                      <c:pt idx="1624">
                        <c:v>2.8083469999999999E-2</c:v>
                      </c:pt>
                      <c:pt idx="1625">
                        <c:v>2.7968570000000002E-2</c:v>
                      </c:pt>
                      <c:pt idx="1626">
                        <c:v>2.7859499999999999E-2</c:v>
                      </c:pt>
                      <c:pt idx="1627">
                        <c:v>2.7755930000000002E-2</c:v>
                      </c:pt>
                      <c:pt idx="1628">
                        <c:v>2.7657709999999999E-2</c:v>
                      </c:pt>
                      <c:pt idx="1629">
                        <c:v>2.7564669999999999E-2</c:v>
                      </c:pt>
                      <c:pt idx="1630">
                        <c:v>2.7477370000000001E-2</c:v>
                      </c:pt>
                      <c:pt idx="1631">
                        <c:v>2.739538E-2</c:v>
                      </c:pt>
                      <c:pt idx="1632">
                        <c:v>2.7318269999999999E-2</c:v>
                      </c:pt>
                      <c:pt idx="1633">
                        <c:v>2.724528E-2</c:v>
                      </c:pt>
                      <c:pt idx="1634">
                        <c:v>2.7175709999999999E-2</c:v>
                      </c:pt>
                      <c:pt idx="1635">
                        <c:v>2.7108589999999998E-2</c:v>
                      </c:pt>
                      <c:pt idx="1636">
                        <c:v>2.7043310000000001E-2</c:v>
                      </c:pt>
                      <c:pt idx="1637">
                        <c:v>2.697956E-2</c:v>
                      </c:pt>
                      <c:pt idx="1638">
                        <c:v>2.6916809999999999E-2</c:v>
                      </c:pt>
                      <c:pt idx="1639">
                        <c:v>2.6854380000000001E-2</c:v>
                      </c:pt>
                      <c:pt idx="1640">
                        <c:v>2.6791289999999999E-2</c:v>
                      </c:pt>
                      <c:pt idx="1641">
                        <c:v>2.6726239999999998E-2</c:v>
                      </c:pt>
                      <c:pt idx="1642">
                        <c:v>2.6658520000000002E-2</c:v>
                      </c:pt>
                      <c:pt idx="1643">
                        <c:v>2.6587779999999998E-2</c:v>
                      </c:pt>
                      <c:pt idx="1644">
                        <c:v>2.651483E-2</c:v>
                      </c:pt>
                      <c:pt idx="1645">
                        <c:v>2.644109E-2</c:v>
                      </c:pt>
                      <c:pt idx="1646">
                        <c:v>2.6368450000000002E-2</c:v>
                      </c:pt>
                      <c:pt idx="1647">
                        <c:v>2.6298249999999999E-2</c:v>
                      </c:pt>
                      <c:pt idx="1648">
                        <c:v>2.6231399999999998E-2</c:v>
                      </c:pt>
                      <c:pt idx="1649">
                        <c:v>2.6167630000000001E-2</c:v>
                      </c:pt>
                      <c:pt idx="1650">
                        <c:v>2.6105840000000002E-2</c:v>
                      </c:pt>
                      <c:pt idx="1651">
                        <c:v>2.604455E-2</c:v>
                      </c:pt>
                      <c:pt idx="1652">
                        <c:v>2.5982740000000001E-2</c:v>
                      </c:pt>
                      <c:pt idx="1653">
                        <c:v>2.5919919999999999E-2</c:v>
                      </c:pt>
                      <c:pt idx="1654">
                        <c:v>2.5856469999999999E-2</c:v>
                      </c:pt>
                      <c:pt idx="1655">
                        <c:v>2.5793179999999999E-2</c:v>
                      </c:pt>
                      <c:pt idx="1656">
                        <c:v>2.5731090000000002E-2</c:v>
                      </c:pt>
                      <c:pt idx="1657">
                        <c:v>2.5670479999999999E-2</c:v>
                      </c:pt>
                      <c:pt idx="1658">
                        <c:v>2.5611640000000001E-2</c:v>
                      </c:pt>
                      <c:pt idx="1659">
                        <c:v>2.555369E-2</c:v>
                      </c:pt>
                      <c:pt idx="1660">
                        <c:v>2.549599E-2</c:v>
                      </c:pt>
                      <c:pt idx="1661">
                        <c:v>2.5437660000000001E-2</c:v>
                      </c:pt>
                      <c:pt idx="1662">
                        <c:v>2.5378540000000002E-2</c:v>
                      </c:pt>
                      <c:pt idx="1663">
                        <c:v>2.531893E-2</c:v>
                      </c:pt>
                      <c:pt idx="1664">
                        <c:v>2.5259819999999999E-2</c:v>
                      </c:pt>
                      <c:pt idx="1665">
                        <c:v>2.520209E-2</c:v>
                      </c:pt>
                      <c:pt idx="1666">
                        <c:v>2.5146970000000001E-2</c:v>
                      </c:pt>
                      <c:pt idx="1667">
                        <c:v>2.5095010000000001E-2</c:v>
                      </c:pt>
                      <c:pt idx="1668">
                        <c:v>2.504646E-2</c:v>
                      </c:pt>
                      <c:pt idx="1669">
                        <c:v>2.5000939999999999E-2</c:v>
                      </c:pt>
                      <c:pt idx="1670">
                        <c:v>2.495781E-2</c:v>
                      </c:pt>
                      <c:pt idx="1671">
                        <c:v>2.4915969999999999E-2</c:v>
                      </c:pt>
                      <c:pt idx="1672">
                        <c:v>2.4874429999999999E-2</c:v>
                      </c:pt>
                      <c:pt idx="1673">
                        <c:v>2.483233E-2</c:v>
                      </c:pt>
                      <c:pt idx="1674">
                        <c:v>2.4789039999999998E-2</c:v>
                      </c:pt>
                      <c:pt idx="1675">
                        <c:v>2.4744169999999999E-2</c:v>
                      </c:pt>
                      <c:pt idx="1676">
                        <c:v>2.469791E-2</c:v>
                      </c:pt>
                      <c:pt idx="1677">
                        <c:v>2.4650600000000002E-2</c:v>
                      </c:pt>
                      <c:pt idx="1678">
                        <c:v>2.460273E-2</c:v>
                      </c:pt>
                      <c:pt idx="1679">
                        <c:v>2.4555179999999999E-2</c:v>
                      </c:pt>
                      <c:pt idx="1680">
                        <c:v>2.450855E-2</c:v>
                      </c:pt>
                      <c:pt idx="1681">
                        <c:v>2.446309E-2</c:v>
                      </c:pt>
                      <c:pt idx="1682">
                        <c:v>2.441917E-2</c:v>
                      </c:pt>
                      <c:pt idx="1683">
                        <c:v>2.4376579999999998E-2</c:v>
                      </c:pt>
                      <c:pt idx="1684">
                        <c:v>2.433519E-2</c:v>
                      </c:pt>
                      <c:pt idx="1685">
                        <c:v>2.4294300000000001E-2</c:v>
                      </c:pt>
                      <c:pt idx="1686">
                        <c:v>2.4253830000000001E-2</c:v>
                      </c:pt>
                      <c:pt idx="1687">
                        <c:v>2.4213120000000001E-2</c:v>
                      </c:pt>
                      <c:pt idx="1688">
                        <c:v>2.4172450000000002E-2</c:v>
                      </c:pt>
                      <c:pt idx="1689">
                        <c:v>2.4132130000000002E-2</c:v>
                      </c:pt>
                      <c:pt idx="1690">
                        <c:v>2.4092720000000001E-2</c:v>
                      </c:pt>
                      <c:pt idx="1691">
                        <c:v>2.4055389999999999E-2</c:v>
                      </c:pt>
                      <c:pt idx="1692">
                        <c:v>2.4020900000000001E-2</c:v>
                      </c:pt>
                      <c:pt idx="1693">
                        <c:v>2.3989730000000001E-2</c:v>
                      </c:pt>
                      <c:pt idx="1694">
                        <c:v>2.39621E-2</c:v>
                      </c:pt>
                      <c:pt idx="1695">
                        <c:v>2.393735E-2</c:v>
                      </c:pt>
                      <c:pt idx="1696">
                        <c:v>2.391484E-2</c:v>
                      </c:pt>
                      <c:pt idx="1697">
                        <c:v>2.3893620000000001E-2</c:v>
                      </c:pt>
                      <c:pt idx="1698">
                        <c:v>2.3873140000000001E-2</c:v>
                      </c:pt>
                      <c:pt idx="1699">
                        <c:v>2.3853289999999999E-2</c:v>
                      </c:pt>
                      <c:pt idx="1700">
                        <c:v>2.3834290000000001E-2</c:v>
                      </c:pt>
                      <c:pt idx="1701">
                        <c:v>2.381689E-2</c:v>
                      </c:pt>
                      <c:pt idx="1702">
                        <c:v>2.3801349999999999E-2</c:v>
                      </c:pt>
                      <c:pt idx="1703">
                        <c:v>2.3787840000000001E-2</c:v>
                      </c:pt>
                      <c:pt idx="1704">
                        <c:v>2.3776080000000002E-2</c:v>
                      </c:pt>
                      <c:pt idx="1705">
                        <c:v>2.376551E-2</c:v>
                      </c:pt>
                      <c:pt idx="1706">
                        <c:v>2.3755640000000001E-2</c:v>
                      </c:pt>
                      <c:pt idx="1707">
                        <c:v>2.3746050000000001E-2</c:v>
                      </c:pt>
                      <c:pt idx="1708">
                        <c:v>2.3737129999999999E-2</c:v>
                      </c:pt>
                      <c:pt idx="1709">
                        <c:v>2.3729400000000001E-2</c:v>
                      </c:pt>
                      <c:pt idx="1710">
                        <c:v>2.3723520000000001E-2</c:v>
                      </c:pt>
                      <c:pt idx="1711">
                        <c:v>2.3720160000000001E-2</c:v>
                      </c:pt>
                      <c:pt idx="1712">
                        <c:v>2.3719460000000001E-2</c:v>
                      </c:pt>
                      <c:pt idx="1713">
                        <c:v>2.3721240000000001E-2</c:v>
                      </c:pt>
                      <c:pt idx="1714">
                        <c:v>2.3725090000000001E-2</c:v>
                      </c:pt>
                      <c:pt idx="1715">
                        <c:v>2.3730589999999999E-2</c:v>
                      </c:pt>
                      <c:pt idx="1716">
                        <c:v>2.3737649999999999E-2</c:v>
                      </c:pt>
                      <c:pt idx="1717">
                        <c:v>2.3746440000000001E-2</c:v>
                      </c:pt>
                      <c:pt idx="1718">
                        <c:v>2.3757779999999999E-2</c:v>
                      </c:pt>
                      <c:pt idx="1719">
                        <c:v>2.377195E-2</c:v>
                      </c:pt>
                      <c:pt idx="1720">
                        <c:v>2.378949E-2</c:v>
                      </c:pt>
                      <c:pt idx="1721">
                        <c:v>2.3810209999999998E-2</c:v>
                      </c:pt>
                      <c:pt idx="1722">
                        <c:v>2.3834009999999999E-2</c:v>
                      </c:pt>
                      <c:pt idx="1723">
                        <c:v>2.3860820000000001E-2</c:v>
                      </c:pt>
                      <c:pt idx="1724">
                        <c:v>2.389082E-2</c:v>
                      </c:pt>
                      <c:pt idx="1725">
                        <c:v>2.392478E-2</c:v>
                      </c:pt>
                      <c:pt idx="1726">
                        <c:v>2.3964030000000001E-2</c:v>
                      </c:pt>
                      <c:pt idx="1727">
                        <c:v>2.400994E-2</c:v>
                      </c:pt>
                      <c:pt idx="1728">
                        <c:v>2.4063689999999999E-2</c:v>
                      </c:pt>
                      <c:pt idx="1729">
                        <c:v>2.4126069999999999E-2</c:v>
                      </c:pt>
                      <c:pt idx="1730">
                        <c:v>2.4197349999999999E-2</c:v>
                      </c:pt>
                      <c:pt idx="1731">
                        <c:v>2.4276599999999999E-2</c:v>
                      </c:pt>
                      <c:pt idx="1732">
                        <c:v>2.4362700000000001E-2</c:v>
                      </c:pt>
                      <c:pt idx="1733">
                        <c:v>2.445369E-2</c:v>
                      </c:pt>
                      <c:pt idx="1734">
                        <c:v>2.4547469999999998E-2</c:v>
                      </c:pt>
                      <c:pt idx="1735">
                        <c:v>2.464158E-2</c:v>
                      </c:pt>
                      <c:pt idx="1736">
                        <c:v>2.473351E-2</c:v>
                      </c:pt>
                      <c:pt idx="1737">
                        <c:v>2.4820289999999998E-2</c:v>
                      </c:pt>
                      <c:pt idx="1738">
                        <c:v>2.489924E-2</c:v>
                      </c:pt>
                      <c:pt idx="1739">
                        <c:v>2.4967699999999999E-2</c:v>
                      </c:pt>
                      <c:pt idx="1740">
                        <c:v>2.5023440000000001E-2</c:v>
                      </c:pt>
                      <c:pt idx="1741">
                        <c:v>2.5065170000000001E-2</c:v>
                      </c:pt>
                      <c:pt idx="1742">
                        <c:v>2.5092550000000002E-2</c:v>
                      </c:pt>
                      <c:pt idx="1743">
                        <c:v>2.510635E-2</c:v>
                      </c:pt>
                      <c:pt idx="1744">
                        <c:v>2.510888E-2</c:v>
                      </c:pt>
                      <c:pt idx="1745">
                        <c:v>2.510329E-2</c:v>
                      </c:pt>
                      <c:pt idx="1746">
                        <c:v>2.5093250000000001E-2</c:v>
                      </c:pt>
                      <c:pt idx="1747">
                        <c:v>2.5082199999999999E-2</c:v>
                      </c:pt>
                      <c:pt idx="1748">
                        <c:v>2.5073560000000002E-2</c:v>
                      </c:pt>
                      <c:pt idx="1749">
                        <c:v>2.506914E-2</c:v>
                      </c:pt>
                      <c:pt idx="1750">
                        <c:v>2.5070160000000001E-2</c:v>
                      </c:pt>
                      <c:pt idx="1751">
                        <c:v>2.5076399999999999E-2</c:v>
                      </c:pt>
                      <c:pt idx="1752">
                        <c:v>2.5087249999999998E-2</c:v>
                      </c:pt>
                      <c:pt idx="1753">
                        <c:v>2.5101890000000002E-2</c:v>
                      </c:pt>
                      <c:pt idx="1754">
                        <c:v>2.5119720000000002E-2</c:v>
                      </c:pt>
                      <c:pt idx="1755">
                        <c:v>2.51404E-2</c:v>
                      </c:pt>
                      <c:pt idx="1756">
                        <c:v>2.516407E-2</c:v>
                      </c:pt>
                      <c:pt idx="1757">
                        <c:v>2.519072E-2</c:v>
                      </c:pt>
                      <c:pt idx="1758">
                        <c:v>2.522021E-2</c:v>
                      </c:pt>
                      <c:pt idx="1759">
                        <c:v>2.5251539999999999E-2</c:v>
                      </c:pt>
                      <c:pt idx="1760">
                        <c:v>2.5283139999999999E-2</c:v>
                      </c:pt>
                      <c:pt idx="1761">
                        <c:v>2.5313450000000001E-2</c:v>
                      </c:pt>
                      <c:pt idx="1762">
                        <c:v>2.5341450000000001E-2</c:v>
                      </c:pt>
                      <c:pt idx="1763">
                        <c:v>2.5366670000000001E-2</c:v>
                      </c:pt>
                      <c:pt idx="1764">
                        <c:v>2.5390030000000001E-2</c:v>
                      </c:pt>
                      <c:pt idx="1765">
                        <c:v>2.5413109999999999E-2</c:v>
                      </c:pt>
                      <c:pt idx="1766">
                        <c:v>2.5438579999999999E-2</c:v>
                      </c:pt>
                      <c:pt idx="1767">
                        <c:v>2.5468439999999998E-2</c:v>
                      </c:pt>
                      <c:pt idx="1768">
                        <c:v>2.5504490000000001E-2</c:v>
                      </c:pt>
                      <c:pt idx="1769">
                        <c:v>2.5547360000000002E-2</c:v>
                      </c:pt>
                      <c:pt idx="1770">
                        <c:v>2.559674E-2</c:v>
                      </c:pt>
                      <c:pt idx="1771">
                        <c:v>2.5651429999999999E-2</c:v>
                      </c:pt>
                      <c:pt idx="1772">
                        <c:v>2.5709780000000002E-2</c:v>
                      </c:pt>
                      <c:pt idx="1773">
                        <c:v>2.576987E-2</c:v>
                      </c:pt>
                      <c:pt idx="1774">
                        <c:v>2.5829609999999999E-2</c:v>
                      </c:pt>
                      <c:pt idx="1775">
                        <c:v>2.5886470000000002E-2</c:v>
                      </c:pt>
                      <c:pt idx="1776">
                        <c:v>2.5937890000000002E-2</c:v>
                      </c:pt>
                      <c:pt idx="1777">
                        <c:v>2.598116E-2</c:v>
                      </c:pt>
                      <c:pt idx="1778">
                        <c:v>2.6014010000000001E-2</c:v>
                      </c:pt>
                      <c:pt idx="1779">
                        <c:v>2.6034450000000001E-2</c:v>
                      </c:pt>
                      <c:pt idx="1780">
                        <c:v>2.6041769999999999E-2</c:v>
                      </c:pt>
                      <c:pt idx="1781">
                        <c:v>2.603575E-2</c:v>
                      </c:pt>
                      <c:pt idx="1782">
                        <c:v>2.6017780000000001E-2</c:v>
                      </c:pt>
                      <c:pt idx="1783">
                        <c:v>2.5988899999999999E-2</c:v>
                      </c:pt>
                      <c:pt idx="1784">
                        <c:v>2.595045E-2</c:v>
                      </c:pt>
                      <c:pt idx="1785">
                        <c:v>2.590311E-2</c:v>
                      </c:pt>
                      <c:pt idx="1786">
                        <c:v>2.5847149999999999E-2</c:v>
                      </c:pt>
                      <c:pt idx="1787">
                        <c:v>2.578217E-2</c:v>
                      </c:pt>
                      <c:pt idx="1788">
                        <c:v>2.5708269999999998E-2</c:v>
                      </c:pt>
                      <c:pt idx="1789">
                        <c:v>2.5625700000000001E-2</c:v>
                      </c:pt>
                      <c:pt idx="1790">
                        <c:v>2.5535869999999999E-2</c:v>
                      </c:pt>
                      <c:pt idx="1791">
                        <c:v>2.5440580000000001E-2</c:v>
                      </c:pt>
                      <c:pt idx="1792">
                        <c:v>2.5342219999999999E-2</c:v>
                      </c:pt>
                      <c:pt idx="1793">
                        <c:v>2.5243560000000002E-2</c:v>
                      </c:pt>
                      <c:pt idx="1794">
                        <c:v>2.5146970000000001E-2</c:v>
                      </c:pt>
                      <c:pt idx="1795">
                        <c:v>2.5054529999999998E-2</c:v>
                      </c:pt>
                      <c:pt idx="1796">
                        <c:v>2.496781E-2</c:v>
                      </c:pt>
                      <c:pt idx="1797">
                        <c:v>2.4887619999999999E-2</c:v>
                      </c:pt>
                      <c:pt idx="1798">
                        <c:v>2.481475E-2</c:v>
                      </c:pt>
                      <c:pt idx="1799">
                        <c:v>2.474898E-2</c:v>
                      </c:pt>
                      <c:pt idx="1800">
                        <c:v>2.469037E-2</c:v>
                      </c:pt>
                      <c:pt idx="1801">
                        <c:v>2.4637940000000001E-2</c:v>
                      </c:pt>
                      <c:pt idx="1802">
                        <c:v>2.4591470000000001E-2</c:v>
                      </c:pt>
                      <c:pt idx="1803">
                        <c:v>2.455048E-2</c:v>
                      </c:pt>
                      <c:pt idx="1804">
                        <c:v>2.4514970000000001E-2</c:v>
                      </c:pt>
                      <c:pt idx="1805">
                        <c:v>2.4485239999999998E-2</c:v>
                      </c:pt>
                      <c:pt idx="1806">
                        <c:v>2.446193E-2</c:v>
                      </c:pt>
                      <c:pt idx="1807">
                        <c:v>2.4444859999999999E-2</c:v>
                      </c:pt>
                      <c:pt idx="1808">
                        <c:v>2.4434239999999999E-2</c:v>
                      </c:pt>
                      <c:pt idx="1809">
                        <c:v>2.4428809999999999E-2</c:v>
                      </c:pt>
                      <c:pt idx="1810">
                        <c:v>2.4427399999999998E-2</c:v>
                      </c:pt>
                      <c:pt idx="1811">
                        <c:v>2.4428209999999999E-2</c:v>
                      </c:pt>
                      <c:pt idx="1812">
                        <c:v>2.4429510000000002E-2</c:v>
                      </c:pt>
                      <c:pt idx="1813">
                        <c:v>2.4430170000000001E-2</c:v>
                      </c:pt>
                      <c:pt idx="1814">
                        <c:v>2.4429650000000001E-2</c:v>
                      </c:pt>
                      <c:pt idx="1815">
                        <c:v>2.4427790000000001E-2</c:v>
                      </c:pt>
                      <c:pt idx="1816">
                        <c:v>2.4425059999999998E-2</c:v>
                      </c:pt>
                      <c:pt idx="1817">
                        <c:v>2.4422180000000002E-2</c:v>
                      </c:pt>
                      <c:pt idx="1818">
                        <c:v>2.441952E-2</c:v>
                      </c:pt>
                      <c:pt idx="1819">
                        <c:v>2.4417410000000001E-2</c:v>
                      </c:pt>
                      <c:pt idx="1820">
                        <c:v>2.4415800000000001E-2</c:v>
                      </c:pt>
                      <c:pt idx="1821">
                        <c:v>2.4414330000000001E-2</c:v>
                      </c:pt>
                      <c:pt idx="1822">
                        <c:v>2.4412929999999999E-2</c:v>
                      </c:pt>
                      <c:pt idx="1823">
                        <c:v>2.4410890000000001E-2</c:v>
                      </c:pt>
                      <c:pt idx="1824">
                        <c:v>2.440753E-2</c:v>
                      </c:pt>
                      <c:pt idx="1825">
                        <c:v>2.440227E-2</c:v>
                      </c:pt>
                      <c:pt idx="1826">
                        <c:v>2.439463E-2</c:v>
                      </c:pt>
                      <c:pt idx="1827">
                        <c:v>2.438454E-2</c:v>
                      </c:pt>
                      <c:pt idx="1828">
                        <c:v>2.4372339999999999E-2</c:v>
                      </c:pt>
                      <c:pt idx="1829">
                        <c:v>2.435874E-2</c:v>
                      </c:pt>
                      <c:pt idx="1830">
                        <c:v>2.4345249999999999E-2</c:v>
                      </c:pt>
                      <c:pt idx="1831">
                        <c:v>2.4332739999999999E-2</c:v>
                      </c:pt>
                      <c:pt idx="1832">
                        <c:v>2.432219E-2</c:v>
                      </c:pt>
                      <c:pt idx="1833">
                        <c:v>2.4313890000000001E-2</c:v>
                      </c:pt>
                      <c:pt idx="1834">
                        <c:v>2.4307579999999999E-2</c:v>
                      </c:pt>
                      <c:pt idx="1835">
                        <c:v>2.4302529999999999E-2</c:v>
                      </c:pt>
                      <c:pt idx="1836">
                        <c:v>2.429738E-2</c:v>
                      </c:pt>
                      <c:pt idx="1837">
                        <c:v>2.4291429999999999E-2</c:v>
                      </c:pt>
                      <c:pt idx="1838">
                        <c:v>2.428435E-2</c:v>
                      </c:pt>
                      <c:pt idx="1839">
                        <c:v>2.4276120000000002E-2</c:v>
                      </c:pt>
                      <c:pt idx="1840">
                        <c:v>2.426735E-2</c:v>
                      </c:pt>
                      <c:pt idx="1841">
                        <c:v>2.4258910000000002E-2</c:v>
                      </c:pt>
                      <c:pt idx="1842">
                        <c:v>2.4251479999999999E-2</c:v>
                      </c:pt>
                      <c:pt idx="1843">
                        <c:v>2.4245699999999999E-2</c:v>
                      </c:pt>
                      <c:pt idx="1844">
                        <c:v>2.4241530000000001E-2</c:v>
                      </c:pt>
                      <c:pt idx="1845">
                        <c:v>2.423873E-2</c:v>
                      </c:pt>
                      <c:pt idx="1846">
                        <c:v>2.4236770000000001E-2</c:v>
                      </c:pt>
                      <c:pt idx="1847">
                        <c:v>2.4234909999999998E-2</c:v>
                      </c:pt>
                      <c:pt idx="1848">
                        <c:v>2.4232630000000002E-2</c:v>
                      </c:pt>
                      <c:pt idx="1849">
                        <c:v>2.4229549999999999E-2</c:v>
                      </c:pt>
                      <c:pt idx="1850">
                        <c:v>2.422566E-2</c:v>
                      </c:pt>
                      <c:pt idx="1851">
                        <c:v>2.4221179999999998E-2</c:v>
                      </c:pt>
                      <c:pt idx="1852">
                        <c:v>2.421676E-2</c:v>
                      </c:pt>
                      <c:pt idx="1853">
                        <c:v>2.4213220000000001E-2</c:v>
                      </c:pt>
                      <c:pt idx="1854">
                        <c:v>2.4211509999999999E-2</c:v>
                      </c:pt>
                      <c:pt idx="1855">
                        <c:v>2.42121E-2</c:v>
                      </c:pt>
                      <c:pt idx="1856">
                        <c:v>2.4215400000000002E-2</c:v>
                      </c:pt>
                      <c:pt idx="1857">
                        <c:v>2.4221070000000001E-2</c:v>
                      </c:pt>
                      <c:pt idx="1858">
                        <c:v>2.422885E-2</c:v>
                      </c:pt>
                      <c:pt idx="1859">
                        <c:v>2.423792E-2</c:v>
                      </c:pt>
                      <c:pt idx="1860">
                        <c:v>2.424745E-2</c:v>
                      </c:pt>
                      <c:pt idx="1861">
                        <c:v>2.4256980000000001E-2</c:v>
                      </c:pt>
                      <c:pt idx="1862">
                        <c:v>2.4265950000000001E-2</c:v>
                      </c:pt>
                      <c:pt idx="1863">
                        <c:v>2.4273869999999999E-2</c:v>
                      </c:pt>
                      <c:pt idx="1864">
                        <c:v>2.4280280000000001E-2</c:v>
                      </c:pt>
                      <c:pt idx="1865">
                        <c:v>2.4284590000000002E-2</c:v>
                      </c:pt>
                      <c:pt idx="1866">
                        <c:v>2.428599E-2</c:v>
                      </c:pt>
                      <c:pt idx="1867">
                        <c:v>2.4283470000000001E-2</c:v>
                      </c:pt>
                      <c:pt idx="1868">
                        <c:v>2.427636E-2</c:v>
                      </c:pt>
                      <c:pt idx="1869">
                        <c:v>2.42642E-2</c:v>
                      </c:pt>
                      <c:pt idx="1870">
                        <c:v>2.4247029999999999E-2</c:v>
                      </c:pt>
                      <c:pt idx="1871">
                        <c:v>2.4225279999999998E-2</c:v>
                      </c:pt>
                      <c:pt idx="1872">
                        <c:v>2.419963E-2</c:v>
                      </c:pt>
                      <c:pt idx="1873">
                        <c:v>2.417101E-2</c:v>
                      </c:pt>
                      <c:pt idx="1874">
                        <c:v>2.4140399999999999E-2</c:v>
                      </c:pt>
                      <c:pt idx="1875">
                        <c:v>2.410824E-2</c:v>
                      </c:pt>
                      <c:pt idx="1876">
                        <c:v>2.4074930000000001E-2</c:v>
                      </c:pt>
                      <c:pt idx="1877">
                        <c:v>2.4040679999999998E-2</c:v>
                      </c:pt>
                      <c:pt idx="1878">
                        <c:v>2.4005869999999999E-2</c:v>
                      </c:pt>
                      <c:pt idx="1879">
                        <c:v>2.3970539999999999E-2</c:v>
                      </c:pt>
                      <c:pt idx="1880">
                        <c:v>2.3935109999999999E-2</c:v>
                      </c:pt>
                      <c:pt idx="1881">
                        <c:v>2.3899569999999998E-2</c:v>
                      </c:pt>
                      <c:pt idx="1882">
                        <c:v>2.3864460000000001E-2</c:v>
                      </c:pt>
                      <c:pt idx="1883">
                        <c:v>2.3829880000000001E-2</c:v>
                      </c:pt>
                      <c:pt idx="1884">
                        <c:v>2.3795790000000001E-2</c:v>
                      </c:pt>
                      <c:pt idx="1885">
                        <c:v>2.376257E-2</c:v>
                      </c:pt>
                      <c:pt idx="1886">
                        <c:v>2.3730169999999998E-2</c:v>
                      </c:pt>
                      <c:pt idx="1887">
                        <c:v>2.3698460000000001E-2</c:v>
                      </c:pt>
                      <c:pt idx="1888">
                        <c:v>2.366774E-2</c:v>
                      </c:pt>
                      <c:pt idx="1889">
                        <c:v>2.3637399999999999E-2</c:v>
                      </c:pt>
                      <c:pt idx="1890">
                        <c:v>2.3607349999999999E-2</c:v>
                      </c:pt>
                      <c:pt idx="1891">
                        <c:v>2.357737E-2</c:v>
                      </c:pt>
                      <c:pt idx="1892">
                        <c:v>2.3547180000000001E-2</c:v>
                      </c:pt>
                      <c:pt idx="1893">
                        <c:v>2.3516990000000002E-2</c:v>
                      </c:pt>
                      <c:pt idx="1894">
                        <c:v>2.3487299999999999E-2</c:v>
                      </c:pt>
                      <c:pt idx="1895">
                        <c:v>2.3458690000000001E-2</c:v>
                      </c:pt>
                      <c:pt idx="1896">
                        <c:v>2.3431730000000001E-2</c:v>
                      </c:pt>
                      <c:pt idx="1897">
                        <c:v>2.3406509999999998E-2</c:v>
                      </c:pt>
                      <c:pt idx="1898">
                        <c:v>2.3382940000000001E-2</c:v>
                      </c:pt>
                      <c:pt idx="1899">
                        <c:v>2.3360530000000001E-2</c:v>
                      </c:pt>
                      <c:pt idx="1900">
                        <c:v>2.333826E-2</c:v>
                      </c:pt>
                      <c:pt idx="1901">
                        <c:v>2.331536E-2</c:v>
                      </c:pt>
                      <c:pt idx="1902">
                        <c:v>2.3291240000000001E-2</c:v>
                      </c:pt>
                      <c:pt idx="1903">
                        <c:v>2.3266100000000001E-2</c:v>
                      </c:pt>
                      <c:pt idx="1904">
                        <c:v>2.324037E-2</c:v>
                      </c:pt>
                      <c:pt idx="1905">
                        <c:v>2.3215139999999999E-2</c:v>
                      </c:pt>
                      <c:pt idx="1906">
                        <c:v>2.319158E-2</c:v>
                      </c:pt>
                      <c:pt idx="1907">
                        <c:v>2.317054E-2</c:v>
                      </c:pt>
                      <c:pt idx="1908">
                        <c:v>2.3152780000000001E-2</c:v>
                      </c:pt>
                      <c:pt idx="1909">
                        <c:v>2.313863E-2</c:v>
                      </c:pt>
                      <c:pt idx="1910">
                        <c:v>2.312815E-2</c:v>
                      </c:pt>
                      <c:pt idx="1911">
                        <c:v>2.3120979999999999E-2</c:v>
                      </c:pt>
                      <c:pt idx="1912">
                        <c:v>2.311682E-2</c:v>
                      </c:pt>
                      <c:pt idx="1913">
                        <c:v>2.3115529999999999E-2</c:v>
                      </c:pt>
                      <c:pt idx="1914">
                        <c:v>2.3116580000000001E-2</c:v>
                      </c:pt>
                      <c:pt idx="1915">
                        <c:v>2.3119580000000001E-2</c:v>
                      </c:pt>
                      <c:pt idx="1916">
                        <c:v>2.31243E-2</c:v>
                      </c:pt>
                      <c:pt idx="1917">
                        <c:v>2.3130520000000002E-2</c:v>
                      </c:pt>
                      <c:pt idx="1918">
                        <c:v>2.3138180000000001E-2</c:v>
                      </c:pt>
                      <c:pt idx="1919">
                        <c:v>2.314712E-2</c:v>
                      </c:pt>
                      <c:pt idx="1920">
                        <c:v>2.3157959999999998E-2</c:v>
                      </c:pt>
                      <c:pt idx="1921">
                        <c:v>2.3170820000000002E-2</c:v>
                      </c:pt>
                      <c:pt idx="1922">
                        <c:v>2.3186160000000001E-2</c:v>
                      </c:pt>
                      <c:pt idx="1923">
                        <c:v>2.3203990000000001E-2</c:v>
                      </c:pt>
                      <c:pt idx="1924">
                        <c:v>2.3223839999999999E-2</c:v>
                      </c:pt>
                      <c:pt idx="1925">
                        <c:v>2.3245229999999999E-2</c:v>
                      </c:pt>
                      <c:pt idx="1926">
                        <c:v>2.3267360000000001E-2</c:v>
                      </c:pt>
                      <c:pt idx="1927">
                        <c:v>2.329001E-2</c:v>
                      </c:pt>
                      <c:pt idx="1928">
                        <c:v>2.3312980000000001E-2</c:v>
                      </c:pt>
                      <c:pt idx="1929">
                        <c:v>2.3337070000000001E-2</c:v>
                      </c:pt>
                      <c:pt idx="1930">
                        <c:v>2.3363720000000001E-2</c:v>
                      </c:pt>
                      <c:pt idx="1931">
                        <c:v>2.3394000000000002E-2</c:v>
                      </c:pt>
                      <c:pt idx="1932">
                        <c:v>2.3429140000000001E-2</c:v>
                      </c:pt>
                      <c:pt idx="1933">
                        <c:v>2.346908E-2</c:v>
                      </c:pt>
                      <c:pt idx="1934">
                        <c:v>2.3513639999999999E-2</c:v>
                      </c:pt>
                      <c:pt idx="1935">
                        <c:v>2.356103E-2</c:v>
                      </c:pt>
                      <c:pt idx="1936">
                        <c:v>2.360959E-2</c:v>
                      </c:pt>
                      <c:pt idx="1937">
                        <c:v>2.3657170000000002E-2</c:v>
                      </c:pt>
                      <c:pt idx="1938">
                        <c:v>2.370266E-2</c:v>
                      </c:pt>
                      <c:pt idx="1939">
                        <c:v>2.374567E-2</c:v>
                      </c:pt>
                      <c:pt idx="1940">
                        <c:v>2.3786580000000002E-2</c:v>
                      </c:pt>
                      <c:pt idx="1941">
                        <c:v>2.3826590000000002E-2</c:v>
                      </c:pt>
                      <c:pt idx="1942">
                        <c:v>2.386744E-2</c:v>
                      </c:pt>
                      <c:pt idx="1943">
                        <c:v>2.3910359999999999E-2</c:v>
                      </c:pt>
                      <c:pt idx="1944">
                        <c:v>2.3956470000000001E-2</c:v>
                      </c:pt>
                      <c:pt idx="1945">
                        <c:v>2.400594E-2</c:v>
                      </c:pt>
                      <c:pt idx="1946">
                        <c:v>2.4058610000000001E-2</c:v>
                      </c:pt>
                      <c:pt idx="1947">
                        <c:v>2.4112930000000001E-2</c:v>
                      </c:pt>
                      <c:pt idx="1948">
                        <c:v>2.4167230000000001E-2</c:v>
                      </c:pt>
                      <c:pt idx="1949">
                        <c:v>2.4219040000000001E-2</c:v>
                      </c:pt>
                      <c:pt idx="1950">
                        <c:v>2.4265809999999999E-2</c:v>
                      </c:pt>
                      <c:pt idx="1951">
                        <c:v>2.430537E-2</c:v>
                      </c:pt>
                      <c:pt idx="1952">
                        <c:v>2.4336030000000002E-2</c:v>
                      </c:pt>
                      <c:pt idx="1953">
                        <c:v>2.4357199999999999E-2</c:v>
                      </c:pt>
                      <c:pt idx="1954">
                        <c:v>2.436961E-2</c:v>
                      </c:pt>
                      <c:pt idx="1955">
                        <c:v>2.437462E-2</c:v>
                      </c:pt>
                      <c:pt idx="1956">
                        <c:v>2.4375109999999998E-2</c:v>
                      </c:pt>
                      <c:pt idx="1957">
                        <c:v>2.4373809999999999E-2</c:v>
                      </c:pt>
                      <c:pt idx="1958">
                        <c:v>2.4373570000000001E-2</c:v>
                      </c:pt>
                      <c:pt idx="1959">
                        <c:v>2.4376579999999998E-2</c:v>
                      </c:pt>
                      <c:pt idx="1960">
                        <c:v>2.4384360000000001E-2</c:v>
                      </c:pt>
                      <c:pt idx="1961">
                        <c:v>2.4397370000000002E-2</c:v>
                      </c:pt>
                      <c:pt idx="1962">
                        <c:v>2.441577E-2</c:v>
                      </c:pt>
                      <c:pt idx="1963">
                        <c:v>2.44389E-2</c:v>
                      </c:pt>
                      <c:pt idx="1964">
                        <c:v>2.4466100000000001E-2</c:v>
                      </c:pt>
                      <c:pt idx="1965">
                        <c:v>2.4496779999999999E-2</c:v>
                      </c:pt>
                      <c:pt idx="1966">
                        <c:v>2.4530219999999998E-2</c:v>
                      </c:pt>
                      <c:pt idx="1967">
                        <c:v>2.456556E-2</c:v>
                      </c:pt>
                      <c:pt idx="1968">
                        <c:v>2.4602240000000001E-2</c:v>
                      </c:pt>
                      <c:pt idx="1969">
                        <c:v>2.463916E-2</c:v>
                      </c:pt>
                      <c:pt idx="1970">
                        <c:v>2.4675389999999998E-2</c:v>
                      </c:pt>
                      <c:pt idx="1971">
                        <c:v>2.4710289999999999E-2</c:v>
                      </c:pt>
                      <c:pt idx="1972">
                        <c:v>2.474326E-2</c:v>
                      </c:pt>
                      <c:pt idx="1973">
                        <c:v>2.4774089999999999E-2</c:v>
                      </c:pt>
                      <c:pt idx="1974">
                        <c:v>2.4802999999999999E-2</c:v>
                      </c:pt>
                      <c:pt idx="1975">
                        <c:v>2.4829839999999999E-2</c:v>
                      </c:pt>
                      <c:pt idx="1976">
                        <c:v>2.4854749999999998E-2</c:v>
                      </c:pt>
                      <c:pt idx="1977">
                        <c:v>2.4877799999999999E-2</c:v>
                      </c:pt>
                      <c:pt idx="1978">
                        <c:v>2.4899029999999999E-2</c:v>
                      </c:pt>
                      <c:pt idx="1979">
                        <c:v>2.4918470000000002E-2</c:v>
                      </c:pt>
                      <c:pt idx="1980">
                        <c:v>2.4936150000000001E-2</c:v>
                      </c:pt>
                      <c:pt idx="1981">
                        <c:v>2.4952930000000002E-2</c:v>
                      </c:pt>
                      <c:pt idx="1982">
                        <c:v>2.4969459999999999E-2</c:v>
                      </c:pt>
                      <c:pt idx="1983">
                        <c:v>2.4987349999999998E-2</c:v>
                      </c:pt>
                      <c:pt idx="1984">
                        <c:v>2.5007919999999999E-2</c:v>
                      </c:pt>
                      <c:pt idx="1985">
                        <c:v>2.5033400000000001E-2</c:v>
                      </c:pt>
                      <c:pt idx="1986">
                        <c:v>2.5065839999999999E-2</c:v>
                      </c:pt>
                      <c:pt idx="1987">
                        <c:v>2.5107580000000001E-2</c:v>
                      </c:pt>
                      <c:pt idx="1988">
                        <c:v>2.5160800000000001E-2</c:v>
                      </c:pt>
                      <c:pt idx="1989">
                        <c:v>2.5227690000000001E-2</c:v>
                      </c:pt>
                      <c:pt idx="1990">
                        <c:v>2.5310470000000002E-2</c:v>
                      </c:pt>
                      <c:pt idx="1991">
                        <c:v>2.541086E-2</c:v>
                      </c:pt>
                      <c:pt idx="1992">
                        <c:v>2.553095E-2</c:v>
                      </c:pt>
                      <c:pt idx="1993">
                        <c:v>2.5672380000000002E-2</c:v>
                      </c:pt>
                      <c:pt idx="1994">
                        <c:v>2.583688E-2</c:v>
                      </c:pt>
                      <c:pt idx="1995">
                        <c:v>2.6025159999999999E-2</c:v>
                      </c:pt>
                      <c:pt idx="1996">
                        <c:v>2.623704E-2</c:v>
                      </c:pt>
                      <c:pt idx="1997">
                        <c:v>2.6470319999999999E-2</c:v>
                      </c:pt>
                      <c:pt idx="1998">
                        <c:v>2.6720359999999999E-2</c:v>
                      </c:pt>
                      <c:pt idx="1999">
                        <c:v>2.698016E-2</c:v>
                      </c:pt>
                      <c:pt idx="2000">
                        <c:v>2.7240230000000001E-2</c:v>
                      </c:pt>
                      <c:pt idx="2001">
                        <c:v>2.7490219999999999E-2</c:v>
                      </c:pt>
                      <c:pt idx="2002">
                        <c:v>2.7720470000000001E-2</c:v>
                      </c:pt>
                      <c:pt idx="2003">
                        <c:v>2.7923409999999999E-2</c:v>
                      </c:pt>
                      <c:pt idx="2004">
                        <c:v>2.809592E-2</c:v>
                      </c:pt>
                      <c:pt idx="2005">
                        <c:v>2.8239460000000001E-2</c:v>
                      </c:pt>
                      <c:pt idx="2006">
                        <c:v>2.836058E-2</c:v>
                      </c:pt>
                      <c:pt idx="2007">
                        <c:v>2.847003E-2</c:v>
                      </c:pt>
                      <c:pt idx="2008">
                        <c:v>2.858163E-2</c:v>
                      </c:pt>
                      <c:pt idx="2009">
                        <c:v>2.8710530000000001E-2</c:v>
                      </c:pt>
                      <c:pt idx="2010">
                        <c:v>2.8872229999999999E-2</c:v>
                      </c:pt>
                      <c:pt idx="2011">
                        <c:v>2.9080959999999999E-2</c:v>
                      </c:pt>
                      <c:pt idx="2012">
                        <c:v>2.9350230000000001E-2</c:v>
                      </c:pt>
                      <c:pt idx="2013">
                        <c:v>2.9691249999999999E-2</c:v>
                      </c:pt>
                      <c:pt idx="2014">
                        <c:v>3.0113440000000002E-2</c:v>
                      </c:pt>
                      <c:pt idx="2015">
                        <c:v>3.0623000000000001E-2</c:v>
                      </c:pt>
                      <c:pt idx="2016">
                        <c:v>3.1221970000000002E-2</c:v>
                      </c:pt>
                      <c:pt idx="2017">
                        <c:v>3.1906709999999998E-2</c:v>
                      </c:pt>
                      <c:pt idx="2018">
                        <c:v>3.2666679999999997E-2</c:v>
                      </c:pt>
                      <c:pt idx="2019">
                        <c:v>3.3483239999999997E-2</c:v>
                      </c:pt>
                      <c:pt idx="2020">
                        <c:v>3.4330350000000003E-2</c:v>
                      </c:pt>
                      <c:pt idx="2021">
                        <c:v>3.5175159999999997E-2</c:v>
                      </c:pt>
                      <c:pt idx="2022">
                        <c:v>3.5980119999999997E-2</c:v>
                      </c:pt>
                      <c:pt idx="2023">
                        <c:v>3.6705460000000002E-2</c:v>
                      </c:pt>
                      <c:pt idx="2024">
                        <c:v>3.7312430000000001E-2</c:v>
                      </c:pt>
                      <c:pt idx="2025">
                        <c:v>3.776529E-2</c:v>
                      </c:pt>
                      <c:pt idx="2026">
                        <c:v>3.8034400000000003E-2</c:v>
                      </c:pt>
                      <c:pt idx="2027">
                        <c:v>3.8097770000000003E-2</c:v>
                      </c:pt>
                      <c:pt idx="2028">
                        <c:v>3.7943560000000001E-2</c:v>
                      </c:pt>
                      <c:pt idx="2029">
                        <c:v>3.7571210000000001E-2</c:v>
                      </c:pt>
                      <c:pt idx="2030">
                        <c:v>3.6993150000000002E-2</c:v>
                      </c:pt>
                      <c:pt idx="2031">
                        <c:v>3.623407E-2</c:v>
                      </c:pt>
                      <c:pt idx="2032">
                        <c:v>3.5330189999999997E-2</c:v>
                      </c:pt>
                      <c:pt idx="2033">
                        <c:v>3.4325189999999998E-2</c:v>
                      </c:pt>
                      <c:pt idx="2034">
                        <c:v>3.3266129999999998E-2</c:v>
                      </c:pt>
                      <c:pt idx="2035">
                        <c:v>3.2198079999999997E-2</c:v>
                      </c:pt>
                      <c:pt idx="2036">
                        <c:v>3.1159280000000001E-2</c:v>
                      </c:pt>
                      <c:pt idx="2037">
                        <c:v>3.0177800000000001E-2</c:v>
                      </c:pt>
                      <c:pt idx="2038">
                        <c:v>2.9269969999999999E-2</c:v>
                      </c:pt>
                      <c:pt idx="2039">
                        <c:v>2.8440239999999999E-2</c:v>
                      </c:pt>
                      <c:pt idx="2040">
                        <c:v>2.768406E-2</c:v>
                      </c:pt>
                      <c:pt idx="2041">
                        <c:v>2.6990460000000001E-2</c:v>
                      </c:pt>
                      <c:pt idx="2042">
                        <c:v>2.6346939999999999E-2</c:v>
                      </c:pt>
                      <c:pt idx="2043">
                        <c:v>2.5741070000000001E-2</c:v>
                      </c:pt>
                      <c:pt idx="2044">
                        <c:v>2.516442E-2</c:v>
                      </c:pt>
                      <c:pt idx="2045">
                        <c:v>2.46129E-2</c:v>
                      </c:pt>
                      <c:pt idx="2046">
                        <c:v>2.4086489999999999E-2</c:v>
                      </c:pt>
                      <c:pt idx="2047">
                        <c:v>2.3588390000000001E-2</c:v>
                      </c:pt>
                      <c:pt idx="2048">
                        <c:v>2.3123359999999999E-2</c:v>
                      </c:pt>
                      <c:pt idx="2049">
                        <c:v>2.2696210000000001E-2</c:v>
                      </c:pt>
                      <c:pt idx="2050">
                        <c:v>2.2310679999999999E-2</c:v>
                      </c:pt>
                      <c:pt idx="2051">
                        <c:v>2.196857E-2</c:v>
                      </c:pt>
                      <c:pt idx="2052">
                        <c:v>2.1669520000000001E-2</c:v>
                      </c:pt>
                      <c:pt idx="2053">
                        <c:v>2.1411059999999999E-2</c:v>
                      </c:pt>
                      <c:pt idx="2054">
                        <c:v>2.1189630000000001E-2</c:v>
                      </c:pt>
                      <c:pt idx="2055">
                        <c:v>2.100024E-2</c:v>
                      </c:pt>
                      <c:pt idx="2056">
                        <c:v>2.0838530000000001E-2</c:v>
                      </c:pt>
                      <c:pt idx="2057">
                        <c:v>2.0699430000000001E-2</c:v>
                      </c:pt>
                      <c:pt idx="2058">
                        <c:v>2.0579489999999999E-2</c:v>
                      </c:pt>
                      <c:pt idx="2059">
                        <c:v>2.0476069999999999E-2</c:v>
                      </c:pt>
                      <c:pt idx="2060">
                        <c:v>2.038713E-2</c:v>
                      </c:pt>
                      <c:pt idx="2061">
                        <c:v>2.0311570000000001E-2</c:v>
                      </c:pt>
                      <c:pt idx="2062">
                        <c:v>2.0248209999999999E-2</c:v>
                      </c:pt>
                      <c:pt idx="2063">
                        <c:v>2.019607E-2</c:v>
                      </c:pt>
                      <c:pt idx="2064">
                        <c:v>2.0153859999999999E-2</c:v>
                      </c:pt>
                      <c:pt idx="2065">
                        <c:v>2.0119640000000001E-2</c:v>
                      </c:pt>
                      <c:pt idx="2066">
                        <c:v>2.0091629999999999E-2</c:v>
                      </c:pt>
                      <c:pt idx="2067">
                        <c:v>2.0067930000000001E-2</c:v>
                      </c:pt>
                      <c:pt idx="2068">
                        <c:v>2.0047180000000001E-2</c:v>
                      </c:pt>
                      <c:pt idx="2069">
                        <c:v>2.0028480000000001E-2</c:v>
                      </c:pt>
                      <c:pt idx="2070">
                        <c:v>2.001172E-2</c:v>
                      </c:pt>
                      <c:pt idx="2071">
                        <c:v>1.9996839999999998E-2</c:v>
                      </c:pt>
                      <c:pt idx="2072">
                        <c:v>1.9984829999999999E-2</c:v>
                      </c:pt>
                      <c:pt idx="2073">
                        <c:v>1.9976299999999999E-2</c:v>
                      </c:pt>
                      <c:pt idx="2074">
                        <c:v>1.9972030000000002E-2</c:v>
                      </c:pt>
                      <c:pt idx="2075">
                        <c:v>1.997293E-2</c:v>
                      </c:pt>
                      <c:pt idx="2076">
                        <c:v>1.9979630000000002E-2</c:v>
                      </c:pt>
                      <c:pt idx="2077">
                        <c:v>1.9992260000000001E-2</c:v>
                      </c:pt>
                      <c:pt idx="2078">
                        <c:v>2.0010819999999999E-2</c:v>
                      </c:pt>
                      <c:pt idx="2079">
                        <c:v>2.0034659999999999E-2</c:v>
                      </c:pt>
                      <c:pt idx="2080">
                        <c:v>2.0063149999999998E-2</c:v>
                      </c:pt>
                      <c:pt idx="2081">
                        <c:v>2.0095310000000002E-2</c:v>
                      </c:pt>
                      <c:pt idx="2082">
                        <c:v>2.0130640000000002E-2</c:v>
                      </c:pt>
                      <c:pt idx="2083">
                        <c:v>2.0168749999999999E-2</c:v>
                      </c:pt>
                      <c:pt idx="2084">
                        <c:v>2.0210059999999998E-2</c:v>
                      </c:pt>
                      <c:pt idx="2085">
                        <c:v>2.0254939999999999E-2</c:v>
                      </c:pt>
                      <c:pt idx="2086">
                        <c:v>2.0303649999999999E-2</c:v>
                      </c:pt>
                      <c:pt idx="2087">
                        <c:v>2.035667E-2</c:v>
                      </c:pt>
                      <c:pt idx="2088">
                        <c:v>2.0413799999999999E-2</c:v>
                      </c:pt>
                      <c:pt idx="2089">
                        <c:v>2.047444E-2</c:v>
                      </c:pt>
                      <c:pt idx="2090">
                        <c:v>2.0537449999999999E-2</c:v>
                      </c:pt>
                      <c:pt idx="2091">
                        <c:v>2.060182E-2</c:v>
                      </c:pt>
                      <c:pt idx="2092">
                        <c:v>2.0666730000000001E-2</c:v>
                      </c:pt>
                      <c:pt idx="2093">
                        <c:v>2.073144E-2</c:v>
                      </c:pt>
                      <c:pt idx="2094">
                        <c:v>2.0795810000000001E-2</c:v>
                      </c:pt>
                      <c:pt idx="2095">
                        <c:v>2.0859869999999999E-2</c:v>
                      </c:pt>
                      <c:pt idx="2096">
                        <c:v>2.0923879999999999E-2</c:v>
                      </c:pt>
                      <c:pt idx="2097">
                        <c:v>2.0988349999999999E-2</c:v>
                      </c:pt>
                      <c:pt idx="2098">
                        <c:v>2.105373E-2</c:v>
                      </c:pt>
                      <c:pt idx="2099">
                        <c:v>2.1120340000000001E-2</c:v>
                      </c:pt>
                      <c:pt idx="2100">
                        <c:v>2.1188419999999999E-2</c:v>
                      </c:pt>
                      <c:pt idx="2101">
                        <c:v>2.1257789999999999E-2</c:v>
                      </c:pt>
                      <c:pt idx="2102">
                        <c:v>2.1328119999999999E-2</c:v>
                      </c:pt>
                      <c:pt idx="2103">
                        <c:v>2.139798E-2</c:v>
                      </c:pt>
                      <c:pt idx="2104">
                        <c:v>2.146613E-2</c:v>
                      </c:pt>
                      <c:pt idx="2105">
                        <c:v>2.1530609999999999E-2</c:v>
                      </c:pt>
                      <c:pt idx="2106">
                        <c:v>2.1589529999999999E-2</c:v>
                      </c:pt>
                      <c:pt idx="2107">
                        <c:v>2.1641489999999999E-2</c:v>
                      </c:pt>
                      <c:pt idx="2108">
                        <c:v>2.1685719999999999E-2</c:v>
                      </c:pt>
                      <c:pt idx="2109">
                        <c:v>2.1722330000000001E-2</c:v>
                      </c:pt>
                      <c:pt idx="2110">
                        <c:v>2.175239E-2</c:v>
                      </c:pt>
                      <c:pt idx="2111">
                        <c:v>2.1777089999999999E-2</c:v>
                      </c:pt>
                      <c:pt idx="2112">
                        <c:v>2.179824E-2</c:v>
                      </c:pt>
                      <c:pt idx="2113">
                        <c:v>2.1817469999999999E-2</c:v>
                      </c:pt>
                      <c:pt idx="2114">
                        <c:v>2.1836560000000001E-2</c:v>
                      </c:pt>
                      <c:pt idx="2115">
                        <c:v>2.185691E-2</c:v>
                      </c:pt>
                      <c:pt idx="2116">
                        <c:v>2.187994E-2</c:v>
                      </c:pt>
                      <c:pt idx="2117">
                        <c:v>2.1906809999999999E-2</c:v>
                      </c:pt>
                      <c:pt idx="2118">
                        <c:v>2.1938450000000002E-2</c:v>
                      </c:pt>
                      <c:pt idx="2119">
                        <c:v>2.197561E-2</c:v>
                      </c:pt>
                      <c:pt idx="2120">
                        <c:v>2.201883E-2</c:v>
                      </c:pt>
                      <c:pt idx="2121">
                        <c:v>2.2068049999999999E-2</c:v>
                      </c:pt>
                      <c:pt idx="2122">
                        <c:v>2.2123549999999999E-2</c:v>
                      </c:pt>
                      <c:pt idx="2123">
                        <c:v>2.2185300000000002E-2</c:v>
                      </c:pt>
                      <c:pt idx="2124">
                        <c:v>2.2253760000000001E-2</c:v>
                      </c:pt>
                      <c:pt idx="2125">
                        <c:v>2.2329689999999999E-2</c:v>
                      </c:pt>
                      <c:pt idx="2126">
                        <c:v>2.2414360000000001E-2</c:v>
                      </c:pt>
                      <c:pt idx="2127">
                        <c:v>2.2509439999999999E-2</c:v>
                      </c:pt>
                      <c:pt idx="2128">
                        <c:v>2.2617080000000001E-2</c:v>
                      </c:pt>
                      <c:pt idx="2129">
                        <c:v>2.2739889999999999E-2</c:v>
                      </c:pt>
                      <c:pt idx="2130">
                        <c:v>2.2880549999999999E-2</c:v>
                      </c:pt>
                      <c:pt idx="2131">
                        <c:v>2.3041490000000001E-2</c:v>
                      </c:pt>
                      <c:pt idx="2132">
                        <c:v>2.3225340000000001E-2</c:v>
                      </c:pt>
                      <c:pt idx="2133">
                        <c:v>2.343396E-2</c:v>
                      </c:pt>
                      <c:pt idx="2134">
                        <c:v>2.3668330000000001E-2</c:v>
                      </c:pt>
                      <c:pt idx="2135">
                        <c:v>2.392884E-2</c:v>
                      </c:pt>
                      <c:pt idx="2136">
                        <c:v>2.4214980000000001E-2</c:v>
                      </c:pt>
                      <c:pt idx="2137">
                        <c:v>2.4525140000000001E-2</c:v>
                      </c:pt>
                      <c:pt idx="2138">
                        <c:v>2.4857480000000001E-2</c:v>
                      </c:pt>
                      <c:pt idx="2139">
                        <c:v>2.520971E-2</c:v>
                      </c:pt>
                      <c:pt idx="2140">
                        <c:v>2.5579379999999999E-2</c:v>
                      </c:pt>
                      <c:pt idx="2141">
                        <c:v>2.596395E-2</c:v>
                      </c:pt>
                      <c:pt idx="2142">
                        <c:v>2.636053E-2</c:v>
                      </c:pt>
                      <c:pt idx="2143">
                        <c:v>2.676655E-2</c:v>
                      </c:pt>
                      <c:pt idx="2144">
                        <c:v>2.7178810000000001E-2</c:v>
                      </c:pt>
                      <c:pt idx="2145">
                        <c:v>2.759433E-2</c:v>
                      </c:pt>
                      <c:pt idx="2146">
                        <c:v>2.801087E-2</c:v>
                      </c:pt>
                      <c:pt idx="2147">
                        <c:v>2.8425909999999999E-2</c:v>
                      </c:pt>
                      <c:pt idx="2148">
                        <c:v>2.8838409999999998E-2</c:v>
                      </c:pt>
                      <c:pt idx="2149">
                        <c:v>2.9247289999999999E-2</c:v>
                      </c:pt>
                      <c:pt idx="2150">
                        <c:v>2.96528E-2</c:v>
                      </c:pt>
                      <c:pt idx="2151">
                        <c:v>3.0055309999999998E-2</c:v>
                      </c:pt>
                      <c:pt idx="2152">
                        <c:v>3.045546E-2</c:v>
                      </c:pt>
                      <c:pt idx="2153">
                        <c:v>3.0854550000000001E-2</c:v>
                      </c:pt>
                      <c:pt idx="2154">
                        <c:v>3.125377E-2</c:v>
                      </c:pt>
                      <c:pt idx="2155">
                        <c:v>3.1654420000000003E-2</c:v>
                      </c:pt>
                      <c:pt idx="2156">
                        <c:v>3.2058009999999998E-2</c:v>
                      </c:pt>
                      <c:pt idx="2157">
                        <c:v>3.2466040000000002E-2</c:v>
                      </c:pt>
                      <c:pt idx="2158">
                        <c:v>3.2880640000000003E-2</c:v>
                      </c:pt>
                      <c:pt idx="2159">
                        <c:v>3.3303689999999997E-2</c:v>
                      </c:pt>
                      <c:pt idx="2160">
                        <c:v>3.3737139999999999E-2</c:v>
                      </c:pt>
                      <c:pt idx="2161">
                        <c:v>3.4182780000000003E-2</c:v>
                      </c:pt>
                      <c:pt idx="2162">
                        <c:v>3.4641720000000001E-2</c:v>
                      </c:pt>
                      <c:pt idx="2163">
                        <c:v>3.5114090000000001E-2</c:v>
                      </c:pt>
                      <c:pt idx="2164">
                        <c:v>3.5599230000000003E-2</c:v>
                      </c:pt>
                      <c:pt idx="2165">
                        <c:v>3.609561E-2</c:v>
                      </c:pt>
                      <c:pt idx="2166">
                        <c:v>3.6600809999999998E-2</c:v>
                      </c:pt>
                      <c:pt idx="2167">
                        <c:v>3.7113159999999999E-2</c:v>
                      </c:pt>
                      <c:pt idx="2168">
                        <c:v>3.7631619999999998E-2</c:v>
                      </c:pt>
                      <c:pt idx="2169">
                        <c:v>3.8156879999999997E-2</c:v>
                      </c:pt>
                      <c:pt idx="2170">
                        <c:v>3.8692079999999997E-2</c:v>
                      </c:pt>
                      <c:pt idx="2171">
                        <c:v>3.9242890000000002E-2</c:v>
                      </c:pt>
                      <c:pt idx="2172">
                        <c:v>3.9817459999999999E-2</c:v>
                      </c:pt>
                      <c:pt idx="2173">
                        <c:v>4.0425910000000002E-2</c:v>
                      </c:pt>
                      <c:pt idx="2174">
                        <c:v>4.1079289999999997E-2</c:v>
                      </c:pt>
                      <c:pt idx="2175">
                        <c:v>4.1787970000000001E-2</c:v>
                      </c:pt>
                      <c:pt idx="2176">
                        <c:v>4.2560510000000003E-2</c:v>
                      </c:pt>
                      <c:pt idx="2177">
                        <c:v>4.3401290000000002E-2</c:v>
                      </c:pt>
                      <c:pt idx="2178">
                        <c:v>4.4309370000000001E-2</c:v>
                      </c:pt>
                      <c:pt idx="2179">
                        <c:v>4.5276909999999997E-2</c:v>
                      </c:pt>
                      <c:pt idx="2180">
                        <c:v>4.6289360000000002E-2</c:v>
                      </c:pt>
                      <c:pt idx="2181">
                        <c:v>4.7325609999999997E-2</c:v>
                      </c:pt>
                      <c:pt idx="2182">
                        <c:v>4.8360630000000002E-2</c:v>
                      </c:pt>
                      <c:pt idx="2183">
                        <c:v>4.9367790000000002E-2</c:v>
                      </c:pt>
                      <c:pt idx="2184">
                        <c:v>5.0322449999999998E-2</c:v>
                      </c:pt>
                      <c:pt idx="2185">
                        <c:v>5.1204769999999997E-2</c:v>
                      </c:pt>
                      <c:pt idx="2186">
                        <c:v>5.2000909999999997E-2</c:v>
                      </c:pt>
                      <c:pt idx="2187">
                        <c:v>5.2704000000000001E-2</c:v>
                      </c:pt>
                      <c:pt idx="2188">
                        <c:v>5.3313340000000001E-2</c:v>
                      </c:pt>
                      <c:pt idx="2189">
                        <c:v>5.3832720000000001E-2</c:v>
                      </c:pt>
                      <c:pt idx="2190">
                        <c:v>5.427046E-2</c:v>
                      </c:pt>
                      <c:pt idx="2191">
                        <c:v>5.4637610000000003E-2</c:v>
                      </c:pt>
                      <c:pt idx="2192">
                        <c:v>5.4948810000000001E-2</c:v>
                      </c:pt>
                      <c:pt idx="2193">
                        <c:v>5.522088E-2</c:v>
                      </c:pt>
                      <c:pt idx="2194">
                        <c:v>5.5471880000000001E-2</c:v>
                      </c:pt>
                      <c:pt idx="2195">
                        <c:v>5.5718700000000003E-2</c:v>
                      </c:pt>
                      <c:pt idx="2196">
                        <c:v>5.5975160000000003E-2</c:v>
                      </c:pt>
                      <c:pt idx="2197">
                        <c:v>5.6248850000000003E-2</c:v>
                      </c:pt>
                      <c:pt idx="2198">
                        <c:v>5.6540340000000001E-2</c:v>
                      </c:pt>
                      <c:pt idx="2199">
                        <c:v>5.6842749999999997E-2</c:v>
                      </c:pt>
                      <c:pt idx="2200">
                        <c:v>5.7143670000000001E-2</c:v>
                      </c:pt>
                      <c:pt idx="2201">
                        <c:v>5.7426909999999998E-2</c:v>
                      </c:pt>
                      <c:pt idx="2202">
                        <c:v>5.7675530000000003E-2</c:v>
                      </c:pt>
                      <c:pt idx="2203">
                        <c:v>5.7874200000000001E-2</c:v>
                      </c:pt>
                      <c:pt idx="2204">
                        <c:v>5.8010390000000002E-2</c:v>
                      </c:pt>
                      <c:pt idx="2205">
                        <c:v>5.807466E-2</c:v>
                      </c:pt>
                      <c:pt idx="2206">
                        <c:v>5.8059430000000002E-2</c:v>
                      </c:pt>
                      <c:pt idx="2207">
                        <c:v>5.7957340000000003E-2</c:v>
                      </c:pt>
                      <c:pt idx="2208">
                        <c:v>5.7758900000000002E-2</c:v>
                      </c:pt>
                      <c:pt idx="2209">
                        <c:v>5.7450319999999999E-2</c:v>
                      </c:pt>
                      <c:pt idx="2210">
                        <c:v>5.7012889999999997E-2</c:v>
                      </c:pt>
                      <c:pt idx="2211">
                        <c:v>5.6422529999999999E-2</c:v>
                      </c:pt>
                      <c:pt idx="2212">
                        <c:v>5.5652819999999999E-2</c:v>
                      </c:pt>
                      <c:pt idx="2213">
                        <c:v>5.4678419999999998E-2</c:v>
                      </c:pt>
                      <c:pt idx="2214">
                        <c:v>5.3480529999999998E-2</c:v>
                      </c:pt>
                      <c:pt idx="2215">
                        <c:v>5.2052599999999997E-2</c:v>
                      </c:pt>
                      <c:pt idx="2216">
                        <c:v>5.0404610000000002E-2</c:v>
                      </c:pt>
                      <c:pt idx="2217">
                        <c:v>4.8565120000000003E-2</c:v>
                      </c:pt>
                      <c:pt idx="2218">
                        <c:v>4.6579259999999997E-2</c:v>
                      </c:pt>
                      <c:pt idx="2219">
                        <c:v>4.4504149999999999E-2</c:v>
                      </c:pt>
                      <c:pt idx="2220">
                        <c:v>4.240157E-2</c:v>
                      </c:pt>
                      <c:pt idx="2221">
                        <c:v>4.0330860000000003E-2</c:v>
                      </c:pt>
                      <c:pt idx="2222">
                        <c:v>3.8342359999999999E-2</c:v>
                      </c:pt>
                      <c:pt idx="2223">
                        <c:v>3.6473940000000003E-2</c:v>
                      </c:pt>
                      <c:pt idx="2224">
                        <c:v>3.4749469999999998E-2</c:v>
                      </c:pt>
                      <c:pt idx="2225">
                        <c:v>3.3179960000000001E-2</c:v>
                      </c:pt>
                      <c:pt idx="2226">
                        <c:v>3.1766559999999999E-2</c:v>
                      </c:pt>
                      <c:pt idx="2227">
                        <c:v>3.0503019999999999E-2</c:v>
                      </c:pt>
                      <c:pt idx="2228">
                        <c:v>2.9379329999999999E-2</c:v>
                      </c:pt>
                      <c:pt idx="2229">
                        <c:v>2.8383709999999999E-2</c:v>
                      </c:pt>
                      <c:pt idx="2230">
                        <c:v>2.7503920000000001E-2</c:v>
                      </c:pt>
                      <c:pt idx="2231">
                        <c:v>2.6728040000000002E-2</c:v>
                      </c:pt>
                      <c:pt idx="2232">
                        <c:v>2.6044299999999999E-2</c:v>
                      </c:pt>
                      <c:pt idx="2233">
                        <c:v>2.5441350000000001E-2</c:v>
                      </c:pt>
                      <c:pt idx="2234">
                        <c:v>2.4907760000000001E-2</c:v>
                      </c:pt>
                      <c:pt idx="2235">
                        <c:v>2.4432869999999999E-2</c:v>
                      </c:pt>
                      <c:pt idx="2236">
                        <c:v>2.4006570000000001E-2</c:v>
                      </c:pt>
                      <c:pt idx="2237">
                        <c:v>2.3620120000000001E-2</c:v>
                      </c:pt>
                      <c:pt idx="2238">
                        <c:v>2.3266450000000001E-2</c:v>
                      </c:pt>
                      <c:pt idx="2239">
                        <c:v>2.2940039999999998E-2</c:v>
                      </c:pt>
                      <c:pt idx="2240">
                        <c:v>2.2637250000000001E-2</c:v>
                      </c:pt>
                      <c:pt idx="2241">
                        <c:v>2.2355750000000001E-2</c:v>
                      </c:pt>
                      <c:pt idx="2242">
                        <c:v>2.2094340000000001E-2</c:v>
                      </c:pt>
                      <c:pt idx="2243">
                        <c:v>2.1852549999999998E-2</c:v>
                      </c:pt>
                      <c:pt idx="2244">
                        <c:v>2.162975E-2</c:v>
                      </c:pt>
                      <c:pt idx="2245">
                        <c:v>2.1425719999999999E-2</c:v>
                      </c:pt>
                      <c:pt idx="2246">
                        <c:v>2.1239910000000001E-2</c:v>
                      </c:pt>
                      <c:pt idx="2247">
                        <c:v>2.107171E-2</c:v>
                      </c:pt>
                      <c:pt idx="2248">
                        <c:v>2.0920540000000001E-2</c:v>
                      </c:pt>
                      <c:pt idx="2249">
                        <c:v>2.078576E-2</c:v>
                      </c:pt>
                      <c:pt idx="2250">
                        <c:v>2.0667499999999998E-2</c:v>
                      </c:pt>
                      <c:pt idx="2251">
                        <c:v>2.0565730000000001E-2</c:v>
                      </c:pt>
                      <c:pt idx="2252">
                        <c:v>2.0481309999999999E-2</c:v>
                      </c:pt>
                      <c:pt idx="2253">
                        <c:v>2.0415289999999999E-2</c:v>
                      </c:pt>
                      <c:pt idx="2254">
                        <c:v>2.0369519999999999E-2</c:v>
                      </c:pt>
                      <c:pt idx="2255">
                        <c:v>2.0346840000000001E-2</c:v>
                      </c:pt>
                      <c:pt idx="2256">
                        <c:v>2.035091E-2</c:v>
                      </c:pt>
                      <c:pt idx="2257">
                        <c:v>2.0386359999999999E-2</c:v>
                      </c:pt>
                      <c:pt idx="2258">
                        <c:v>2.0458670000000002E-2</c:v>
                      </c:pt>
                      <c:pt idx="2259">
                        <c:v>2.0572150000000001E-2</c:v>
                      </c:pt>
                      <c:pt idx="2260">
                        <c:v>2.0729040000000001E-2</c:v>
                      </c:pt>
                      <c:pt idx="2261">
                        <c:v>2.0926699999999999E-2</c:v>
                      </c:pt>
                      <c:pt idx="2262">
                        <c:v>2.1156930000000001E-2</c:v>
                      </c:pt>
                      <c:pt idx="2263">
                        <c:v>2.1404590000000001E-2</c:v>
                      </c:pt>
                      <c:pt idx="2264">
                        <c:v>2.164835E-2</c:v>
                      </c:pt>
                      <c:pt idx="2265">
                        <c:v>2.1863359999999998E-2</c:v>
                      </c:pt>
                      <c:pt idx="2266">
                        <c:v>2.202461E-2</c:v>
                      </c:pt>
                      <c:pt idx="2267">
                        <c:v>2.211107E-2</c:v>
                      </c:pt>
                      <c:pt idx="2268">
                        <c:v>2.2109710000000001E-2</c:v>
                      </c:pt>
                      <c:pt idx="2269">
                        <c:v>2.2016839999999999E-2</c:v>
                      </c:pt>
                      <c:pt idx="2270">
                        <c:v>2.1839730000000002E-2</c:v>
                      </c:pt>
                      <c:pt idx="2271">
                        <c:v>2.1594229999999999E-2</c:v>
                      </c:pt>
                      <c:pt idx="2272">
                        <c:v>2.130199E-2</c:v>
                      </c:pt>
                      <c:pt idx="2273">
                        <c:v>2.09873E-2</c:v>
                      </c:pt>
                      <c:pt idx="2274">
                        <c:v>2.067285E-2</c:v>
                      </c:pt>
                      <c:pt idx="2275">
                        <c:v>2.037719E-2</c:v>
                      </c:pt>
                      <c:pt idx="2276">
                        <c:v>2.0112910000000001E-2</c:v>
                      </c:pt>
                      <c:pt idx="2277">
                        <c:v>1.988697E-2</c:v>
                      </c:pt>
                      <c:pt idx="2278">
                        <c:v>1.9700949999999998E-2</c:v>
                      </c:pt>
                      <c:pt idx="2279">
                        <c:v>1.9552440000000001E-2</c:v>
                      </c:pt>
                      <c:pt idx="2280">
                        <c:v>1.9437010000000001E-2</c:v>
                      </c:pt>
                      <c:pt idx="2281">
                        <c:v>1.9348899999999999E-2</c:v>
                      </c:pt>
                      <c:pt idx="2282">
                        <c:v>1.9282290000000001E-2</c:v>
                      </c:pt>
                      <c:pt idx="2283">
                        <c:v>1.9231890000000001E-2</c:v>
                      </c:pt>
                      <c:pt idx="2284">
                        <c:v>1.9192959999999998E-2</c:v>
                      </c:pt>
                      <c:pt idx="2285">
                        <c:v>1.9161790000000001E-2</c:v>
                      </c:pt>
                      <c:pt idx="2286">
                        <c:v>1.913544E-2</c:v>
                      </c:pt>
                      <c:pt idx="2287">
                        <c:v>1.9111860000000001E-2</c:v>
                      </c:pt>
                      <c:pt idx="2288">
                        <c:v>1.9089430000000001E-2</c:v>
                      </c:pt>
                      <c:pt idx="2289">
                        <c:v>1.9067270000000001E-2</c:v>
                      </c:pt>
                      <c:pt idx="2290">
                        <c:v>1.904484E-2</c:v>
                      </c:pt>
                      <c:pt idx="2291">
                        <c:v>1.9021360000000001E-2</c:v>
                      </c:pt>
                      <c:pt idx="2292">
                        <c:v>1.8996679999999998E-2</c:v>
                      </c:pt>
                      <c:pt idx="2293">
                        <c:v>1.897037E-2</c:v>
                      </c:pt>
                      <c:pt idx="2294">
                        <c:v>1.8942790000000001E-2</c:v>
                      </c:pt>
                      <c:pt idx="2295">
                        <c:v>1.891406E-2</c:v>
                      </c:pt>
                      <c:pt idx="2296">
                        <c:v>1.8884539999999998E-2</c:v>
                      </c:pt>
                      <c:pt idx="2297">
                        <c:v>1.885502E-2</c:v>
                      </c:pt>
                      <c:pt idx="2298">
                        <c:v>1.8826059999999999E-2</c:v>
                      </c:pt>
                      <c:pt idx="2299">
                        <c:v>1.8798209999999999E-2</c:v>
                      </c:pt>
                      <c:pt idx="2300">
                        <c:v>1.8771739999999999E-2</c:v>
                      </c:pt>
                      <c:pt idx="2301">
                        <c:v>1.87469E-2</c:v>
                      </c:pt>
                      <c:pt idx="2302">
                        <c:v>1.872362E-2</c:v>
                      </c:pt>
                      <c:pt idx="2303">
                        <c:v>1.8701550000000001E-2</c:v>
                      </c:pt>
                      <c:pt idx="2304">
                        <c:v>1.8680309999999999E-2</c:v>
                      </c:pt>
                      <c:pt idx="2305">
                        <c:v>1.8659309999999998E-2</c:v>
                      </c:pt>
                      <c:pt idx="2306">
                        <c:v>1.8638040000000002E-2</c:v>
                      </c:pt>
                      <c:pt idx="2307">
                        <c:v>1.861608E-2</c:v>
                      </c:pt>
                      <c:pt idx="2308">
                        <c:v>1.8593289999999998E-2</c:v>
                      </c:pt>
                      <c:pt idx="2309">
                        <c:v>1.8569490000000001E-2</c:v>
                      </c:pt>
                      <c:pt idx="2310">
                        <c:v>1.8545180000000001E-2</c:v>
                      </c:pt>
                      <c:pt idx="2311">
                        <c:v>1.8520600000000002E-2</c:v>
                      </c:pt>
                      <c:pt idx="2312">
                        <c:v>1.849601E-2</c:v>
                      </c:pt>
                      <c:pt idx="2313">
                        <c:v>1.8471600000000001E-2</c:v>
                      </c:pt>
                      <c:pt idx="2314">
                        <c:v>1.8447270000000002E-2</c:v>
                      </c:pt>
                      <c:pt idx="2315">
                        <c:v>1.8422959999999999E-2</c:v>
                      </c:pt>
                      <c:pt idx="2316">
                        <c:v>1.8398689999999999E-2</c:v>
                      </c:pt>
                      <c:pt idx="2317">
                        <c:v>1.8374499999999998E-2</c:v>
                      </c:pt>
                      <c:pt idx="2318">
                        <c:v>1.8350959999999999E-2</c:v>
                      </c:pt>
                      <c:pt idx="2319">
                        <c:v>1.8328179999999999E-2</c:v>
                      </c:pt>
                      <c:pt idx="2320">
                        <c:v>1.830675E-2</c:v>
                      </c:pt>
                      <c:pt idx="2321">
                        <c:v>1.828668E-2</c:v>
                      </c:pt>
                      <c:pt idx="2322">
                        <c:v>1.8267769999999999E-2</c:v>
                      </c:pt>
                      <c:pt idx="2323">
                        <c:v>1.8249729999999999E-2</c:v>
                      </c:pt>
                      <c:pt idx="2324">
                        <c:v>1.8232459999999999E-2</c:v>
                      </c:pt>
                      <c:pt idx="2325">
                        <c:v>1.82159E-2</c:v>
                      </c:pt>
                      <c:pt idx="2326">
                        <c:v>1.8200560000000001E-2</c:v>
                      </c:pt>
                      <c:pt idx="2327">
                        <c:v>1.818705E-2</c:v>
                      </c:pt>
                      <c:pt idx="2328">
                        <c:v>1.8176310000000001E-2</c:v>
                      </c:pt>
                      <c:pt idx="2329">
                        <c:v>1.816926E-2</c:v>
                      </c:pt>
                      <c:pt idx="2330">
                        <c:v>1.8166180000000001E-2</c:v>
                      </c:pt>
                      <c:pt idx="2331">
                        <c:v>1.8167530000000001E-2</c:v>
                      </c:pt>
                      <c:pt idx="2332">
                        <c:v>1.8172609999999999E-2</c:v>
                      </c:pt>
                      <c:pt idx="2333">
                        <c:v>1.8181139999999998E-2</c:v>
                      </c:pt>
                      <c:pt idx="2334">
                        <c:v>1.8192239999999998E-2</c:v>
                      </c:pt>
                      <c:pt idx="2335">
                        <c:v>1.8205260000000001E-2</c:v>
                      </c:pt>
                      <c:pt idx="2336">
                        <c:v>1.8219809999999999E-2</c:v>
                      </c:pt>
                      <c:pt idx="2337">
                        <c:v>1.823553E-2</c:v>
                      </c:pt>
                      <c:pt idx="2338">
                        <c:v>1.8252569999999999E-2</c:v>
                      </c:pt>
                      <c:pt idx="2339">
                        <c:v>1.8270979999999999E-2</c:v>
                      </c:pt>
                      <c:pt idx="2340">
                        <c:v>1.829103E-2</c:v>
                      </c:pt>
                      <c:pt idx="2341">
                        <c:v>1.8312769999999999E-2</c:v>
                      </c:pt>
                      <c:pt idx="2342">
                        <c:v>1.833634E-2</c:v>
                      </c:pt>
                      <c:pt idx="2343">
                        <c:v>1.8361329999999999E-2</c:v>
                      </c:pt>
                      <c:pt idx="2344">
                        <c:v>1.838743E-2</c:v>
                      </c:pt>
                      <c:pt idx="2345">
                        <c:v>1.841404E-2</c:v>
                      </c:pt>
                      <c:pt idx="2346">
                        <c:v>1.8440769999999999E-2</c:v>
                      </c:pt>
                      <c:pt idx="2347">
                        <c:v>1.8467250000000001E-2</c:v>
                      </c:pt>
                      <c:pt idx="2348">
                        <c:v>1.8493969999999998E-2</c:v>
                      </c:pt>
                      <c:pt idx="2349">
                        <c:v>1.852094E-2</c:v>
                      </c:pt>
                      <c:pt idx="2350">
                        <c:v>1.8548990000000001E-2</c:v>
                      </c:pt>
                      <c:pt idx="2351">
                        <c:v>1.8578549999999999E-2</c:v>
                      </c:pt>
                      <c:pt idx="2352">
                        <c:v>1.8609850000000001E-2</c:v>
                      </c:pt>
                      <c:pt idx="2353">
                        <c:v>1.8642539999999999E-2</c:v>
                      </c:pt>
                      <c:pt idx="2354">
                        <c:v>1.8676089999999999E-2</c:v>
                      </c:pt>
                      <c:pt idx="2355">
                        <c:v>1.870964E-2</c:v>
                      </c:pt>
                      <c:pt idx="2356">
                        <c:v>1.8742470000000001E-2</c:v>
                      </c:pt>
                      <c:pt idx="2357">
                        <c:v>1.8774369999999999E-2</c:v>
                      </c:pt>
                      <c:pt idx="2358">
                        <c:v>1.880544E-2</c:v>
                      </c:pt>
                      <c:pt idx="2359">
                        <c:v>1.8835749999999998E-2</c:v>
                      </c:pt>
                      <c:pt idx="2360">
                        <c:v>1.886589E-2</c:v>
                      </c:pt>
                      <c:pt idx="2361">
                        <c:v>1.889586E-2</c:v>
                      </c:pt>
                      <c:pt idx="2362">
                        <c:v>1.8925210000000001E-2</c:v>
                      </c:pt>
                      <c:pt idx="2363">
                        <c:v>1.895341E-2</c:v>
                      </c:pt>
                      <c:pt idx="2364">
                        <c:v>1.8979409999999999E-2</c:v>
                      </c:pt>
                      <c:pt idx="2365">
                        <c:v>1.9002740000000001E-2</c:v>
                      </c:pt>
                      <c:pt idx="2366">
                        <c:v>1.902268E-2</c:v>
                      </c:pt>
                      <c:pt idx="2367">
                        <c:v>1.903943E-2</c:v>
                      </c:pt>
                      <c:pt idx="2368">
                        <c:v>1.90537E-2</c:v>
                      </c:pt>
                      <c:pt idx="2369">
                        <c:v>1.9066090000000001E-2</c:v>
                      </c:pt>
                      <c:pt idx="2370">
                        <c:v>1.9077480000000001E-2</c:v>
                      </c:pt>
                      <c:pt idx="2371">
                        <c:v>1.9088529999999999E-2</c:v>
                      </c:pt>
                      <c:pt idx="2372">
                        <c:v>1.9099290000000001E-2</c:v>
                      </c:pt>
                      <c:pt idx="2373">
                        <c:v>1.9109890000000001E-2</c:v>
                      </c:pt>
                      <c:pt idx="2374">
                        <c:v>1.9119790000000001E-2</c:v>
                      </c:pt>
                      <c:pt idx="2375">
                        <c:v>1.9128590000000001E-2</c:v>
                      </c:pt>
                      <c:pt idx="2376">
                        <c:v>1.9135579999999999E-2</c:v>
                      </c:pt>
                      <c:pt idx="2377">
                        <c:v>1.9140879999999999E-2</c:v>
                      </c:pt>
                      <c:pt idx="2378">
                        <c:v>1.9144689999999999E-2</c:v>
                      </c:pt>
                      <c:pt idx="2379">
                        <c:v>1.91478E-2</c:v>
                      </c:pt>
                      <c:pt idx="2380">
                        <c:v>1.9151370000000001E-2</c:v>
                      </c:pt>
                      <c:pt idx="2381">
                        <c:v>1.9156570000000001E-2</c:v>
                      </c:pt>
                      <c:pt idx="2382">
                        <c:v>1.9164529999999999E-2</c:v>
                      </c:pt>
                      <c:pt idx="2383">
                        <c:v>1.917547E-2</c:v>
                      </c:pt>
                      <c:pt idx="2384">
                        <c:v>1.9188770000000001E-2</c:v>
                      </c:pt>
                      <c:pt idx="2385">
                        <c:v>1.9203040000000001E-2</c:v>
                      </c:pt>
                      <c:pt idx="2386">
                        <c:v>1.9217000000000001E-2</c:v>
                      </c:pt>
                      <c:pt idx="2387">
                        <c:v>1.9228809999999999E-2</c:v>
                      </c:pt>
                      <c:pt idx="2388">
                        <c:v>1.9237810000000001E-2</c:v>
                      </c:pt>
                      <c:pt idx="2389">
                        <c:v>1.924387E-2</c:v>
                      </c:pt>
                      <c:pt idx="2390">
                        <c:v>1.9247920000000002E-2</c:v>
                      </c:pt>
                      <c:pt idx="2391">
                        <c:v>1.9250940000000001E-2</c:v>
                      </c:pt>
                      <c:pt idx="2392">
                        <c:v>1.9253989999999999E-2</c:v>
                      </c:pt>
                      <c:pt idx="2393">
                        <c:v>1.925748E-2</c:v>
                      </c:pt>
                      <c:pt idx="2394">
                        <c:v>1.926129E-2</c:v>
                      </c:pt>
                      <c:pt idx="2395">
                        <c:v>1.9264759999999999E-2</c:v>
                      </c:pt>
                      <c:pt idx="2396">
                        <c:v>1.926694E-2</c:v>
                      </c:pt>
                      <c:pt idx="2397">
                        <c:v>1.9267389999999999E-2</c:v>
                      </c:pt>
                      <c:pt idx="2398">
                        <c:v>1.9266109999999999E-2</c:v>
                      </c:pt>
                      <c:pt idx="2399">
                        <c:v>1.9263269999999999E-2</c:v>
                      </c:pt>
                      <c:pt idx="2400">
                        <c:v>1.925932E-2</c:v>
                      </c:pt>
                      <c:pt idx="2401">
                        <c:v>1.9254259999999999E-2</c:v>
                      </c:pt>
                      <c:pt idx="2402">
                        <c:v>1.9248270000000001E-2</c:v>
                      </c:pt>
                      <c:pt idx="2403">
                        <c:v>1.924068E-2</c:v>
                      </c:pt>
                      <c:pt idx="2404">
                        <c:v>1.9231330000000001E-2</c:v>
                      </c:pt>
                      <c:pt idx="2405">
                        <c:v>1.9220419999999998E-2</c:v>
                      </c:pt>
                      <c:pt idx="2406">
                        <c:v>1.9209E-2</c:v>
                      </c:pt>
                      <c:pt idx="2407">
                        <c:v>1.9198570000000002E-2</c:v>
                      </c:pt>
                      <c:pt idx="2408">
                        <c:v>1.9190749999999999E-2</c:v>
                      </c:pt>
                      <c:pt idx="2409">
                        <c:v>1.9186970000000001E-2</c:v>
                      </c:pt>
                      <c:pt idx="2410">
                        <c:v>1.9187450000000002E-2</c:v>
                      </c:pt>
                      <c:pt idx="2411">
                        <c:v>1.919185E-2</c:v>
                      </c:pt>
                      <c:pt idx="2412">
                        <c:v>1.9198639999999999E-2</c:v>
                      </c:pt>
                      <c:pt idx="2413">
                        <c:v>1.9206259999999999E-2</c:v>
                      </c:pt>
                      <c:pt idx="2414">
                        <c:v>1.9213319999999999E-2</c:v>
                      </c:pt>
                      <c:pt idx="2415">
                        <c:v>1.9219179999999999E-2</c:v>
                      </c:pt>
                      <c:pt idx="2416">
                        <c:v>1.9223750000000001E-2</c:v>
                      </c:pt>
                      <c:pt idx="2417">
                        <c:v>1.9227560000000001E-2</c:v>
                      </c:pt>
                      <c:pt idx="2418">
                        <c:v>1.92313E-2</c:v>
                      </c:pt>
                      <c:pt idx="2419">
                        <c:v>1.9235530000000001E-2</c:v>
                      </c:pt>
                      <c:pt idx="2420">
                        <c:v>1.9240719999999999E-2</c:v>
                      </c:pt>
                      <c:pt idx="2421">
                        <c:v>1.9246610000000001E-2</c:v>
                      </c:pt>
                      <c:pt idx="2422">
                        <c:v>1.92534E-2</c:v>
                      </c:pt>
                      <c:pt idx="2423">
                        <c:v>1.9260739999999998E-2</c:v>
                      </c:pt>
                      <c:pt idx="2424">
                        <c:v>1.9268810000000001E-2</c:v>
                      </c:pt>
                      <c:pt idx="2425">
                        <c:v>1.9277119999999998E-2</c:v>
                      </c:pt>
                      <c:pt idx="2426">
                        <c:v>1.9285119999999999E-2</c:v>
                      </c:pt>
                      <c:pt idx="2427">
                        <c:v>1.929233E-2</c:v>
                      </c:pt>
                      <c:pt idx="2428">
                        <c:v>1.929784E-2</c:v>
                      </c:pt>
                      <c:pt idx="2429">
                        <c:v>1.9300640000000001E-2</c:v>
                      </c:pt>
                      <c:pt idx="2430">
                        <c:v>1.930057E-2</c:v>
                      </c:pt>
                      <c:pt idx="2431">
                        <c:v>1.9297660000000001E-2</c:v>
                      </c:pt>
                      <c:pt idx="2432">
                        <c:v>1.9292429999999999E-2</c:v>
                      </c:pt>
                      <c:pt idx="2433">
                        <c:v>1.928533E-2</c:v>
                      </c:pt>
                      <c:pt idx="2434">
                        <c:v>1.9277160000000002E-2</c:v>
                      </c:pt>
                      <c:pt idx="2435">
                        <c:v>1.926812E-2</c:v>
                      </c:pt>
                      <c:pt idx="2436">
                        <c:v>1.9258069999999999E-2</c:v>
                      </c:pt>
                      <c:pt idx="2437">
                        <c:v>1.9246539999999999E-2</c:v>
                      </c:pt>
                      <c:pt idx="2438">
                        <c:v>1.9233340000000002E-2</c:v>
                      </c:pt>
                      <c:pt idx="2439">
                        <c:v>1.921817E-2</c:v>
                      </c:pt>
                      <c:pt idx="2440">
                        <c:v>1.9201579999999999E-2</c:v>
                      </c:pt>
                      <c:pt idx="2441">
                        <c:v>1.9184059999999999E-2</c:v>
                      </c:pt>
                      <c:pt idx="2442">
                        <c:v>1.9166539999999999E-2</c:v>
                      </c:pt>
                      <c:pt idx="2443">
                        <c:v>1.914981E-2</c:v>
                      </c:pt>
                      <c:pt idx="2444">
                        <c:v>1.91343E-2</c:v>
                      </c:pt>
                      <c:pt idx="2445">
                        <c:v>1.9120450000000001E-2</c:v>
                      </c:pt>
                      <c:pt idx="2446">
                        <c:v>1.91085E-2</c:v>
                      </c:pt>
                      <c:pt idx="2447">
                        <c:v>1.909812E-2</c:v>
                      </c:pt>
                      <c:pt idx="2448">
                        <c:v>1.9088939999999999E-2</c:v>
                      </c:pt>
                      <c:pt idx="2449">
                        <c:v>1.9079869999999999E-2</c:v>
                      </c:pt>
                      <c:pt idx="2450">
                        <c:v>1.9069590000000001E-2</c:v>
                      </c:pt>
                      <c:pt idx="2451">
                        <c:v>1.9055639999999999E-2</c:v>
                      </c:pt>
                      <c:pt idx="2452">
                        <c:v>1.9035630000000001E-2</c:v>
                      </c:pt>
                      <c:pt idx="2453">
                        <c:v>1.9007409999999999E-2</c:v>
                      </c:pt>
                      <c:pt idx="2454">
                        <c:v>1.8969469999999999E-2</c:v>
                      </c:pt>
                      <c:pt idx="2455">
                        <c:v>1.8921299999999999E-2</c:v>
                      </c:pt>
                      <c:pt idx="2456">
                        <c:v>1.8864189999999999E-2</c:v>
                      </c:pt>
                      <c:pt idx="2457">
                        <c:v>1.8800279999999999E-2</c:v>
                      </c:pt>
                      <c:pt idx="2458">
                        <c:v>1.8732579999999999E-2</c:v>
                      </c:pt>
                      <c:pt idx="2459">
                        <c:v>1.8664119999999999E-2</c:v>
                      </c:pt>
                      <c:pt idx="2460">
                        <c:v>1.8597539999999999E-2</c:v>
                      </c:pt>
                      <c:pt idx="2461">
                        <c:v>1.8534740000000001E-2</c:v>
                      </c:pt>
                      <c:pt idx="2462">
                        <c:v>1.847714E-2</c:v>
                      </c:pt>
                      <c:pt idx="2463">
                        <c:v>1.8425589999999999E-2</c:v>
                      </c:pt>
                      <c:pt idx="2464">
                        <c:v>1.8381000000000002E-2</c:v>
                      </c:pt>
                      <c:pt idx="2465">
                        <c:v>1.83438E-2</c:v>
                      </c:pt>
                      <c:pt idx="2466">
                        <c:v>1.8314670000000002E-2</c:v>
                      </c:pt>
                      <c:pt idx="2467">
                        <c:v>1.829397E-2</c:v>
                      </c:pt>
                      <c:pt idx="2468">
                        <c:v>1.828128E-2</c:v>
                      </c:pt>
                      <c:pt idx="2469">
                        <c:v>1.8276069999999998E-2</c:v>
                      </c:pt>
                      <c:pt idx="2470">
                        <c:v>1.8277270000000002E-2</c:v>
                      </c:pt>
                      <c:pt idx="2471">
                        <c:v>1.8283939999999999E-2</c:v>
                      </c:pt>
                      <c:pt idx="2472">
                        <c:v>1.8295180000000001E-2</c:v>
                      </c:pt>
                      <c:pt idx="2473">
                        <c:v>1.8310590000000002E-2</c:v>
                      </c:pt>
                      <c:pt idx="2474">
                        <c:v>1.833046E-2</c:v>
                      </c:pt>
                      <c:pt idx="2475">
                        <c:v>1.8355449999999999E-2</c:v>
                      </c:pt>
                      <c:pt idx="2476">
                        <c:v>1.8386110000000001E-2</c:v>
                      </c:pt>
                      <c:pt idx="2477">
                        <c:v>1.8423169999999999E-2</c:v>
                      </c:pt>
                      <c:pt idx="2478">
                        <c:v>1.8467419999999998E-2</c:v>
                      </c:pt>
                      <c:pt idx="2479">
                        <c:v>1.8519560000000001E-2</c:v>
                      </c:pt>
                      <c:pt idx="2480">
                        <c:v>1.8580659999999999E-2</c:v>
                      </c:pt>
                      <c:pt idx="2481">
                        <c:v>1.8651529999999999E-2</c:v>
                      </c:pt>
                      <c:pt idx="2482">
                        <c:v>1.8733440000000001E-2</c:v>
                      </c:pt>
                      <c:pt idx="2483">
                        <c:v>1.882665E-2</c:v>
                      </c:pt>
                      <c:pt idx="2484">
                        <c:v>1.8930849999999999E-2</c:v>
                      </c:pt>
                      <c:pt idx="2485">
                        <c:v>1.9044490000000001E-2</c:v>
                      </c:pt>
                      <c:pt idx="2486">
                        <c:v>1.9164629999999998E-2</c:v>
                      </c:pt>
                      <c:pt idx="2487">
                        <c:v>1.9287309999999998E-2</c:v>
                      </c:pt>
                      <c:pt idx="2488">
                        <c:v>1.9407689999999998E-2</c:v>
                      </c:pt>
                      <c:pt idx="2489">
                        <c:v>1.9520699999999998E-2</c:v>
                      </c:pt>
                      <c:pt idx="2490">
                        <c:v>1.9621909999999999E-2</c:v>
                      </c:pt>
                      <c:pt idx="2491">
                        <c:v>1.9707329999999999E-2</c:v>
                      </c:pt>
                      <c:pt idx="2492">
                        <c:v>1.9774050000000001E-2</c:v>
                      </c:pt>
                      <c:pt idx="2493">
                        <c:v>1.9820520000000001E-2</c:v>
                      </c:pt>
                      <c:pt idx="2494">
                        <c:v>1.9846220000000001E-2</c:v>
                      </c:pt>
                      <c:pt idx="2495">
                        <c:v>1.9851899999999999E-2</c:v>
                      </c:pt>
                      <c:pt idx="2496">
                        <c:v>1.983969E-2</c:v>
                      </c:pt>
                      <c:pt idx="2497">
                        <c:v>1.9812119999999999E-2</c:v>
                      </c:pt>
                      <c:pt idx="2498">
                        <c:v>1.9773079999999998E-2</c:v>
                      </c:pt>
                      <c:pt idx="2499">
                        <c:v>1.9726299999999999E-2</c:v>
                      </c:pt>
                      <c:pt idx="2500">
                        <c:v>1.96753E-2</c:v>
                      </c:pt>
                      <c:pt idx="2501">
                        <c:v>1.9623089999999999E-2</c:v>
                      </c:pt>
                      <c:pt idx="2502">
                        <c:v>1.9571709999999999E-2</c:v>
                      </c:pt>
                      <c:pt idx="2503">
                        <c:v>1.9522049999999999E-2</c:v>
                      </c:pt>
                      <c:pt idx="2504">
                        <c:v>1.9474470000000001E-2</c:v>
                      </c:pt>
                      <c:pt idx="2505">
                        <c:v>1.942866E-2</c:v>
                      </c:pt>
                      <c:pt idx="2506">
                        <c:v>1.9384410000000001E-2</c:v>
                      </c:pt>
                      <c:pt idx="2507">
                        <c:v>1.934145E-2</c:v>
                      </c:pt>
                      <c:pt idx="2508">
                        <c:v>1.9299879999999998E-2</c:v>
                      </c:pt>
                      <c:pt idx="2509">
                        <c:v>1.9259559999999998E-2</c:v>
                      </c:pt>
                      <c:pt idx="2510">
                        <c:v>1.9220359999999999E-2</c:v>
                      </c:pt>
                      <c:pt idx="2511">
                        <c:v>1.9181670000000001E-2</c:v>
                      </c:pt>
                      <c:pt idx="2512">
                        <c:v>1.9142780000000002E-2</c:v>
                      </c:pt>
                      <c:pt idx="2513">
                        <c:v>1.9102859999999999E-2</c:v>
                      </c:pt>
                      <c:pt idx="2514">
                        <c:v>1.9061419999999999E-2</c:v>
                      </c:pt>
                      <c:pt idx="2515">
                        <c:v>1.9017940000000001E-2</c:v>
                      </c:pt>
                      <c:pt idx="2516">
                        <c:v>1.897283E-2</c:v>
                      </c:pt>
                      <c:pt idx="2517">
                        <c:v>1.892663E-2</c:v>
                      </c:pt>
                      <c:pt idx="2518">
                        <c:v>1.888008E-2</c:v>
                      </c:pt>
                      <c:pt idx="2519">
                        <c:v>1.883367E-2</c:v>
                      </c:pt>
                      <c:pt idx="2520">
                        <c:v>1.8787999999999999E-2</c:v>
                      </c:pt>
                      <c:pt idx="2521">
                        <c:v>1.874282E-2</c:v>
                      </c:pt>
                      <c:pt idx="2522">
                        <c:v>1.8697979999999999E-2</c:v>
                      </c:pt>
                      <c:pt idx="2523">
                        <c:v>1.8653289999999999E-2</c:v>
                      </c:pt>
                      <c:pt idx="2524">
                        <c:v>1.8608469999999998E-2</c:v>
                      </c:pt>
                      <c:pt idx="2525">
                        <c:v>1.8563619999999999E-2</c:v>
                      </c:pt>
                      <c:pt idx="2526">
                        <c:v>1.851949E-2</c:v>
                      </c:pt>
                      <c:pt idx="2527">
                        <c:v>1.8476380000000001E-2</c:v>
                      </c:pt>
                      <c:pt idx="2528">
                        <c:v>1.8435650000000001E-2</c:v>
                      </c:pt>
                      <c:pt idx="2529">
                        <c:v>1.839797E-2</c:v>
                      </c:pt>
                      <c:pt idx="2530">
                        <c:v>1.8364160000000001E-2</c:v>
                      </c:pt>
                      <c:pt idx="2531">
                        <c:v>1.8335029999999999E-2</c:v>
                      </c:pt>
                      <c:pt idx="2532">
                        <c:v>1.831087E-2</c:v>
                      </c:pt>
                      <c:pt idx="2533">
                        <c:v>1.8291720000000001E-2</c:v>
                      </c:pt>
                      <c:pt idx="2534">
                        <c:v>1.8277450000000001E-2</c:v>
                      </c:pt>
                      <c:pt idx="2535">
                        <c:v>1.8267490000000001E-2</c:v>
                      </c:pt>
                      <c:pt idx="2536">
                        <c:v>1.826121E-2</c:v>
                      </c:pt>
                      <c:pt idx="2537">
                        <c:v>1.8258130000000001E-2</c:v>
                      </c:pt>
                      <c:pt idx="2538">
                        <c:v>1.8257579999999999E-2</c:v>
                      </c:pt>
                      <c:pt idx="2539">
                        <c:v>1.8259170000000002E-2</c:v>
                      </c:pt>
                      <c:pt idx="2540">
                        <c:v>1.8262790000000001E-2</c:v>
                      </c:pt>
                      <c:pt idx="2541">
                        <c:v>1.8268639999999999E-2</c:v>
                      </c:pt>
                      <c:pt idx="2542">
                        <c:v>1.827662E-2</c:v>
                      </c:pt>
                      <c:pt idx="2543">
                        <c:v>1.8286779999999999E-2</c:v>
                      </c:pt>
                      <c:pt idx="2544">
                        <c:v>1.8299119999999999E-2</c:v>
                      </c:pt>
                      <c:pt idx="2545">
                        <c:v>1.8313220000000002E-2</c:v>
                      </c:pt>
                      <c:pt idx="2546">
                        <c:v>1.8329120000000001E-2</c:v>
                      </c:pt>
                      <c:pt idx="2547">
                        <c:v>1.834626E-2</c:v>
                      </c:pt>
                      <c:pt idx="2548">
                        <c:v>1.8364579999999998E-2</c:v>
                      </c:pt>
                      <c:pt idx="2549">
                        <c:v>1.8383900000000002E-2</c:v>
                      </c:pt>
                      <c:pt idx="2550">
                        <c:v>1.8404360000000002E-2</c:v>
                      </c:pt>
                      <c:pt idx="2551">
                        <c:v>1.8425759999999999E-2</c:v>
                      </c:pt>
                      <c:pt idx="2552">
                        <c:v>1.8448160000000002E-2</c:v>
                      </c:pt>
                      <c:pt idx="2553">
                        <c:v>1.8471540000000002E-2</c:v>
                      </c:pt>
                      <c:pt idx="2554">
                        <c:v>1.8496149999999999E-2</c:v>
                      </c:pt>
                      <c:pt idx="2555">
                        <c:v>1.8522150000000001E-2</c:v>
                      </c:pt>
                      <c:pt idx="2556">
                        <c:v>1.8550299999999999E-2</c:v>
                      </c:pt>
                      <c:pt idx="2557">
                        <c:v>1.8581110000000001E-2</c:v>
                      </c:pt>
                      <c:pt idx="2558">
                        <c:v>1.8615449999999999E-2</c:v>
                      </c:pt>
                      <c:pt idx="2559">
                        <c:v>1.865385E-2</c:v>
                      </c:pt>
                      <c:pt idx="2560">
                        <c:v>1.869705E-2</c:v>
                      </c:pt>
                      <c:pt idx="2561">
                        <c:v>1.8744719999999999E-2</c:v>
                      </c:pt>
                      <c:pt idx="2562">
                        <c:v>1.879693E-2</c:v>
                      </c:pt>
                      <c:pt idx="2563">
                        <c:v>1.8852910000000001E-2</c:v>
                      </c:pt>
                      <c:pt idx="2564">
                        <c:v>1.8912120000000001E-2</c:v>
                      </c:pt>
                      <c:pt idx="2565">
                        <c:v>1.8973799999999999E-2</c:v>
                      </c:pt>
                      <c:pt idx="2566">
                        <c:v>1.903784E-2</c:v>
                      </c:pt>
                      <c:pt idx="2567">
                        <c:v>1.9104070000000001E-2</c:v>
                      </c:pt>
                      <c:pt idx="2568">
                        <c:v>1.9172669999999999E-2</c:v>
                      </c:pt>
                      <c:pt idx="2569">
                        <c:v>1.9244460000000001E-2</c:v>
                      </c:pt>
                      <c:pt idx="2570">
                        <c:v>1.932008E-2</c:v>
                      </c:pt>
                      <c:pt idx="2571">
                        <c:v>1.9400170000000001E-2</c:v>
                      </c:pt>
                      <c:pt idx="2572">
                        <c:v>1.9485280000000001E-2</c:v>
                      </c:pt>
                      <c:pt idx="2573">
                        <c:v>1.957567E-2</c:v>
                      </c:pt>
                      <c:pt idx="2574">
                        <c:v>1.967141E-2</c:v>
                      </c:pt>
                      <c:pt idx="2575">
                        <c:v>1.9772350000000001E-2</c:v>
                      </c:pt>
                      <c:pt idx="2576">
                        <c:v>1.9878400000000001E-2</c:v>
                      </c:pt>
                      <c:pt idx="2577">
                        <c:v>1.9989380000000001E-2</c:v>
                      </c:pt>
                      <c:pt idx="2578">
                        <c:v>2.010555E-2</c:v>
                      </c:pt>
                      <c:pt idx="2579">
                        <c:v>2.0226859999999999E-2</c:v>
                      </c:pt>
                      <c:pt idx="2580">
                        <c:v>2.0353240000000002E-2</c:v>
                      </c:pt>
                      <c:pt idx="2581">
                        <c:v>2.048465E-2</c:v>
                      </c:pt>
                      <c:pt idx="2582">
                        <c:v>2.0620309999999999E-2</c:v>
                      </c:pt>
                      <c:pt idx="2583">
                        <c:v>2.0759349999999999E-2</c:v>
                      </c:pt>
                      <c:pt idx="2584">
                        <c:v>2.0900720000000001E-2</c:v>
                      </c:pt>
                      <c:pt idx="2585">
                        <c:v>2.104253E-2</c:v>
                      </c:pt>
                      <c:pt idx="2586">
                        <c:v>2.1183440000000001E-2</c:v>
                      </c:pt>
                      <c:pt idx="2587">
                        <c:v>2.1321860000000002E-2</c:v>
                      </c:pt>
                      <c:pt idx="2588">
                        <c:v>2.1456139999999999E-2</c:v>
                      </c:pt>
                      <c:pt idx="2589">
                        <c:v>2.1584450000000002E-2</c:v>
                      </c:pt>
                      <c:pt idx="2590">
                        <c:v>2.1705189999999999E-2</c:v>
                      </c:pt>
                      <c:pt idx="2591">
                        <c:v>2.1816530000000001E-2</c:v>
                      </c:pt>
                      <c:pt idx="2592">
                        <c:v>2.1916459999999999E-2</c:v>
                      </c:pt>
                      <c:pt idx="2593">
                        <c:v>2.2003350000000001E-2</c:v>
                      </c:pt>
                      <c:pt idx="2594">
                        <c:v>2.2075959999999999E-2</c:v>
                      </c:pt>
                      <c:pt idx="2595">
                        <c:v>2.2133E-2</c:v>
                      </c:pt>
                      <c:pt idx="2596">
                        <c:v>2.2174039999999999E-2</c:v>
                      </c:pt>
                      <c:pt idx="2597">
                        <c:v>2.2198969999999998E-2</c:v>
                      </c:pt>
                      <c:pt idx="2598">
                        <c:v>2.2207899999999999E-2</c:v>
                      </c:pt>
                      <c:pt idx="2599">
                        <c:v>2.2201479999999999E-2</c:v>
                      </c:pt>
                      <c:pt idx="2600">
                        <c:v>2.2180769999999999E-2</c:v>
                      </c:pt>
                      <c:pt idx="2601">
                        <c:v>2.2146880000000001E-2</c:v>
                      </c:pt>
                      <c:pt idx="2602">
                        <c:v>2.2101550000000001E-2</c:v>
                      </c:pt>
                      <c:pt idx="2603">
                        <c:v>2.2046469999999999E-2</c:v>
                      </c:pt>
                      <c:pt idx="2604">
                        <c:v>2.1983340000000001E-2</c:v>
                      </c:pt>
                      <c:pt idx="2605">
                        <c:v>2.1913889999999998E-2</c:v>
                      </c:pt>
                      <c:pt idx="2606">
                        <c:v>2.183949E-2</c:v>
                      </c:pt>
                      <c:pt idx="2607">
                        <c:v>2.176169E-2</c:v>
                      </c:pt>
                      <c:pt idx="2608">
                        <c:v>2.168171E-2</c:v>
                      </c:pt>
                      <c:pt idx="2609">
                        <c:v>2.160078E-2</c:v>
                      </c:pt>
                      <c:pt idx="2610">
                        <c:v>2.152024E-2</c:v>
                      </c:pt>
                      <c:pt idx="2611">
                        <c:v>2.1441169999999999E-2</c:v>
                      </c:pt>
                      <c:pt idx="2612">
                        <c:v>2.1365120000000001E-2</c:v>
                      </c:pt>
                      <c:pt idx="2613">
                        <c:v>2.129325E-2</c:v>
                      </c:pt>
                      <c:pt idx="2614">
                        <c:v>2.122721E-2</c:v>
                      </c:pt>
                      <c:pt idx="2615">
                        <c:v>2.1167579999999998E-2</c:v>
                      </c:pt>
                      <c:pt idx="2616">
                        <c:v>2.1115220000000001E-2</c:v>
                      </c:pt>
                      <c:pt idx="2617">
                        <c:v>2.1070599999999998E-2</c:v>
                      </c:pt>
                      <c:pt idx="2618">
                        <c:v>2.103373E-2</c:v>
                      </c:pt>
                      <c:pt idx="2619">
                        <c:v>2.1004829999999999E-2</c:v>
                      </c:pt>
                      <c:pt idx="2620">
                        <c:v>2.0983580000000002E-2</c:v>
                      </c:pt>
                      <c:pt idx="2621">
                        <c:v>2.097009E-2</c:v>
                      </c:pt>
                      <c:pt idx="2622">
                        <c:v>2.0964110000000001E-2</c:v>
                      </c:pt>
                      <c:pt idx="2623">
                        <c:v>2.0965330000000001E-2</c:v>
                      </c:pt>
                      <c:pt idx="2624">
                        <c:v>2.0973640000000002E-2</c:v>
                      </c:pt>
                      <c:pt idx="2625">
                        <c:v>2.098852E-2</c:v>
                      </c:pt>
                      <c:pt idx="2626">
                        <c:v>2.1009940000000001E-2</c:v>
                      </c:pt>
                      <c:pt idx="2627">
                        <c:v>2.1038009999999999E-2</c:v>
                      </c:pt>
                      <c:pt idx="2628">
                        <c:v>2.1072609999999999E-2</c:v>
                      </c:pt>
                      <c:pt idx="2629">
                        <c:v>2.1114210000000001E-2</c:v>
                      </c:pt>
                      <c:pt idx="2630">
                        <c:v>2.116264E-2</c:v>
                      </c:pt>
                      <c:pt idx="2631">
                        <c:v>2.121785E-2</c:v>
                      </c:pt>
                      <c:pt idx="2632">
                        <c:v>2.1279260000000001E-2</c:v>
                      </c:pt>
                      <c:pt idx="2633">
                        <c:v>2.1345869999999999E-2</c:v>
                      </c:pt>
                      <c:pt idx="2634">
                        <c:v>2.1417160000000001E-2</c:v>
                      </c:pt>
                      <c:pt idx="2635">
                        <c:v>2.1492420000000002E-2</c:v>
                      </c:pt>
                      <c:pt idx="2636">
                        <c:v>2.1571630000000001E-2</c:v>
                      </c:pt>
                      <c:pt idx="2637">
                        <c:v>2.1655210000000001E-2</c:v>
                      </c:pt>
                      <c:pt idx="2638">
                        <c:v>2.1743439999999999E-2</c:v>
                      </c:pt>
                      <c:pt idx="2639">
                        <c:v>2.1836629999999999E-2</c:v>
                      </c:pt>
                      <c:pt idx="2640">
                        <c:v>2.1934660000000002E-2</c:v>
                      </c:pt>
                      <c:pt idx="2641">
                        <c:v>2.2036710000000001E-2</c:v>
                      </c:pt>
                      <c:pt idx="2642">
                        <c:v>2.214207E-2</c:v>
                      </c:pt>
                      <c:pt idx="2643">
                        <c:v>2.2249709999999999E-2</c:v>
                      </c:pt>
                      <c:pt idx="2644">
                        <c:v>2.2359130000000001E-2</c:v>
                      </c:pt>
                      <c:pt idx="2645">
                        <c:v>2.2470569999999999E-2</c:v>
                      </c:pt>
                      <c:pt idx="2646">
                        <c:v>2.258462E-2</c:v>
                      </c:pt>
                      <c:pt idx="2647">
                        <c:v>2.2701490000000001E-2</c:v>
                      </c:pt>
                      <c:pt idx="2648">
                        <c:v>2.2821359999999999E-2</c:v>
                      </c:pt>
                      <c:pt idx="2649">
                        <c:v>2.2943140000000001E-2</c:v>
                      </c:pt>
                      <c:pt idx="2650">
                        <c:v>2.3064970000000001E-2</c:v>
                      </c:pt>
                      <c:pt idx="2651">
                        <c:v>2.3183749999999999E-2</c:v>
                      </c:pt>
                      <c:pt idx="2652">
                        <c:v>2.3296379999999998E-2</c:v>
                      </c:pt>
                      <c:pt idx="2653">
                        <c:v>2.3399240000000002E-2</c:v>
                      </c:pt>
                      <c:pt idx="2654">
                        <c:v>2.348971E-2</c:v>
                      </c:pt>
                      <c:pt idx="2655">
                        <c:v>2.356548E-2</c:v>
                      </c:pt>
                      <c:pt idx="2656">
                        <c:v>2.3624740000000002E-2</c:v>
                      </c:pt>
                      <c:pt idx="2657">
                        <c:v>2.3666059999999999E-2</c:v>
                      </c:pt>
                      <c:pt idx="2658">
                        <c:v>2.368835E-2</c:v>
                      </c:pt>
                      <c:pt idx="2659">
                        <c:v>2.369038E-2</c:v>
                      </c:pt>
                      <c:pt idx="2660">
                        <c:v>2.3671270000000001E-2</c:v>
                      </c:pt>
                      <c:pt idx="2661">
                        <c:v>2.3631180000000002E-2</c:v>
                      </c:pt>
                      <c:pt idx="2662">
                        <c:v>2.3570899999999999E-2</c:v>
                      </c:pt>
                      <c:pt idx="2663">
                        <c:v>2.349248E-2</c:v>
                      </c:pt>
                      <c:pt idx="2664">
                        <c:v>2.3399240000000002E-2</c:v>
                      </c:pt>
                      <c:pt idx="2665">
                        <c:v>2.329498E-2</c:v>
                      </c:pt>
                      <c:pt idx="2666">
                        <c:v>2.3184059999999999E-2</c:v>
                      </c:pt>
                      <c:pt idx="2667">
                        <c:v>2.306996E-2</c:v>
                      </c:pt>
                      <c:pt idx="2668">
                        <c:v>2.2955409999999999E-2</c:v>
                      </c:pt>
                      <c:pt idx="2669">
                        <c:v>2.2842479999999998E-2</c:v>
                      </c:pt>
                      <c:pt idx="2670">
                        <c:v>2.2731999999999999E-2</c:v>
                      </c:pt>
                      <c:pt idx="2671">
                        <c:v>2.2624789999999999E-2</c:v>
                      </c:pt>
                      <c:pt idx="2672">
                        <c:v>2.2521309999999999E-2</c:v>
                      </c:pt>
                      <c:pt idx="2673">
                        <c:v>2.2422279999999999E-2</c:v>
                      </c:pt>
                      <c:pt idx="2674">
                        <c:v>2.232868E-2</c:v>
                      </c:pt>
                      <c:pt idx="2675">
                        <c:v>2.2241239999999999E-2</c:v>
                      </c:pt>
                      <c:pt idx="2676">
                        <c:v>2.21611E-2</c:v>
                      </c:pt>
                      <c:pt idx="2677">
                        <c:v>2.208918E-2</c:v>
                      </c:pt>
                      <c:pt idx="2678">
                        <c:v>2.2026250000000001E-2</c:v>
                      </c:pt>
                      <c:pt idx="2679">
                        <c:v>2.1972709999999999E-2</c:v>
                      </c:pt>
                      <c:pt idx="2680">
                        <c:v>2.1928420000000001E-2</c:v>
                      </c:pt>
                      <c:pt idx="2681">
                        <c:v>2.189263E-2</c:v>
                      </c:pt>
                      <c:pt idx="2682">
                        <c:v>2.1864439999999999E-2</c:v>
                      </c:pt>
                      <c:pt idx="2683">
                        <c:v>2.1842589999999999E-2</c:v>
                      </c:pt>
                      <c:pt idx="2684">
                        <c:v>2.1825939999999999E-2</c:v>
                      </c:pt>
                      <c:pt idx="2685">
                        <c:v>2.18135E-2</c:v>
                      </c:pt>
                      <c:pt idx="2686">
                        <c:v>2.1805620000000001E-2</c:v>
                      </c:pt>
                      <c:pt idx="2687">
                        <c:v>2.1803110000000001E-2</c:v>
                      </c:pt>
                      <c:pt idx="2688">
                        <c:v>2.1807259999999998E-2</c:v>
                      </c:pt>
                      <c:pt idx="2689">
                        <c:v>2.181963E-2</c:v>
                      </c:pt>
                      <c:pt idx="2690">
                        <c:v>2.1841619999999999E-2</c:v>
                      </c:pt>
                      <c:pt idx="2691">
                        <c:v>2.1873670000000001E-2</c:v>
                      </c:pt>
                      <c:pt idx="2692">
                        <c:v>2.191587E-2</c:v>
                      </c:pt>
                      <c:pt idx="2693">
                        <c:v>2.1967830000000001E-2</c:v>
                      </c:pt>
                      <c:pt idx="2694">
                        <c:v>2.2028900000000001E-2</c:v>
                      </c:pt>
                      <c:pt idx="2695">
                        <c:v>2.2099319999999999E-2</c:v>
                      </c:pt>
                      <c:pt idx="2696">
                        <c:v>2.217951E-2</c:v>
                      </c:pt>
                      <c:pt idx="2697">
                        <c:v>2.2270669999999999E-2</c:v>
                      </c:pt>
                      <c:pt idx="2698">
                        <c:v>2.2374270000000002E-2</c:v>
                      </c:pt>
                      <c:pt idx="2699">
                        <c:v>2.249168E-2</c:v>
                      </c:pt>
                      <c:pt idx="2700">
                        <c:v>2.262378E-2</c:v>
                      </c:pt>
                      <c:pt idx="2701">
                        <c:v>2.2770789999999999E-2</c:v>
                      </c:pt>
                      <c:pt idx="2702">
                        <c:v>2.2932419999999999E-2</c:v>
                      </c:pt>
                      <c:pt idx="2703">
                        <c:v>2.310802E-2</c:v>
                      </c:pt>
                      <c:pt idx="2704">
                        <c:v>2.3297109999999999E-2</c:v>
                      </c:pt>
                      <c:pt idx="2705">
                        <c:v>2.3498910000000001E-2</c:v>
                      </c:pt>
                      <c:pt idx="2706">
                        <c:v>2.37126E-2</c:v>
                      </c:pt>
                      <c:pt idx="2707">
                        <c:v>2.393756E-2</c:v>
                      </c:pt>
                      <c:pt idx="2708">
                        <c:v>2.417238E-2</c:v>
                      </c:pt>
                      <c:pt idx="2709">
                        <c:v>2.4415280000000001E-2</c:v>
                      </c:pt>
                      <c:pt idx="2710">
                        <c:v>2.4664060000000002E-2</c:v>
                      </c:pt>
                      <c:pt idx="2711">
                        <c:v>2.4915659999999999E-2</c:v>
                      </c:pt>
                      <c:pt idx="2712">
                        <c:v>2.5167399999999999E-2</c:v>
                      </c:pt>
                      <c:pt idx="2713">
                        <c:v>2.5416230000000001E-2</c:v>
                      </c:pt>
                      <c:pt idx="2714">
                        <c:v>2.5659830000000002E-2</c:v>
                      </c:pt>
                      <c:pt idx="2715">
                        <c:v>2.5895830000000002E-2</c:v>
                      </c:pt>
                      <c:pt idx="2716">
                        <c:v>2.6122659999999999E-2</c:v>
                      </c:pt>
                      <c:pt idx="2717">
                        <c:v>2.6338380000000002E-2</c:v>
                      </c:pt>
                      <c:pt idx="2718">
                        <c:v>2.6541390000000002E-2</c:v>
                      </c:pt>
                      <c:pt idx="2719">
                        <c:v>2.672973E-2</c:v>
                      </c:pt>
                      <c:pt idx="2720">
                        <c:v>2.69013E-2</c:v>
                      </c:pt>
                      <c:pt idx="2721">
                        <c:v>2.7054140000000001E-2</c:v>
                      </c:pt>
                      <c:pt idx="2722">
                        <c:v>2.7187349999999999E-2</c:v>
                      </c:pt>
                      <c:pt idx="2723">
                        <c:v>2.7300809999999998E-2</c:v>
                      </c:pt>
                      <c:pt idx="2724">
                        <c:v>2.739577E-2</c:v>
                      </c:pt>
                      <c:pt idx="2725">
                        <c:v>2.7474620000000002E-2</c:v>
                      </c:pt>
                      <c:pt idx="2726">
                        <c:v>2.754063E-2</c:v>
                      </c:pt>
                      <c:pt idx="2727">
                        <c:v>2.7597150000000001E-2</c:v>
                      </c:pt>
                      <c:pt idx="2728">
                        <c:v>2.7647330000000001E-2</c:v>
                      </c:pt>
                      <c:pt idx="2729">
                        <c:v>2.769373E-2</c:v>
                      </c:pt>
                      <c:pt idx="2730">
                        <c:v>2.77383E-2</c:v>
                      </c:pt>
                      <c:pt idx="2731">
                        <c:v>2.7782589999999999E-2</c:v>
                      </c:pt>
                      <c:pt idx="2732">
                        <c:v>2.782813E-2</c:v>
                      </c:pt>
                      <c:pt idx="2733">
                        <c:v>2.7876600000000001E-2</c:v>
                      </c:pt>
                      <c:pt idx="2734">
                        <c:v>2.7930199999999999E-2</c:v>
                      </c:pt>
                      <c:pt idx="2735">
                        <c:v>2.799169E-2</c:v>
                      </c:pt>
                      <c:pt idx="2736">
                        <c:v>2.8064140000000001E-2</c:v>
                      </c:pt>
                      <c:pt idx="2737">
                        <c:v>2.8151280000000001E-2</c:v>
                      </c:pt>
                      <c:pt idx="2738">
                        <c:v>2.8256960000000001E-2</c:v>
                      </c:pt>
                      <c:pt idx="2739">
                        <c:v>2.8385520000000001E-2</c:v>
                      </c:pt>
                      <c:pt idx="2740">
                        <c:v>2.854083E-2</c:v>
                      </c:pt>
                      <c:pt idx="2741">
                        <c:v>2.8727559999999999E-2</c:v>
                      </c:pt>
                      <c:pt idx="2742">
                        <c:v>2.895E-2</c:v>
                      </c:pt>
                      <c:pt idx="2743">
                        <c:v>2.921238E-2</c:v>
                      </c:pt>
                      <c:pt idx="2744">
                        <c:v>2.951904E-2</c:v>
                      </c:pt>
                      <c:pt idx="2745">
                        <c:v>2.9874330000000001E-2</c:v>
                      </c:pt>
                      <c:pt idx="2746">
                        <c:v>3.028262E-2</c:v>
                      </c:pt>
                      <c:pt idx="2747">
                        <c:v>3.0747739999999999E-2</c:v>
                      </c:pt>
                      <c:pt idx="2748">
                        <c:v>3.1273250000000002E-2</c:v>
                      </c:pt>
                      <c:pt idx="2749">
                        <c:v>3.1860850000000003E-2</c:v>
                      </c:pt>
                      <c:pt idx="2750">
                        <c:v>3.2511249999999998E-2</c:v>
                      </c:pt>
                      <c:pt idx="2751">
                        <c:v>3.3222559999999998E-2</c:v>
                      </c:pt>
                      <c:pt idx="2752">
                        <c:v>3.3991609999999998E-2</c:v>
                      </c:pt>
                      <c:pt idx="2753">
                        <c:v>3.4813289999999997E-2</c:v>
                      </c:pt>
                      <c:pt idx="2754">
                        <c:v>3.5681560000000001E-2</c:v>
                      </c:pt>
                      <c:pt idx="2755">
                        <c:v>3.6589530000000002E-2</c:v>
                      </c:pt>
                      <c:pt idx="2756">
                        <c:v>3.7529409999999999E-2</c:v>
                      </c:pt>
                      <c:pt idx="2757">
                        <c:v>3.84923E-2</c:v>
                      </c:pt>
                      <c:pt idx="2758">
                        <c:v>3.9467950000000002E-2</c:v>
                      </c:pt>
                      <c:pt idx="2759">
                        <c:v>4.0444279999999999E-2</c:v>
                      </c:pt>
                      <c:pt idx="2760">
                        <c:v>4.1407609999999997E-2</c:v>
                      </c:pt>
                      <c:pt idx="2761">
                        <c:v>4.2343230000000003E-2</c:v>
                      </c:pt>
                      <c:pt idx="2762">
                        <c:v>4.3235889999999999E-2</c:v>
                      </c:pt>
                      <c:pt idx="2763">
                        <c:v>4.4070129999999999E-2</c:v>
                      </c:pt>
                      <c:pt idx="2764">
                        <c:v>4.4830729999999999E-2</c:v>
                      </c:pt>
                      <c:pt idx="2765">
                        <c:v>4.5501880000000001E-2</c:v>
                      </c:pt>
                      <c:pt idx="2766">
                        <c:v>4.6067370000000003E-2</c:v>
                      </c:pt>
                      <c:pt idx="2767">
                        <c:v>4.6509809999999999E-2</c:v>
                      </c:pt>
                      <c:pt idx="2768">
                        <c:v>4.6811360000000003E-2</c:v>
                      </c:pt>
                      <c:pt idx="2769">
                        <c:v>4.6954990000000002E-2</c:v>
                      </c:pt>
                      <c:pt idx="2770">
                        <c:v>4.6925889999999998E-2</c:v>
                      </c:pt>
                      <c:pt idx="2771">
                        <c:v>4.6713060000000001E-2</c:v>
                      </c:pt>
                      <c:pt idx="2772">
                        <c:v>4.6311039999999998E-2</c:v>
                      </c:pt>
                      <c:pt idx="2773">
                        <c:v>4.5720450000000003E-2</c:v>
                      </c:pt>
                      <c:pt idx="2774">
                        <c:v>4.4948559999999999E-2</c:v>
                      </c:pt>
                      <c:pt idx="2775">
                        <c:v>4.4009029999999998E-2</c:v>
                      </c:pt>
                      <c:pt idx="2776">
                        <c:v>4.2922139999999998E-2</c:v>
                      </c:pt>
                      <c:pt idx="2777">
                        <c:v>4.1713479999999997E-2</c:v>
                      </c:pt>
                      <c:pt idx="2778">
                        <c:v>4.0413549999999999E-2</c:v>
                      </c:pt>
                      <c:pt idx="2779">
                        <c:v>3.9055140000000002E-2</c:v>
                      </c:pt>
                      <c:pt idx="2780">
                        <c:v>3.7671040000000003E-2</c:v>
                      </c:pt>
                      <c:pt idx="2781">
                        <c:v>3.6292100000000001E-2</c:v>
                      </c:pt>
                      <c:pt idx="2782">
                        <c:v>3.494485E-2</c:v>
                      </c:pt>
                      <c:pt idx="2783">
                        <c:v>3.3650340000000001E-2</c:v>
                      </c:pt>
                      <c:pt idx="2784">
                        <c:v>3.2423979999999998E-2</c:v>
                      </c:pt>
                      <c:pt idx="2785">
                        <c:v>3.1275989999999997E-2</c:v>
                      </c:pt>
                      <c:pt idx="2786">
                        <c:v>3.0212320000000001E-2</c:v>
                      </c:pt>
                      <c:pt idx="2787">
                        <c:v>2.923531E-2</c:v>
                      </c:pt>
                      <c:pt idx="2788">
                        <c:v>2.8344979999999999E-2</c:v>
                      </c:pt>
                      <c:pt idx="2789">
                        <c:v>2.7539319999999999E-2</c:v>
                      </c:pt>
                      <c:pt idx="2790">
                        <c:v>2.681505E-2</c:v>
                      </c:pt>
                      <c:pt idx="2791">
                        <c:v>2.6167559999999999E-2</c:v>
                      </c:pt>
                      <c:pt idx="2792">
                        <c:v>2.5591260000000001E-2</c:v>
                      </c:pt>
                      <c:pt idx="2793">
                        <c:v>2.5079810000000001E-2</c:v>
                      </c:pt>
                      <c:pt idx="2794">
                        <c:v>2.4626749999999999E-2</c:v>
                      </c:pt>
                      <c:pt idx="2795">
                        <c:v>2.422475E-2</c:v>
                      </c:pt>
                      <c:pt idx="2796">
                        <c:v>2.3867469999999998E-2</c:v>
                      </c:pt>
                      <c:pt idx="2797">
                        <c:v>2.3548900000000001E-2</c:v>
                      </c:pt>
                      <c:pt idx="2798">
                        <c:v>2.3263900000000001E-2</c:v>
                      </c:pt>
                      <c:pt idx="2799">
                        <c:v>2.3008440000000002E-2</c:v>
                      </c:pt>
                      <c:pt idx="2800">
                        <c:v>2.2779000000000001E-2</c:v>
                      </c:pt>
                      <c:pt idx="2801">
                        <c:v>2.25723E-2</c:v>
                      </c:pt>
                      <c:pt idx="2802">
                        <c:v>2.238565E-2</c:v>
                      </c:pt>
                      <c:pt idx="2803">
                        <c:v>2.2215990000000001E-2</c:v>
                      </c:pt>
                      <c:pt idx="2804">
                        <c:v>2.2060659999999999E-2</c:v>
                      </c:pt>
                      <c:pt idx="2805">
                        <c:v>2.1917510000000001E-2</c:v>
                      </c:pt>
                      <c:pt idx="2806">
                        <c:v>2.178507E-2</c:v>
                      </c:pt>
                      <c:pt idx="2807">
                        <c:v>2.166235E-2</c:v>
                      </c:pt>
                      <c:pt idx="2808">
                        <c:v>2.154938E-2</c:v>
                      </c:pt>
                      <c:pt idx="2809">
                        <c:v>2.1446079999999999E-2</c:v>
                      </c:pt>
                      <c:pt idx="2810">
                        <c:v>2.135273E-2</c:v>
                      </c:pt>
                      <c:pt idx="2811">
                        <c:v>2.126917E-2</c:v>
                      </c:pt>
                      <c:pt idx="2812">
                        <c:v>2.119468E-2</c:v>
                      </c:pt>
                      <c:pt idx="2813">
                        <c:v>2.1128649999999999E-2</c:v>
                      </c:pt>
                      <c:pt idx="2814">
                        <c:v>2.1070180000000001E-2</c:v>
                      </c:pt>
                      <c:pt idx="2815">
                        <c:v>2.1018780000000001E-2</c:v>
                      </c:pt>
                      <c:pt idx="2816">
                        <c:v>2.0973809999999999E-2</c:v>
                      </c:pt>
                      <c:pt idx="2817">
                        <c:v>2.0935180000000001E-2</c:v>
                      </c:pt>
                      <c:pt idx="2818">
                        <c:v>2.09027E-2</c:v>
                      </c:pt>
                      <c:pt idx="2819">
                        <c:v>2.0876280000000001E-2</c:v>
                      </c:pt>
                      <c:pt idx="2820">
                        <c:v>2.0855490000000001E-2</c:v>
                      </c:pt>
                      <c:pt idx="2821">
                        <c:v>2.0839750000000001E-2</c:v>
                      </c:pt>
                      <c:pt idx="2822">
                        <c:v>2.082813E-2</c:v>
                      </c:pt>
                      <c:pt idx="2823">
                        <c:v>2.0819859999999999E-2</c:v>
                      </c:pt>
                      <c:pt idx="2824">
                        <c:v>2.0813709999999999E-2</c:v>
                      </c:pt>
                      <c:pt idx="2825">
                        <c:v>2.0808810000000001E-2</c:v>
                      </c:pt>
                      <c:pt idx="2826">
                        <c:v>2.0804389999999999E-2</c:v>
                      </c:pt>
                      <c:pt idx="2827">
                        <c:v>2.080005E-2</c:v>
                      </c:pt>
                      <c:pt idx="2828">
                        <c:v>2.0795770000000002E-2</c:v>
                      </c:pt>
                      <c:pt idx="2829">
                        <c:v>2.0791810000000001E-2</c:v>
                      </c:pt>
                      <c:pt idx="2830">
                        <c:v>2.0788919999999999E-2</c:v>
                      </c:pt>
                      <c:pt idx="2831">
                        <c:v>2.0787739999999999E-2</c:v>
                      </c:pt>
                      <c:pt idx="2832">
                        <c:v>2.0788890000000001E-2</c:v>
                      </c:pt>
                      <c:pt idx="2833">
                        <c:v>2.0792370000000001E-2</c:v>
                      </c:pt>
                      <c:pt idx="2834">
                        <c:v>2.0798069999999998E-2</c:v>
                      </c:pt>
                      <c:pt idx="2835">
                        <c:v>2.0805500000000001E-2</c:v>
                      </c:pt>
                      <c:pt idx="2836">
                        <c:v>2.081392E-2</c:v>
                      </c:pt>
                      <c:pt idx="2837">
                        <c:v>2.0822960000000001E-2</c:v>
                      </c:pt>
                      <c:pt idx="2838">
                        <c:v>2.0832759999999999E-2</c:v>
                      </c:pt>
                      <c:pt idx="2839">
                        <c:v>2.084343E-2</c:v>
                      </c:pt>
                      <c:pt idx="2840">
                        <c:v>2.085567E-2</c:v>
                      </c:pt>
                      <c:pt idx="2841">
                        <c:v>2.086957E-2</c:v>
                      </c:pt>
                      <c:pt idx="2842">
                        <c:v>2.0885150000000002E-2</c:v>
                      </c:pt>
                      <c:pt idx="2843">
                        <c:v>2.0901969999999999E-2</c:v>
                      </c:pt>
                      <c:pt idx="2844">
                        <c:v>2.0918840000000001E-2</c:v>
                      </c:pt>
                      <c:pt idx="2845">
                        <c:v>2.09348E-2</c:v>
                      </c:pt>
                      <c:pt idx="2846">
                        <c:v>2.0948910000000001E-2</c:v>
                      </c:pt>
                      <c:pt idx="2847">
                        <c:v>2.0960739999999999E-2</c:v>
                      </c:pt>
                      <c:pt idx="2848">
                        <c:v>2.0970229999999999E-2</c:v>
                      </c:pt>
                      <c:pt idx="2849">
                        <c:v>2.0978190000000001E-2</c:v>
                      </c:pt>
                      <c:pt idx="2850">
                        <c:v>2.0985879999999998E-2</c:v>
                      </c:pt>
                      <c:pt idx="2851">
                        <c:v>2.0994780000000001E-2</c:v>
                      </c:pt>
                      <c:pt idx="2852">
                        <c:v>2.1006739999999999E-2</c:v>
                      </c:pt>
                      <c:pt idx="2853">
                        <c:v>2.1023259999999998E-2</c:v>
                      </c:pt>
                      <c:pt idx="2854">
                        <c:v>2.1045169999999998E-2</c:v>
                      </c:pt>
                      <c:pt idx="2855">
                        <c:v>2.1073100000000001E-2</c:v>
                      </c:pt>
                      <c:pt idx="2856">
                        <c:v>2.110646E-2</c:v>
                      </c:pt>
                      <c:pt idx="2857">
                        <c:v>2.1143820000000001E-2</c:v>
                      </c:pt>
                      <c:pt idx="2858">
                        <c:v>2.1183649999999998E-2</c:v>
                      </c:pt>
                      <c:pt idx="2859">
                        <c:v>2.1223800000000001E-2</c:v>
                      </c:pt>
                      <c:pt idx="2860">
                        <c:v>2.126221E-2</c:v>
                      </c:pt>
                      <c:pt idx="2861">
                        <c:v>2.1298020000000001E-2</c:v>
                      </c:pt>
                      <c:pt idx="2862">
                        <c:v>2.133084E-2</c:v>
                      </c:pt>
                      <c:pt idx="2863">
                        <c:v>2.1360980000000002E-2</c:v>
                      </c:pt>
                      <c:pt idx="2864">
                        <c:v>2.138938E-2</c:v>
                      </c:pt>
                      <c:pt idx="2865">
                        <c:v>2.1416839999999999E-2</c:v>
                      </c:pt>
                      <c:pt idx="2866">
                        <c:v>2.1444479999999998E-2</c:v>
                      </c:pt>
                      <c:pt idx="2867">
                        <c:v>2.1472439999999999E-2</c:v>
                      </c:pt>
                      <c:pt idx="2868">
                        <c:v>2.1501019999999999E-2</c:v>
                      </c:pt>
                      <c:pt idx="2869">
                        <c:v>2.153033E-2</c:v>
                      </c:pt>
                      <c:pt idx="2870">
                        <c:v>2.156021E-2</c:v>
                      </c:pt>
                      <c:pt idx="2871">
                        <c:v>2.159061E-2</c:v>
                      </c:pt>
                      <c:pt idx="2872">
                        <c:v>2.1621109999999999E-2</c:v>
                      </c:pt>
                      <c:pt idx="2873">
                        <c:v>2.1651409999999999E-2</c:v>
                      </c:pt>
                      <c:pt idx="2874">
                        <c:v>2.1681260000000001E-2</c:v>
                      </c:pt>
                      <c:pt idx="2875">
                        <c:v>2.1710070000000001E-2</c:v>
                      </c:pt>
                      <c:pt idx="2876">
                        <c:v>2.1738110000000001E-2</c:v>
                      </c:pt>
                      <c:pt idx="2877">
                        <c:v>2.1765940000000001E-2</c:v>
                      </c:pt>
                      <c:pt idx="2878">
                        <c:v>2.1794609999999999E-2</c:v>
                      </c:pt>
                      <c:pt idx="2879">
                        <c:v>2.1825239999999999E-2</c:v>
                      </c:pt>
                      <c:pt idx="2880">
                        <c:v>2.185869E-2</c:v>
                      </c:pt>
                      <c:pt idx="2881">
                        <c:v>2.1895620000000001E-2</c:v>
                      </c:pt>
                      <c:pt idx="2882">
                        <c:v>2.1935389999999999E-2</c:v>
                      </c:pt>
                      <c:pt idx="2883">
                        <c:v>2.1976900000000001E-2</c:v>
                      </c:pt>
                      <c:pt idx="2884">
                        <c:v>2.2018759999999998E-2</c:v>
                      </c:pt>
                      <c:pt idx="2885">
                        <c:v>2.205965E-2</c:v>
                      </c:pt>
                      <c:pt idx="2886">
                        <c:v>2.209883E-2</c:v>
                      </c:pt>
                      <c:pt idx="2887">
                        <c:v>2.2136280000000001E-2</c:v>
                      </c:pt>
                      <c:pt idx="2888">
                        <c:v>2.2172609999999999E-2</c:v>
                      </c:pt>
                      <c:pt idx="2889">
                        <c:v>2.2208840000000001E-2</c:v>
                      </c:pt>
                      <c:pt idx="2890">
                        <c:v>2.2245600000000001E-2</c:v>
                      </c:pt>
                      <c:pt idx="2891">
                        <c:v>2.22832E-2</c:v>
                      </c:pt>
                      <c:pt idx="2892">
                        <c:v>2.232195E-2</c:v>
                      </c:pt>
                      <c:pt idx="2893">
                        <c:v>2.2361470000000001E-2</c:v>
                      </c:pt>
                      <c:pt idx="2894">
                        <c:v>2.240145E-2</c:v>
                      </c:pt>
                      <c:pt idx="2895">
                        <c:v>2.2441610000000001E-2</c:v>
                      </c:pt>
                      <c:pt idx="2896">
                        <c:v>2.24818E-2</c:v>
                      </c:pt>
                      <c:pt idx="2897">
                        <c:v>2.2521940000000001E-2</c:v>
                      </c:pt>
                      <c:pt idx="2898">
                        <c:v>2.256176E-2</c:v>
                      </c:pt>
                      <c:pt idx="2899">
                        <c:v>2.260092E-2</c:v>
                      </c:pt>
                      <c:pt idx="2900">
                        <c:v>2.263921E-2</c:v>
                      </c:pt>
                      <c:pt idx="2901">
                        <c:v>2.267628E-2</c:v>
                      </c:pt>
                      <c:pt idx="2902">
                        <c:v>2.2712380000000001E-2</c:v>
                      </c:pt>
                      <c:pt idx="2903">
                        <c:v>2.2747710000000001E-2</c:v>
                      </c:pt>
                      <c:pt idx="2904">
                        <c:v>2.2782699999999999E-2</c:v>
                      </c:pt>
                      <c:pt idx="2905">
                        <c:v>2.2817549999999999E-2</c:v>
                      </c:pt>
                      <c:pt idx="2906">
                        <c:v>2.2852609999999999E-2</c:v>
                      </c:pt>
                      <c:pt idx="2907">
                        <c:v>2.2887850000000001E-2</c:v>
                      </c:pt>
                      <c:pt idx="2908">
                        <c:v>2.292282E-2</c:v>
                      </c:pt>
                      <c:pt idx="2909">
                        <c:v>2.2957149999999999E-2</c:v>
                      </c:pt>
                      <c:pt idx="2910">
                        <c:v>2.299083E-2</c:v>
                      </c:pt>
                      <c:pt idx="2911">
                        <c:v>2.3023640000000001E-2</c:v>
                      </c:pt>
                      <c:pt idx="2912">
                        <c:v>2.3055079999999999E-2</c:v>
                      </c:pt>
                      <c:pt idx="2913">
                        <c:v>2.308516E-2</c:v>
                      </c:pt>
                      <c:pt idx="2914">
                        <c:v>2.3113359999999999E-2</c:v>
                      </c:pt>
                      <c:pt idx="2915">
                        <c:v>2.313933E-2</c:v>
                      </c:pt>
                      <c:pt idx="2916">
                        <c:v>2.3163199999999998E-2</c:v>
                      </c:pt>
                      <c:pt idx="2917">
                        <c:v>2.3185250000000001E-2</c:v>
                      </c:pt>
                      <c:pt idx="2918">
                        <c:v>2.3206359999999999E-2</c:v>
                      </c:pt>
                      <c:pt idx="2919">
                        <c:v>2.3227620000000001E-2</c:v>
                      </c:pt>
                      <c:pt idx="2920">
                        <c:v>2.3249639999999999E-2</c:v>
                      </c:pt>
                      <c:pt idx="2921">
                        <c:v>2.3272640000000001E-2</c:v>
                      </c:pt>
                      <c:pt idx="2922">
                        <c:v>2.3296270000000001E-2</c:v>
                      </c:pt>
                      <c:pt idx="2923">
                        <c:v>2.331973E-2</c:v>
                      </c:pt>
                      <c:pt idx="2924">
                        <c:v>2.3342109999999999E-2</c:v>
                      </c:pt>
                      <c:pt idx="2925">
                        <c:v>2.3363149999999999E-2</c:v>
                      </c:pt>
                      <c:pt idx="2926">
                        <c:v>2.3382940000000001E-2</c:v>
                      </c:pt>
                      <c:pt idx="2927">
                        <c:v>2.340186E-2</c:v>
                      </c:pt>
                      <c:pt idx="2928">
                        <c:v>2.3419869999999999E-2</c:v>
                      </c:pt>
                      <c:pt idx="2929">
                        <c:v>2.3436100000000001E-2</c:v>
                      </c:pt>
                      <c:pt idx="2930">
                        <c:v>2.3448719999999999E-2</c:v>
                      </c:pt>
                      <c:pt idx="2931">
                        <c:v>2.3454949999999999E-2</c:v>
                      </c:pt>
                      <c:pt idx="2932">
                        <c:v>2.3452919999999999E-2</c:v>
                      </c:pt>
                      <c:pt idx="2933">
                        <c:v>2.344218E-2</c:v>
                      </c:pt>
                      <c:pt idx="2934">
                        <c:v>2.3425330000000001E-2</c:v>
                      </c:pt>
                      <c:pt idx="2935">
                        <c:v>2.340749E-2</c:v>
                      </c:pt>
                      <c:pt idx="2936">
                        <c:v>2.3395989999999998E-2</c:v>
                      </c:pt>
                      <c:pt idx="2937">
                        <c:v>2.339844E-2</c:v>
                      </c:pt>
                      <c:pt idx="2938">
                        <c:v>2.342085E-2</c:v>
                      </c:pt>
                      <c:pt idx="2939">
                        <c:v>2.346583E-2</c:v>
                      </c:pt>
                      <c:pt idx="2940">
                        <c:v>2.353235E-2</c:v>
                      </c:pt>
                      <c:pt idx="2941">
                        <c:v>2.3615500000000001E-2</c:v>
                      </c:pt>
                      <c:pt idx="2942">
                        <c:v>2.3708469999999999E-2</c:v>
                      </c:pt>
                      <c:pt idx="2943">
                        <c:v>2.3804329999999999E-2</c:v>
                      </c:pt>
                      <c:pt idx="2944">
                        <c:v>2.3896770000000001E-2</c:v>
                      </c:pt>
                      <c:pt idx="2945">
                        <c:v>2.398175E-2</c:v>
                      </c:pt>
                      <c:pt idx="2946">
                        <c:v>2.4057559999999999E-2</c:v>
                      </c:pt>
                      <c:pt idx="2947">
                        <c:v>2.4123439999999999E-2</c:v>
                      </c:pt>
                      <c:pt idx="2948">
                        <c:v>2.4180009999999998E-2</c:v>
                      </c:pt>
                      <c:pt idx="2949">
                        <c:v>2.4228079999999999E-2</c:v>
                      </c:pt>
                      <c:pt idx="2950">
                        <c:v>2.4269039999999999E-2</c:v>
                      </c:pt>
                      <c:pt idx="2951">
                        <c:v>2.4304880000000001E-2</c:v>
                      </c:pt>
                      <c:pt idx="2952">
                        <c:v>2.4337890000000001E-2</c:v>
                      </c:pt>
                      <c:pt idx="2953">
                        <c:v>2.4370449999999998E-2</c:v>
                      </c:pt>
                      <c:pt idx="2954">
                        <c:v>2.4404760000000001E-2</c:v>
                      </c:pt>
                      <c:pt idx="2955">
                        <c:v>2.444199E-2</c:v>
                      </c:pt>
                      <c:pt idx="2956">
                        <c:v>2.448177E-2</c:v>
                      </c:pt>
                      <c:pt idx="2957">
                        <c:v>2.4523139999999999E-2</c:v>
                      </c:pt>
                      <c:pt idx="2958">
                        <c:v>2.4563769999999999E-2</c:v>
                      </c:pt>
                      <c:pt idx="2959">
                        <c:v>2.4601749999999999E-2</c:v>
                      </c:pt>
                      <c:pt idx="2960">
                        <c:v>2.4636109999999999E-2</c:v>
                      </c:pt>
                      <c:pt idx="2961">
                        <c:v>2.4666589999999999E-2</c:v>
                      </c:pt>
                      <c:pt idx="2962">
                        <c:v>2.469412E-2</c:v>
                      </c:pt>
                      <c:pt idx="2963">
                        <c:v>2.472042E-2</c:v>
                      </c:pt>
                      <c:pt idx="2964">
                        <c:v>2.4747330000000001E-2</c:v>
                      </c:pt>
                      <c:pt idx="2965">
                        <c:v>2.4775990000000001E-2</c:v>
                      </c:pt>
                      <c:pt idx="2966">
                        <c:v>2.4807280000000001E-2</c:v>
                      </c:pt>
                      <c:pt idx="2967">
                        <c:v>2.484099E-2</c:v>
                      </c:pt>
                      <c:pt idx="2968">
                        <c:v>2.4876499999999999E-2</c:v>
                      </c:pt>
                      <c:pt idx="2969">
                        <c:v>2.4912469999999999E-2</c:v>
                      </c:pt>
                      <c:pt idx="2970">
                        <c:v>2.494787E-2</c:v>
                      </c:pt>
                      <c:pt idx="2971">
                        <c:v>2.4981529999999998E-2</c:v>
                      </c:pt>
                      <c:pt idx="2972">
                        <c:v>2.501277E-2</c:v>
                      </c:pt>
                      <c:pt idx="2973">
                        <c:v>2.5041230000000001E-2</c:v>
                      </c:pt>
                      <c:pt idx="2974">
                        <c:v>2.506798E-2</c:v>
                      </c:pt>
                      <c:pt idx="2975">
                        <c:v>2.5094169999999999E-2</c:v>
                      </c:pt>
                      <c:pt idx="2976">
                        <c:v>2.512176E-2</c:v>
                      </c:pt>
                      <c:pt idx="2977">
                        <c:v>2.5152580000000001E-2</c:v>
                      </c:pt>
                      <c:pt idx="2978">
                        <c:v>2.5188260000000001E-2</c:v>
                      </c:pt>
                      <c:pt idx="2979">
                        <c:v>2.5228819999999999E-2</c:v>
                      </c:pt>
                      <c:pt idx="2980">
                        <c:v>2.5273980000000001E-2</c:v>
                      </c:pt>
                      <c:pt idx="2981">
                        <c:v>2.5321989999999999E-2</c:v>
                      </c:pt>
                      <c:pt idx="2982">
                        <c:v>2.537064E-2</c:v>
                      </c:pt>
                      <c:pt idx="2983">
                        <c:v>2.5417849999999999E-2</c:v>
                      </c:pt>
                      <c:pt idx="2984">
                        <c:v>2.54618E-2</c:v>
                      </c:pt>
                      <c:pt idx="2985">
                        <c:v>2.5501429999999999E-2</c:v>
                      </c:pt>
                      <c:pt idx="2986">
                        <c:v>2.5536710000000001E-2</c:v>
                      </c:pt>
                      <c:pt idx="2987">
                        <c:v>2.556862E-2</c:v>
                      </c:pt>
                      <c:pt idx="2988">
                        <c:v>2.5598320000000001E-2</c:v>
                      </c:pt>
                      <c:pt idx="2989">
                        <c:v>2.5628160000000001E-2</c:v>
                      </c:pt>
                      <c:pt idx="2990">
                        <c:v>2.5660570000000001E-2</c:v>
                      </c:pt>
                      <c:pt idx="2991">
                        <c:v>2.569755E-2</c:v>
                      </c:pt>
                      <c:pt idx="2992">
                        <c:v>2.5740300000000001E-2</c:v>
                      </c:pt>
                      <c:pt idx="2993">
                        <c:v>2.578913E-2</c:v>
                      </c:pt>
                      <c:pt idx="2994">
                        <c:v>2.5842690000000001E-2</c:v>
                      </c:pt>
                      <c:pt idx="2995">
                        <c:v>2.5898529999999999E-2</c:v>
                      </c:pt>
                      <c:pt idx="2996">
                        <c:v>2.595358E-2</c:v>
                      </c:pt>
                      <c:pt idx="2997">
                        <c:v>2.6005250000000001E-2</c:v>
                      </c:pt>
                      <c:pt idx="2998">
                        <c:v>2.6051589999999999E-2</c:v>
                      </c:pt>
                      <c:pt idx="2999">
                        <c:v>2.6092290000000001E-2</c:v>
                      </c:pt>
                      <c:pt idx="3000">
                        <c:v>2.612811E-2</c:v>
                      </c:pt>
                      <c:pt idx="3001">
                        <c:v>2.616017E-2</c:v>
                      </c:pt>
                      <c:pt idx="3002">
                        <c:v>2.6189770000000001E-2</c:v>
                      </c:pt>
                      <c:pt idx="3003">
                        <c:v>2.621718E-2</c:v>
                      </c:pt>
                      <c:pt idx="3004">
                        <c:v>2.6242350000000001E-2</c:v>
                      </c:pt>
                      <c:pt idx="3005">
                        <c:v>2.626498E-2</c:v>
                      </c:pt>
                      <c:pt idx="3006">
                        <c:v>2.6285260000000001E-2</c:v>
                      </c:pt>
                      <c:pt idx="3007">
                        <c:v>2.630441E-2</c:v>
                      </c:pt>
                      <c:pt idx="3008">
                        <c:v>2.632458E-2</c:v>
                      </c:pt>
                      <c:pt idx="3009">
                        <c:v>2.6348489999999999E-2</c:v>
                      </c:pt>
                      <c:pt idx="3010">
                        <c:v>2.637859E-2</c:v>
                      </c:pt>
                      <c:pt idx="3011">
                        <c:v>2.641605E-2</c:v>
                      </c:pt>
                      <c:pt idx="3012">
                        <c:v>2.6460419999999998E-2</c:v>
                      </c:pt>
                      <c:pt idx="3013">
                        <c:v>2.6509970000000001E-2</c:v>
                      </c:pt>
                      <c:pt idx="3014">
                        <c:v>2.656238E-2</c:v>
                      </c:pt>
                      <c:pt idx="3015">
                        <c:v>2.6615219999999998E-2</c:v>
                      </c:pt>
                      <c:pt idx="3016">
                        <c:v>2.666719E-2</c:v>
                      </c:pt>
                      <c:pt idx="3017">
                        <c:v>2.6717919999999999E-2</c:v>
                      </c:pt>
                      <c:pt idx="3018">
                        <c:v>2.6767860000000001E-2</c:v>
                      </c:pt>
                      <c:pt idx="3019">
                        <c:v>2.681776E-2</c:v>
                      </c:pt>
                      <c:pt idx="3020">
                        <c:v>2.6868059999999999E-2</c:v>
                      </c:pt>
                      <c:pt idx="3021">
                        <c:v>2.6918890000000001E-2</c:v>
                      </c:pt>
                      <c:pt idx="3022">
                        <c:v>2.697047E-2</c:v>
                      </c:pt>
                      <c:pt idx="3023">
                        <c:v>2.702272E-2</c:v>
                      </c:pt>
                      <c:pt idx="3024">
                        <c:v>2.707555E-2</c:v>
                      </c:pt>
                      <c:pt idx="3025">
                        <c:v>2.7129009999999999E-2</c:v>
                      </c:pt>
                      <c:pt idx="3026">
                        <c:v>2.7182620000000001E-2</c:v>
                      </c:pt>
                      <c:pt idx="3027">
                        <c:v>2.723501E-2</c:v>
                      </c:pt>
                      <c:pt idx="3028">
                        <c:v>2.7284579999999999E-2</c:v>
                      </c:pt>
                      <c:pt idx="3029">
                        <c:v>2.732967E-2</c:v>
                      </c:pt>
                      <c:pt idx="3030">
                        <c:v>2.7369939999999999E-2</c:v>
                      </c:pt>
                      <c:pt idx="3031">
                        <c:v>2.7406460000000001E-2</c:v>
                      </c:pt>
                      <c:pt idx="3032">
                        <c:v>2.7442569999999999E-2</c:v>
                      </c:pt>
                      <c:pt idx="3033">
                        <c:v>2.7482909999999999E-2</c:v>
                      </c:pt>
                      <c:pt idx="3034">
                        <c:v>2.753216E-2</c:v>
                      </c:pt>
                      <c:pt idx="3035">
                        <c:v>2.7592769999999999E-2</c:v>
                      </c:pt>
                      <c:pt idx="3036">
                        <c:v>2.766484E-2</c:v>
                      </c:pt>
                      <c:pt idx="3037">
                        <c:v>2.7744729999999999E-2</c:v>
                      </c:pt>
                      <c:pt idx="3038">
                        <c:v>2.7826469999999999E-2</c:v>
                      </c:pt>
                      <c:pt idx="3039">
                        <c:v>2.790366E-2</c:v>
                      </c:pt>
                      <c:pt idx="3040">
                        <c:v>2.7971079999999999E-2</c:v>
                      </c:pt>
                      <c:pt idx="3041">
                        <c:v>2.8026889999999999E-2</c:v>
                      </c:pt>
                      <c:pt idx="3042">
                        <c:v>2.807223E-2</c:v>
                      </c:pt>
                      <c:pt idx="3043">
                        <c:v>2.811112E-2</c:v>
                      </c:pt>
                      <c:pt idx="3044">
                        <c:v>2.8148300000000001E-2</c:v>
                      </c:pt>
                      <c:pt idx="3045">
                        <c:v>2.8187690000000001E-2</c:v>
                      </c:pt>
                      <c:pt idx="3046">
                        <c:v>2.8230789999999999E-2</c:v>
                      </c:pt>
                      <c:pt idx="3047">
                        <c:v>2.8276619999999999E-2</c:v>
                      </c:pt>
                      <c:pt idx="3048">
                        <c:v>2.8321820000000001E-2</c:v>
                      </c:pt>
                      <c:pt idx="3049">
                        <c:v>2.8362310000000002E-2</c:v>
                      </c:pt>
                      <c:pt idx="3050">
                        <c:v>2.8395420000000001E-2</c:v>
                      </c:pt>
                      <c:pt idx="3051">
                        <c:v>2.8420250000000001E-2</c:v>
                      </c:pt>
                      <c:pt idx="3052">
                        <c:v>2.8438290000000001E-2</c:v>
                      </c:pt>
                      <c:pt idx="3053">
                        <c:v>2.8453860000000001E-2</c:v>
                      </c:pt>
                      <c:pt idx="3054">
                        <c:v>2.8471940000000001E-2</c:v>
                      </c:pt>
                      <c:pt idx="3055">
                        <c:v>2.8497629999999999E-2</c:v>
                      </c:pt>
                      <c:pt idx="3056">
                        <c:v>2.853414E-2</c:v>
                      </c:pt>
                      <c:pt idx="3057">
                        <c:v>2.858163E-2</c:v>
                      </c:pt>
                      <c:pt idx="3058">
                        <c:v>2.8637900000000001E-2</c:v>
                      </c:pt>
                      <c:pt idx="3059">
                        <c:v>2.8697429999999999E-2</c:v>
                      </c:pt>
                      <c:pt idx="3060">
                        <c:v>2.8753609999999999E-2</c:v>
                      </c:pt>
                      <c:pt idx="3061">
                        <c:v>2.8799740000000001E-2</c:v>
                      </c:pt>
                      <c:pt idx="3062">
                        <c:v>2.883111E-2</c:v>
                      </c:pt>
                      <c:pt idx="3063">
                        <c:v>2.8845519999999999E-2</c:v>
                      </c:pt>
                      <c:pt idx="3064">
                        <c:v>2.8844140000000001E-2</c:v>
                      </c:pt>
                      <c:pt idx="3065">
                        <c:v>2.8831249999999999E-2</c:v>
                      </c:pt>
                      <c:pt idx="3066">
                        <c:v>2.881334E-2</c:v>
                      </c:pt>
                      <c:pt idx="3067">
                        <c:v>2.879719E-2</c:v>
                      </c:pt>
                      <c:pt idx="3068">
                        <c:v>2.87893E-2</c:v>
                      </c:pt>
                      <c:pt idx="3069">
                        <c:v>2.8794500000000001E-2</c:v>
                      </c:pt>
                      <c:pt idx="3070">
                        <c:v>2.8815500000000001E-2</c:v>
                      </c:pt>
                      <c:pt idx="3071">
                        <c:v>2.8852429999999998E-2</c:v>
                      </c:pt>
                      <c:pt idx="3072">
                        <c:v>2.8903390000000001E-2</c:v>
                      </c:pt>
                      <c:pt idx="3073">
                        <c:v>2.8964480000000001E-2</c:v>
                      </c:pt>
                      <c:pt idx="3074">
                        <c:v>2.9031040000000001E-2</c:v>
                      </c:pt>
                      <c:pt idx="3075">
                        <c:v>2.909757E-2</c:v>
                      </c:pt>
                      <c:pt idx="3076">
                        <c:v>2.9159299999999999E-2</c:v>
                      </c:pt>
                      <c:pt idx="3077">
                        <c:v>2.9213050000000001E-2</c:v>
                      </c:pt>
                      <c:pt idx="3078">
                        <c:v>2.9257459999999999E-2</c:v>
                      </c:pt>
                      <c:pt idx="3079">
                        <c:v>2.9294150000000001E-2</c:v>
                      </c:pt>
                      <c:pt idx="3080">
                        <c:v>2.9325770000000001E-2</c:v>
                      </c:pt>
                      <c:pt idx="3081">
                        <c:v>2.9356110000000001E-2</c:v>
                      </c:pt>
                      <c:pt idx="3082">
                        <c:v>2.9388299999999999E-2</c:v>
                      </c:pt>
                      <c:pt idx="3083">
                        <c:v>2.9423149999999999E-2</c:v>
                      </c:pt>
                      <c:pt idx="3084">
                        <c:v>2.9458829999999998E-2</c:v>
                      </c:pt>
                      <c:pt idx="3085">
                        <c:v>2.9492549999999999E-2</c:v>
                      </c:pt>
                      <c:pt idx="3086">
                        <c:v>2.9520569999999999E-2</c:v>
                      </c:pt>
                      <c:pt idx="3087">
                        <c:v>2.954085E-2</c:v>
                      </c:pt>
                      <c:pt idx="3088">
                        <c:v>2.9554259999999999E-2</c:v>
                      </c:pt>
                      <c:pt idx="3089">
                        <c:v>2.9564119999999999E-2</c:v>
                      </c:pt>
                      <c:pt idx="3090">
                        <c:v>2.9575890000000001E-2</c:v>
                      </c:pt>
                      <c:pt idx="3091">
                        <c:v>2.9595010000000001E-2</c:v>
                      </c:pt>
                      <c:pt idx="3092">
                        <c:v>2.9624520000000001E-2</c:v>
                      </c:pt>
                      <c:pt idx="3093">
                        <c:v>2.966454E-2</c:v>
                      </c:pt>
                      <c:pt idx="3094">
                        <c:v>2.9711870000000001E-2</c:v>
                      </c:pt>
                      <c:pt idx="3095">
                        <c:v>2.976169E-2</c:v>
                      </c:pt>
                      <c:pt idx="3096">
                        <c:v>2.9808810000000002E-2</c:v>
                      </c:pt>
                      <c:pt idx="3097">
                        <c:v>2.9849980000000002E-2</c:v>
                      </c:pt>
                      <c:pt idx="3098">
                        <c:v>2.9884480000000001E-2</c:v>
                      </c:pt>
                      <c:pt idx="3099">
                        <c:v>2.991394E-2</c:v>
                      </c:pt>
                      <c:pt idx="3100">
                        <c:v>2.994138E-2</c:v>
                      </c:pt>
                      <c:pt idx="3101">
                        <c:v>2.9970030000000002E-2</c:v>
                      </c:pt>
                      <c:pt idx="3102">
                        <c:v>3.0002259999999999E-2</c:v>
                      </c:pt>
                      <c:pt idx="3103">
                        <c:v>3.0039400000000001E-2</c:v>
                      </c:pt>
                      <c:pt idx="3104">
                        <c:v>3.0082009999999999E-2</c:v>
                      </c:pt>
                      <c:pt idx="3105">
                        <c:v>3.0130589999999999E-2</c:v>
                      </c:pt>
                      <c:pt idx="3106">
                        <c:v>3.0185610000000002E-2</c:v>
                      </c:pt>
                      <c:pt idx="3107">
                        <c:v>3.024756E-2</c:v>
                      </c:pt>
                      <c:pt idx="3108">
                        <c:v>3.031613E-2</c:v>
                      </c:pt>
                      <c:pt idx="3109">
                        <c:v>3.0389389999999999E-2</c:v>
                      </c:pt>
                      <c:pt idx="3110">
                        <c:v>3.0463670000000002E-2</c:v>
                      </c:pt>
                      <c:pt idx="3111">
                        <c:v>3.0533979999999999E-2</c:v>
                      </c:pt>
                      <c:pt idx="3112">
                        <c:v>3.0595830000000001E-2</c:v>
                      </c:pt>
                      <c:pt idx="3113">
                        <c:v>3.0645749999999999E-2</c:v>
                      </c:pt>
                      <c:pt idx="3114">
                        <c:v>3.068419E-2</c:v>
                      </c:pt>
                      <c:pt idx="3115">
                        <c:v>3.0714169999999999E-2</c:v>
                      </c:pt>
                      <c:pt idx="3116">
                        <c:v>3.0741480000000002E-2</c:v>
                      </c:pt>
                      <c:pt idx="3117">
                        <c:v>3.077235E-2</c:v>
                      </c:pt>
                      <c:pt idx="3118">
                        <c:v>3.0811229999999998E-2</c:v>
                      </c:pt>
                      <c:pt idx="3119">
                        <c:v>3.085939E-2</c:v>
                      </c:pt>
                      <c:pt idx="3120">
                        <c:v>3.0914359999999998E-2</c:v>
                      </c:pt>
                      <c:pt idx="3121">
                        <c:v>3.097012E-2</c:v>
                      </c:pt>
                      <c:pt idx="3122">
                        <c:v>3.10204E-2</c:v>
                      </c:pt>
                      <c:pt idx="3123">
                        <c:v>3.1058619999999999E-2</c:v>
                      </c:pt>
                      <c:pt idx="3124">
                        <c:v>3.1082459999999999E-2</c:v>
                      </c:pt>
                      <c:pt idx="3125">
                        <c:v>3.1093139999999998E-2</c:v>
                      </c:pt>
                      <c:pt idx="3126">
                        <c:v>3.109613E-2</c:v>
                      </c:pt>
                      <c:pt idx="3127">
                        <c:v>3.109951E-2</c:v>
                      </c:pt>
                      <c:pt idx="3128">
                        <c:v>3.1111690000000001E-2</c:v>
                      </c:pt>
                      <c:pt idx="3129">
                        <c:v>3.1139099999999999E-2</c:v>
                      </c:pt>
                      <c:pt idx="3130">
                        <c:v>3.11852E-2</c:v>
                      </c:pt>
                      <c:pt idx="3131">
                        <c:v>3.1248140000000001E-2</c:v>
                      </c:pt>
                      <c:pt idx="3132">
                        <c:v>3.1322210000000003E-2</c:v>
                      </c:pt>
                      <c:pt idx="3133">
                        <c:v>3.1398860000000001E-2</c:v>
                      </c:pt>
                      <c:pt idx="3134">
                        <c:v>3.1469459999999998E-2</c:v>
                      </c:pt>
                      <c:pt idx="3135">
                        <c:v>3.1527279999999998E-2</c:v>
                      </c:pt>
                      <c:pt idx="3136">
                        <c:v>3.1569390000000003E-2</c:v>
                      </c:pt>
                      <c:pt idx="3137">
                        <c:v>3.159754E-2</c:v>
                      </c:pt>
                      <c:pt idx="3138">
                        <c:v>3.1617779999999998E-2</c:v>
                      </c:pt>
                      <c:pt idx="3139">
                        <c:v>3.1637989999999998E-2</c:v>
                      </c:pt>
                      <c:pt idx="3140">
                        <c:v>3.1665039999999998E-2</c:v>
                      </c:pt>
                      <c:pt idx="3141">
                        <c:v>3.1703820000000001E-2</c:v>
                      </c:pt>
                      <c:pt idx="3142">
                        <c:v>3.1755039999999998E-2</c:v>
                      </c:pt>
                      <c:pt idx="3143">
                        <c:v>3.1815000000000003E-2</c:v>
                      </c:pt>
                      <c:pt idx="3144">
                        <c:v>3.1877790000000003E-2</c:v>
                      </c:pt>
                      <c:pt idx="3145">
                        <c:v>3.1936739999999998E-2</c:v>
                      </c:pt>
                      <c:pt idx="3146">
                        <c:v>3.198728E-2</c:v>
                      </c:pt>
                      <c:pt idx="3147">
                        <c:v>3.2026939999999997E-2</c:v>
                      </c:pt>
                      <c:pt idx="3148">
                        <c:v>3.2056439999999999E-2</c:v>
                      </c:pt>
                      <c:pt idx="3149">
                        <c:v>3.2078229999999999E-2</c:v>
                      </c:pt>
                      <c:pt idx="3150">
                        <c:v>3.209447E-2</c:v>
                      </c:pt>
                      <c:pt idx="3151">
                        <c:v>3.2106379999999997E-2</c:v>
                      </c:pt>
                      <c:pt idx="3152">
                        <c:v>3.2113160000000002E-2</c:v>
                      </c:pt>
                      <c:pt idx="3153">
                        <c:v>3.2113269999999999E-2</c:v>
                      </c:pt>
                      <c:pt idx="3154">
                        <c:v>3.2105519999999999E-2</c:v>
                      </c:pt>
                      <c:pt idx="3155">
                        <c:v>3.2090609999999999E-2</c:v>
                      </c:pt>
                      <c:pt idx="3156">
                        <c:v>3.2071849999999999E-2</c:v>
                      </c:pt>
                      <c:pt idx="3157">
                        <c:v>3.2055300000000002E-2</c:v>
                      </c:pt>
                      <c:pt idx="3158">
                        <c:v>3.2048800000000002E-2</c:v>
                      </c:pt>
                      <c:pt idx="3159">
                        <c:v>3.2059150000000002E-2</c:v>
                      </c:pt>
                      <c:pt idx="3160">
                        <c:v>3.209058E-2</c:v>
                      </c:pt>
                      <c:pt idx="3161">
                        <c:v>3.2143339999999999E-2</c:v>
                      </c:pt>
                      <c:pt idx="3162">
                        <c:v>3.221371E-2</c:v>
                      </c:pt>
                      <c:pt idx="3163">
                        <c:v>3.2294370000000003E-2</c:v>
                      </c:pt>
                      <c:pt idx="3164">
                        <c:v>3.2376679999999998E-2</c:v>
                      </c:pt>
                      <c:pt idx="3165">
                        <c:v>3.2453080000000002E-2</c:v>
                      </c:pt>
                      <c:pt idx="3166">
                        <c:v>3.2518749999999999E-2</c:v>
                      </c:pt>
                      <c:pt idx="3167">
                        <c:v>3.2571639999999999E-2</c:v>
                      </c:pt>
                      <c:pt idx="3168">
                        <c:v>3.2613000000000003E-2</c:v>
                      </c:pt>
                      <c:pt idx="3169">
                        <c:v>3.264682E-2</c:v>
                      </c:pt>
                      <c:pt idx="3170">
                        <c:v>3.2678220000000001E-2</c:v>
                      </c:pt>
                      <c:pt idx="3171">
                        <c:v>3.2710980000000001E-2</c:v>
                      </c:pt>
                      <c:pt idx="3172">
                        <c:v>3.2747779999999997E-2</c:v>
                      </c:pt>
                      <c:pt idx="3173">
                        <c:v>3.2789230000000003E-2</c:v>
                      </c:pt>
                      <c:pt idx="3174">
                        <c:v>3.2833510000000003E-2</c:v>
                      </c:pt>
                      <c:pt idx="3175">
                        <c:v>3.2877249999999997E-2</c:v>
                      </c:pt>
                      <c:pt idx="3176">
                        <c:v>3.2916170000000002E-2</c:v>
                      </c:pt>
                      <c:pt idx="3177">
                        <c:v>3.2946339999999998E-2</c:v>
                      </c:pt>
                      <c:pt idx="3178">
                        <c:v>3.2965460000000002E-2</c:v>
                      </c:pt>
                      <c:pt idx="3179">
                        <c:v>3.2973189999999999E-2</c:v>
                      </c:pt>
                      <c:pt idx="3180">
                        <c:v>3.2971250000000001E-2</c:v>
                      </c:pt>
                      <c:pt idx="3181">
                        <c:v>3.2964319999999998E-2</c:v>
                      </c:pt>
                      <c:pt idx="3182">
                        <c:v>3.2957960000000001E-2</c:v>
                      </c:pt>
                      <c:pt idx="3183">
                        <c:v>3.2957779999999999E-2</c:v>
                      </c:pt>
                      <c:pt idx="3184">
                        <c:v>3.296847E-2</c:v>
                      </c:pt>
                      <c:pt idx="3185">
                        <c:v>3.2992559999999997E-2</c:v>
                      </c:pt>
                      <c:pt idx="3186">
                        <c:v>3.3030169999999998E-2</c:v>
                      </c:pt>
                      <c:pt idx="3187">
                        <c:v>3.3079009999999999E-2</c:v>
                      </c:pt>
                      <c:pt idx="3188">
                        <c:v>3.3134579999999997E-2</c:v>
                      </c:pt>
                      <c:pt idx="3189">
                        <c:v>3.3192909999999999E-2</c:v>
                      </c:pt>
                      <c:pt idx="3190">
                        <c:v>3.3250170000000003E-2</c:v>
                      </c:pt>
                      <c:pt idx="3191">
                        <c:v>3.3304479999999997E-2</c:v>
                      </c:pt>
                      <c:pt idx="3192">
                        <c:v>3.3355750000000003E-2</c:v>
                      </c:pt>
                      <c:pt idx="3193">
                        <c:v>3.340605E-2</c:v>
                      </c:pt>
                      <c:pt idx="3194">
                        <c:v>3.3458189999999999E-2</c:v>
                      </c:pt>
                      <c:pt idx="3195">
                        <c:v>3.351531E-2</c:v>
                      </c:pt>
                      <c:pt idx="3196">
                        <c:v>3.3579600000000001E-2</c:v>
                      </c:pt>
                      <c:pt idx="3197">
                        <c:v>3.3651019999999997E-2</c:v>
                      </c:pt>
                      <c:pt idx="3198">
                        <c:v>3.3728010000000003E-2</c:v>
                      </c:pt>
                      <c:pt idx="3199">
                        <c:v>3.3806910000000003E-2</c:v>
                      </c:pt>
                      <c:pt idx="3200">
                        <c:v>3.3882629999999997E-2</c:v>
                      </c:pt>
                      <c:pt idx="3201">
                        <c:v>3.395041E-2</c:v>
                      </c:pt>
                      <c:pt idx="3202">
                        <c:v>3.4006700000000001E-2</c:v>
                      </c:pt>
                      <c:pt idx="3203">
                        <c:v>3.4049879999999998E-2</c:v>
                      </c:pt>
                      <c:pt idx="3204">
                        <c:v>3.4080699999999998E-2</c:v>
                      </c:pt>
                      <c:pt idx="3205">
                        <c:v>3.4103059999999998E-2</c:v>
                      </c:pt>
                      <c:pt idx="3206">
                        <c:v>3.4120909999999997E-2</c:v>
                      </c:pt>
                      <c:pt idx="3207">
                        <c:v>3.4139910000000002E-2</c:v>
                      </c:pt>
                      <c:pt idx="3208">
                        <c:v>3.4163390000000002E-2</c:v>
                      </c:pt>
                      <c:pt idx="3209">
                        <c:v>3.4194219999999997E-2</c:v>
                      </c:pt>
                      <c:pt idx="3210">
                        <c:v>3.4232789999999999E-2</c:v>
                      </c:pt>
                      <c:pt idx="3211">
                        <c:v>3.4278110000000001E-2</c:v>
                      </c:pt>
                      <c:pt idx="3212">
                        <c:v>3.4327770000000001E-2</c:v>
                      </c:pt>
                      <c:pt idx="3213">
                        <c:v>3.4379550000000002E-2</c:v>
                      </c:pt>
                      <c:pt idx="3214">
                        <c:v>3.443102E-2</c:v>
                      </c:pt>
                      <c:pt idx="3215">
                        <c:v>3.4479700000000002E-2</c:v>
                      </c:pt>
                      <c:pt idx="3216">
                        <c:v>3.4523209999999999E-2</c:v>
                      </c:pt>
                      <c:pt idx="3217">
                        <c:v>3.4558869999999998E-2</c:v>
                      </c:pt>
                      <c:pt idx="3218">
                        <c:v>3.4584780000000002E-2</c:v>
                      </c:pt>
                      <c:pt idx="3219">
                        <c:v>3.4598520000000001E-2</c:v>
                      </c:pt>
                      <c:pt idx="3220">
                        <c:v>3.4600029999999997E-2</c:v>
                      </c:pt>
                      <c:pt idx="3221">
                        <c:v>3.4590410000000002E-2</c:v>
                      </c:pt>
                      <c:pt idx="3222">
                        <c:v>3.4572579999999999E-2</c:v>
                      </c:pt>
                      <c:pt idx="3223">
                        <c:v>3.455076E-2</c:v>
                      </c:pt>
                      <c:pt idx="3224">
                        <c:v>3.4529169999999998E-2</c:v>
                      </c:pt>
                      <c:pt idx="3225">
                        <c:v>3.4510939999999997E-2</c:v>
                      </c:pt>
                      <c:pt idx="3226">
                        <c:v>3.4498210000000001E-2</c:v>
                      </c:pt>
                      <c:pt idx="3227">
                        <c:v>3.4490920000000001E-2</c:v>
                      </c:pt>
                      <c:pt idx="3228">
                        <c:v>3.4488230000000002E-2</c:v>
                      </c:pt>
                      <c:pt idx="3229">
                        <c:v>3.4489850000000002E-2</c:v>
                      </c:pt>
                      <c:pt idx="3230">
                        <c:v>3.4497779999999999E-2</c:v>
                      </c:pt>
                      <c:pt idx="3231">
                        <c:v>3.4515999999999998E-2</c:v>
                      </c:pt>
                      <c:pt idx="3232">
                        <c:v>3.4549469999999999E-2</c:v>
                      </c:pt>
                      <c:pt idx="3233">
                        <c:v>3.4604910000000003E-2</c:v>
                      </c:pt>
                      <c:pt idx="3234">
                        <c:v>3.4686979999999999E-2</c:v>
                      </c:pt>
                      <c:pt idx="3235">
                        <c:v>3.4796779999999999E-2</c:v>
                      </c:pt>
                      <c:pt idx="3236">
                        <c:v>3.493127E-2</c:v>
                      </c:pt>
                      <c:pt idx="3237">
                        <c:v>3.5082620000000002E-2</c:v>
                      </c:pt>
                      <c:pt idx="3238">
                        <c:v>3.5240489999999999E-2</c:v>
                      </c:pt>
                      <c:pt idx="3239">
                        <c:v>3.5393380000000002E-2</c:v>
                      </c:pt>
                      <c:pt idx="3240">
                        <c:v>3.553166E-2</c:v>
                      </c:pt>
                      <c:pt idx="3241">
                        <c:v>3.5648899999999997E-2</c:v>
                      </c:pt>
                      <c:pt idx="3242">
                        <c:v>3.5742889999999999E-2</c:v>
                      </c:pt>
                      <c:pt idx="3243">
                        <c:v>3.581496E-2</c:v>
                      </c:pt>
                      <c:pt idx="3244">
                        <c:v>3.5867999999999997E-2</c:v>
                      </c:pt>
                      <c:pt idx="3245">
                        <c:v>3.590579E-2</c:v>
                      </c:pt>
                      <c:pt idx="3246">
                        <c:v>3.5931520000000002E-2</c:v>
                      </c:pt>
                      <c:pt idx="3247">
                        <c:v>3.5946029999999997E-2</c:v>
                      </c:pt>
                      <c:pt idx="3248">
                        <c:v>3.5948260000000003E-2</c:v>
                      </c:pt>
                      <c:pt idx="3249">
                        <c:v>3.5936309999999999E-2</c:v>
                      </c:pt>
                      <c:pt idx="3250">
                        <c:v>3.5909320000000002E-2</c:v>
                      </c:pt>
                      <c:pt idx="3251">
                        <c:v>3.5866849999999999E-2</c:v>
                      </c:pt>
                      <c:pt idx="3252">
                        <c:v>3.5811580000000003E-2</c:v>
                      </c:pt>
                      <c:pt idx="3253">
                        <c:v>3.5749549999999998E-2</c:v>
                      </c:pt>
                      <c:pt idx="3254">
                        <c:v>3.5689400000000003E-2</c:v>
                      </c:pt>
                      <c:pt idx="3255">
                        <c:v>3.5639079999999997E-2</c:v>
                      </c:pt>
                      <c:pt idx="3256">
                        <c:v>3.5606890000000002E-2</c:v>
                      </c:pt>
                      <c:pt idx="3257">
                        <c:v>3.5597429999999999E-2</c:v>
                      </c:pt>
                      <c:pt idx="3258">
                        <c:v>3.5613869999999999E-2</c:v>
                      </c:pt>
                      <c:pt idx="3259">
                        <c:v>3.5653579999999997E-2</c:v>
                      </c:pt>
                      <c:pt idx="3260">
                        <c:v>3.5711739999999999E-2</c:v>
                      </c:pt>
                      <c:pt idx="3261">
                        <c:v>3.5781140000000003E-2</c:v>
                      </c:pt>
                      <c:pt idx="3262">
                        <c:v>3.5853969999999999E-2</c:v>
                      </c:pt>
                      <c:pt idx="3263">
                        <c:v>3.5923459999999997E-2</c:v>
                      </c:pt>
                      <c:pt idx="3264">
                        <c:v>3.5985080000000003E-2</c:v>
                      </c:pt>
                      <c:pt idx="3265">
                        <c:v>3.6040019999999999E-2</c:v>
                      </c:pt>
                      <c:pt idx="3266">
                        <c:v>3.6096000000000003E-2</c:v>
                      </c:pt>
                      <c:pt idx="3267">
                        <c:v>3.616834E-2</c:v>
                      </c:pt>
                      <c:pt idx="3268">
                        <c:v>3.6275380000000003E-2</c:v>
                      </c:pt>
                      <c:pt idx="3269">
                        <c:v>3.6439630000000001E-2</c:v>
                      </c:pt>
                      <c:pt idx="3270">
                        <c:v>3.6675069999999997E-2</c:v>
                      </c:pt>
                      <c:pt idx="3271">
                        <c:v>3.6984240000000002E-2</c:v>
                      </c:pt>
                      <c:pt idx="3272">
                        <c:v>3.735103E-2</c:v>
                      </c:pt>
                      <c:pt idx="3273">
                        <c:v>3.7742129999999999E-2</c:v>
                      </c:pt>
                      <c:pt idx="3274">
                        <c:v>3.8113830000000001E-2</c:v>
                      </c:pt>
                      <c:pt idx="3275">
                        <c:v>3.8421740000000003E-2</c:v>
                      </c:pt>
                      <c:pt idx="3276">
                        <c:v>3.8635290000000003E-2</c:v>
                      </c:pt>
                      <c:pt idx="3277">
                        <c:v>3.8743189999999997E-2</c:v>
                      </c:pt>
                      <c:pt idx="3278">
                        <c:v>3.87558E-2</c:v>
                      </c:pt>
                      <c:pt idx="3279">
                        <c:v>3.8698709999999997E-2</c:v>
                      </c:pt>
                      <c:pt idx="3280">
                        <c:v>3.8605340000000002E-2</c:v>
                      </c:pt>
                      <c:pt idx="3281">
                        <c:v>3.8507029999999998E-2</c:v>
                      </c:pt>
                      <c:pt idx="3282">
                        <c:v>3.8427820000000001E-2</c:v>
                      </c:pt>
                      <c:pt idx="3283">
                        <c:v>3.8378080000000002E-2</c:v>
                      </c:pt>
                      <c:pt idx="3284">
                        <c:v>3.8356939999999999E-2</c:v>
                      </c:pt>
                      <c:pt idx="3285">
                        <c:v>3.8356010000000003E-2</c:v>
                      </c:pt>
                      <c:pt idx="3286">
                        <c:v>3.8363500000000002E-2</c:v>
                      </c:pt>
                      <c:pt idx="3287">
                        <c:v>3.8370630000000003E-2</c:v>
                      </c:pt>
                      <c:pt idx="3288">
                        <c:v>3.8371889999999999E-2</c:v>
                      </c:pt>
                      <c:pt idx="3289">
                        <c:v>3.8366650000000002E-2</c:v>
                      </c:pt>
                      <c:pt idx="3290">
                        <c:v>3.8358610000000001E-2</c:v>
                      </c:pt>
                      <c:pt idx="3291">
                        <c:v>3.8350139999999998E-2</c:v>
                      </c:pt>
                      <c:pt idx="3292">
                        <c:v>3.8343229999999999E-2</c:v>
                      </c:pt>
                      <c:pt idx="3293">
                        <c:v>3.8337910000000003E-2</c:v>
                      </c:pt>
                      <c:pt idx="3294">
                        <c:v>3.833375E-2</c:v>
                      </c:pt>
                      <c:pt idx="3295">
                        <c:v>3.8330599999999999E-2</c:v>
                      </c:pt>
                      <c:pt idx="3296">
                        <c:v>3.8329870000000002E-2</c:v>
                      </c:pt>
                      <c:pt idx="3297">
                        <c:v>3.8334689999999998E-2</c:v>
                      </c:pt>
                      <c:pt idx="3298">
                        <c:v>3.834945E-2</c:v>
                      </c:pt>
                      <c:pt idx="3299">
                        <c:v>3.8376559999999997E-2</c:v>
                      </c:pt>
                      <c:pt idx="3300">
                        <c:v>3.8416810000000003E-2</c:v>
                      </c:pt>
                      <c:pt idx="3301">
                        <c:v>3.84684E-2</c:v>
                      </c:pt>
                      <c:pt idx="3302">
                        <c:v>3.8526909999999998E-2</c:v>
                      </c:pt>
                      <c:pt idx="3303">
                        <c:v>3.8587089999999998E-2</c:v>
                      </c:pt>
                      <c:pt idx="3304">
                        <c:v>3.8643700000000003E-2</c:v>
                      </c:pt>
                      <c:pt idx="3305">
                        <c:v>3.8692770000000001E-2</c:v>
                      </c:pt>
                      <c:pt idx="3306">
                        <c:v>3.873211E-2</c:v>
                      </c:pt>
                      <c:pt idx="3307">
                        <c:v>3.8760799999999998E-2</c:v>
                      </c:pt>
                      <c:pt idx="3308">
                        <c:v>3.8777720000000002E-2</c:v>
                      </c:pt>
                      <c:pt idx="3309">
                        <c:v>3.8783329999999998E-2</c:v>
                      </c:pt>
                      <c:pt idx="3310">
                        <c:v>3.8777970000000002E-2</c:v>
                      </c:pt>
                      <c:pt idx="3311">
                        <c:v>3.8762499999999998E-2</c:v>
                      </c:pt>
                      <c:pt idx="3312">
                        <c:v>3.8737760000000003E-2</c:v>
                      </c:pt>
                      <c:pt idx="3313">
                        <c:v>3.870635E-2</c:v>
                      </c:pt>
                      <c:pt idx="3314">
                        <c:v>3.8671869999999997E-2</c:v>
                      </c:pt>
                      <c:pt idx="3315">
                        <c:v>3.8637789999999998E-2</c:v>
                      </c:pt>
                      <c:pt idx="3316">
                        <c:v>3.8607330000000002E-2</c:v>
                      </c:pt>
                      <c:pt idx="3317">
                        <c:v>3.8582779999999997E-2</c:v>
                      </c:pt>
                      <c:pt idx="3318">
                        <c:v>3.8564059999999997E-2</c:v>
                      </c:pt>
                      <c:pt idx="3319">
                        <c:v>3.854697E-2</c:v>
                      </c:pt>
                      <c:pt idx="3320">
                        <c:v>3.8525030000000002E-2</c:v>
                      </c:pt>
                      <c:pt idx="3321">
                        <c:v>3.848762E-2</c:v>
                      </c:pt>
                      <c:pt idx="3322">
                        <c:v>3.8425750000000002E-2</c:v>
                      </c:pt>
                      <c:pt idx="3323">
                        <c:v>3.833201E-2</c:v>
                      </c:pt>
                      <c:pt idx="3324">
                        <c:v>3.8207129999999999E-2</c:v>
                      </c:pt>
                      <c:pt idx="3325">
                        <c:v>3.8059719999999998E-2</c:v>
                      </c:pt>
                      <c:pt idx="3326">
                        <c:v>3.7908850000000001E-2</c:v>
                      </c:pt>
                      <c:pt idx="3327">
                        <c:v>3.7780260000000003E-2</c:v>
                      </c:pt>
                      <c:pt idx="3328">
                        <c:v>3.7701430000000001E-2</c:v>
                      </c:pt>
                      <c:pt idx="3329">
                        <c:v>3.7695760000000002E-2</c:v>
                      </c:pt>
                      <c:pt idx="3330">
                        <c:v>3.777639E-2</c:v>
                      </c:pt>
                      <c:pt idx="3331">
                        <c:v>3.7940630000000003E-2</c:v>
                      </c:pt>
                      <c:pt idx="3332">
                        <c:v>3.8169290000000002E-2</c:v>
                      </c:pt>
                      <c:pt idx="3333">
                        <c:v>3.843249E-2</c:v>
                      </c:pt>
                      <c:pt idx="3334">
                        <c:v>3.8694579999999999E-2</c:v>
                      </c:pt>
                      <c:pt idx="3335">
                        <c:v>3.8926250000000003E-2</c:v>
                      </c:pt>
                      <c:pt idx="3336">
                        <c:v>3.9107019999999999E-2</c:v>
                      </c:pt>
                      <c:pt idx="3337">
                        <c:v>3.9233280000000002E-2</c:v>
                      </c:pt>
                      <c:pt idx="3338">
                        <c:v>3.9313109999999998E-2</c:v>
                      </c:pt>
                      <c:pt idx="3339">
                        <c:v>3.9362880000000003E-2</c:v>
                      </c:pt>
                      <c:pt idx="3340">
                        <c:v>3.9401810000000002E-2</c:v>
                      </c:pt>
                      <c:pt idx="3341">
                        <c:v>3.9445929999999997E-2</c:v>
                      </c:pt>
                      <c:pt idx="3342">
                        <c:v>3.9504459999999998E-2</c:v>
                      </c:pt>
                      <c:pt idx="3343">
                        <c:v>3.9578019999999998E-2</c:v>
                      </c:pt>
                      <c:pt idx="3344">
                        <c:v>3.966049E-2</c:v>
                      </c:pt>
                      <c:pt idx="3345">
                        <c:v>3.9738660000000002E-2</c:v>
                      </c:pt>
                      <c:pt idx="3346">
                        <c:v>3.980061E-2</c:v>
                      </c:pt>
                      <c:pt idx="3347">
                        <c:v>3.9836089999999998E-2</c:v>
                      </c:pt>
                      <c:pt idx="3348">
                        <c:v>3.9841099999999997E-2</c:v>
                      </c:pt>
                      <c:pt idx="3349">
                        <c:v>3.9821130000000003E-2</c:v>
                      </c:pt>
                      <c:pt idx="3350">
                        <c:v>3.9789860000000003E-2</c:v>
                      </c:pt>
                      <c:pt idx="3351">
                        <c:v>3.9765309999999998E-2</c:v>
                      </c:pt>
                      <c:pt idx="3352">
                        <c:v>3.976466E-2</c:v>
                      </c:pt>
                      <c:pt idx="3353">
                        <c:v>3.9797989999999998E-2</c:v>
                      </c:pt>
                      <c:pt idx="3354">
                        <c:v>3.9866190000000003E-2</c:v>
                      </c:pt>
                      <c:pt idx="3355">
                        <c:v>3.9959069999999999E-2</c:v>
                      </c:pt>
                      <c:pt idx="3356">
                        <c:v>4.0058219999999999E-2</c:v>
                      </c:pt>
                      <c:pt idx="3357">
                        <c:v>4.0144020000000002E-2</c:v>
                      </c:pt>
                      <c:pt idx="3358">
                        <c:v>4.0202210000000002E-2</c:v>
                      </c:pt>
                      <c:pt idx="3359">
                        <c:v>4.0226930000000001E-2</c:v>
                      </c:pt>
                      <c:pt idx="3360">
                        <c:v>4.0222380000000002E-2</c:v>
                      </c:pt>
                      <c:pt idx="3361">
                        <c:v>4.0200239999999998E-2</c:v>
                      </c:pt>
                      <c:pt idx="3362">
                        <c:v>4.0175389999999998E-2</c:v>
                      </c:pt>
                      <c:pt idx="3363">
                        <c:v>4.0160120000000001E-2</c:v>
                      </c:pt>
                      <c:pt idx="3364">
                        <c:v>4.0161389999999998E-2</c:v>
                      </c:pt>
                      <c:pt idx="3365">
                        <c:v>4.018149E-2</c:v>
                      </c:pt>
                      <c:pt idx="3366">
                        <c:v>4.0217580000000003E-2</c:v>
                      </c:pt>
                      <c:pt idx="3367">
                        <c:v>4.026677E-2</c:v>
                      </c:pt>
                      <c:pt idx="3368">
                        <c:v>4.0324859999999997E-2</c:v>
                      </c:pt>
                      <c:pt idx="3369">
                        <c:v>4.0388790000000001E-2</c:v>
                      </c:pt>
                      <c:pt idx="3370">
                        <c:v>4.0454860000000002E-2</c:v>
                      </c:pt>
                      <c:pt idx="3371">
                        <c:v>4.051797E-2</c:v>
                      </c:pt>
                      <c:pt idx="3372">
                        <c:v>4.0570969999999998E-2</c:v>
                      </c:pt>
                      <c:pt idx="3373">
                        <c:v>4.0611019999999998E-2</c:v>
                      </c:pt>
                      <c:pt idx="3374">
                        <c:v>4.0637140000000002E-2</c:v>
                      </c:pt>
                      <c:pt idx="3375">
                        <c:v>4.0655190000000001E-2</c:v>
                      </c:pt>
                      <c:pt idx="3376">
                        <c:v>4.0674509999999997E-2</c:v>
                      </c:pt>
                      <c:pt idx="3377">
                        <c:v>4.0705770000000002E-2</c:v>
                      </c:pt>
                      <c:pt idx="3378">
                        <c:v>4.0757559999999998E-2</c:v>
                      </c:pt>
                      <c:pt idx="3379">
                        <c:v>4.0829619999999997E-2</c:v>
                      </c:pt>
                      <c:pt idx="3380">
                        <c:v>4.0915430000000003E-2</c:v>
                      </c:pt>
                      <c:pt idx="3381">
                        <c:v>4.1003940000000003E-2</c:v>
                      </c:pt>
                      <c:pt idx="3382">
                        <c:v>4.108585E-2</c:v>
                      </c:pt>
                      <c:pt idx="3383">
                        <c:v>4.1157890000000003E-2</c:v>
                      </c:pt>
                      <c:pt idx="3384">
                        <c:v>4.1224379999999998E-2</c:v>
                      </c:pt>
                      <c:pt idx="3385">
                        <c:v>4.1297029999999998E-2</c:v>
                      </c:pt>
                      <c:pt idx="3386">
                        <c:v>4.1389019999999999E-2</c:v>
                      </c:pt>
                      <c:pt idx="3387">
                        <c:v>4.1507450000000001E-2</c:v>
                      </c:pt>
                      <c:pt idx="3388">
                        <c:v>4.1650239999999998E-2</c:v>
                      </c:pt>
                      <c:pt idx="3389">
                        <c:v>4.1807629999999998E-2</c:v>
                      </c:pt>
                      <c:pt idx="3390">
                        <c:v>4.196333E-2</c:v>
                      </c:pt>
                      <c:pt idx="3391">
                        <c:v>4.210299E-2</c:v>
                      </c:pt>
                      <c:pt idx="3392">
                        <c:v>4.2217119999999997E-2</c:v>
                      </c:pt>
                      <c:pt idx="3393">
                        <c:v>4.2306370000000003E-2</c:v>
                      </c:pt>
                      <c:pt idx="3394">
                        <c:v>4.237614E-2</c:v>
                      </c:pt>
                      <c:pt idx="3395">
                        <c:v>4.2434739999999999E-2</c:v>
                      </c:pt>
                      <c:pt idx="3396">
                        <c:v>4.2486219999999998E-2</c:v>
                      </c:pt>
                      <c:pt idx="3397">
                        <c:v>4.2533469999999997E-2</c:v>
                      </c:pt>
                      <c:pt idx="3398">
                        <c:v>4.2573890000000003E-2</c:v>
                      </c:pt>
                      <c:pt idx="3399">
                        <c:v>4.2606199999999997E-2</c:v>
                      </c:pt>
                      <c:pt idx="3400">
                        <c:v>4.2629849999999997E-2</c:v>
                      </c:pt>
                      <c:pt idx="3401">
                        <c:v>4.2648159999999997E-2</c:v>
                      </c:pt>
                      <c:pt idx="3402">
                        <c:v>4.2665269999999998E-2</c:v>
                      </c:pt>
                      <c:pt idx="3403">
                        <c:v>4.2683939999999997E-2</c:v>
                      </c:pt>
                      <c:pt idx="3404">
                        <c:v>4.270434E-2</c:v>
                      </c:pt>
                      <c:pt idx="3405">
                        <c:v>4.2723459999999998E-2</c:v>
                      </c:pt>
                      <c:pt idx="3406">
                        <c:v>4.273739E-2</c:v>
                      </c:pt>
                      <c:pt idx="3407">
                        <c:v>4.2744409999999997E-2</c:v>
                      </c:pt>
                      <c:pt idx="3408">
                        <c:v>4.274675E-2</c:v>
                      </c:pt>
                      <c:pt idx="3409">
                        <c:v>4.275081E-2</c:v>
                      </c:pt>
                      <c:pt idx="3410">
                        <c:v>4.27658E-2</c:v>
                      </c:pt>
                      <c:pt idx="3411">
                        <c:v>4.2797250000000002E-2</c:v>
                      </c:pt>
                      <c:pt idx="3412">
                        <c:v>4.2848150000000002E-2</c:v>
                      </c:pt>
                      <c:pt idx="3413">
                        <c:v>4.2916910000000003E-2</c:v>
                      </c:pt>
                      <c:pt idx="3414">
                        <c:v>4.3003230000000003E-2</c:v>
                      </c:pt>
                      <c:pt idx="3415">
                        <c:v>4.3109849999999998E-2</c:v>
                      </c:pt>
                      <c:pt idx="3416">
                        <c:v>4.3245659999999998E-2</c:v>
                      </c:pt>
                      <c:pt idx="3417">
                        <c:v>4.3423259999999998E-2</c:v>
                      </c:pt>
                      <c:pt idx="3418">
                        <c:v>4.3652660000000003E-2</c:v>
                      </c:pt>
                      <c:pt idx="3419">
                        <c:v>4.3931199999999997E-2</c:v>
                      </c:pt>
                      <c:pt idx="3420">
                        <c:v>4.4237569999999997E-2</c:v>
                      </c:pt>
                      <c:pt idx="3421">
                        <c:v>4.4532889999999999E-2</c:v>
                      </c:pt>
                      <c:pt idx="3422">
                        <c:v>4.4770369999999997E-2</c:v>
                      </c:pt>
                      <c:pt idx="3423">
                        <c:v>4.4908139999999999E-2</c:v>
                      </c:pt>
                      <c:pt idx="3424">
                        <c:v>4.4924640000000002E-2</c:v>
                      </c:pt>
                      <c:pt idx="3425">
                        <c:v>4.482614E-2</c:v>
                      </c:pt>
                      <c:pt idx="3426">
                        <c:v>4.4644030000000001E-2</c:v>
                      </c:pt>
                      <c:pt idx="3427">
                        <c:v>4.442629E-2</c:v>
                      </c:pt>
                      <c:pt idx="3428">
                        <c:v>4.4224689999999997E-2</c:v>
                      </c:pt>
                      <c:pt idx="3429">
                        <c:v>4.4081170000000003E-2</c:v>
                      </c:pt>
                      <c:pt idx="3430">
                        <c:v>4.4018309999999998E-2</c:v>
                      </c:pt>
                      <c:pt idx="3431">
                        <c:v>4.403489E-2</c:v>
                      </c:pt>
                      <c:pt idx="3432">
                        <c:v>4.4108559999999998E-2</c:v>
                      </c:pt>
                      <c:pt idx="3433">
                        <c:v>4.4206460000000003E-2</c:v>
                      </c:pt>
                      <c:pt idx="3434">
                        <c:v>4.4295910000000001E-2</c:v>
                      </c:pt>
                      <c:pt idx="3435">
                        <c:v>4.4354619999999997E-2</c:v>
                      </c:pt>
                      <c:pt idx="3436">
                        <c:v>4.4374070000000002E-2</c:v>
                      </c:pt>
                      <c:pt idx="3437">
                        <c:v>4.4360160000000003E-2</c:v>
                      </c:pt>
                      <c:pt idx="3438">
                        <c:v>4.432614E-2</c:v>
                      </c:pt>
                      <c:pt idx="3439">
                        <c:v>4.4286810000000003E-2</c:v>
                      </c:pt>
                      <c:pt idx="3440">
                        <c:v>4.4254120000000001E-2</c:v>
                      </c:pt>
                      <c:pt idx="3441">
                        <c:v>4.4234929999999999E-2</c:v>
                      </c:pt>
                      <c:pt idx="3442">
                        <c:v>4.4231590000000001E-2</c:v>
                      </c:pt>
                      <c:pt idx="3443">
                        <c:v>4.424351E-2</c:v>
                      </c:pt>
                      <c:pt idx="3444">
                        <c:v>4.4269299999999998E-2</c:v>
                      </c:pt>
                      <c:pt idx="3445">
                        <c:v>4.430717E-2</c:v>
                      </c:pt>
                      <c:pt idx="3446">
                        <c:v>4.4355499999999999E-2</c:v>
                      </c:pt>
                      <c:pt idx="3447">
                        <c:v>4.4411100000000002E-2</c:v>
                      </c:pt>
                      <c:pt idx="3448">
                        <c:v>4.4469929999999998E-2</c:v>
                      </c:pt>
                      <c:pt idx="3449">
                        <c:v>4.4527570000000002E-2</c:v>
                      </c:pt>
                      <c:pt idx="3450">
                        <c:v>4.4579960000000002E-2</c:v>
                      </c:pt>
                      <c:pt idx="3451">
                        <c:v>4.4625709999999999E-2</c:v>
                      </c:pt>
                      <c:pt idx="3452">
                        <c:v>4.4665660000000003E-2</c:v>
                      </c:pt>
                      <c:pt idx="3453">
                        <c:v>4.4703159999999999E-2</c:v>
                      </c:pt>
                      <c:pt idx="3454">
                        <c:v>4.4742160000000003E-2</c:v>
                      </c:pt>
                      <c:pt idx="3455">
                        <c:v>4.4785579999999998E-2</c:v>
                      </c:pt>
                      <c:pt idx="3456">
                        <c:v>4.4834510000000001E-2</c:v>
                      </c:pt>
                      <c:pt idx="3457">
                        <c:v>4.4888190000000001E-2</c:v>
                      </c:pt>
                      <c:pt idx="3458">
                        <c:v>4.4944959999999999E-2</c:v>
                      </c:pt>
                      <c:pt idx="3459">
                        <c:v>4.500324E-2</c:v>
                      </c:pt>
                      <c:pt idx="3460">
                        <c:v>4.5062199999999997E-2</c:v>
                      </c:pt>
                      <c:pt idx="3461">
                        <c:v>4.5122589999999997E-2</c:v>
                      </c:pt>
                      <c:pt idx="3462">
                        <c:v>4.518465E-2</c:v>
                      </c:pt>
                      <c:pt idx="3463">
                        <c:v>4.524856E-2</c:v>
                      </c:pt>
                      <c:pt idx="3464">
                        <c:v>4.5312909999999998E-2</c:v>
                      </c:pt>
                      <c:pt idx="3465">
                        <c:v>4.5374890000000001E-2</c:v>
                      </c:pt>
                      <c:pt idx="3466">
                        <c:v>4.54315E-2</c:v>
                      </c:pt>
                      <c:pt idx="3467">
                        <c:v>4.5479989999999998E-2</c:v>
                      </c:pt>
                      <c:pt idx="3468">
                        <c:v>4.5519169999999998E-2</c:v>
                      </c:pt>
                      <c:pt idx="3469">
                        <c:v>4.5550420000000001E-2</c:v>
                      </c:pt>
                      <c:pt idx="3470">
                        <c:v>4.5576650000000003E-2</c:v>
                      </c:pt>
                      <c:pt idx="3471">
                        <c:v>4.5601309999999999E-2</c:v>
                      </c:pt>
                      <c:pt idx="3472">
                        <c:v>4.5627920000000002E-2</c:v>
                      </c:pt>
                      <c:pt idx="3473">
                        <c:v>4.565806E-2</c:v>
                      </c:pt>
                      <c:pt idx="3474">
                        <c:v>4.5692959999999998E-2</c:v>
                      </c:pt>
                      <c:pt idx="3475">
                        <c:v>4.5731430000000003E-2</c:v>
                      </c:pt>
                      <c:pt idx="3476">
                        <c:v>4.577266E-2</c:v>
                      </c:pt>
                      <c:pt idx="3477">
                        <c:v>4.5815219999999997E-2</c:v>
                      </c:pt>
                      <c:pt idx="3478">
                        <c:v>4.5858669999999997E-2</c:v>
                      </c:pt>
                      <c:pt idx="3479">
                        <c:v>4.5902940000000003E-2</c:v>
                      </c:pt>
                      <c:pt idx="3480">
                        <c:v>4.594765E-2</c:v>
                      </c:pt>
                      <c:pt idx="3481">
                        <c:v>4.5992730000000002E-2</c:v>
                      </c:pt>
                      <c:pt idx="3482">
                        <c:v>4.6037519999999998E-2</c:v>
                      </c:pt>
                      <c:pt idx="3483">
                        <c:v>4.6081110000000002E-2</c:v>
                      </c:pt>
                      <c:pt idx="3484">
                        <c:v>4.6121750000000003E-2</c:v>
                      </c:pt>
                      <c:pt idx="3485">
                        <c:v>4.6158299999999999E-2</c:v>
                      </c:pt>
                      <c:pt idx="3486">
                        <c:v>4.6189290000000001E-2</c:v>
                      </c:pt>
                      <c:pt idx="3487">
                        <c:v>4.6214499999999999E-2</c:v>
                      </c:pt>
                      <c:pt idx="3488">
                        <c:v>4.6234219999999999E-2</c:v>
                      </c:pt>
                      <c:pt idx="3489">
                        <c:v>4.6249739999999998E-2</c:v>
                      </c:pt>
                      <c:pt idx="3490">
                        <c:v>4.626334E-2</c:v>
                      </c:pt>
                      <c:pt idx="3491">
                        <c:v>4.6277749999999999E-2</c:v>
                      </c:pt>
                      <c:pt idx="3492">
                        <c:v>4.6295179999999998E-2</c:v>
                      </c:pt>
                      <c:pt idx="3493">
                        <c:v>4.6317339999999999E-2</c:v>
                      </c:pt>
                      <c:pt idx="3494">
                        <c:v>4.6343919999999997E-2</c:v>
                      </c:pt>
                      <c:pt idx="3495">
                        <c:v>4.6373110000000002E-2</c:v>
                      </c:pt>
                      <c:pt idx="3496">
                        <c:v>4.6401390000000001E-2</c:v>
                      </c:pt>
                      <c:pt idx="3497">
                        <c:v>4.642462E-2</c:v>
                      </c:pt>
                      <c:pt idx="3498">
                        <c:v>4.6439189999999998E-2</c:v>
                      </c:pt>
                      <c:pt idx="3499">
                        <c:v>4.6442799999999999E-2</c:v>
                      </c:pt>
                      <c:pt idx="3500">
                        <c:v>4.643535E-2</c:v>
                      </c:pt>
                      <c:pt idx="3501">
                        <c:v>4.641932E-2</c:v>
                      </c:pt>
                      <c:pt idx="3502">
                        <c:v>4.6398590000000003E-2</c:v>
                      </c:pt>
                      <c:pt idx="3503">
                        <c:v>4.6377870000000002E-2</c:v>
                      </c:pt>
                      <c:pt idx="3504">
                        <c:v>4.6360650000000003E-2</c:v>
                      </c:pt>
                      <c:pt idx="3505">
                        <c:v>4.6348340000000002E-2</c:v>
                      </c:pt>
                      <c:pt idx="3506">
                        <c:v>4.6341260000000002E-2</c:v>
                      </c:pt>
                      <c:pt idx="3507">
                        <c:v>4.6337320000000001E-2</c:v>
                      </c:pt>
                      <c:pt idx="3508">
                        <c:v>4.6334300000000002E-2</c:v>
                      </c:pt>
                      <c:pt idx="3509">
                        <c:v>4.6331499999999998E-2</c:v>
                      </c:pt>
                      <c:pt idx="3510">
                        <c:v>4.6330059999999999E-2</c:v>
                      </c:pt>
                      <c:pt idx="3511">
                        <c:v>4.6334149999999998E-2</c:v>
                      </c:pt>
                      <c:pt idx="3512">
                        <c:v>4.6349479999999998E-2</c:v>
                      </c:pt>
                      <c:pt idx="3513">
                        <c:v>4.6382519999999997E-2</c:v>
                      </c:pt>
                      <c:pt idx="3514">
                        <c:v>4.6438189999999997E-2</c:v>
                      </c:pt>
                      <c:pt idx="3515">
                        <c:v>4.6517919999999997E-2</c:v>
                      </c:pt>
                      <c:pt idx="3516">
                        <c:v>4.6618390000000003E-2</c:v>
                      </c:pt>
                      <c:pt idx="3517">
                        <c:v>4.6732620000000002E-2</c:v>
                      </c:pt>
                      <c:pt idx="3518">
                        <c:v>4.6850040000000003E-2</c:v>
                      </c:pt>
                      <c:pt idx="3519">
                        <c:v>4.6960370000000001E-2</c:v>
                      </c:pt>
                      <c:pt idx="3520">
                        <c:v>4.7055039999999999E-2</c:v>
                      </c:pt>
                      <c:pt idx="3521">
                        <c:v>4.7130159999999997E-2</c:v>
                      </c:pt>
                      <c:pt idx="3522">
                        <c:v>4.7186260000000001E-2</c:v>
                      </c:pt>
                      <c:pt idx="3523">
                        <c:v>4.7227810000000002E-2</c:v>
                      </c:pt>
                      <c:pt idx="3524">
                        <c:v>4.72611E-2</c:v>
                      </c:pt>
                      <c:pt idx="3525">
                        <c:v>4.7292979999999998E-2</c:v>
                      </c:pt>
                      <c:pt idx="3526">
                        <c:v>4.7327569999999999E-2</c:v>
                      </c:pt>
                      <c:pt idx="3527">
                        <c:v>4.7366400000000003E-2</c:v>
                      </c:pt>
                      <c:pt idx="3528">
                        <c:v>4.740805E-2</c:v>
                      </c:pt>
                      <c:pt idx="3529">
                        <c:v>4.745021E-2</c:v>
                      </c:pt>
                      <c:pt idx="3530">
                        <c:v>4.7490129999999998E-2</c:v>
                      </c:pt>
                      <c:pt idx="3531">
                        <c:v>4.7526730000000003E-2</c:v>
                      </c:pt>
                      <c:pt idx="3532">
                        <c:v>4.7560329999999998E-2</c:v>
                      </c:pt>
                      <c:pt idx="3533">
                        <c:v>4.7593200000000002E-2</c:v>
                      </c:pt>
                      <c:pt idx="3534">
                        <c:v>4.7628139999999999E-2</c:v>
                      </c:pt>
                      <c:pt idx="3535">
                        <c:v>4.7666890000000003E-2</c:v>
                      </c:pt>
                      <c:pt idx="3536">
                        <c:v>4.7709120000000001E-2</c:v>
                      </c:pt>
                      <c:pt idx="3537">
                        <c:v>4.7753610000000002E-2</c:v>
                      </c:pt>
                      <c:pt idx="3538">
                        <c:v>4.7796850000000002E-2</c:v>
                      </c:pt>
                      <c:pt idx="3539">
                        <c:v>4.7835759999999998E-2</c:v>
                      </c:pt>
                      <c:pt idx="3540">
                        <c:v>4.7868239999999999E-2</c:v>
                      </c:pt>
                      <c:pt idx="3541">
                        <c:v>4.7894949999999999E-2</c:v>
                      </c:pt>
                      <c:pt idx="3542">
                        <c:v>4.7918259999999997E-2</c:v>
                      </c:pt>
                      <c:pt idx="3543">
                        <c:v>4.7942789999999999E-2</c:v>
                      </c:pt>
                      <c:pt idx="3544">
                        <c:v>4.7972510000000003E-2</c:v>
                      </c:pt>
                      <c:pt idx="3545">
                        <c:v>4.8010839999999999E-2</c:v>
                      </c:pt>
                      <c:pt idx="3546">
                        <c:v>4.8058730000000001E-2</c:v>
                      </c:pt>
                      <c:pt idx="3547">
                        <c:v>4.8114400000000002E-2</c:v>
                      </c:pt>
                      <c:pt idx="3548">
                        <c:v>4.8174260000000003E-2</c:v>
                      </c:pt>
                      <c:pt idx="3549">
                        <c:v>4.82338E-2</c:v>
                      </c:pt>
                      <c:pt idx="3550">
                        <c:v>4.8288640000000001E-2</c:v>
                      </c:pt>
                      <c:pt idx="3551">
                        <c:v>4.8335219999999998E-2</c:v>
                      </c:pt>
                      <c:pt idx="3552">
                        <c:v>4.8371110000000002E-2</c:v>
                      </c:pt>
                      <c:pt idx="3553">
                        <c:v>4.8395559999999997E-2</c:v>
                      </c:pt>
                      <c:pt idx="3554">
                        <c:v>4.8408079999999999E-2</c:v>
                      </c:pt>
                      <c:pt idx="3555">
                        <c:v>4.8408260000000002E-2</c:v>
                      </c:pt>
                      <c:pt idx="3556">
                        <c:v>4.8396300000000003E-2</c:v>
                      </c:pt>
                      <c:pt idx="3557">
                        <c:v>4.8373069999999997E-2</c:v>
                      </c:pt>
                      <c:pt idx="3558">
                        <c:v>4.8340330000000001E-2</c:v>
                      </c:pt>
                      <c:pt idx="3559">
                        <c:v>4.8301520000000001E-2</c:v>
                      </c:pt>
                      <c:pt idx="3560">
                        <c:v>4.826064E-2</c:v>
                      </c:pt>
                      <c:pt idx="3561">
                        <c:v>4.8222840000000003E-2</c:v>
                      </c:pt>
                      <c:pt idx="3562">
                        <c:v>4.8192369999999998E-2</c:v>
                      </c:pt>
                      <c:pt idx="3563">
                        <c:v>4.8171970000000001E-2</c:v>
                      </c:pt>
                      <c:pt idx="3564">
                        <c:v>4.8161639999999999E-2</c:v>
                      </c:pt>
                      <c:pt idx="3565">
                        <c:v>4.8159899999999999E-2</c:v>
                      </c:pt>
                      <c:pt idx="3566">
                        <c:v>4.8163049999999999E-2</c:v>
                      </c:pt>
                      <c:pt idx="3567">
                        <c:v>4.8167670000000003E-2</c:v>
                      </c:pt>
                      <c:pt idx="3568">
                        <c:v>4.8170560000000001E-2</c:v>
                      </c:pt>
                      <c:pt idx="3569">
                        <c:v>4.8170119999999997E-2</c:v>
                      </c:pt>
                      <c:pt idx="3570">
                        <c:v>4.8166260000000002E-2</c:v>
                      </c:pt>
                      <c:pt idx="3571">
                        <c:v>4.8159159999999999E-2</c:v>
                      </c:pt>
                      <c:pt idx="3572">
                        <c:v>4.8148980000000001E-2</c:v>
                      </c:pt>
                      <c:pt idx="3573">
                        <c:v>4.8135020000000001E-2</c:v>
                      </c:pt>
                      <c:pt idx="3574">
                        <c:v>4.8115959999999999E-2</c:v>
                      </c:pt>
                      <c:pt idx="3575">
                        <c:v>4.8089819999999998E-2</c:v>
                      </c:pt>
                      <c:pt idx="3576">
                        <c:v>4.8054920000000001E-2</c:v>
                      </c:pt>
                      <c:pt idx="3577">
                        <c:v>4.8010959999999998E-2</c:v>
                      </c:pt>
                      <c:pt idx="3578">
                        <c:v>4.7959109999999999E-2</c:v>
                      </c:pt>
                      <c:pt idx="3579">
                        <c:v>4.7902019999999997E-2</c:v>
                      </c:pt>
                      <c:pt idx="3580">
                        <c:v>4.7843490000000002E-2</c:v>
                      </c:pt>
                      <c:pt idx="3581">
                        <c:v>4.7786679999999998E-2</c:v>
                      </c:pt>
                      <c:pt idx="3582">
                        <c:v>4.7734749999999999E-2</c:v>
                      </c:pt>
                      <c:pt idx="3583">
                        <c:v>4.7688260000000003E-2</c:v>
                      </c:pt>
                      <c:pt idx="3584">
                        <c:v>4.7645590000000002E-2</c:v>
                      </c:pt>
                      <c:pt idx="3585">
                        <c:v>4.7603369999999999E-2</c:v>
                      </c:pt>
                      <c:pt idx="3586">
                        <c:v>4.7556710000000002E-2</c:v>
                      </c:pt>
                      <c:pt idx="3587">
                        <c:v>4.749975E-2</c:v>
                      </c:pt>
                      <c:pt idx="3588">
                        <c:v>4.7427740000000003E-2</c:v>
                      </c:pt>
                      <c:pt idx="3589">
                        <c:v>4.733884E-2</c:v>
                      </c:pt>
                      <c:pt idx="3590">
                        <c:v>4.7235649999999997E-2</c:v>
                      </c:pt>
                      <c:pt idx="3591">
                        <c:v>4.7126800000000003E-2</c:v>
                      </c:pt>
                      <c:pt idx="3592">
                        <c:v>4.702506E-2</c:v>
                      </c:pt>
                      <c:pt idx="3593">
                        <c:v>4.6948150000000001E-2</c:v>
                      </c:pt>
                      <c:pt idx="3594">
                        <c:v>4.6913120000000003E-2</c:v>
                      </c:pt>
                      <c:pt idx="3595">
                        <c:v>4.693224E-2</c:v>
                      </c:pt>
                      <c:pt idx="3596">
                        <c:v>4.7009370000000002E-2</c:v>
                      </c:pt>
                      <c:pt idx="3597">
                        <c:v>4.713813E-2</c:v>
                      </c:pt>
                      <c:pt idx="3598">
                        <c:v>4.7301879999999998E-2</c:v>
                      </c:pt>
                      <c:pt idx="3599">
                        <c:v>4.747875E-2</c:v>
                      </c:pt>
                      <c:pt idx="3600">
                        <c:v>4.7646000000000001E-2</c:v>
                      </c:pt>
                      <c:pt idx="3601">
                        <c:v>4.7786380000000003E-2</c:v>
                      </c:pt>
                      <c:pt idx="3602">
                        <c:v>4.7892619999999997E-2</c:v>
                      </c:pt>
                      <c:pt idx="3603">
                        <c:v>4.7965220000000003E-2</c:v>
                      </c:pt>
                      <c:pt idx="3604">
                        <c:v>4.8011949999999998E-2</c:v>
                      </c:pt>
                      <c:pt idx="3605">
                        <c:v>4.8042670000000003E-2</c:v>
                      </c:pt>
                      <c:pt idx="3606">
                        <c:v>4.8065509999999999E-2</c:v>
                      </c:pt>
                      <c:pt idx="3607">
                        <c:v>4.8085459999999997E-2</c:v>
                      </c:pt>
                      <c:pt idx="3608">
                        <c:v>4.8103449999999999E-2</c:v>
                      </c:pt>
                      <c:pt idx="3609">
                        <c:v>4.81187E-2</c:v>
                      </c:pt>
                      <c:pt idx="3610">
                        <c:v>4.8130949999999999E-2</c:v>
                      </c:pt>
                      <c:pt idx="3611">
                        <c:v>4.8140460000000003E-2</c:v>
                      </c:pt>
                      <c:pt idx="3612">
                        <c:v>4.8147870000000002E-2</c:v>
                      </c:pt>
                      <c:pt idx="3613">
                        <c:v>4.8154200000000001E-2</c:v>
                      </c:pt>
                      <c:pt idx="3614">
                        <c:v>4.8156600000000001E-2</c:v>
                      </c:pt>
                      <c:pt idx="3615">
                        <c:v>4.8152090000000002E-2</c:v>
                      </c:pt>
                      <c:pt idx="3616">
                        <c:v>4.8135280000000003E-2</c:v>
                      </c:pt>
                      <c:pt idx="3617">
                        <c:v>4.810437E-2</c:v>
                      </c:pt>
                      <c:pt idx="3618">
                        <c:v>4.8063210000000002E-2</c:v>
                      </c:pt>
                      <c:pt idx="3619">
                        <c:v>4.8021170000000002E-2</c:v>
                      </c:pt>
                      <c:pt idx="3620">
                        <c:v>4.7992930000000003E-2</c:v>
                      </c:pt>
                      <c:pt idx="3621">
                        <c:v>4.799345E-2</c:v>
                      </c:pt>
                      <c:pt idx="3622">
                        <c:v>4.803238E-2</c:v>
                      </c:pt>
                      <c:pt idx="3623">
                        <c:v>4.8110439999999997E-2</c:v>
                      </c:pt>
                      <c:pt idx="3624">
                        <c:v>4.8218730000000001E-2</c:v>
                      </c:pt>
                      <c:pt idx="3625">
                        <c:v>4.8338480000000003E-2</c:v>
                      </c:pt>
                      <c:pt idx="3626">
                        <c:v>4.8448709999999999E-2</c:v>
                      </c:pt>
                      <c:pt idx="3627">
                        <c:v>4.8530139999999999E-2</c:v>
                      </c:pt>
                      <c:pt idx="3628">
                        <c:v>4.8570229999999999E-2</c:v>
                      </c:pt>
                      <c:pt idx="3629">
                        <c:v>4.8565570000000002E-2</c:v>
                      </c:pt>
                      <c:pt idx="3630">
                        <c:v>4.8520550000000003E-2</c:v>
                      </c:pt>
                      <c:pt idx="3631">
                        <c:v>4.8444300000000003E-2</c:v>
                      </c:pt>
                      <c:pt idx="3632">
                        <c:v>4.8347000000000001E-2</c:v>
                      </c:pt>
                      <c:pt idx="3633">
                        <c:v>4.823624E-2</c:v>
                      </c:pt>
                      <c:pt idx="3634">
                        <c:v>4.81187E-2</c:v>
                      </c:pt>
                      <c:pt idx="3635">
                        <c:v>4.7993929999999997E-2</c:v>
                      </c:pt>
                      <c:pt idx="3636">
                        <c:v>4.7860949999999999E-2</c:v>
                      </c:pt>
                      <c:pt idx="3637">
                        <c:v>4.7715630000000002E-2</c:v>
                      </c:pt>
                      <c:pt idx="3638">
                        <c:v>4.7553529999999997E-2</c:v>
                      </c:pt>
                      <c:pt idx="3639">
                        <c:v>4.7373199999999997E-2</c:v>
                      </c:pt>
                      <c:pt idx="3640">
                        <c:v>4.7179169999999999E-2</c:v>
                      </c:pt>
                      <c:pt idx="3641">
                        <c:v>4.6986960000000001E-2</c:v>
                      </c:pt>
                      <c:pt idx="3642">
                        <c:v>4.6828300000000003E-2</c:v>
                      </c:pt>
                      <c:pt idx="3643">
                        <c:v>4.6749110000000003E-2</c:v>
                      </c:pt>
                      <c:pt idx="3644">
                        <c:v>4.680745E-2</c:v>
                      </c:pt>
                      <c:pt idx="3645">
                        <c:v>4.7060730000000002E-2</c:v>
                      </c:pt>
                      <c:pt idx="3646">
                        <c:v>4.754858E-2</c:v>
                      </c:pt>
                      <c:pt idx="3647">
                        <c:v>4.8273860000000002E-2</c:v>
                      </c:pt>
                      <c:pt idx="3648">
                        <c:v>4.9186489999999999E-2</c:v>
                      </c:pt>
                      <c:pt idx="3649">
                        <c:v>5.0192670000000002E-2</c:v>
                      </c:pt>
                      <c:pt idx="3650">
                        <c:v>5.1174869999999997E-2</c:v>
                      </c:pt>
                      <c:pt idx="3651">
                        <c:v>5.2023989999999999E-2</c:v>
                      </c:pt>
                      <c:pt idx="3652">
                        <c:v>5.2666709999999999E-2</c:v>
                      </c:pt>
                      <c:pt idx="3653">
                        <c:v>5.308069E-2</c:v>
                      </c:pt>
                      <c:pt idx="3654">
                        <c:v>5.3285319999999997E-2</c:v>
                      </c:pt>
                      <c:pt idx="3655">
                        <c:v>5.3326709999999999E-2</c:v>
                      </c:pt>
                      <c:pt idx="3656">
                        <c:v>5.3260109999999999E-2</c:v>
                      </c:pt>
                      <c:pt idx="3657">
                        <c:v>5.3137080000000003E-2</c:v>
                      </c:pt>
                      <c:pt idx="3658">
                        <c:v>5.2997540000000003E-2</c:v>
                      </c:pt>
                      <c:pt idx="3659">
                        <c:v>5.286598E-2</c:v>
                      </c:pt>
                      <c:pt idx="3660">
                        <c:v>5.2757499999999999E-2</c:v>
                      </c:pt>
                      <c:pt idx="3661">
                        <c:v>5.2678599999999999E-2</c:v>
                      </c:pt>
                      <c:pt idx="3662">
                        <c:v>5.2631589999999999E-2</c:v>
                      </c:pt>
                      <c:pt idx="3663">
                        <c:v>5.2616250000000003E-2</c:v>
                      </c:pt>
                      <c:pt idx="3664">
                        <c:v>5.2628630000000003E-2</c:v>
                      </c:pt>
                      <c:pt idx="3665">
                        <c:v>5.266353E-2</c:v>
                      </c:pt>
                      <c:pt idx="3666">
                        <c:v>5.271261E-2</c:v>
                      </c:pt>
                      <c:pt idx="3667">
                        <c:v>5.2764909999999998E-2</c:v>
                      </c:pt>
                      <c:pt idx="3668">
                        <c:v>5.2809179999999997E-2</c:v>
                      </c:pt>
                      <c:pt idx="3669">
                        <c:v>5.2835970000000003E-2</c:v>
                      </c:pt>
                      <c:pt idx="3670">
                        <c:v>5.2838660000000003E-2</c:v>
                      </c:pt>
                      <c:pt idx="3671">
                        <c:v>5.2814300000000002E-2</c:v>
                      </c:pt>
                      <c:pt idx="3672">
                        <c:v>5.2762330000000003E-2</c:v>
                      </c:pt>
                      <c:pt idx="3673">
                        <c:v>5.2685410000000002E-2</c:v>
                      </c:pt>
                      <c:pt idx="3674">
                        <c:v>5.2589169999999998E-2</c:v>
                      </c:pt>
                      <c:pt idx="3675">
                        <c:v>5.248092E-2</c:v>
                      </c:pt>
                      <c:pt idx="3676">
                        <c:v>5.2371260000000003E-2</c:v>
                      </c:pt>
                      <c:pt idx="3677">
                        <c:v>5.227296E-2</c:v>
                      </c:pt>
                      <c:pt idx="3678">
                        <c:v>5.2200879999999998E-2</c:v>
                      </c:pt>
                      <c:pt idx="3679">
                        <c:v>5.2167739999999997E-2</c:v>
                      </c:pt>
                      <c:pt idx="3680">
                        <c:v>5.218126E-2</c:v>
                      </c:pt>
                      <c:pt idx="3681">
                        <c:v>5.2243930000000001E-2</c:v>
                      </c:pt>
                      <c:pt idx="3682">
                        <c:v>5.2348579999999999E-2</c:v>
                      </c:pt>
                      <c:pt idx="3683">
                        <c:v>5.2478709999999998E-2</c:v>
                      </c:pt>
                      <c:pt idx="3684">
                        <c:v>5.261176E-2</c:v>
                      </c:pt>
                      <c:pt idx="3685">
                        <c:v>5.2723199999999998E-2</c:v>
                      </c:pt>
                      <c:pt idx="3686">
                        <c:v>5.2792560000000002E-2</c:v>
                      </c:pt>
                      <c:pt idx="3687">
                        <c:v>5.2807340000000001E-2</c:v>
                      </c:pt>
                      <c:pt idx="3688">
                        <c:v>5.2766220000000003E-2</c:v>
                      </c:pt>
                      <c:pt idx="3689">
                        <c:v>5.268055E-2</c:v>
                      </c:pt>
                      <c:pt idx="3690">
                        <c:v>5.2571590000000001E-2</c:v>
                      </c:pt>
                      <c:pt idx="3691">
                        <c:v>5.246783E-2</c:v>
                      </c:pt>
                      <c:pt idx="3692">
                        <c:v>5.2397060000000002E-2</c:v>
                      </c:pt>
                      <c:pt idx="3693">
                        <c:v>5.2382629999999999E-2</c:v>
                      </c:pt>
                      <c:pt idx="3694">
                        <c:v>5.2436499999999997E-2</c:v>
                      </c:pt>
                      <c:pt idx="3695">
                        <c:v>5.2557270000000003E-2</c:v>
                      </c:pt>
                      <c:pt idx="3696">
                        <c:v>5.2730529999999998E-2</c:v>
                      </c:pt>
                      <c:pt idx="3697">
                        <c:v>5.2933460000000002E-2</c:v>
                      </c:pt>
                      <c:pt idx="3698">
                        <c:v>5.314203E-2</c:v>
                      </c:pt>
                      <c:pt idx="3699">
                        <c:v>5.333574E-2</c:v>
                      </c:pt>
                      <c:pt idx="3700">
                        <c:v>5.3503269999999999E-2</c:v>
                      </c:pt>
                      <c:pt idx="3701">
                        <c:v>5.3642750000000003E-2</c:v>
                      </c:pt>
                      <c:pt idx="3702">
                        <c:v>5.375899E-2</c:v>
                      </c:pt>
                      <c:pt idx="3703">
                        <c:v>5.3858870000000003E-2</c:v>
                      </c:pt>
                      <c:pt idx="3704">
                        <c:v>5.3947019999999998E-2</c:v>
                      </c:pt>
                      <c:pt idx="3705">
                        <c:v>5.402386E-2</c:v>
                      </c:pt>
                      <c:pt idx="3706">
                        <c:v>5.408615E-2</c:v>
                      </c:pt>
                      <c:pt idx="3707">
                        <c:v>5.4129049999999998E-2</c:v>
                      </c:pt>
                      <c:pt idx="3708">
                        <c:v>5.4149919999999997E-2</c:v>
                      </c:pt>
                      <c:pt idx="3709">
                        <c:v>5.414969E-2</c:v>
                      </c:pt>
                      <c:pt idx="3710">
                        <c:v>5.4133849999999997E-2</c:v>
                      </c:pt>
                      <c:pt idx="3711">
                        <c:v>5.4110209999999999E-2</c:v>
                      </c:pt>
                      <c:pt idx="3712">
                        <c:v>5.4085210000000002E-2</c:v>
                      </c:pt>
                      <c:pt idx="3713">
                        <c:v>5.4063109999999998E-2</c:v>
                      </c:pt>
                      <c:pt idx="3714">
                        <c:v>5.4044120000000001E-2</c:v>
                      </c:pt>
                      <c:pt idx="3715">
                        <c:v>5.402622E-2</c:v>
                      </c:pt>
                      <c:pt idx="3716">
                        <c:v>5.4006110000000003E-2</c:v>
                      </c:pt>
                      <c:pt idx="3717">
                        <c:v>5.3984049999999999E-2</c:v>
                      </c:pt>
                      <c:pt idx="3718">
                        <c:v>5.396165E-2</c:v>
                      </c:pt>
                      <c:pt idx="3719">
                        <c:v>5.3943909999999998E-2</c:v>
                      </c:pt>
                      <c:pt idx="3720">
                        <c:v>5.3934830000000003E-2</c:v>
                      </c:pt>
                      <c:pt idx="3721">
                        <c:v>5.3938729999999997E-2</c:v>
                      </c:pt>
                      <c:pt idx="3722">
                        <c:v>5.3955759999999998E-2</c:v>
                      </c:pt>
                      <c:pt idx="3723">
                        <c:v>5.3984119999999997E-2</c:v>
                      </c:pt>
                      <c:pt idx="3724">
                        <c:v>5.4020180000000001E-2</c:v>
                      </c:pt>
                      <c:pt idx="3725">
                        <c:v>5.4060860000000002E-2</c:v>
                      </c:pt>
                      <c:pt idx="3726">
                        <c:v>5.4103190000000002E-2</c:v>
                      </c:pt>
                      <c:pt idx="3727">
                        <c:v>5.4145260000000001E-2</c:v>
                      </c:pt>
                      <c:pt idx="3728">
                        <c:v>5.4184679999999999E-2</c:v>
                      </c:pt>
                      <c:pt idx="3729">
                        <c:v>5.4217969999999997E-2</c:v>
                      </c:pt>
                      <c:pt idx="3730">
                        <c:v>5.4241919999999999E-2</c:v>
                      </c:pt>
                      <c:pt idx="3731">
                        <c:v>5.4252740000000001E-2</c:v>
                      </c:pt>
                      <c:pt idx="3732">
                        <c:v>5.4248940000000002E-2</c:v>
                      </c:pt>
                      <c:pt idx="3733">
                        <c:v>5.4233169999999997E-2</c:v>
                      </c:pt>
                      <c:pt idx="3734">
                        <c:v>5.4211629999999997E-2</c:v>
                      </c:pt>
                      <c:pt idx="3735">
                        <c:v>5.4192669999999998E-2</c:v>
                      </c:pt>
                      <c:pt idx="3736">
                        <c:v>5.4184259999999998E-2</c:v>
                      </c:pt>
                      <c:pt idx="3737">
                        <c:v>5.4191620000000003E-2</c:v>
                      </c:pt>
                      <c:pt idx="3738">
                        <c:v>5.4216130000000001E-2</c:v>
                      </c:pt>
                      <c:pt idx="3739">
                        <c:v>5.4254499999999997E-2</c:v>
                      </c:pt>
                      <c:pt idx="3740">
                        <c:v>5.4301509999999997E-2</c:v>
                      </c:pt>
                      <c:pt idx="3741">
                        <c:v>5.4353140000000001E-2</c:v>
                      </c:pt>
                      <c:pt idx="3742">
                        <c:v>5.4406990000000002E-2</c:v>
                      </c:pt>
                      <c:pt idx="3743">
                        <c:v>5.4462950000000003E-2</c:v>
                      </c:pt>
                      <c:pt idx="3744">
                        <c:v>5.4521170000000001E-2</c:v>
                      </c:pt>
                      <c:pt idx="3745">
                        <c:v>5.4581169999999998E-2</c:v>
                      </c:pt>
                      <c:pt idx="3746">
                        <c:v>5.4639300000000002E-2</c:v>
                      </c:pt>
                      <c:pt idx="3747">
                        <c:v>5.4689309999999998E-2</c:v>
                      </c:pt>
                      <c:pt idx="3748">
                        <c:v>5.4724639999999998E-2</c:v>
                      </c:pt>
                      <c:pt idx="3749">
                        <c:v>5.4740650000000002E-2</c:v>
                      </c:pt>
                      <c:pt idx="3750">
                        <c:v>5.4737910000000001E-2</c:v>
                      </c:pt>
                      <c:pt idx="3751">
                        <c:v>5.4721789999999999E-2</c:v>
                      </c:pt>
                      <c:pt idx="3752">
                        <c:v>5.4702050000000002E-2</c:v>
                      </c:pt>
                      <c:pt idx="3753">
                        <c:v>5.4688300000000002E-2</c:v>
                      </c:pt>
                      <c:pt idx="3754">
                        <c:v>5.4688229999999997E-2</c:v>
                      </c:pt>
                      <c:pt idx="3755">
                        <c:v>5.4703710000000003E-2</c:v>
                      </c:pt>
                      <c:pt idx="3756">
                        <c:v>5.4731179999999997E-2</c:v>
                      </c:pt>
                      <c:pt idx="3757">
                        <c:v>5.4764260000000002E-2</c:v>
                      </c:pt>
                      <c:pt idx="3758">
                        <c:v>5.479639E-2</c:v>
                      </c:pt>
                      <c:pt idx="3759">
                        <c:v>5.4823419999999998E-2</c:v>
                      </c:pt>
                      <c:pt idx="3760">
                        <c:v>5.4844320000000002E-2</c:v>
                      </c:pt>
                      <c:pt idx="3761">
                        <c:v>5.4861960000000001E-2</c:v>
                      </c:pt>
                      <c:pt idx="3762">
                        <c:v>5.4880379999999999E-2</c:v>
                      </c:pt>
                      <c:pt idx="3763">
                        <c:v>5.4902369999999999E-2</c:v>
                      </c:pt>
                      <c:pt idx="3764">
                        <c:v>5.492851E-2</c:v>
                      </c:pt>
                      <c:pt idx="3765">
                        <c:v>5.4957949999999998E-2</c:v>
                      </c:pt>
                      <c:pt idx="3766">
                        <c:v>5.4987880000000003E-2</c:v>
                      </c:pt>
                      <c:pt idx="3767">
                        <c:v>5.5016130000000003E-2</c:v>
                      </c:pt>
                      <c:pt idx="3768">
                        <c:v>5.5041319999999998E-2</c:v>
                      </c:pt>
                      <c:pt idx="3769">
                        <c:v>5.506378E-2</c:v>
                      </c:pt>
                      <c:pt idx="3770">
                        <c:v>5.5085290000000002E-2</c:v>
                      </c:pt>
                      <c:pt idx="3771">
                        <c:v>5.5106660000000002E-2</c:v>
                      </c:pt>
                      <c:pt idx="3772">
                        <c:v>5.5128669999999998E-2</c:v>
                      </c:pt>
                      <c:pt idx="3773">
                        <c:v>5.5150860000000003E-2</c:v>
                      </c:pt>
                      <c:pt idx="3774">
                        <c:v>5.517329E-2</c:v>
                      </c:pt>
                      <c:pt idx="3775">
                        <c:v>5.5195439999999998E-2</c:v>
                      </c:pt>
                      <c:pt idx="3776">
                        <c:v>5.5217639999999998E-2</c:v>
                      </c:pt>
                      <c:pt idx="3777">
                        <c:v>5.5241159999999997E-2</c:v>
                      </c:pt>
                      <c:pt idx="3778">
                        <c:v>5.526727E-2</c:v>
                      </c:pt>
                      <c:pt idx="3779">
                        <c:v>5.5297039999999999E-2</c:v>
                      </c:pt>
                      <c:pt idx="3780">
                        <c:v>5.5330539999999998E-2</c:v>
                      </c:pt>
                      <c:pt idx="3781">
                        <c:v>5.5368359999999998E-2</c:v>
                      </c:pt>
                      <c:pt idx="3782">
                        <c:v>5.5409769999999997E-2</c:v>
                      </c:pt>
                      <c:pt idx="3783">
                        <c:v>5.545547E-2</c:v>
                      </c:pt>
                      <c:pt idx="3784">
                        <c:v>5.550517E-2</c:v>
                      </c:pt>
                      <c:pt idx="3785">
                        <c:v>5.5558929999999999E-2</c:v>
                      </c:pt>
                      <c:pt idx="3786">
                        <c:v>5.5616520000000003E-2</c:v>
                      </c:pt>
                      <c:pt idx="3787">
                        <c:v>5.5675460000000003E-2</c:v>
                      </c:pt>
                      <c:pt idx="3788">
                        <c:v>5.5733539999999998E-2</c:v>
                      </c:pt>
                      <c:pt idx="3789">
                        <c:v>5.5788509999999999E-2</c:v>
                      </c:pt>
                      <c:pt idx="3790">
                        <c:v>5.5838249999999999E-2</c:v>
                      </c:pt>
                      <c:pt idx="3791">
                        <c:v>5.5882630000000003E-2</c:v>
                      </c:pt>
                      <c:pt idx="3792">
                        <c:v>5.5922619999999999E-2</c:v>
                      </c:pt>
                      <c:pt idx="3793">
                        <c:v>5.5960610000000001E-2</c:v>
                      </c:pt>
                      <c:pt idx="3794">
                        <c:v>5.5999090000000001E-2</c:v>
                      </c:pt>
                      <c:pt idx="3795">
                        <c:v>5.6038640000000001E-2</c:v>
                      </c:pt>
                      <c:pt idx="3796">
                        <c:v>5.6079419999999998E-2</c:v>
                      </c:pt>
                      <c:pt idx="3797">
                        <c:v>5.6119990000000002E-2</c:v>
                      </c:pt>
                      <c:pt idx="3798">
                        <c:v>5.6159019999999997E-2</c:v>
                      </c:pt>
                      <c:pt idx="3799">
                        <c:v>5.6195750000000003E-2</c:v>
                      </c:pt>
                      <c:pt idx="3800">
                        <c:v>5.6229920000000003E-2</c:v>
                      </c:pt>
                      <c:pt idx="3801">
                        <c:v>5.6262649999999997E-2</c:v>
                      </c:pt>
                      <c:pt idx="3802">
                        <c:v>5.6296039999999999E-2</c:v>
                      </c:pt>
                      <c:pt idx="3803">
                        <c:v>5.6330810000000002E-2</c:v>
                      </c:pt>
                      <c:pt idx="3804">
                        <c:v>5.6367819999999999E-2</c:v>
                      </c:pt>
                      <c:pt idx="3805">
                        <c:v>5.64068E-2</c:v>
                      </c:pt>
                      <c:pt idx="3806">
                        <c:v>5.6446830000000003E-2</c:v>
                      </c:pt>
                      <c:pt idx="3807">
                        <c:v>5.6486149999999999E-2</c:v>
                      </c:pt>
                      <c:pt idx="3808">
                        <c:v>5.652298E-2</c:v>
                      </c:pt>
                      <c:pt idx="3809">
                        <c:v>5.655582E-2</c:v>
                      </c:pt>
                      <c:pt idx="3810">
                        <c:v>5.658295E-2</c:v>
                      </c:pt>
                      <c:pt idx="3811">
                        <c:v>5.6603109999999998E-2</c:v>
                      </c:pt>
                      <c:pt idx="3812">
                        <c:v>5.6616090000000001E-2</c:v>
                      </c:pt>
                      <c:pt idx="3813">
                        <c:v>5.6623380000000001E-2</c:v>
                      </c:pt>
                      <c:pt idx="3814">
                        <c:v>5.6628129999999999E-2</c:v>
                      </c:pt>
                      <c:pt idx="3815">
                        <c:v>5.663576E-2</c:v>
                      </c:pt>
                      <c:pt idx="3816">
                        <c:v>5.6652479999999998E-2</c:v>
                      </c:pt>
                      <c:pt idx="3817">
                        <c:v>5.6684039999999998E-2</c:v>
                      </c:pt>
                      <c:pt idx="3818">
                        <c:v>5.6733390000000002E-2</c:v>
                      </c:pt>
                      <c:pt idx="3819">
                        <c:v>5.6799549999999997E-2</c:v>
                      </c:pt>
                      <c:pt idx="3820">
                        <c:v>5.6877049999999998E-2</c:v>
                      </c:pt>
                      <c:pt idx="3821">
                        <c:v>5.6957960000000002E-2</c:v>
                      </c:pt>
                      <c:pt idx="3822">
                        <c:v>5.7032729999999997E-2</c:v>
                      </c:pt>
                      <c:pt idx="3823">
                        <c:v>5.7093409999999997E-2</c:v>
                      </c:pt>
                      <c:pt idx="3824">
                        <c:v>5.7135890000000002E-2</c:v>
                      </c:pt>
                      <c:pt idx="3825">
                        <c:v>5.716011E-2</c:v>
                      </c:pt>
                      <c:pt idx="3826">
                        <c:v>5.7170770000000003E-2</c:v>
                      </c:pt>
                      <c:pt idx="3827">
                        <c:v>5.717436E-2</c:v>
                      </c:pt>
                      <c:pt idx="3828">
                        <c:v>5.717829E-2</c:v>
                      </c:pt>
                      <c:pt idx="3829">
                        <c:v>5.7188540000000003E-2</c:v>
                      </c:pt>
                      <c:pt idx="3830">
                        <c:v>5.7209099999999999E-2</c:v>
                      </c:pt>
                      <c:pt idx="3831">
                        <c:v>5.7240890000000003E-2</c:v>
                      </c:pt>
                      <c:pt idx="3832">
                        <c:v>5.7282890000000003E-2</c:v>
                      </c:pt>
                      <c:pt idx="3833">
                        <c:v>5.733212E-2</c:v>
                      </c:pt>
                      <c:pt idx="3834">
                        <c:v>5.7384940000000002E-2</c:v>
                      </c:pt>
                      <c:pt idx="3835">
                        <c:v>5.7437389999999998E-2</c:v>
                      </c:pt>
                      <c:pt idx="3836">
                        <c:v>5.7485689999999999E-2</c:v>
                      </c:pt>
                      <c:pt idx="3837">
                        <c:v>5.7526309999999997E-2</c:v>
                      </c:pt>
                      <c:pt idx="3838">
                        <c:v>5.7557820000000003E-2</c:v>
                      </c:pt>
                      <c:pt idx="3839">
                        <c:v>5.7579989999999998E-2</c:v>
                      </c:pt>
                      <c:pt idx="3840">
                        <c:v>5.7595130000000001E-2</c:v>
                      </c:pt>
                      <c:pt idx="3841">
                        <c:v>5.7607949999999998E-2</c:v>
                      </c:pt>
                      <c:pt idx="3842">
                        <c:v>5.7624330000000001E-2</c:v>
                      </c:pt>
                      <c:pt idx="3843">
                        <c:v>5.7650930000000003E-2</c:v>
                      </c:pt>
                      <c:pt idx="3844">
                        <c:v>5.7693120000000001E-2</c:v>
                      </c:pt>
                      <c:pt idx="3845">
                        <c:v>5.7754729999999997E-2</c:v>
                      </c:pt>
                      <c:pt idx="3846">
                        <c:v>5.783543E-2</c:v>
                      </c:pt>
                      <c:pt idx="3847">
                        <c:v>5.7933100000000001E-2</c:v>
                      </c:pt>
                      <c:pt idx="3848">
                        <c:v>5.8041479999999999E-2</c:v>
                      </c:pt>
                      <c:pt idx="3849">
                        <c:v>5.8153709999999997E-2</c:v>
                      </c:pt>
                      <c:pt idx="3850">
                        <c:v>5.8262029999999999E-2</c:v>
                      </c:pt>
                      <c:pt idx="3851">
                        <c:v>5.8359719999999997E-2</c:v>
                      </c:pt>
                      <c:pt idx="3852">
                        <c:v>5.8441140000000003E-2</c:v>
                      </c:pt>
                      <c:pt idx="3853">
                        <c:v>5.8503270000000003E-2</c:v>
                      </c:pt>
                      <c:pt idx="3854">
                        <c:v>5.8545239999999998E-2</c:v>
                      </c:pt>
                      <c:pt idx="3855">
                        <c:v>5.8567729999999998E-2</c:v>
                      </c:pt>
                      <c:pt idx="3856">
                        <c:v>5.8573720000000003E-2</c:v>
                      </c:pt>
                      <c:pt idx="3857">
                        <c:v>5.8567460000000002E-2</c:v>
                      </c:pt>
                      <c:pt idx="3858">
                        <c:v>5.8554219999999997E-2</c:v>
                      </c:pt>
                      <c:pt idx="3859">
                        <c:v>5.8540050000000003E-2</c:v>
                      </c:pt>
                      <c:pt idx="3860">
                        <c:v>5.8530569999999997E-2</c:v>
                      </c:pt>
                      <c:pt idx="3861">
                        <c:v>5.853121E-2</c:v>
                      </c:pt>
                      <c:pt idx="3862">
                        <c:v>5.8546229999999998E-2</c:v>
                      </c:pt>
                      <c:pt idx="3863">
                        <c:v>5.8577959999999998E-2</c:v>
                      </c:pt>
                      <c:pt idx="3864">
                        <c:v>5.8626539999999998E-2</c:v>
                      </c:pt>
                      <c:pt idx="3865">
                        <c:v>5.8690029999999997E-2</c:v>
                      </c:pt>
                      <c:pt idx="3866">
                        <c:v>5.8764749999999998E-2</c:v>
                      </c:pt>
                      <c:pt idx="3867">
                        <c:v>5.8846469999999998E-2</c:v>
                      </c:pt>
                      <c:pt idx="3868">
                        <c:v>5.8930259999999998E-2</c:v>
                      </c:pt>
                      <c:pt idx="3869">
                        <c:v>5.9012229999999999E-2</c:v>
                      </c:pt>
                      <c:pt idx="3870">
                        <c:v>5.9089599999999999E-2</c:v>
                      </c:pt>
                      <c:pt idx="3871">
                        <c:v>5.9160900000000002E-2</c:v>
                      </c:pt>
                      <c:pt idx="3872">
                        <c:v>5.922579E-2</c:v>
                      </c:pt>
                      <c:pt idx="3873">
                        <c:v>5.9284280000000002E-2</c:v>
                      </c:pt>
                      <c:pt idx="3874">
                        <c:v>5.9337300000000003E-2</c:v>
                      </c:pt>
                      <c:pt idx="3875">
                        <c:v>5.9385090000000001E-2</c:v>
                      </c:pt>
                      <c:pt idx="3876">
                        <c:v>5.9428700000000001E-2</c:v>
                      </c:pt>
                      <c:pt idx="3877">
                        <c:v>5.9468939999999998E-2</c:v>
                      </c:pt>
                      <c:pt idx="3878">
                        <c:v>5.9506789999999997E-2</c:v>
                      </c:pt>
                      <c:pt idx="3879">
                        <c:v>5.9544220000000002E-2</c:v>
                      </c:pt>
                      <c:pt idx="3880">
                        <c:v>5.9582599999999999E-2</c:v>
                      </c:pt>
                      <c:pt idx="3881">
                        <c:v>5.9623269999999999E-2</c:v>
                      </c:pt>
                      <c:pt idx="3882">
                        <c:v>5.9667520000000002E-2</c:v>
                      </c:pt>
                      <c:pt idx="3883">
                        <c:v>5.9715190000000001E-2</c:v>
                      </c:pt>
                      <c:pt idx="3884">
                        <c:v>5.9765070000000003E-2</c:v>
                      </c:pt>
                      <c:pt idx="3885">
                        <c:v>5.9816599999999998E-2</c:v>
                      </c:pt>
                      <c:pt idx="3886">
                        <c:v>5.9868240000000003E-2</c:v>
                      </c:pt>
                      <c:pt idx="3887">
                        <c:v>5.9919390000000003E-2</c:v>
                      </c:pt>
                      <c:pt idx="3888">
                        <c:v>5.9969450000000001E-2</c:v>
                      </c:pt>
                      <c:pt idx="3889">
                        <c:v>6.0018710000000003E-2</c:v>
                      </c:pt>
                      <c:pt idx="3890">
                        <c:v>6.0068219999999999E-2</c:v>
                      </c:pt>
                      <c:pt idx="3891">
                        <c:v>6.0118749999999999E-2</c:v>
                      </c:pt>
                      <c:pt idx="3892">
                        <c:v>6.0171420000000003E-2</c:v>
                      </c:pt>
                      <c:pt idx="3893">
                        <c:v>6.0227139999999998E-2</c:v>
                      </c:pt>
                      <c:pt idx="3894">
                        <c:v>6.0286560000000003E-2</c:v>
                      </c:pt>
                      <c:pt idx="3895">
                        <c:v>6.0349939999999998E-2</c:v>
                      </c:pt>
                      <c:pt idx="3896">
                        <c:v>6.0416119999999997E-2</c:v>
                      </c:pt>
                      <c:pt idx="3897">
                        <c:v>6.0483910000000002E-2</c:v>
                      </c:pt>
                      <c:pt idx="3898">
                        <c:v>6.0552010000000003E-2</c:v>
                      </c:pt>
                      <c:pt idx="3899">
                        <c:v>6.0619060000000002E-2</c:v>
                      </c:pt>
                      <c:pt idx="3900">
                        <c:v>6.0684589999999997E-2</c:v>
                      </c:pt>
                      <c:pt idx="3901">
                        <c:v>6.0749829999999998E-2</c:v>
                      </c:pt>
                      <c:pt idx="3902">
                        <c:v>6.0816559999999999E-2</c:v>
                      </c:pt>
                      <c:pt idx="3903">
                        <c:v>6.0886999999999997E-2</c:v>
                      </c:pt>
                      <c:pt idx="3904">
                        <c:v>6.0962790000000003E-2</c:v>
                      </c:pt>
                      <c:pt idx="3905">
                        <c:v>6.1044010000000003E-2</c:v>
                      </c:pt>
                      <c:pt idx="3906">
                        <c:v>6.1128750000000003E-2</c:v>
                      </c:pt>
                      <c:pt idx="3907">
                        <c:v>6.1213360000000001E-2</c:v>
                      </c:pt>
                      <c:pt idx="3908">
                        <c:v>6.1292869999999999E-2</c:v>
                      </c:pt>
                      <c:pt idx="3909">
                        <c:v>6.1362970000000003E-2</c:v>
                      </c:pt>
                      <c:pt idx="3910">
                        <c:v>6.1420490000000001E-2</c:v>
                      </c:pt>
                      <c:pt idx="3911">
                        <c:v>6.1464339999999999E-2</c:v>
                      </c:pt>
                      <c:pt idx="3912">
                        <c:v>6.149545E-2</c:v>
                      </c:pt>
                      <c:pt idx="3913">
                        <c:v>6.1516179999999997E-2</c:v>
                      </c:pt>
                      <c:pt idx="3914">
                        <c:v>6.1529430000000003E-2</c:v>
                      </c:pt>
                      <c:pt idx="3915">
                        <c:v>6.1537599999999998E-2</c:v>
                      </c:pt>
                      <c:pt idx="3916">
                        <c:v>6.1542640000000003E-2</c:v>
                      </c:pt>
                      <c:pt idx="3917">
                        <c:v>6.1546040000000003E-2</c:v>
                      </c:pt>
                      <c:pt idx="3918">
                        <c:v>6.1548520000000002E-2</c:v>
                      </c:pt>
                      <c:pt idx="3919">
                        <c:v>6.1551040000000001E-2</c:v>
                      </c:pt>
                      <c:pt idx="3920">
                        <c:v>6.1554360000000002E-2</c:v>
                      </c:pt>
                      <c:pt idx="3921">
                        <c:v>6.1559669999999997E-2</c:v>
                      </c:pt>
                      <c:pt idx="3922">
                        <c:v>6.1567879999999998E-2</c:v>
                      </c:pt>
                      <c:pt idx="3923">
                        <c:v>6.1579059999999998E-2</c:v>
                      </c:pt>
                      <c:pt idx="3924">
                        <c:v>6.1593000000000002E-2</c:v>
                      </c:pt>
                      <c:pt idx="3925">
                        <c:v>6.1609190000000001E-2</c:v>
                      </c:pt>
                      <c:pt idx="3926">
                        <c:v>6.162683E-2</c:v>
                      </c:pt>
                      <c:pt idx="3927">
                        <c:v>6.1645310000000002E-2</c:v>
                      </c:pt>
                      <c:pt idx="3928">
                        <c:v>6.1663530000000001E-2</c:v>
                      </c:pt>
                      <c:pt idx="3929">
                        <c:v>6.1681319999999998E-2</c:v>
                      </c:pt>
                      <c:pt idx="3930">
                        <c:v>6.1698210000000003E-2</c:v>
                      </c:pt>
                      <c:pt idx="3931">
                        <c:v>6.1713860000000002E-2</c:v>
                      </c:pt>
                      <c:pt idx="3932">
                        <c:v>6.172826E-2</c:v>
                      </c:pt>
                      <c:pt idx="3933">
                        <c:v>6.1742020000000002E-2</c:v>
                      </c:pt>
                      <c:pt idx="3934">
                        <c:v>6.1756180000000001E-2</c:v>
                      </c:pt>
                      <c:pt idx="3935">
                        <c:v>6.1772109999999998E-2</c:v>
                      </c:pt>
                      <c:pt idx="3936">
                        <c:v>6.1791600000000002E-2</c:v>
                      </c:pt>
                      <c:pt idx="3937">
                        <c:v>6.1815700000000001E-2</c:v>
                      </c:pt>
                      <c:pt idx="3938">
                        <c:v>6.1844580000000003E-2</c:v>
                      </c:pt>
                      <c:pt idx="3939">
                        <c:v>6.1877170000000002E-2</c:v>
                      </c:pt>
                      <c:pt idx="3940">
                        <c:v>6.191141E-2</c:v>
                      </c:pt>
                      <c:pt idx="3941">
                        <c:v>6.1945149999999997E-2</c:v>
                      </c:pt>
                      <c:pt idx="3942">
                        <c:v>6.1976450000000002E-2</c:v>
                      </c:pt>
                      <c:pt idx="3943">
                        <c:v>6.2004539999999997E-2</c:v>
                      </c:pt>
                      <c:pt idx="3944">
                        <c:v>6.2029910000000001E-2</c:v>
                      </c:pt>
                      <c:pt idx="3945">
                        <c:v>6.205426E-2</c:v>
                      </c:pt>
                      <c:pt idx="3946">
                        <c:v>6.2079950000000002E-2</c:v>
                      </c:pt>
                      <c:pt idx="3947">
                        <c:v>6.2109119999999997E-2</c:v>
                      </c:pt>
                      <c:pt idx="3948">
                        <c:v>6.2143450000000003E-2</c:v>
                      </c:pt>
                      <c:pt idx="3949">
                        <c:v>6.218394E-2</c:v>
                      </c:pt>
                      <c:pt idx="3950">
                        <c:v>6.2230580000000001E-2</c:v>
                      </c:pt>
                      <c:pt idx="3951">
                        <c:v>6.2282509999999999E-2</c:v>
                      </c:pt>
                      <c:pt idx="3952">
                        <c:v>6.2338280000000003E-2</c:v>
                      </c:pt>
                      <c:pt idx="3953">
                        <c:v>6.2396229999999997E-2</c:v>
                      </c:pt>
                      <c:pt idx="3954">
                        <c:v>6.2454570000000001E-2</c:v>
                      </c:pt>
                      <c:pt idx="3955">
                        <c:v>6.2511769999999994E-2</c:v>
                      </c:pt>
                      <c:pt idx="3956">
                        <c:v>6.2567029999999996E-2</c:v>
                      </c:pt>
                      <c:pt idx="3957">
                        <c:v>6.2620529999999994E-2</c:v>
                      </c:pt>
                      <c:pt idx="3958">
                        <c:v>6.2673610000000005E-2</c:v>
                      </c:pt>
                      <c:pt idx="3959">
                        <c:v>6.272809E-2</c:v>
                      </c:pt>
                      <c:pt idx="3960">
                        <c:v>6.2785900000000006E-2</c:v>
                      </c:pt>
                      <c:pt idx="3961">
                        <c:v>6.2848310000000004E-2</c:v>
                      </c:pt>
                      <c:pt idx="3962">
                        <c:v>6.2915369999999998E-2</c:v>
                      </c:pt>
                      <c:pt idx="3963">
                        <c:v>6.2985920000000001E-2</c:v>
                      </c:pt>
                      <c:pt idx="3964">
                        <c:v>6.3058210000000003E-2</c:v>
                      </c:pt>
                      <c:pt idx="3965">
                        <c:v>6.3130480000000003E-2</c:v>
                      </c:pt>
                      <c:pt idx="3966">
                        <c:v>6.3202060000000004E-2</c:v>
                      </c:pt>
                      <c:pt idx="3967">
                        <c:v>6.327315E-2</c:v>
                      </c:pt>
                      <c:pt idx="3968">
                        <c:v>6.3345369999999998E-2</c:v>
                      </c:pt>
                      <c:pt idx="3969">
                        <c:v>6.3420370000000004E-2</c:v>
                      </c:pt>
                      <c:pt idx="3970">
                        <c:v>6.3499479999999997E-2</c:v>
                      </c:pt>
                      <c:pt idx="3971">
                        <c:v>6.3583210000000001E-2</c:v>
                      </c:pt>
                      <c:pt idx="3972">
                        <c:v>6.3671019999999995E-2</c:v>
                      </c:pt>
                      <c:pt idx="3973">
                        <c:v>6.3762609999999997E-2</c:v>
                      </c:pt>
                      <c:pt idx="3974">
                        <c:v>6.3857360000000002E-2</c:v>
                      </c:pt>
                      <c:pt idx="3975">
                        <c:v>6.3955940000000003E-2</c:v>
                      </c:pt>
                      <c:pt idx="3976">
                        <c:v>6.4058879999999999E-2</c:v>
                      </c:pt>
                      <c:pt idx="3977">
                        <c:v>6.4166909999999994E-2</c:v>
                      </c:pt>
                      <c:pt idx="3978">
                        <c:v>6.4279970000000006E-2</c:v>
                      </c:pt>
                      <c:pt idx="3979">
                        <c:v>6.4397739999999995E-2</c:v>
                      </c:pt>
                      <c:pt idx="3980">
                        <c:v>6.4519199999999999E-2</c:v>
                      </c:pt>
                      <c:pt idx="3981">
                        <c:v>6.4645259999999996E-2</c:v>
                      </c:pt>
                      <c:pt idx="3982">
                        <c:v>6.4778600000000006E-2</c:v>
                      </c:pt>
                      <c:pt idx="3983">
                        <c:v>6.4923510000000004E-2</c:v>
                      </c:pt>
                      <c:pt idx="3984">
                        <c:v>6.5084680000000006E-2</c:v>
                      </c:pt>
                      <c:pt idx="3985">
                        <c:v>6.52639E-2</c:v>
                      </c:pt>
                      <c:pt idx="3986">
                        <c:v>6.5457630000000003E-2</c:v>
                      </c:pt>
                      <c:pt idx="3987">
                        <c:v>6.5654920000000005E-2</c:v>
                      </c:pt>
                      <c:pt idx="3988">
                        <c:v>6.5837610000000005E-2</c:v>
                      </c:pt>
                      <c:pt idx="3989">
                        <c:v>6.5984689999999999E-2</c:v>
                      </c:pt>
                      <c:pt idx="3990">
                        <c:v>6.6076839999999998E-2</c:v>
                      </c:pt>
                      <c:pt idx="3991">
                        <c:v>6.6102229999999998E-2</c:v>
                      </c:pt>
                      <c:pt idx="3992">
                        <c:v>6.605975E-2</c:v>
                      </c:pt>
                      <c:pt idx="3993">
                        <c:v>6.5960039999999998E-2</c:v>
                      </c:pt>
                      <c:pt idx="3994">
                        <c:v>6.5822720000000001E-2</c:v>
                      </c:pt>
                      <c:pt idx="3995">
                        <c:v>6.5672460000000002E-2</c:v>
                      </c:pt>
                      <c:pt idx="3996">
                        <c:v>6.5532640000000003E-2</c:v>
                      </c:pt>
                      <c:pt idx="3997">
                        <c:v>6.5422179999999996E-2</c:v>
                      </c:pt>
                      <c:pt idx="3998">
                        <c:v>6.5351699999999999E-2</c:v>
                      </c:pt>
                      <c:pt idx="3999">
                        <c:v>6.5323160000000005E-2</c:v>
                      </c:pt>
                      <c:pt idx="4000">
                        <c:v>6.5331680000000003E-2</c:v>
                      </c:pt>
                      <c:pt idx="4001">
                        <c:v>6.5367990000000001E-2</c:v>
                      </c:pt>
                      <c:pt idx="4002">
                        <c:v>6.5422339999999995E-2</c:v>
                      </c:pt>
                      <c:pt idx="4003">
                        <c:v>6.5486180000000005E-2</c:v>
                      </c:pt>
                      <c:pt idx="4004">
                        <c:v>6.5554029999999999E-2</c:v>
                      </c:pt>
                      <c:pt idx="4005">
                        <c:v>6.5623119999999993E-2</c:v>
                      </c:pt>
                      <c:pt idx="4006">
                        <c:v>6.5691959999999994E-2</c:v>
                      </c:pt>
                      <c:pt idx="4007">
                        <c:v>6.5759639999999994E-2</c:v>
                      </c:pt>
                      <c:pt idx="4008">
                        <c:v>6.5825040000000001E-2</c:v>
                      </c:pt>
                      <c:pt idx="4009">
                        <c:v>6.5886920000000002E-2</c:v>
                      </c:pt>
                      <c:pt idx="4010">
                        <c:v>6.5943920000000003E-2</c:v>
                      </c:pt>
                      <c:pt idx="4011">
                        <c:v>6.5995250000000005E-2</c:v>
                      </c:pt>
                      <c:pt idx="4012">
                        <c:v>6.6041009999999997E-2</c:v>
                      </c:pt>
                      <c:pt idx="4013">
                        <c:v>6.6081589999999996E-2</c:v>
                      </c:pt>
                      <c:pt idx="4014">
                        <c:v>6.6117780000000001E-2</c:v>
                      </c:pt>
                      <c:pt idx="4015">
                        <c:v>6.6150029999999999E-2</c:v>
                      </c:pt>
                      <c:pt idx="4016">
                        <c:v>6.6178399999999998E-2</c:v>
                      </c:pt>
                      <c:pt idx="4017">
                        <c:v>6.6202360000000002E-2</c:v>
                      </c:pt>
                      <c:pt idx="4018">
                        <c:v>6.6221539999999995E-2</c:v>
                      </c:pt>
                      <c:pt idx="4019">
                        <c:v>6.6235199999999994E-2</c:v>
                      </c:pt>
                      <c:pt idx="4020">
                        <c:v>6.6243070000000001E-2</c:v>
                      </c:pt>
                      <c:pt idx="4021">
                        <c:v>6.6244650000000002E-2</c:v>
                      </c:pt>
                      <c:pt idx="4022">
                        <c:v>6.6240099999999996E-2</c:v>
                      </c:pt>
                      <c:pt idx="4023">
                        <c:v>6.6228910000000002E-2</c:v>
                      </c:pt>
                      <c:pt idx="4024">
                        <c:v>6.6210309999999994E-2</c:v>
                      </c:pt>
                      <c:pt idx="4025">
                        <c:v>6.6183919999999993E-2</c:v>
                      </c:pt>
                      <c:pt idx="4026">
                        <c:v>6.6148879999999993E-2</c:v>
                      </c:pt>
                      <c:pt idx="4027">
                        <c:v>6.6104579999999996E-2</c:v>
                      </c:pt>
                      <c:pt idx="4028">
                        <c:v>6.6051040000000005E-2</c:v>
                      </c:pt>
                      <c:pt idx="4029">
                        <c:v>6.5987770000000001E-2</c:v>
                      </c:pt>
                      <c:pt idx="4030">
                        <c:v>6.5914959999999995E-2</c:v>
                      </c:pt>
                      <c:pt idx="4031">
                        <c:v>6.5832360000000006E-2</c:v>
                      </c:pt>
                      <c:pt idx="4032">
                        <c:v>6.5739710000000007E-2</c:v>
                      </c:pt>
                      <c:pt idx="4033">
                        <c:v>6.5637150000000005E-2</c:v>
                      </c:pt>
                      <c:pt idx="4034">
                        <c:v>6.5524700000000005E-2</c:v>
                      </c:pt>
                      <c:pt idx="4035">
                        <c:v>6.5403160000000002E-2</c:v>
                      </c:pt>
                      <c:pt idx="4036">
                        <c:v>6.5274449999999998E-2</c:v>
                      </c:pt>
                      <c:pt idx="4037">
                        <c:v>6.5142350000000002E-2</c:v>
                      </c:pt>
                      <c:pt idx="4038">
                        <c:v>6.5012440000000005E-2</c:v>
                      </c:pt>
                      <c:pt idx="4039">
                        <c:v>6.4892350000000001E-2</c:v>
                      </c:pt>
                      <c:pt idx="4040">
                        <c:v>6.4791249999999995E-2</c:v>
                      </c:pt>
                      <c:pt idx="4041">
                        <c:v>6.4718789999999998E-2</c:v>
                      </c:pt>
                      <c:pt idx="4042">
                        <c:v>6.4683829999999998E-2</c:v>
                      </c:pt>
                      <c:pt idx="4043">
                        <c:v>6.4693100000000003E-2</c:v>
                      </c:pt>
                      <c:pt idx="4044">
                        <c:v>6.4749370000000001E-2</c:v>
                      </c:pt>
                      <c:pt idx="4045">
                        <c:v>6.4851599999999995E-2</c:v>
                      </c:pt>
                      <c:pt idx="4046">
                        <c:v>6.4994540000000003E-2</c:v>
                      </c:pt>
                      <c:pt idx="4047">
                        <c:v>6.5169950000000004E-2</c:v>
                      </c:pt>
                      <c:pt idx="4048">
                        <c:v>6.5367880000000003E-2</c:v>
                      </c:pt>
                      <c:pt idx="4049">
                        <c:v>6.5578919999999999E-2</c:v>
                      </c:pt>
                      <c:pt idx="4050">
                        <c:v>6.5795149999999997E-2</c:v>
                      </c:pt>
                      <c:pt idx="4051">
                        <c:v>6.6010719999999995E-2</c:v>
                      </c:pt>
                      <c:pt idx="4052">
                        <c:v>6.6222240000000002E-2</c:v>
                      </c:pt>
                      <c:pt idx="4053">
                        <c:v>6.6427940000000005E-2</c:v>
                      </c:pt>
                      <c:pt idx="4054">
                        <c:v>6.6626710000000006E-2</c:v>
                      </c:pt>
                      <c:pt idx="4055">
                        <c:v>6.6817840000000003E-2</c:v>
                      </c:pt>
                      <c:pt idx="4056">
                        <c:v>6.7000249999999997E-2</c:v>
                      </c:pt>
                      <c:pt idx="4057">
                        <c:v>6.717294E-2</c:v>
                      </c:pt>
                      <c:pt idx="4058">
                        <c:v>6.7334560000000002E-2</c:v>
                      </c:pt>
                      <c:pt idx="4059">
                        <c:v>6.7484359999999993E-2</c:v>
                      </c:pt>
                      <c:pt idx="4060">
                        <c:v>6.7621710000000002E-2</c:v>
                      </c:pt>
                      <c:pt idx="4061">
                        <c:v>6.7746039999999993E-2</c:v>
                      </c:pt>
                      <c:pt idx="4062">
                        <c:v>6.7857009999999995E-2</c:v>
                      </c:pt>
                      <c:pt idx="4063">
                        <c:v>6.7953910000000006E-2</c:v>
                      </c:pt>
                      <c:pt idx="4064">
                        <c:v>6.8035979999999996E-2</c:v>
                      </c:pt>
                      <c:pt idx="4065">
                        <c:v>6.810252E-2</c:v>
                      </c:pt>
                      <c:pt idx="4066">
                        <c:v>6.8153030000000003E-2</c:v>
                      </c:pt>
                      <c:pt idx="4067">
                        <c:v>6.8187529999999996E-2</c:v>
                      </c:pt>
                      <c:pt idx="4068">
                        <c:v>6.8206260000000005E-2</c:v>
                      </c:pt>
                      <c:pt idx="4069">
                        <c:v>6.8210170000000001E-2</c:v>
                      </c:pt>
                      <c:pt idx="4070">
                        <c:v>6.8200440000000001E-2</c:v>
                      </c:pt>
                      <c:pt idx="4071">
                        <c:v>6.8177989999999994E-2</c:v>
                      </c:pt>
                      <c:pt idx="4072">
                        <c:v>6.8143880000000004E-2</c:v>
                      </c:pt>
                      <c:pt idx="4073">
                        <c:v>6.8099229999999997E-2</c:v>
                      </c:pt>
                      <c:pt idx="4074">
                        <c:v>6.8044660000000007E-2</c:v>
                      </c:pt>
                      <c:pt idx="4075">
                        <c:v>6.7981410000000006E-2</c:v>
                      </c:pt>
                      <c:pt idx="4076">
                        <c:v>6.791055E-2</c:v>
                      </c:pt>
                      <c:pt idx="4077">
                        <c:v>6.7833299999999999E-2</c:v>
                      </c:pt>
                      <c:pt idx="4078">
                        <c:v>6.7750850000000001E-2</c:v>
                      </c:pt>
                      <c:pt idx="4079">
                        <c:v>6.7664760000000004E-2</c:v>
                      </c:pt>
                      <c:pt idx="4080">
                        <c:v>6.7576330000000004E-2</c:v>
                      </c:pt>
                      <c:pt idx="4081">
                        <c:v>6.7486729999999995E-2</c:v>
                      </c:pt>
                      <c:pt idx="4082">
                        <c:v>6.7396860000000003E-2</c:v>
                      </c:pt>
                      <c:pt idx="4083">
                        <c:v>6.7307329999999999E-2</c:v>
                      </c:pt>
                      <c:pt idx="4084">
                        <c:v>6.7218040000000007E-2</c:v>
                      </c:pt>
                      <c:pt idx="4085">
                        <c:v>6.7128430000000003E-2</c:v>
                      </c:pt>
                      <c:pt idx="4086">
                        <c:v>6.7037600000000003E-2</c:v>
                      </c:pt>
                      <c:pt idx="4087">
                        <c:v>6.6944619999999996E-2</c:v>
                      </c:pt>
                      <c:pt idx="4088">
                        <c:v>6.6848640000000001E-2</c:v>
                      </c:pt>
                      <c:pt idx="4089">
                        <c:v>6.6749879999999998E-2</c:v>
                      </c:pt>
                      <c:pt idx="4090">
                        <c:v>6.6649150000000004E-2</c:v>
                      </c:pt>
                      <c:pt idx="4091">
                        <c:v>6.6547919999999997E-2</c:v>
                      </c:pt>
                      <c:pt idx="4092">
                        <c:v>6.6447629999999994E-2</c:v>
                      </c:pt>
                      <c:pt idx="4093">
                        <c:v>6.6349920000000007E-2</c:v>
                      </c:pt>
                      <c:pt idx="4094">
                        <c:v>6.6255889999999998E-2</c:v>
                      </c:pt>
                      <c:pt idx="4095">
                        <c:v>6.6165280000000007E-2</c:v>
                      </c:pt>
                      <c:pt idx="4096">
                        <c:v>6.6078269999999995E-2</c:v>
                      </c:pt>
                      <c:pt idx="4097">
                        <c:v>6.5994490000000003E-2</c:v>
                      </c:pt>
                      <c:pt idx="4098">
                        <c:v>6.5914029999999998E-2</c:v>
                      </c:pt>
                      <c:pt idx="4099">
                        <c:v>6.5837329999999999E-2</c:v>
                      </c:pt>
                      <c:pt idx="4100">
                        <c:v>6.5764890000000006E-2</c:v>
                      </c:pt>
                      <c:pt idx="4101">
                        <c:v>6.5697969999999994E-2</c:v>
                      </c:pt>
                      <c:pt idx="4102">
                        <c:v>6.5637269999999998E-2</c:v>
                      </c:pt>
                      <c:pt idx="4103">
                        <c:v>6.5583240000000001E-2</c:v>
                      </c:pt>
                      <c:pt idx="4104">
                        <c:v>6.5536419999999998E-2</c:v>
                      </c:pt>
                      <c:pt idx="4105">
                        <c:v>6.5496650000000003E-2</c:v>
                      </c:pt>
                      <c:pt idx="4106">
                        <c:v>6.5464259999999996E-2</c:v>
                      </c:pt>
                      <c:pt idx="4107">
                        <c:v>6.5439220000000006E-2</c:v>
                      </c:pt>
                      <c:pt idx="4108">
                        <c:v>6.5421220000000002E-2</c:v>
                      </c:pt>
                      <c:pt idx="4109">
                        <c:v>6.5410129999999997E-2</c:v>
                      </c:pt>
                      <c:pt idx="4110">
                        <c:v>6.5405279999999996E-2</c:v>
                      </c:pt>
                      <c:pt idx="4111">
                        <c:v>6.5405969999999994E-2</c:v>
                      </c:pt>
                      <c:pt idx="4112">
                        <c:v>6.54116E-2</c:v>
                      </c:pt>
                      <c:pt idx="4113">
                        <c:v>6.5421220000000002E-2</c:v>
                      </c:pt>
                      <c:pt idx="4114">
                        <c:v>6.543467E-2</c:v>
                      </c:pt>
                      <c:pt idx="4115">
                        <c:v>6.5451850000000006E-2</c:v>
                      </c:pt>
                      <c:pt idx="4116">
                        <c:v>6.5472269999999999E-2</c:v>
                      </c:pt>
                      <c:pt idx="4117">
                        <c:v>6.5495540000000005E-2</c:v>
                      </c:pt>
                      <c:pt idx="4118">
                        <c:v>6.5519969999999997E-2</c:v>
                      </c:pt>
                      <c:pt idx="4119">
                        <c:v>6.5544309999999995E-2</c:v>
                      </c:pt>
                      <c:pt idx="4120">
                        <c:v>6.5566970000000002E-2</c:v>
                      </c:pt>
                      <c:pt idx="4121">
                        <c:v>6.5587320000000005E-2</c:v>
                      </c:pt>
                      <c:pt idx="4122">
                        <c:v>6.560589E-2</c:v>
                      </c:pt>
                      <c:pt idx="4123">
                        <c:v>6.5623890000000004E-2</c:v>
                      </c:pt>
                      <c:pt idx="4124">
                        <c:v>6.5643049999999994E-2</c:v>
                      </c:pt>
                      <c:pt idx="4125">
                        <c:v>6.5665329999999994E-2</c:v>
                      </c:pt>
                      <c:pt idx="4126">
                        <c:v>6.569084E-2</c:v>
                      </c:pt>
                      <c:pt idx="4127">
                        <c:v>6.5719399999999997E-2</c:v>
                      </c:pt>
                      <c:pt idx="4128">
                        <c:v>6.5749390000000005E-2</c:v>
                      </c:pt>
                      <c:pt idx="4129">
                        <c:v>6.577935E-2</c:v>
                      </c:pt>
                      <c:pt idx="4130">
                        <c:v>6.5808649999999996E-2</c:v>
                      </c:pt>
                      <c:pt idx="4131">
                        <c:v>6.5837290000000007E-2</c:v>
                      </c:pt>
                      <c:pt idx="4132">
                        <c:v>6.5866949999999994E-2</c:v>
                      </c:pt>
                      <c:pt idx="4133">
                        <c:v>6.5899260000000001E-2</c:v>
                      </c:pt>
                      <c:pt idx="4134">
                        <c:v>6.5935359999999998E-2</c:v>
                      </c:pt>
                      <c:pt idx="4135">
                        <c:v>6.5974969999999994E-2</c:v>
                      </c:pt>
                      <c:pt idx="4136">
                        <c:v>6.6016549999999993E-2</c:v>
                      </c:pt>
                      <c:pt idx="4137">
                        <c:v>6.6057290000000005E-2</c:v>
                      </c:pt>
                      <c:pt idx="4138">
                        <c:v>6.6094360000000005E-2</c:v>
                      </c:pt>
                      <c:pt idx="4139">
                        <c:v>6.6125920000000005E-2</c:v>
                      </c:pt>
                      <c:pt idx="4140">
                        <c:v>6.6151459999999995E-2</c:v>
                      </c:pt>
                      <c:pt idx="4141">
                        <c:v>6.6172110000000006E-2</c:v>
                      </c:pt>
                      <c:pt idx="4142">
                        <c:v>6.6189739999999997E-2</c:v>
                      </c:pt>
                      <c:pt idx="4143">
                        <c:v>6.6206409999999993E-2</c:v>
                      </c:pt>
                      <c:pt idx="4144">
                        <c:v>6.6223389999999993E-2</c:v>
                      </c:pt>
                      <c:pt idx="4145">
                        <c:v>6.624091E-2</c:v>
                      </c:pt>
                      <c:pt idx="4146">
                        <c:v>6.6259090000000007E-2</c:v>
                      </c:pt>
                      <c:pt idx="4147">
                        <c:v>6.6277349999999999E-2</c:v>
                      </c:pt>
                      <c:pt idx="4148">
                        <c:v>6.6295989999999999E-2</c:v>
                      </c:pt>
                      <c:pt idx="4149">
                        <c:v>6.6315559999999996E-2</c:v>
                      </c:pt>
                      <c:pt idx="4150">
                        <c:v>6.6337289999999993E-2</c:v>
                      </c:pt>
                      <c:pt idx="4151">
                        <c:v>6.6361879999999998E-2</c:v>
                      </c:pt>
                      <c:pt idx="4152">
                        <c:v>6.6389599999999993E-2</c:v>
                      </c:pt>
                      <c:pt idx="4153">
                        <c:v>6.6419599999999995E-2</c:v>
                      </c:pt>
                      <c:pt idx="4154">
                        <c:v>6.6450869999999995E-2</c:v>
                      </c:pt>
                      <c:pt idx="4155">
                        <c:v>6.6482269999999996E-2</c:v>
                      </c:pt>
                      <c:pt idx="4156">
                        <c:v>6.6513740000000002E-2</c:v>
                      </c:pt>
                      <c:pt idx="4157">
                        <c:v>6.6545989999999999E-2</c:v>
                      </c:pt>
                      <c:pt idx="4158">
                        <c:v>6.6580979999999998E-2</c:v>
                      </c:pt>
                      <c:pt idx="4159">
                        <c:v>6.6620490000000004E-2</c:v>
                      </c:pt>
                      <c:pt idx="4160">
                        <c:v>6.6665719999999998E-2</c:v>
                      </c:pt>
                      <c:pt idx="4161">
                        <c:v>6.6716369999999997E-2</c:v>
                      </c:pt>
                      <c:pt idx="4162">
                        <c:v>6.6770239999999995E-2</c:v>
                      </c:pt>
                      <c:pt idx="4163">
                        <c:v>6.6824149999999999E-2</c:v>
                      </c:pt>
                      <c:pt idx="4164">
                        <c:v>6.6874379999999997E-2</c:v>
                      </c:pt>
                      <c:pt idx="4165">
                        <c:v>6.6918340000000007E-2</c:v>
                      </c:pt>
                      <c:pt idx="4166">
                        <c:v>6.695487E-2</c:v>
                      </c:pt>
                      <c:pt idx="4167">
                        <c:v>6.698424E-2</c:v>
                      </c:pt>
                      <c:pt idx="4168">
                        <c:v>6.7008369999999998E-2</c:v>
                      </c:pt>
                      <c:pt idx="4169">
                        <c:v>6.7029169999999999E-2</c:v>
                      </c:pt>
                      <c:pt idx="4170">
                        <c:v>6.7048689999999994E-2</c:v>
                      </c:pt>
                      <c:pt idx="4171">
                        <c:v>6.7067989999999994E-2</c:v>
                      </c:pt>
                      <c:pt idx="4172">
                        <c:v>6.7087519999999998E-2</c:v>
                      </c:pt>
                      <c:pt idx="4173">
                        <c:v>6.7107360000000005E-2</c:v>
                      </c:pt>
                      <c:pt idx="4174">
                        <c:v>6.7127469999999995E-2</c:v>
                      </c:pt>
                      <c:pt idx="4175">
                        <c:v>6.7148310000000003E-2</c:v>
                      </c:pt>
                      <c:pt idx="4176">
                        <c:v>6.717062E-2</c:v>
                      </c:pt>
                      <c:pt idx="4177">
                        <c:v>6.719522E-2</c:v>
                      </c:pt>
                      <c:pt idx="4178">
                        <c:v>6.7222799999999999E-2</c:v>
                      </c:pt>
                      <c:pt idx="4179">
                        <c:v>6.7252900000000004E-2</c:v>
                      </c:pt>
                      <c:pt idx="4180">
                        <c:v>6.7285079999999997E-2</c:v>
                      </c:pt>
                      <c:pt idx="4181">
                        <c:v>6.7317730000000006E-2</c:v>
                      </c:pt>
                      <c:pt idx="4182">
                        <c:v>6.7349850000000003E-2</c:v>
                      </c:pt>
                      <c:pt idx="4183">
                        <c:v>6.7380460000000003E-2</c:v>
                      </c:pt>
                      <c:pt idx="4184">
                        <c:v>6.7409440000000001E-2</c:v>
                      </c:pt>
                      <c:pt idx="4185">
                        <c:v>6.7437189999999994E-2</c:v>
                      </c:pt>
                      <c:pt idx="4186">
                        <c:v>6.7464659999999996E-2</c:v>
                      </c:pt>
                      <c:pt idx="4187">
                        <c:v>6.7492410000000003E-2</c:v>
                      </c:pt>
                      <c:pt idx="4188">
                        <c:v>6.7520750000000004E-2</c:v>
                      </c:pt>
                      <c:pt idx="4189">
                        <c:v>6.7549360000000003E-2</c:v>
                      </c:pt>
                      <c:pt idx="4190">
                        <c:v>6.7577689999999996E-2</c:v>
                      </c:pt>
                      <c:pt idx="4191">
                        <c:v>6.7604479999999995E-2</c:v>
                      </c:pt>
                      <c:pt idx="4192">
                        <c:v>6.7629140000000004E-2</c:v>
                      </c:pt>
                      <c:pt idx="4193">
                        <c:v>6.7651669999999997E-2</c:v>
                      </c:pt>
                      <c:pt idx="4194">
                        <c:v>6.7672700000000002E-2</c:v>
                      </c:pt>
                      <c:pt idx="4195">
                        <c:v>6.7693229999999993E-2</c:v>
                      </c:pt>
                      <c:pt idx="4196">
                        <c:v>6.77146E-2</c:v>
                      </c:pt>
                      <c:pt idx="4197">
                        <c:v>6.7737950000000005E-2</c:v>
                      </c:pt>
                      <c:pt idx="4198">
                        <c:v>6.7763749999999998E-2</c:v>
                      </c:pt>
                      <c:pt idx="4199">
                        <c:v>6.7791980000000002E-2</c:v>
                      </c:pt>
                      <c:pt idx="4200">
                        <c:v>6.7821960000000001E-2</c:v>
                      </c:pt>
                      <c:pt idx="4201">
                        <c:v>6.7852640000000006E-2</c:v>
                      </c:pt>
                      <c:pt idx="4202">
                        <c:v>6.7883200000000005E-2</c:v>
                      </c:pt>
                      <c:pt idx="4203">
                        <c:v>6.7913070000000006E-2</c:v>
                      </c:pt>
                      <c:pt idx="4204">
                        <c:v>6.7941699999999994E-2</c:v>
                      </c:pt>
                      <c:pt idx="4205">
                        <c:v>6.7969280000000007E-2</c:v>
                      </c:pt>
                      <c:pt idx="4206">
                        <c:v>6.7996260000000003E-2</c:v>
                      </c:pt>
                      <c:pt idx="4207">
                        <c:v>6.8022959999999993E-2</c:v>
                      </c:pt>
                      <c:pt idx="4208">
                        <c:v>6.8049810000000002E-2</c:v>
                      </c:pt>
                      <c:pt idx="4209">
                        <c:v>6.8076949999999997E-2</c:v>
                      </c:pt>
                      <c:pt idx="4210">
                        <c:v>6.8104650000000003E-2</c:v>
                      </c:pt>
                      <c:pt idx="4211">
                        <c:v>6.8132719999999994E-2</c:v>
                      </c:pt>
                      <c:pt idx="4212">
                        <c:v>6.816113E-2</c:v>
                      </c:pt>
                      <c:pt idx="4213">
                        <c:v>6.8190050000000002E-2</c:v>
                      </c:pt>
                      <c:pt idx="4214">
                        <c:v>6.8219399999999999E-2</c:v>
                      </c:pt>
                      <c:pt idx="4215">
                        <c:v>6.8248980000000001E-2</c:v>
                      </c:pt>
                      <c:pt idx="4216">
                        <c:v>6.8278800000000001E-2</c:v>
                      </c:pt>
                      <c:pt idx="4217">
                        <c:v>6.8308460000000001E-2</c:v>
                      </c:pt>
                      <c:pt idx="4218">
                        <c:v>6.8337540000000002E-2</c:v>
                      </c:pt>
                      <c:pt idx="4219">
                        <c:v>6.8365739999999994E-2</c:v>
                      </c:pt>
                      <c:pt idx="4220">
                        <c:v>6.8392690000000006E-2</c:v>
                      </c:pt>
                      <c:pt idx="4221">
                        <c:v>6.8418489999999998E-2</c:v>
                      </c:pt>
                      <c:pt idx="4222">
                        <c:v>6.8443740000000003E-2</c:v>
                      </c:pt>
                      <c:pt idx="4223">
                        <c:v>6.8468950000000001E-2</c:v>
                      </c:pt>
                      <c:pt idx="4224">
                        <c:v>6.849479E-2</c:v>
                      </c:pt>
                      <c:pt idx="4225">
                        <c:v>6.852163E-2</c:v>
                      </c:pt>
                      <c:pt idx="4226">
                        <c:v>6.8549219999999994E-2</c:v>
                      </c:pt>
                      <c:pt idx="4227">
                        <c:v>6.857692E-2</c:v>
                      </c:pt>
                      <c:pt idx="4228">
                        <c:v>6.8603349999999994E-2</c:v>
                      </c:pt>
                      <c:pt idx="4229">
                        <c:v>6.8627800000000003E-2</c:v>
                      </c:pt>
                      <c:pt idx="4230">
                        <c:v>6.8649569999999993E-2</c:v>
                      </c:pt>
                      <c:pt idx="4231">
                        <c:v>6.8669209999999994E-2</c:v>
                      </c:pt>
                      <c:pt idx="4232">
                        <c:v>6.8687949999999998E-2</c:v>
                      </c:pt>
                      <c:pt idx="4233">
                        <c:v>6.8707749999999998E-2</c:v>
                      </c:pt>
                      <c:pt idx="4234">
                        <c:v>6.8730680000000002E-2</c:v>
                      </c:pt>
                      <c:pt idx="4235">
                        <c:v>6.8757970000000002E-2</c:v>
                      </c:pt>
                      <c:pt idx="4236">
                        <c:v>6.8789729999999993E-2</c:v>
                      </c:pt>
                      <c:pt idx="4237">
                        <c:v>6.8824979999999994E-2</c:v>
                      </c:pt>
                      <c:pt idx="4238">
                        <c:v>6.8861549999999994E-2</c:v>
                      </c:pt>
                      <c:pt idx="4239">
                        <c:v>6.8897120000000006E-2</c:v>
                      </c:pt>
                      <c:pt idx="4240">
                        <c:v>6.8929619999999997E-2</c:v>
                      </c:pt>
                      <c:pt idx="4241">
                        <c:v>6.8958050000000007E-2</c:v>
                      </c:pt>
                      <c:pt idx="4242">
                        <c:v>6.8982509999999997E-2</c:v>
                      </c:pt>
                      <c:pt idx="4243">
                        <c:v>6.9004300000000005E-2</c:v>
                      </c:pt>
                      <c:pt idx="4244">
                        <c:v>6.9025160000000002E-2</c:v>
                      </c:pt>
                      <c:pt idx="4245">
                        <c:v>6.9046910000000003E-2</c:v>
                      </c:pt>
                      <c:pt idx="4246">
                        <c:v>6.9070960000000001E-2</c:v>
                      </c:pt>
                      <c:pt idx="4247">
                        <c:v>6.9098419999999994E-2</c:v>
                      </c:pt>
                      <c:pt idx="4248">
                        <c:v>6.9129120000000002E-2</c:v>
                      </c:pt>
                      <c:pt idx="4249">
                        <c:v>6.9162840000000003E-2</c:v>
                      </c:pt>
                      <c:pt idx="4250">
                        <c:v>6.9198860000000001E-2</c:v>
                      </c:pt>
                      <c:pt idx="4251">
                        <c:v>6.9236119999999998E-2</c:v>
                      </c:pt>
                      <c:pt idx="4252">
                        <c:v>6.9273779999999993E-2</c:v>
                      </c:pt>
                      <c:pt idx="4253">
                        <c:v>6.9310700000000003E-2</c:v>
                      </c:pt>
                      <c:pt idx="4254">
                        <c:v>6.9346190000000002E-2</c:v>
                      </c:pt>
                      <c:pt idx="4255">
                        <c:v>6.9379930000000006E-2</c:v>
                      </c:pt>
                      <c:pt idx="4256">
                        <c:v>6.9411810000000004E-2</c:v>
                      </c:pt>
                      <c:pt idx="4257">
                        <c:v>6.9442329999999997E-2</c:v>
                      </c:pt>
                      <c:pt idx="4258">
                        <c:v>6.9472339999999994E-2</c:v>
                      </c:pt>
                      <c:pt idx="4259">
                        <c:v>6.9502640000000004E-2</c:v>
                      </c:pt>
                      <c:pt idx="4260">
                        <c:v>6.9533899999999996E-2</c:v>
                      </c:pt>
                      <c:pt idx="4261">
                        <c:v>6.9566059999999999E-2</c:v>
                      </c:pt>
                      <c:pt idx="4262">
                        <c:v>6.9598259999999995E-2</c:v>
                      </c:pt>
                      <c:pt idx="4263">
                        <c:v>6.9629609999999995E-2</c:v>
                      </c:pt>
                      <c:pt idx="4264">
                        <c:v>6.965847E-2</c:v>
                      </c:pt>
                      <c:pt idx="4265">
                        <c:v>6.968357E-2</c:v>
                      </c:pt>
                      <c:pt idx="4266">
                        <c:v>6.9703989999999993E-2</c:v>
                      </c:pt>
                      <c:pt idx="4267">
                        <c:v>6.9719240000000002E-2</c:v>
                      </c:pt>
                      <c:pt idx="4268">
                        <c:v>6.9729700000000006E-2</c:v>
                      </c:pt>
                      <c:pt idx="4269">
                        <c:v>6.9736090000000001E-2</c:v>
                      </c:pt>
                      <c:pt idx="4270">
                        <c:v>6.9739860000000001E-2</c:v>
                      </c:pt>
                      <c:pt idx="4271">
                        <c:v>6.9742780000000004E-2</c:v>
                      </c:pt>
                      <c:pt idx="4272">
                        <c:v>6.9746779999999994E-2</c:v>
                      </c:pt>
                      <c:pt idx="4273">
                        <c:v>6.9753670000000004E-2</c:v>
                      </c:pt>
                      <c:pt idx="4274">
                        <c:v>6.9765069999999998E-2</c:v>
                      </c:pt>
                      <c:pt idx="4275">
                        <c:v>6.978144E-2</c:v>
                      </c:pt>
                      <c:pt idx="4276">
                        <c:v>6.9802729999999993E-2</c:v>
                      </c:pt>
                      <c:pt idx="4277">
                        <c:v>6.9827360000000005E-2</c:v>
                      </c:pt>
                      <c:pt idx="4278">
                        <c:v>6.9853670000000007E-2</c:v>
                      </c:pt>
                      <c:pt idx="4279">
                        <c:v>6.9879750000000004E-2</c:v>
                      </c:pt>
                      <c:pt idx="4280">
                        <c:v>6.9904190000000005E-2</c:v>
                      </c:pt>
                      <c:pt idx="4281">
                        <c:v>6.9926409999999994E-2</c:v>
                      </c:pt>
                      <c:pt idx="4282">
                        <c:v>6.9947120000000002E-2</c:v>
                      </c:pt>
                      <c:pt idx="4283">
                        <c:v>6.9967479999999999E-2</c:v>
                      </c:pt>
                      <c:pt idx="4284">
                        <c:v>6.9988649999999999E-2</c:v>
                      </c:pt>
                      <c:pt idx="4285">
                        <c:v>7.0011309999999993E-2</c:v>
                      </c:pt>
                      <c:pt idx="4286">
                        <c:v>7.0035680000000003E-2</c:v>
                      </c:pt>
                      <c:pt idx="4287">
                        <c:v>7.0061139999999994E-2</c:v>
                      </c:pt>
                      <c:pt idx="4288">
                        <c:v>7.0086529999999994E-2</c:v>
                      </c:pt>
                      <c:pt idx="4289">
                        <c:v>7.011125E-2</c:v>
                      </c:pt>
                      <c:pt idx="4290">
                        <c:v>7.0134890000000005E-2</c:v>
                      </c:pt>
                      <c:pt idx="4291">
                        <c:v>7.0157789999999998E-2</c:v>
                      </c:pt>
                      <c:pt idx="4292">
                        <c:v>7.0180329999999999E-2</c:v>
                      </c:pt>
                      <c:pt idx="4293">
                        <c:v>7.0203269999999998E-2</c:v>
                      </c:pt>
                      <c:pt idx="4294">
                        <c:v>7.0227029999999996E-2</c:v>
                      </c:pt>
                      <c:pt idx="4295">
                        <c:v>7.0251530000000006E-2</c:v>
                      </c:pt>
                      <c:pt idx="4296">
                        <c:v>7.0276740000000004E-2</c:v>
                      </c:pt>
                      <c:pt idx="4297">
                        <c:v>7.0302370000000003E-2</c:v>
                      </c:pt>
                      <c:pt idx="4298">
                        <c:v>7.0328630000000003E-2</c:v>
                      </c:pt>
                      <c:pt idx="4299">
                        <c:v>7.0355269999999998E-2</c:v>
                      </c:pt>
                      <c:pt idx="4300">
                        <c:v>7.0382239999999999E-2</c:v>
                      </c:pt>
                      <c:pt idx="4301">
                        <c:v>7.0408970000000001E-2</c:v>
                      </c:pt>
                      <c:pt idx="4302">
                        <c:v>7.0434449999999996E-2</c:v>
                      </c:pt>
                      <c:pt idx="4303">
                        <c:v>7.0457599999999995E-2</c:v>
                      </c:pt>
                      <c:pt idx="4304">
                        <c:v>7.0477750000000006E-2</c:v>
                      </c:pt>
                      <c:pt idx="4305">
                        <c:v>7.0494660000000001E-2</c:v>
                      </c:pt>
                      <c:pt idx="4306">
                        <c:v>7.0510100000000006E-2</c:v>
                      </c:pt>
                      <c:pt idx="4307">
                        <c:v>7.0525420000000005E-2</c:v>
                      </c:pt>
                      <c:pt idx="4308">
                        <c:v>7.0543419999999996E-2</c:v>
                      </c:pt>
                      <c:pt idx="4309">
                        <c:v>7.0565290000000003E-2</c:v>
                      </c:pt>
                      <c:pt idx="4310">
                        <c:v>7.0591760000000003E-2</c:v>
                      </c:pt>
                      <c:pt idx="4311">
                        <c:v>7.0621649999999994E-2</c:v>
                      </c:pt>
                      <c:pt idx="4312">
                        <c:v>7.0653309999999997E-2</c:v>
                      </c:pt>
                      <c:pt idx="4313">
                        <c:v>7.0684460000000005E-2</c:v>
                      </c:pt>
                      <c:pt idx="4314">
                        <c:v>7.0713709999999999E-2</c:v>
                      </c:pt>
                      <c:pt idx="4315">
                        <c:v>7.0740620000000004E-2</c:v>
                      </c:pt>
                      <c:pt idx="4316">
                        <c:v>7.0765850000000005E-2</c:v>
                      </c:pt>
                      <c:pt idx="4317">
                        <c:v>7.0790530000000004E-2</c:v>
                      </c:pt>
                      <c:pt idx="4318">
                        <c:v>7.0815959999999997E-2</c:v>
                      </c:pt>
                      <c:pt idx="4319">
                        <c:v>7.0842329999999995E-2</c:v>
                      </c:pt>
                      <c:pt idx="4320">
                        <c:v>7.0869509999999997E-2</c:v>
                      </c:pt>
                      <c:pt idx="4321">
                        <c:v>7.0896700000000007E-2</c:v>
                      </c:pt>
                      <c:pt idx="4322">
                        <c:v>7.0923349999999996E-2</c:v>
                      </c:pt>
                      <c:pt idx="4323">
                        <c:v>7.0950070000000004E-2</c:v>
                      </c:pt>
                      <c:pt idx="4324">
                        <c:v>7.0977310000000002E-2</c:v>
                      </c:pt>
                      <c:pt idx="4325">
                        <c:v>7.1006529999999998E-2</c:v>
                      </c:pt>
                      <c:pt idx="4326">
                        <c:v>7.1038950000000003E-2</c:v>
                      </c:pt>
                      <c:pt idx="4327">
                        <c:v>7.1074780000000004E-2</c:v>
                      </c:pt>
                      <c:pt idx="4328">
                        <c:v>7.1112949999999994E-2</c:v>
                      </c:pt>
                      <c:pt idx="4329">
                        <c:v>7.115167E-2</c:v>
                      </c:pt>
                      <c:pt idx="4330">
                        <c:v>7.1188899999999999E-2</c:v>
                      </c:pt>
                      <c:pt idx="4331">
                        <c:v>7.1222789999999994E-2</c:v>
                      </c:pt>
                      <c:pt idx="4332">
                        <c:v>7.1253079999999996E-2</c:v>
                      </c:pt>
                      <c:pt idx="4333">
                        <c:v>7.1279830000000002E-2</c:v>
                      </c:pt>
                      <c:pt idx="4334">
                        <c:v>7.1304510000000002E-2</c:v>
                      </c:pt>
                      <c:pt idx="4335">
                        <c:v>7.1328829999999996E-2</c:v>
                      </c:pt>
                      <c:pt idx="4336">
                        <c:v>7.1354020000000004E-2</c:v>
                      </c:pt>
                      <c:pt idx="4337">
                        <c:v>7.1380810000000003E-2</c:v>
                      </c:pt>
                      <c:pt idx="4338">
                        <c:v>7.1408890000000003E-2</c:v>
                      </c:pt>
                      <c:pt idx="4339">
                        <c:v>7.1437710000000001E-2</c:v>
                      </c:pt>
                      <c:pt idx="4340">
                        <c:v>7.1466219999999997E-2</c:v>
                      </c:pt>
                      <c:pt idx="4341">
                        <c:v>7.1494310000000005E-2</c:v>
                      </c:pt>
                      <c:pt idx="4342">
                        <c:v>7.1521619999999994E-2</c:v>
                      </c:pt>
                      <c:pt idx="4343">
                        <c:v>7.1548769999999998E-2</c:v>
                      </c:pt>
                      <c:pt idx="4344">
                        <c:v>7.1576269999999997E-2</c:v>
                      </c:pt>
                      <c:pt idx="4345">
                        <c:v>7.1604829999999994E-2</c:v>
                      </c:pt>
                      <c:pt idx="4346">
                        <c:v>7.1634879999999998E-2</c:v>
                      </c:pt>
                      <c:pt idx="4347">
                        <c:v>7.1666419999999995E-2</c:v>
                      </c:pt>
                      <c:pt idx="4348">
                        <c:v>7.1698899999999996E-2</c:v>
                      </c:pt>
                      <c:pt idx="4349">
                        <c:v>7.1731180000000005E-2</c:v>
                      </c:pt>
                      <c:pt idx="4350">
                        <c:v>7.1762290000000006E-2</c:v>
                      </c:pt>
                      <c:pt idx="4351">
                        <c:v>7.1790900000000005E-2</c:v>
                      </c:pt>
                      <c:pt idx="4352">
                        <c:v>7.1815770000000001E-2</c:v>
                      </c:pt>
                      <c:pt idx="4353">
                        <c:v>7.1836440000000001E-2</c:v>
                      </c:pt>
                      <c:pt idx="4354">
                        <c:v>7.1853100000000003E-2</c:v>
                      </c:pt>
                      <c:pt idx="4355">
                        <c:v>7.1866589999999994E-2</c:v>
                      </c:pt>
                      <c:pt idx="4356">
                        <c:v>7.1878200000000003E-2</c:v>
                      </c:pt>
                      <c:pt idx="4357">
                        <c:v>7.1889850000000005E-2</c:v>
                      </c:pt>
                      <c:pt idx="4358">
                        <c:v>7.1903300000000003E-2</c:v>
                      </c:pt>
                      <c:pt idx="4359">
                        <c:v>7.1920070000000003E-2</c:v>
                      </c:pt>
                      <c:pt idx="4360">
                        <c:v>7.1941149999999995E-2</c:v>
                      </c:pt>
                      <c:pt idx="4361">
                        <c:v>7.196727E-2</c:v>
                      </c:pt>
                      <c:pt idx="4362">
                        <c:v>7.1998439999999997E-2</c:v>
                      </c:pt>
                      <c:pt idx="4363">
                        <c:v>7.2034070000000006E-2</c:v>
                      </c:pt>
                      <c:pt idx="4364">
                        <c:v>7.2072869999999997E-2</c:v>
                      </c:pt>
                      <c:pt idx="4365">
                        <c:v>7.2113159999999996E-2</c:v>
                      </c:pt>
                      <c:pt idx="4366">
                        <c:v>7.2152519999999998E-2</c:v>
                      </c:pt>
                      <c:pt idx="4367">
                        <c:v>7.2189059999999999E-2</c:v>
                      </c:pt>
                      <c:pt idx="4368">
                        <c:v>7.2221179999999996E-2</c:v>
                      </c:pt>
                      <c:pt idx="4369">
                        <c:v>7.2248649999999998E-2</c:v>
                      </c:pt>
                      <c:pt idx="4370">
                        <c:v>7.2272089999999997E-2</c:v>
                      </c:pt>
                      <c:pt idx="4371">
                        <c:v>7.2293650000000001E-2</c:v>
                      </c:pt>
                      <c:pt idx="4372">
                        <c:v>7.2315539999999998E-2</c:v>
                      </c:pt>
                      <c:pt idx="4373">
                        <c:v>7.2339909999999993E-2</c:v>
                      </c:pt>
                      <c:pt idx="4374">
                        <c:v>7.2367899999999999E-2</c:v>
                      </c:pt>
                      <c:pt idx="4375">
                        <c:v>7.2399060000000001E-2</c:v>
                      </c:pt>
                      <c:pt idx="4376">
                        <c:v>7.2432060000000006E-2</c:v>
                      </c:pt>
                      <c:pt idx="4377">
                        <c:v>7.2464630000000002E-2</c:v>
                      </c:pt>
                      <c:pt idx="4378">
                        <c:v>7.2494820000000001E-2</c:v>
                      </c:pt>
                      <c:pt idx="4379">
                        <c:v>7.2521719999999998E-2</c:v>
                      </c:pt>
                      <c:pt idx="4380">
                        <c:v>7.2545289999999998E-2</c:v>
                      </c:pt>
                      <c:pt idx="4381">
                        <c:v>7.2566359999999996E-2</c:v>
                      </c:pt>
                      <c:pt idx="4382">
                        <c:v>7.2586330000000004E-2</c:v>
                      </c:pt>
                      <c:pt idx="4383">
                        <c:v>7.2606180000000006E-2</c:v>
                      </c:pt>
                      <c:pt idx="4384">
                        <c:v>7.2626709999999997E-2</c:v>
                      </c:pt>
                      <c:pt idx="4385">
                        <c:v>7.2648290000000004E-2</c:v>
                      </c:pt>
                      <c:pt idx="4386">
                        <c:v>7.2671120000000006E-2</c:v>
                      </c:pt>
                      <c:pt idx="4387">
                        <c:v>7.2695800000000005E-2</c:v>
                      </c:pt>
                      <c:pt idx="4388">
                        <c:v>7.2722709999999996E-2</c:v>
                      </c:pt>
                      <c:pt idx="4389">
                        <c:v>7.2752570000000003E-2</c:v>
                      </c:pt>
                      <c:pt idx="4390">
                        <c:v>7.2785589999999997E-2</c:v>
                      </c:pt>
                      <c:pt idx="4391">
                        <c:v>7.2821209999999997E-2</c:v>
                      </c:pt>
                      <c:pt idx="4392">
                        <c:v>7.2858389999999995E-2</c:v>
                      </c:pt>
                      <c:pt idx="4393">
                        <c:v>7.2895349999999998E-2</c:v>
                      </c:pt>
                      <c:pt idx="4394">
                        <c:v>7.2930809999999999E-2</c:v>
                      </c:pt>
                      <c:pt idx="4395">
                        <c:v>7.2963739999999999E-2</c:v>
                      </c:pt>
                      <c:pt idx="4396">
                        <c:v>7.2994080000000003E-2</c:v>
                      </c:pt>
                      <c:pt idx="4397">
                        <c:v>7.3023130000000006E-2</c:v>
                      </c:pt>
                      <c:pt idx="4398">
                        <c:v>7.3052019999999995E-2</c:v>
                      </c:pt>
                      <c:pt idx="4399">
                        <c:v>7.3082079999999994E-2</c:v>
                      </c:pt>
                      <c:pt idx="4400">
                        <c:v>7.311376E-2</c:v>
                      </c:pt>
                      <c:pt idx="4401">
                        <c:v>7.3146820000000001E-2</c:v>
                      </c:pt>
                      <c:pt idx="4402">
                        <c:v>7.3180819999999994E-2</c:v>
                      </c:pt>
                      <c:pt idx="4403">
                        <c:v>7.3214619999999994E-2</c:v>
                      </c:pt>
                      <c:pt idx="4404">
                        <c:v>7.3248190000000005E-2</c:v>
                      </c:pt>
                      <c:pt idx="4405">
                        <c:v>7.3281260000000001E-2</c:v>
                      </c:pt>
                      <c:pt idx="4406">
                        <c:v>7.331406E-2</c:v>
                      </c:pt>
                      <c:pt idx="4407">
                        <c:v>7.3347239999999994E-2</c:v>
                      </c:pt>
                      <c:pt idx="4408">
                        <c:v>7.3380550000000003E-2</c:v>
                      </c:pt>
                      <c:pt idx="4409">
                        <c:v>7.3413820000000005E-2</c:v>
                      </c:pt>
                      <c:pt idx="4410">
                        <c:v>7.3446849999999994E-2</c:v>
                      </c:pt>
                      <c:pt idx="4411">
                        <c:v>7.3479240000000001E-2</c:v>
                      </c:pt>
                      <c:pt idx="4412">
                        <c:v>7.3510619999999999E-2</c:v>
                      </c:pt>
                      <c:pt idx="4413">
                        <c:v>7.3541159999999994E-2</c:v>
                      </c:pt>
                      <c:pt idx="4414">
                        <c:v>7.3570750000000004E-2</c:v>
                      </c:pt>
                      <c:pt idx="4415">
                        <c:v>7.3599449999999997E-2</c:v>
                      </c:pt>
                      <c:pt idx="4416">
                        <c:v>7.3626410000000003E-2</c:v>
                      </c:pt>
                      <c:pt idx="4417">
                        <c:v>7.3651380000000002E-2</c:v>
                      </c:pt>
                      <c:pt idx="4418">
                        <c:v>7.3673520000000006E-2</c:v>
                      </c:pt>
                      <c:pt idx="4419">
                        <c:v>7.3693159999999994E-2</c:v>
                      </c:pt>
                      <c:pt idx="4420">
                        <c:v>7.3710979999999995E-2</c:v>
                      </c:pt>
                      <c:pt idx="4421">
                        <c:v>7.372869E-2</c:v>
                      </c:pt>
                      <c:pt idx="4422">
                        <c:v>7.3748079999999994E-2</c:v>
                      </c:pt>
                      <c:pt idx="4423">
                        <c:v>7.3770269999999999E-2</c:v>
                      </c:pt>
                      <c:pt idx="4424">
                        <c:v>7.3796109999999998E-2</c:v>
                      </c:pt>
                      <c:pt idx="4425">
                        <c:v>7.3824899999999999E-2</c:v>
                      </c:pt>
                      <c:pt idx="4426">
                        <c:v>7.3855729999999994E-2</c:v>
                      </c:pt>
                      <c:pt idx="4427">
                        <c:v>7.3887069999999999E-2</c:v>
                      </c:pt>
                      <c:pt idx="4428">
                        <c:v>7.3918419999999999E-2</c:v>
                      </c:pt>
                      <c:pt idx="4429">
                        <c:v>7.3949719999999997E-2</c:v>
                      </c:pt>
                      <c:pt idx="4430">
                        <c:v>7.3981549999999993E-2</c:v>
                      </c:pt>
                      <c:pt idx="4431">
                        <c:v>7.4014860000000002E-2</c:v>
                      </c:pt>
                      <c:pt idx="4432">
                        <c:v>7.4050309999999994E-2</c:v>
                      </c:pt>
                      <c:pt idx="4433">
                        <c:v>7.4087630000000002E-2</c:v>
                      </c:pt>
                      <c:pt idx="4434">
                        <c:v>7.412647E-2</c:v>
                      </c:pt>
                      <c:pt idx="4435">
                        <c:v>7.4165140000000004E-2</c:v>
                      </c:pt>
                      <c:pt idx="4436">
                        <c:v>7.4202599999999994E-2</c:v>
                      </c:pt>
                      <c:pt idx="4437">
                        <c:v>7.4237620000000004E-2</c:v>
                      </c:pt>
                      <c:pt idx="4438">
                        <c:v>7.4270130000000004E-2</c:v>
                      </c:pt>
                      <c:pt idx="4439">
                        <c:v>7.4300240000000004E-2</c:v>
                      </c:pt>
                      <c:pt idx="4440">
                        <c:v>7.4328400000000003E-2</c:v>
                      </c:pt>
                      <c:pt idx="4441">
                        <c:v>7.4355370000000004E-2</c:v>
                      </c:pt>
                      <c:pt idx="4442">
                        <c:v>7.4381370000000002E-2</c:v>
                      </c:pt>
                      <c:pt idx="4443">
                        <c:v>7.4407319999999999E-2</c:v>
                      </c:pt>
                      <c:pt idx="4444">
                        <c:v>7.4433509999999994E-2</c:v>
                      </c:pt>
                      <c:pt idx="4445">
                        <c:v>7.4460609999999997E-2</c:v>
                      </c:pt>
                      <c:pt idx="4446">
                        <c:v>7.4489089999999994E-2</c:v>
                      </c:pt>
                      <c:pt idx="4447">
                        <c:v>7.4518780000000007E-2</c:v>
                      </c:pt>
                      <c:pt idx="4448">
                        <c:v>7.454935E-2</c:v>
                      </c:pt>
                      <c:pt idx="4449">
                        <c:v>7.4579839999999994E-2</c:v>
                      </c:pt>
                      <c:pt idx="4450">
                        <c:v>7.4609350000000005E-2</c:v>
                      </c:pt>
                      <c:pt idx="4451">
                        <c:v>7.4636620000000001E-2</c:v>
                      </c:pt>
                      <c:pt idx="4452">
                        <c:v>7.4661359999999996E-2</c:v>
                      </c:pt>
                      <c:pt idx="4453">
                        <c:v>7.4684070000000005E-2</c:v>
                      </c:pt>
                      <c:pt idx="4454">
                        <c:v>7.4706229999999998E-2</c:v>
                      </c:pt>
                      <c:pt idx="4455">
                        <c:v>7.4729249999999997E-2</c:v>
                      </c:pt>
                      <c:pt idx="4456">
                        <c:v>7.4754710000000002E-2</c:v>
                      </c:pt>
                      <c:pt idx="4457">
                        <c:v>7.4783479999999999E-2</c:v>
                      </c:pt>
                      <c:pt idx="4458">
                        <c:v>7.4815519999999996E-2</c:v>
                      </c:pt>
                      <c:pt idx="4459">
                        <c:v>7.4850399999999997E-2</c:v>
                      </c:pt>
                      <c:pt idx="4460">
                        <c:v>7.4886729999999999E-2</c:v>
                      </c:pt>
                      <c:pt idx="4461">
                        <c:v>7.4923779999999995E-2</c:v>
                      </c:pt>
                      <c:pt idx="4462">
                        <c:v>7.4960750000000007E-2</c:v>
                      </c:pt>
                      <c:pt idx="4463">
                        <c:v>7.4997339999999996E-2</c:v>
                      </c:pt>
                      <c:pt idx="4464">
                        <c:v>7.503377E-2</c:v>
                      </c:pt>
                      <c:pt idx="4465">
                        <c:v>7.5069800000000006E-2</c:v>
                      </c:pt>
                      <c:pt idx="4466">
                        <c:v>7.5105530000000004E-2</c:v>
                      </c:pt>
                      <c:pt idx="4467">
                        <c:v>7.5140739999999998E-2</c:v>
                      </c:pt>
                      <c:pt idx="4468">
                        <c:v>7.5175169999999999E-2</c:v>
                      </c:pt>
                      <c:pt idx="4469">
                        <c:v>7.5209170000000006E-2</c:v>
                      </c:pt>
                      <c:pt idx="4470">
                        <c:v>7.5243019999999994E-2</c:v>
                      </c:pt>
                      <c:pt idx="4471">
                        <c:v>7.5277140000000006E-2</c:v>
                      </c:pt>
                      <c:pt idx="4472">
                        <c:v>7.5311939999999994E-2</c:v>
                      </c:pt>
                      <c:pt idx="4473">
                        <c:v>7.5347570000000003E-2</c:v>
                      </c:pt>
                      <c:pt idx="4474">
                        <c:v>7.5383389999999995E-2</c:v>
                      </c:pt>
                      <c:pt idx="4475">
                        <c:v>7.5418789999999999E-2</c:v>
                      </c:pt>
                      <c:pt idx="4476">
                        <c:v>7.5452569999999997E-2</c:v>
                      </c:pt>
                      <c:pt idx="4477">
                        <c:v>7.5484380000000004E-2</c:v>
                      </c:pt>
                      <c:pt idx="4478">
                        <c:v>7.5514109999999995E-2</c:v>
                      </c:pt>
                      <c:pt idx="4479">
                        <c:v>7.5542059999999994E-2</c:v>
                      </c:pt>
                      <c:pt idx="4480">
                        <c:v>7.5569269999999994E-2</c:v>
                      </c:pt>
                      <c:pt idx="4481">
                        <c:v>7.5596949999999996E-2</c:v>
                      </c:pt>
                      <c:pt idx="4482">
                        <c:v>7.5625929999999994E-2</c:v>
                      </c:pt>
                      <c:pt idx="4483">
                        <c:v>7.5656539999999994E-2</c:v>
                      </c:pt>
                      <c:pt idx="4484">
                        <c:v>7.5688759999999994E-2</c:v>
                      </c:pt>
                      <c:pt idx="4485">
                        <c:v>7.5722289999999998E-2</c:v>
                      </c:pt>
                      <c:pt idx="4486">
                        <c:v>7.5755939999999994E-2</c:v>
                      </c:pt>
                      <c:pt idx="4487">
                        <c:v>7.578944E-2</c:v>
                      </c:pt>
                      <c:pt idx="4488">
                        <c:v>7.5822100000000003E-2</c:v>
                      </c:pt>
                      <c:pt idx="4489">
                        <c:v>7.5853710000000005E-2</c:v>
                      </c:pt>
                      <c:pt idx="4490">
                        <c:v>7.5884640000000003E-2</c:v>
                      </c:pt>
                      <c:pt idx="4491">
                        <c:v>7.5915259999999998E-2</c:v>
                      </c:pt>
                      <c:pt idx="4492">
                        <c:v>7.5946E-2</c:v>
                      </c:pt>
                      <c:pt idx="4493">
                        <c:v>7.5977459999999997E-2</c:v>
                      </c:pt>
                      <c:pt idx="4494">
                        <c:v>7.6009939999999998E-2</c:v>
                      </c:pt>
                      <c:pt idx="4495">
                        <c:v>7.6043459999999993E-2</c:v>
                      </c:pt>
                      <c:pt idx="4496">
                        <c:v>7.6077679999999995E-2</c:v>
                      </c:pt>
                      <c:pt idx="4497">
                        <c:v>7.6112230000000003E-2</c:v>
                      </c:pt>
                      <c:pt idx="4498">
                        <c:v>7.6146770000000003E-2</c:v>
                      </c:pt>
                      <c:pt idx="4499">
                        <c:v>7.6180650000000003E-2</c:v>
                      </c:pt>
                      <c:pt idx="4500">
                        <c:v>7.621406E-2</c:v>
                      </c:pt>
                      <c:pt idx="4501">
                        <c:v>7.6247229999999999E-2</c:v>
                      </c:pt>
                      <c:pt idx="4502">
                        <c:v>7.6280609999999999E-2</c:v>
                      </c:pt>
                      <c:pt idx="4503">
                        <c:v>7.6314699999999999E-2</c:v>
                      </c:pt>
                      <c:pt idx="4504">
                        <c:v>7.6349810000000004E-2</c:v>
                      </c:pt>
                      <c:pt idx="4505">
                        <c:v>7.6385949999999994E-2</c:v>
                      </c:pt>
                      <c:pt idx="4506">
                        <c:v>7.6422859999999995E-2</c:v>
                      </c:pt>
                      <c:pt idx="4507">
                        <c:v>7.6460349999999996E-2</c:v>
                      </c:pt>
                      <c:pt idx="4508">
                        <c:v>7.6498049999999998E-2</c:v>
                      </c:pt>
                      <c:pt idx="4509">
                        <c:v>7.6536069999999998E-2</c:v>
                      </c:pt>
                      <c:pt idx="4510">
                        <c:v>7.6574439999999994E-2</c:v>
                      </c:pt>
                      <c:pt idx="4511">
                        <c:v>7.6613650000000005E-2</c:v>
                      </c:pt>
                      <c:pt idx="4512">
                        <c:v>7.6653730000000003E-2</c:v>
                      </c:pt>
                      <c:pt idx="4513">
                        <c:v>7.6694730000000003E-2</c:v>
                      </c:pt>
                      <c:pt idx="4514">
                        <c:v>7.6736349999999995E-2</c:v>
                      </c:pt>
                      <c:pt idx="4515">
                        <c:v>7.6778260000000001E-2</c:v>
                      </c:pt>
                      <c:pt idx="4516">
                        <c:v>7.68205E-2</c:v>
                      </c:pt>
                      <c:pt idx="4517">
                        <c:v>7.6862860000000005E-2</c:v>
                      </c:pt>
                      <c:pt idx="4518">
                        <c:v>7.6905609999999999E-2</c:v>
                      </c:pt>
                      <c:pt idx="4519">
                        <c:v>7.6949000000000004E-2</c:v>
                      </c:pt>
                      <c:pt idx="4520">
                        <c:v>7.6993110000000003E-2</c:v>
                      </c:pt>
                      <c:pt idx="4521">
                        <c:v>7.7037499999999995E-2</c:v>
                      </c:pt>
                      <c:pt idx="4522">
                        <c:v>7.7081490000000003E-2</c:v>
                      </c:pt>
                      <c:pt idx="4523">
                        <c:v>7.7124390000000001E-2</c:v>
                      </c:pt>
                      <c:pt idx="4524">
                        <c:v>7.7165230000000001E-2</c:v>
                      </c:pt>
                      <c:pt idx="4525">
                        <c:v>7.7203740000000007E-2</c:v>
                      </c:pt>
                      <c:pt idx="4526">
                        <c:v>7.7239879999999997E-2</c:v>
                      </c:pt>
                      <c:pt idx="4527">
                        <c:v>7.7273880000000003E-2</c:v>
                      </c:pt>
                      <c:pt idx="4528">
                        <c:v>7.7306459999999994E-2</c:v>
                      </c:pt>
                      <c:pt idx="4529">
                        <c:v>7.7337429999999999E-2</c:v>
                      </c:pt>
                      <c:pt idx="4530">
                        <c:v>7.7367000000000005E-2</c:v>
                      </c:pt>
                      <c:pt idx="4531">
                        <c:v>7.739472E-2</c:v>
                      </c:pt>
                      <c:pt idx="4532">
                        <c:v>7.7420580000000003E-2</c:v>
                      </c:pt>
                      <c:pt idx="4533">
                        <c:v>7.7444780000000005E-2</c:v>
                      </c:pt>
                      <c:pt idx="4534">
                        <c:v>7.7468220000000004E-2</c:v>
                      </c:pt>
                      <c:pt idx="4535">
                        <c:v>7.7492099999999994E-2</c:v>
                      </c:pt>
                      <c:pt idx="4536">
                        <c:v>7.751769E-2</c:v>
                      </c:pt>
                      <c:pt idx="4537">
                        <c:v>7.7546009999999999E-2</c:v>
                      </c:pt>
                      <c:pt idx="4538">
                        <c:v>7.7577460000000001E-2</c:v>
                      </c:pt>
                      <c:pt idx="4539">
                        <c:v>7.7611970000000002E-2</c:v>
                      </c:pt>
                      <c:pt idx="4540">
                        <c:v>7.7648330000000002E-2</c:v>
                      </c:pt>
                      <c:pt idx="4541">
                        <c:v>7.7685980000000002E-2</c:v>
                      </c:pt>
                      <c:pt idx="4542">
                        <c:v>7.7724180000000004E-2</c:v>
                      </c:pt>
                      <c:pt idx="4543">
                        <c:v>7.7762419999999999E-2</c:v>
                      </c:pt>
                      <c:pt idx="4544">
                        <c:v>7.7800859999999999E-2</c:v>
                      </c:pt>
                      <c:pt idx="4545">
                        <c:v>7.7840069999999997E-2</c:v>
                      </c:pt>
                      <c:pt idx="4546">
                        <c:v>7.788014E-2</c:v>
                      </c:pt>
                      <c:pt idx="4547">
                        <c:v>7.7920970000000006E-2</c:v>
                      </c:pt>
                      <c:pt idx="4548">
                        <c:v>7.7962249999999997E-2</c:v>
                      </c:pt>
                      <c:pt idx="4549">
                        <c:v>7.8003210000000003E-2</c:v>
                      </c:pt>
                      <c:pt idx="4550">
                        <c:v>7.8043420000000002E-2</c:v>
                      </c:pt>
                      <c:pt idx="4551">
                        <c:v>7.8082479999999996E-2</c:v>
                      </c:pt>
                      <c:pt idx="4552">
                        <c:v>7.8120480000000006E-2</c:v>
                      </c:pt>
                      <c:pt idx="4553">
                        <c:v>7.8157879999999999E-2</c:v>
                      </c:pt>
                      <c:pt idx="4554">
                        <c:v>7.8194890000000003E-2</c:v>
                      </c:pt>
                      <c:pt idx="4555">
                        <c:v>7.8232060000000006E-2</c:v>
                      </c:pt>
                      <c:pt idx="4556">
                        <c:v>7.8269000000000005E-2</c:v>
                      </c:pt>
                      <c:pt idx="4557">
                        <c:v>7.8305509999999995E-2</c:v>
                      </c:pt>
                      <c:pt idx="4558">
                        <c:v>7.8341380000000002E-2</c:v>
                      </c:pt>
                      <c:pt idx="4559">
                        <c:v>7.8376070000000006E-2</c:v>
                      </c:pt>
                      <c:pt idx="4560">
                        <c:v>7.8409640000000003E-2</c:v>
                      </c:pt>
                      <c:pt idx="4561">
                        <c:v>7.8442349999999994E-2</c:v>
                      </c:pt>
                      <c:pt idx="4562">
                        <c:v>7.8474940000000007E-2</c:v>
                      </c:pt>
                      <c:pt idx="4563">
                        <c:v>7.8507889999999997E-2</c:v>
                      </c:pt>
                      <c:pt idx="4564">
                        <c:v>7.8541280000000005E-2</c:v>
                      </c:pt>
                      <c:pt idx="4565">
                        <c:v>7.857546E-2</c:v>
                      </c:pt>
                      <c:pt idx="4566">
                        <c:v>7.8610079999999999E-2</c:v>
                      </c:pt>
                      <c:pt idx="4567">
                        <c:v>7.8644599999999995E-2</c:v>
                      </c:pt>
                      <c:pt idx="4568">
                        <c:v>7.8678750000000006E-2</c:v>
                      </c:pt>
                      <c:pt idx="4569">
                        <c:v>7.8712069999999995E-2</c:v>
                      </c:pt>
                      <c:pt idx="4570">
                        <c:v>7.8744519999999998E-2</c:v>
                      </c:pt>
                      <c:pt idx="4571">
                        <c:v>7.8776490000000005E-2</c:v>
                      </c:pt>
                      <c:pt idx="4572">
                        <c:v>7.8808550000000005E-2</c:v>
                      </c:pt>
                      <c:pt idx="4573">
                        <c:v>7.8841289999999994E-2</c:v>
                      </c:pt>
                      <c:pt idx="4574">
                        <c:v>7.8875459999999994E-2</c:v>
                      </c:pt>
                      <c:pt idx="4575">
                        <c:v>7.8911259999999997E-2</c:v>
                      </c:pt>
                      <c:pt idx="4576">
                        <c:v>7.8949050000000007E-2</c:v>
                      </c:pt>
                      <c:pt idx="4577">
                        <c:v>7.8988749999999996E-2</c:v>
                      </c:pt>
                      <c:pt idx="4578">
                        <c:v>7.9029810000000006E-2</c:v>
                      </c:pt>
                      <c:pt idx="4579">
                        <c:v>7.9071470000000005E-2</c:v>
                      </c:pt>
                      <c:pt idx="4580">
                        <c:v>7.9112890000000005E-2</c:v>
                      </c:pt>
                      <c:pt idx="4581">
                        <c:v>7.9153479999999998E-2</c:v>
                      </c:pt>
                      <c:pt idx="4582">
                        <c:v>7.9192879999999993E-2</c:v>
                      </c:pt>
                      <c:pt idx="4583">
                        <c:v>7.9230819999999993E-2</c:v>
                      </c:pt>
                      <c:pt idx="4584">
                        <c:v>7.9267879999999999E-2</c:v>
                      </c:pt>
                      <c:pt idx="4585">
                        <c:v>7.9304780000000005E-2</c:v>
                      </c:pt>
                      <c:pt idx="4586">
                        <c:v>7.9342449999999995E-2</c:v>
                      </c:pt>
                      <c:pt idx="4587">
                        <c:v>7.9381640000000003E-2</c:v>
                      </c:pt>
                      <c:pt idx="4588">
                        <c:v>7.9422610000000005E-2</c:v>
                      </c:pt>
                      <c:pt idx="4589">
                        <c:v>7.9465300000000003E-2</c:v>
                      </c:pt>
                      <c:pt idx="4590">
                        <c:v>7.9508739999999994E-2</c:v>
                      </c:pt>
                      <c:pt idx="4591">
                        <c:v>7.9551800000000006E-2</c:v>
                      </c:pt>
                      <c:pt idx="4592">
                        <c:v>7.9592880000000005E-2</c:v>
                      </c:pt>
                      <c:pt idx="4593">
                        <c:v>7.9630999999999993E-2</c:v>
                      </c:pt>
                      <c:pt idx="4594">
                        <c:v>7.9665509999999995E-2</c:v>
                      </c:pt>
                      <c:pt idx="4595">
                        <c:v>7.9696320000000001E-2</c:v>
                      </c:pt>
                      <c:pt idx="4596">
                        <c:v>7.9723870000000002E-2</c:v>
                      </c:pt>
                      <c:pt idx="4597">
                        <c:v>7.9749230000000004E-2</c:v>
                      </c:pt>
                      <c:pt idx="4598">
                        <c:v>7.977368E-2</c:v>
                      </c:pt>
                      <c:pt idx="4599">
                        <c:v>7.9798480000000005E-2</c:v>
                      </c:pt>
                      <c:pt idx="4600">
                        <c:v>7.9824880000000001E-2</c:v>
                      </c:pt>
                      <c:pt idx="4601">
                        <c:v>7.9853480000000004E-2</c:v>
                      </c:pt>
                      <c:pt idx="4602">
                        <c:v>7.9884769999999994E-2</c:v>
                      </c:pt>
                      <c:pt idx="4603">
                        <c:v>7.9918790000000003E-2</c:v>
                      </c:pt>
                      <c:pt idx="4604">
                        <c:v>7.9955029999999996E-2</c:v>
                      </c:pt>
                      <c:pt idx="4605">
                        <c:v>7.99932E-2</c:v>
                      </c:pt>
                      <c:pt idx="4606">
                        <c:v>8.0032270000000003E-2</c:v>
                      </c:pt>
                      <c:pt idx="4607">
                        <c:v>8.0071400000000001E-2</c:v>
                      </c:pt>
                      <c:pt idx="4608">
                        <c:v>8.0109689999999997E-2</c:v>
                      </c:pt>
                      <c:pt idx="4609">
                        <c:v>8.014686E-2</c:v>
                      </c:pt>
                      <c:pt idx="4610">
                        <c:v>8.0182450000000002E-2</c:v>
                      </c:pt>
                      <c:pt idx="4611">
                        <c:v>8.0216560000000006E-2</c:v>
                      </c:pt>
                      <c:pt idx="4612">
                        <c:v>8.024945E-2</c:v>
                      </c:pt>
                      <c:pt idx="4613">
                        <c:v>8.0281619999999998E-2</c:v>
                      </c:pt>
                      <c:pt idx="4614">
                        <c:v>8.0313029999999994E-2</c:v>
                      </c:pt>
                      <c:pt idx="4615">
                        <c:v>8.0344009999999993E-2</c:v>
                      </c:pt>
                      <c:pt idx="4616">
                        <c:v>8.0374550000000003E-2</c:v>
                      </c:pt>
                      <c:pt idx="4617">
                        <c:v>8.0404729999999994E-2</c:v>
                      </c:pt>
                      <c:pt idx="4618">
                        <c:v>8.043467E-2</c:v>
                      </c:pt>
                      <c:pt idx="4619">
                        <c:v>8.0464579999999994E-2</c:v>
                      </c:pt>
                      <c:pt idx="4620">
                        <c:v>8.0494769999999993E-2</c:v>
                      </c:pt>
                      <c:pt idx="4621">
                        <c:v>8.0525879999999994E-2</c:v>
                      </c:pt>
                      <c:pt idx="4622">
                        <c:v>8.0558379999999999E-2</c:v>
                      </c:pt>
                      <c:pt idx="4623">
                        <c:v>8.0592650000000002E-2</c:v>
                      </c:pt>
                      <c:pt idx="4624">
                        <c:v>8.0628549999999993E-2</c:v>
                      </c:pt>
                      <c:pt idx="4625">
                        <c:v>8.066566E-2</c:v>
                      </c:pt>
                      <c:pt idx="4626">
                        <c:v>8.0703590000000006E-2</c:v>
                      </c:pt>
                      <c:pt idx="4627">
                        <c:v>8.0741670000000001E-2</c:v>
                      </c:pt>
                      <c:pt idx="4628">
                        <c:v>8.0779169999999997E-2</c:v>
                      </c:pt>
                      <c:pt idx="4629">
                        <c:v>8.0815849999999995E-2</c:v>
                      </c:pt>
                      <c:pt idx="4630">
                        <c:v>8.0851820000000005E-2</c:v>
                      </c:pt>
                      <c:pt idx="4631">
                        <c:v>8.0886739999999999E-2</c:v>
                      </c:pt>
                      <c:pt idx="4632">
                        <c:v>8.0921149999999997E-2</c:v>
                      </c:pt>
                      <c:pt idx="4633">
                        <c:v>8.0954960000000006E-2</c:v>
                      </c:pt>
                      <c:pt idx="4634">
                        <c:v>8.0988180000000007E-2</c:v>
                      </c:pt>
                      <c:pt idx="4635">
                        <c:v>8.1020560000000005E-2</c:v>
                      </c:pt>
                      <c:pt idx="4636">
                        <c:v>8.1051990000000004E-2</c:v>
                      </c:pt>
                      <c:pt idx="4637">
                        <c:v>8.1082139999999997E-2</c:v>
                      </c:pt>
                      <c:pt idx="4638">
                        <c:v>8.1111249999999996E-2</c:v>
                      </c:pt>
                      <c:pt idx="4639">
                        <c:v>8.1139210000000003E-2</c:v>
                      </c:pt>
                      <c:pt idx="4640">
                        <c:v>8.1166569999999993E-2</c:v>
                      </c:pt>
                      <c:pt idx="4641">
                        <c:v>8.119345E-2</c:v>
                      </c:pt>
                      <c:pt idx="4642">
                        <c:v>8.122074E-2</c:v>
                      </c:pt>
                      <c:pt idx="4643">
                        <c:v>8.1248500000000001E-2</c:v>
                      </c:pt>
                      <c:pt idx="4644">
                        <c:v>8.1277180000000004E-2</c:v>
                      </c:pt>
                      <c:pt idx="4645">
                        <c:v>8.1306989999999996E-2</c:v>
                      </c:pt>
                      <c:pt idx="4646">
                        <c:v>8.1337999999999994E-2</c:v>
                      </c:pt>
                      <c:pt idx="4647">
                        <c:v>8.136997E-2</c:v>
                      </c:pt>
                      <c:pt idx="4648">
                        <c:v>8.14029E-2</c:v>
                      </c:pt>
                      <c:pt idx="4649">
                        <c:v>8.1436190000000006E-2</c:v>
                      </c:pt>
                      <c:pt idx="4650">
                        <c:v>8.1469920000000001E-2</c:v>
                      </c:pt>
                      <c:pt idx="4651">
                        <c:v>8.1503500000000006E-2</c:v>
                      </c:pt>
                      <c:pt idx="4652">
                        <c:v>8.1536639999999994E-2</c:v>
                      </c:pt>
                      <c:pt idx="4653">
                        <c:v>8.1569340000000004E-2</c:v>
                      </c:pt>
                      <c:pt idx="4654">
                        <c:v>8.1601569999999998E-2</c:v>
                      </c:pt>
                      <c:pt idx="4655">
                        <c:v>8.1633430000000007E-2</c:v>
                      </c:pt>
                      <c:pt idx="4656">
                        <c:v>8.1664870000000001E-2</c:v>
                      </c:pt>
                      <c:pt idx="4657">
                        <c:v>8.1696060000000001E-2</c:v>
                      </c:pt>
                      <c:pt idx="4658">
                        <c:v>8.1727209999999995E-2</c:v>
                      </c:pt>
                      <c:pt idx="4659">
                        <c:v>8.1758049999999999E-2</c:v>
                      </c:pt>
                      <c:pt idx="4660">
                        <c:v>8.1788730000000004E-2</c:v>
                      </c:pt>
                      <c:pt idx="4661">
                        <c:v>8.1819050000000004E-2</c:v>
                      </c:pt>
                      <c:pt idx="4662">
                        <c:v>8.1849140000000001E-2</c:v>
                      </c:pt>
                      <c:pt idx="4663">
                        <c:v>8.1879019999999997E-2</c:v>
                      </c:pt>
                      <c:pt idx="4664">
                        <c:v>8.1908700000000001E-2</c:v>
                      </c:pt>
                      <c:pt idx="4665">
                        <c:v>8.1938360000000002E-2</c:v>
                      </c:pt>
                      <c:pt idx="4666">
                        <c:v>8.1967880000000007E-2</c:v>
                      </c:pt>
                      <c:pt idx="4667">
                        <c:v>8.1997180000000003E-2</c:v>
                      </c:pt>
                      <c:pt idx="4668">
                        <c:v>8.2026070000000006E-2</c:v>
                      </c:pt>
                      <c:pt idx="4669">
                        <c:v>8.2054370000000001E-2</c:v>
                      </c:pt>
                      <c:pt idx="4670">
                        <c:v>8.208211E-2</c:v>
                      </c:pt>
                      <c:pt idx="4671">
                        <c:v>8.2109169999999995E-2</c:v>
                      </c:pt>
                      <c:pt idx="4672">
                        <c:v>8.2136029999999999E-2</c:v>
                      </c:pt>
                      <c:pt idx="4673">
                        <c:v>8.2163100000000003E-2</c:v>
                      </c:pt>
                      <c:pt idx="4674">
                        <c:v>8.2191040000000007E-2</c:v>
                      </c:pt>
                      <c:pt idx="4675">
                        <c:v>8.2220109999999999E-2</c:v>
                      </c:pt>
                      <c:pt idx="4676">
                        <c:v>8.2250379999999998E-2</c:v>
                      </c:pt>
                      <c:pt idx="4677">
                        <c:v>8.2281409999999999E-2</c:v>
                      </c:pt>
                      <c:pt idx="4678">
                        <c:v>8.231252E-2</c:v>
                      </c:pt>
                      <c:pt idx="4679">
                        <c:v>8.2342799999999994E-2</c:v>
                      </c:pt>
                      <c:pt idx="4680">
                        <c:v>8.2371760000000002E-2</c:v>
                      </c:pt>
                      <c:pt idx="4681">
                        <c:v>8.2398760000000001E-2</c:v>
                      </c:pt>
                      <c:pt idx="4682">
                        <c:v>8.2423880000000005E-2</c:v>
                      </c:pt>
                      <c:pt idx="4683">
                        <c:v>8.2447190000000004E-2</c:v>
                      </c:pt>
                      <c:pt idx="4684">
                        <c:v>8.2469219999999996E-2</c:v>
                      </c:pt>
                      <c:pt idx="4685">
                        <c:v>8.2490179999999996E-2</c:v>
                      </c:pt>
                      <c:pt idx="4686">
                        <c:v>8.2509890000000002E-2</c:v>
                      </c:pt>
                      <c:pt idx="4687">
                        <c:v>8.2528320000000002E-2</c:v>
                      </c:pt>
                      <c:pt idx="4688">
                        <c:v>8.254483E-2</c:v>
                      </c:pt>
                      <c:pt idx="4689">
                        <c:v>8.2559140000000003E-2</c:v>
                      </c:pt>
                      <c:pt idx="4690">
                        <c:v>8.2571000000000006E-2</c:v>
                      </c:pt>
                      <c:pt idx="4691">
                        <c:v>8.2580890000000004E-2</c:v>
                      </c:pt>
                      <c:pt idx="4692">
                        <c:v>8.2589309999999999E-2</c:v>
                      </c:pt>
                      <c:pt idx="4693">
                        <c:v>8.2597450000000003E-2</c:v>
                      </c:pt>
                      <c:pt idx="4694">
                        <c:v>8.2606260000000001E-2</c:v>
                      </c:pt>
                      <c:pt idx="4695">
                        <c:v>8.2616839999999997E-2</c:v>
                      </c:pt>
                      <c:pt idx="4696">
                        <c:v>8.2629830000000001E-2</c:v>
                      </c:pt>
                      <c:pt idx="4697">
                        <c:v>8.2645380000000004E-2</c:v>
                      </c:pt>
                      <c:pt idx="4698">
                        <c:v>8.2663490000000006E-2</c:v>
                      </c:pt>
                      <c:pt idx="4699">
                        <c:v>8.2684049999999995E-2</c:v>
                      </c:pt>
                      <c:pt idx="4700">
                        <c:v>8.2706420000000003E-2</c:v>
                      </c:pt>
                      <c:pt idx="4701">
                        <c:v>8.2730399999999996E-2</c:v>
                      </c:pt>
                      <c:pt idx="4702">
                        <c:v>8.2755410000000001E-2</c:v>
                      </c:pt>
                      <c:pt idx="4703">
                        <c:v>8.2780909999999999E-2</c:v>
                      </c:pt>
                      <c:pt idx="4704">
                        <c:v>8.2806649999999996E-2</c:v>
                      </c:pt>
                      <c:pt idx="4705">
                        <c:v>8.2832149999999993E-2</c:v>
                      </c:pt>
                      <c:pt idx="4706">
                        <c:v>8.2857529999999999E-2</c:v>
                      </c:pt>
                      <c:pt idx="4707">
                        <c:v>8.2882910000000004E-2</c:v>
                      </c:pt>
                      <c:pt idx="4708">
                        <c:v>8.290894E-2</c:v>
                      </c:pt>
                      <c:pt idx="4709">
                        <c:v>8.2936010000000004E-2</c:v>
                      </c:pt>
                      <c:pt idx="4710">
                        <c:v>8.2964609999999994E-2</c:v>
                      </c:pt>
                      <c:pt idx="4711">
                        <c:v>8.2995009999999994E-2</c:v>
                      </c:pt>
                      <c:pt idx="4712">
                        <c:v>8.3026900000000001E-2</c:v>
                      </c:pt>
                      <c:pt idx="4713">
                        <c:v>8.3059679999999997E-2</c:v>
                      </c:pt>
                      <c:pt idx="4714">
                        <c:v>8.3092620000000006E-2</c:v>
                      </c:pt>
                      <c:pt idx="4715">
                        <c:v>8.3124950000000003E-2</c:v>
                      </c:pt>
                      <c:pt idx="4716">
                        <c:v>8.3156049999999995E-2</c:v>
                      </c:pt>
                      <c:pt idx="4717">
                        <c:v>8.3185460000000003E-2</c:v>
                      </c:pt>
                      <c:pt idx="4718">
                        <c:v>8.3213029999999993E-2</c:v>
                      </c:pt>
                      <c:pt idx="4719">
                        <c:v>8.3238590000000001E-2</c:v>
                      </c:pt>
                      <c:pt idx="4720">
                        <c:v>8.3262439999999993E-2</c:v>
                      </c:pt>
                      <c:pt idx="4721">
                        <c:v>8.3284430000000007E-2</c:v>
                      </c:pt>
                      <c:pt idx="4722">
                        <c:v>8.3304989999999995E-2</c:v>
                      </c:pt>
                      <c:pt idx="4723">
                        <c:v>8.3324809999999999E-2</c:v>
                      </c:pt>
                      <c:pt idx="4724">
                        <c:v>8.3344520000000005E-2</c:v>
                      </c:pt>
                      <c:pt idx="4725">
                        <c:v>8.3365120000000001E-2</c:v>
                      </c:pt>
                      <c:pt idx="4726">
                        <c:v>8.3387359999999994E-2</c:v>
                      </c:pt>
                      <c:pt idx="4727">
                        <c:v>8.3411730000000003E-2</c:v>
                      </c:pt>
                      <c:pt idx="4728">
                        <c:v>8.3438349999999994E-2</c:v>
                      </c:pt>
                      <c:pt idx="4729">
                        <c:v>8.3466940000000003E-2</c:v>
                      </c:pt>
                      <c:pt idx="4730">
                        <c:v>8.3496769999999998E-2</c:v>
                      </c:pt>
                      <c:pt idx="4731">
                        <c:v>8.3527009999999999E-2</c:v>
                      </c:pt>
                      <c:pt idx="4732">
                        <c:v>8.3557140000000002E-2</c:v>
                      </c:pt>
                      <c:pt idx="4733">
                        <c:v>8.3586540000000001E-2</c:v>
                      </c:pt>
                      <c:pt idx="4734">
                        <c:v>8.3615259999999997E-2</c:v>
                      </c:pt>
                      <c:pt idx="4735">
                        <c:v>8.3643010000000004E-2</c:v>
                      </c:pt>
                      <c:pt idx="4736">
                        <c:v>8.3670129999999995E-2</c:v>
                      </c:pt>
                      <c:pt idx="4737">
                        <c:v>8.3696199999999998E-2</c:v>
                      </c:pt>
                      <c:pt idx="4738">
                        <c:v>8.3721000000000004E-2</c:v>
                      </c:pt>
                      <c:pt idx="4739">
                        <c:v>8.3743860000000003E-2</c:v>
                      </c:pt>
                      <c:pt idx="4740">
                        <c:v>8.3764389999999994E-2</c:v>
                      </c:pt>
                      <c:pt idx="4741">
                        <c:v>8.3782469999999998E-2</c:v>
                      </c:pt>
                      <c:pt idx="4742">
                        <c:v>8.3798510000000007E-2</c:v>
                      </c:pt>
                      <c:pt idx="4743">
                        <c:v>8.3813180000000001E-2</c:v>
                      </c:pt>
                      <c:pt idx="4744">
                        <c:v>8.3827680000000002E-2</c:v>
                      </c:pt>
                      <c:pt idx="4745">
                        <c:v>8.384279E-2</c:v>
                      </c:pt>
                      <c:pt idx="4746">
                        <c:v>8.385956E-2</c:v>
                      </c:pt>
                      <c:pt idx="4747">
                        <c:v>8.3878159999999993E-2</c:v>
                      </c:pt>
                      <c:pt idx="4748">
                        <c:v>8.3898500000000001E-2</c:v>
                      </c:pt>
                      <c:pt idx="4749">
                        <c:v>8.3919800000000003E-2</c:v>
                      </c:pt>
                      <c:pt idx="4750">
                        <c:v>8.3941269999999998E-2</c:v>
                      </c:pt>
                      <c:pt idx="4751">
                        <c:v>8.3962090000000003E-2</c:v>
                      </c:pt>
                      <c:pt idx="4752">
                        <c:v>8.3981669999999994E-2</c:v>
                      </c:pt>
                      <c:pt idx="4753">
                        <c:v>8.400001E-2</c:v>
                      </c:pt>
                      <c:pt idx="4754">
                        <c:v>8.4017170000000002E-2</c:v>
                      </c:pt>
                      <c:pt idx="4755">
                        <c:v>8.4034020000000001E-2</c:v>
                      </c:pt>
                      <c:pt idx="4756">
                        <c:v>8.4051180000000003E-2</c:v>
                      </c:pt>
                      <c:pt idx="4757">
                        <c:v>8.4069160000000004E-2</c:v>
                      </c:pt>
                      <c:pt idx="4758">
                        <c:v>8.4088389999999999E-2</c:v>
                      </c:pt>
                      <c:pt idx="4759">
                        <c:v>8.4108730000000007E-2</c:v>
                      </c:pt>
                      <c:pt idx="4760">
                        <c:v>8.4129880000000004E-2</c:v>
                      </c:pt>
                      <c:pt idx="4761">
                        <c:v>8.4151320000000002E-2</c:v>
                      </c:pt>
                      <c:pt idx="4762">
                        <c:v>8.4172869999999997E-2</c:v>
                      </c:pt>
                      <c:pt idx="4763">
                        <c:v>8.41948E-2</c:v>
                      </c:pt>
                      <c:pt idx="4764">
                        <c:v>8.4217040000000007E-2</c:v>
                      </c:pt>
                      <c:pt idx="4765">
                        <c:v>8.4240369999999995E-2</c:v>
                      </c:pt>
                      <c:pt idx="4766">
                        <c:v>8.4265030000000005E-2</c:v>
                      </c:pt>
                      <c:pt idx="4767">
                        <c:v>8.429122E-2</c:v>
                      </c:pt>
                      <c:pt idx="4768">
                        <c:v>8.4318539999999997E-2</c:v>
                      </c:pt>
                      <c:pt idx="4769">
                        <c:v>8.4346379999999999E-2</c:v>
                      </c:pt>
                      <c:pt idx="4770">
                        <c:v>8.4373740000000003E-2</c:v>
                      </c:pt>
                      <c:pt idx="4771">
                        <c:v>8.4400139999999998E-2</c:v>
                      </c:pt>
                      <c:pt idx="4772">
                        <c:v>8.4425260000000002E-2</c:v>
                      </c:pt>
                      <c:pt idx="4773">
                        <c:v>8.4449360000000001E-2</c:v>
                      </c:pt>
                      <c:pt idx="4774">
                        <c:v>8.4473190000000004E-2</c:v>
                      </c:pt>
                      <c:pt idx="4775">
                        <c:v>8.4497580000000003E-2</c:v>
                      </c:pt>
                      <c:pt idx="4776">
                        <c:v>8.4523699999999993E-2</c:v>
                      </c:pt>
                      <c:pt idx="4777">
                        <c:v>8.4551799999999996E-2</c:v>
                      </c:pt>
                      <c:pt idx="4778">
                        <c:v>8.4582149999999995E-2</c:v>
                      </c:pt>
                      <c:pt idx="4779">
                        <c:v>8.4614759999999997E-2</c:v>
                      </c:pt>
                      <c:pt idx="4780">
                        <c:v>8.464911E-2</c:v>
                      </c:pt>
                      <c:pt idx="4781">
                        <c:v>8.4684860000000001E-2</c:v>
                      </c:pt>
                      <c:pt idx="4782">
                        <c:v>8.4721870000000005E-2</c:v>
                      </c:pt>
                      <c:pt idx="4783">
                        <c:v>8.4760210000000002E-2</c:v>
                      </c:pt>
                      <c:pt idx="4784">
                        <c:v>8.4799970000000002E-2</c:v>
                      </c:pt>
                      <c:pt idx="4785">
                        <c:v>8.4841169999999994E-2</c:v>
                      </c:pt>
                      <c:pt idx="4786">
                        <c:v>8.4884080000000001E-2</c:v>
                      </c:pt>
                      <c:pt idx="4787">
                        <c:v>8.4928630000000005E-2</c:v>
                      </c:pt>
                      <c:pt idx="4788">
                        <c:v>8.4974450000000007E-2</c:v>
                      </c:pt>
                      <c:pt idx="4789">
                        <c:v>8.5021669999999994E-2</c:v>
                      </c:pt>
                      <c:pt idx="4790">
                        <c:v>8.5069919999999993E-2</c:v>
                      </c:pt>
                      <c:pt idx="4791">
                        <c:v>8.5119169999999994E-2</c:v>
                      </c:pt>
                      <c:pt idx="4792">
                        <c:v>8.5169110000000006E-2</c:v>
                      </c:pt>
                      <c:pt idx="4793">
                        <c:v>8.5219509999999998E-2</c:v>
                      </c:pt>
                      <c:pt idx="4794">
                        <c:v>8.5270109999999996E-2</c:v>
                      </c:pt>
                      <c:pt idx="4795">
                        <c:v>8.5320800000000002E-2</c:v>
                      </c:pt>
                      <c:pt idx="4796">
                        <c:v>8.5371329999999995E-2</c:v>
                      </c:pt>
                      <c:pt idx="4797">
                        <c:v>8.5421869999999997E-2</c:v>
                      </c:pt>
                      <c:pt idx="4798">
                        <c:v>8.5472610000000004E-2</c:v>
                      </c:pt>
                      <c:pt idx="4799">
                        <c:v>8.5523769999999999E-2</c:v>
                      </c:pt>
                      <c:pt idx="4800">
                        <c:v>8.5575659999999998E-2</c:v>
                      </c:pt>
                      <c:pt idx="4801">
                        <c:v>8.5628319999999994E-2</c:v>
                      </c:pt>
                      <c:pt idx="4802">
                        <c:v>8.5681950000000007E-2</c:v>
                      </c:pt>
                      <c:pt idx="4803">
                        <c:v>8.5736119999999999E-2</c:v>
                      </c:pt>
                      <c:pt idx="4804">
                        <c:v>8.5790699999999998E-2</c:v>
                      </c:pt>
                      <c:pt idx="4805">
                        <c:v>8.5845370000000004E-2</c:v>
                      </c:pt>
                      <c:pt idx="4806">
                        <c:v>8.5900080000000004E-2</c:v>
                      </c:pt>
                      <c:pt idx="4807">
                        <c:v>8.5954840000000005E-2</c:v>
                      </c:pt>
                      <c:pt idx="4808">
                        <c:v>8.6009199999999994E-2</c:v>
                      </c:pt>
                      <c:pt idx="4809">
                        <c:v>8.6063210000000001E-2</c:v>
                      </c:pt>
                      <c:pt idx="4810">
                        <c:v>8.6116209999999999E-2</c:v>
                      </c:pt>
                      <c:pt idx="4811">
                        <c:v>8.6167839999999996E-2</c:v>
                      </c:pt>
                      <c:pt idx="4812">
                        <c:v>8.6217260000000004E-2</c:v>
                      </c:pt>
                      <c:pt idx="4813">
                        <c:v>8.6264179999999996E-2</c:v>
                      </c:pt>
                      <c:pt idx="4814">
                        <c:v>8.6308399999999993E-2</c:v>
                      </c:pt>
                      <c:pt idx="4815">
                        <c:v>8.6350070000000001E-2</c:v>
                      </c:pt>
                      <c:pt idx="4816">
                        <c:v>8.6389930000000004E-2</c:v>
                      </c:pt>
                      <c:pt idx="4817">
                        <c:v>8.6428619999999998E-2</c:v>
                      </c:pt>
                      <c:pt idx="4818">
                        <c:v>8.6466950000000001E-2</c:v>
                      </c:pt>
                      <c:pt idx="4819">
                        <c:v>8.6505280000000004E-2</c:v>
                      </c:pt>
                      <c:pt idx="4820">
                        <c:v>8.6543780000000001E-2</c:v>
                      </c:pt>
                      <c:pt idx="4821">
                        <c:v>8.6582160000000005E-2</c:v>
                      </c:pt>
                      <c:pt idx="4822">
                        <c:v>8.6619769999999999E-2</c:v>
                      </c:pt>
                      <c:pt idx="4823">
                        <c:v>8.6655650000000001E-2</c:v>
                      </c:pt>
                      <c:pt idx="4824">
                        <c:v>8.6688989999999994E-2</c:v>
                      </c:pt>
                      <c:pt idx="4825">
                        <c:v>8.6718959999999998E-2</c:v>
                      </c:pt>
                      <c:pt idx="4826">
                        <c:v>8.6745630000000004E-2</c:v>
                      </c:pt>
                      <c:pt idx="4827">
                        <c:v>8.6768929999999994E-2</c:v>
                      </c:pt>
                      <c:pt idx="4828">
                        <c:v>8.6789560000000002E-2</c:v>
                      </c:pt>
                      <c:pt idx="4829">
                        <c:v>8.6808099999999999E-2</c:v>
                      </c:pt>
                      <c:pt idx="4830">
                        <c:v>8.682521E-2</c:v>
                      </c:pt>
                      <c:pt idx="4831">
                        <c:v>8.6841520000000005E-2</c:v>
                      </c:pt>
                      <c:pt idx="4832">
                        <c:v>8.685698E-2</c:v>
                      </c:pt>
                      <c:pt idx="4833">
                        <c:v>8.6871710000000005E-2</c:v>
                      </c:pt>
                      <c:pt idx="4834">
                        <c:v>8.688572E-2</c:v>
                      </c:pt>
                      <c:pt idx="4835">
                        <c:v>8.6898829999999996E-2</c:v>
                      </c:pt>
                      <c:pt idx="4836">
                        <c:v>8.6911379999999996E-2</c:v>
                      </c:pt>
                      <c:pt idx="4837">
                        <c:v>8.6923730000000005E-2</c:v>
                      </c:pt>
                      <c:pt idx="4838">
                        <c:v>8.6936230000000003E-2</c:v>
                      </c:pt>
                      <c:pt idx="4839">
                        <c:v>8.6949070000000003E-2</c:v>
                      </c:pt>
                      <c:pt idx="4840">
                        <c:v>8.6962220000000007E-2</c:v>
                      </c:pt>
                      <c:pt idx="4841">
                        <c:v>8.6975170000000004E-2</c:v>
                      </c:pt>
                      <c:pt idx="4842">
                        <c:v>8.6987229999999999E-2</c:v>
                      </c:pt>
                      <c:pt idx="4843">
                        <c:v>8.6998000000000006E-2</c:v>
                      </c:pt>
                      <c:pt idx="4844">
                        <c:v>8.7007150000000005E-2</c:v>
                      </c:pt>
                      <c:pt idx="4845">
                        <c:v>8.7015330000000002E-2</c:v>
                      </c:pt>
                      <c:pt idx="4846">
                        <c:v>8.7023299999999998E-2</c:v>
                      </c:pt>
                      <c:pt idx="4847">
                        <c:v>8.7032129999999999E-2</c:v>
                      </c:pt>
                      <c:pt idx="4848">
                        <c:v>8.7043110000000007E-2</c:v>
                      </c:pt>
                      <c:pt idx="4849">
                        <c:v>8.7056629999999996E-2</c:v>
                      </c:pt>
                      <c:pt idx="4850">
                        <c:v>8.7073029999999996E-2</c:v>
                      </c:pt>
                      <c:pt idx="4851">
                        <c:v>8.709161E-2</c:v>
                      </c:pt>
                      <c:pt idx="4852">
                        <c:v>8.7111850000000005E-2</c:v>
                      </c:pt>
                      <c:pt idx="4853">
                        <c:v>8.7132950000000001E-2</c:v>
                      </c:pt>
                      <c:pt idx="4854">
                        <c:v>8.7154460000000003E-2</c:v>
                      </c:pt>
                      <c:pt idx="4855">
                        <c:v>8.7176489999999995E-2</c:v>
                      </c:pt>
                      <c:pt idx="4856">
                        <c:v>8.7199490000000004E-2</c:v>
                      </c:pt>
                      <c:pt idx="4857">
                        <c:v>8.7223629999999996E-2</c:v>
                      </c:pt>
                      <c:pt idx="4858">
                        <c:v>8.7249469999999996E-2</c:v>
                      </c:pt>
                      <c:pt idx="4859">
                        <c:v>8.7276820000000005E-2</c:v>
                      </c:pt>
                      <c:pt idx="4860">
                        <c:v>8.7305259999999996E-2</c:v>
                      </c:pt>
                      <c:pt idx="4861">
                        <c:v>8.7334190000000006E-2</c:v>
                      </c:pt>
                      <c:pt idx="4862">
                        <c:v>8.7362910000000002E-2</c:v>
                      </c:pt>
                      <c:pt idx="4863">
                        <c:v>8.7391070000000001E-2</c:v>
                      </c:pt>
                      <c:pt idx="4864">
                        <c:v>8.7418659999999995E-2</c:v>
                      </c:pt>
                      <c:pt idx="4865">
                        <c:v>8.744557E-2</c:v>
                      </c:pt>
                      <c:pt idx="4866">
                        <c:v>8.7472480000000005E-2</c:v>
                      </c:pt>
                      <c:pt idx="4867">
                        <c:v>8.7499880000000002E-2</c:v>
                      </c:pt>
                      <c:pt idx="4868">
                        <c:v>8.7527969999999997E-2</c:v>
                      </c:pt>
                      <c:pt idx="4869">
                        <c:v>8.7557270000000006E-2</c:v>
                      </c:pt>
                      <c:pt idx="4870">
                        <c:v>8.7587960000000006E-2</c:v>
                      </c:pt>
                      <c:pt idx="4871">
                        <c:v>8.7620100000000006E-2</c:v>
                      </c:pt>
                      <c:pt idx="4872">
                        <c:v>8.7653759999999997E-2</c:v>
                      </c:pt>
                      <c:pt idx="4873">
                        <c:v>8.7688660000000002E-2</c:v>
                      </c:pt>
                      <c:pt idx="4874">
                        <c:v>8.7724430000000006E-2</c:v>
                      </c:pt>
                      <c:pt idx="4875">
                        <c:v>8.7760439999999995E-2</c:v>
                      </c:pt>
                      <c:pt idx="4876">
                        <c:v>8.779613E-2</c:v>
                      </c:pt>
                      <c:pt idx="4877">
                        <c:v>8.7830930000000002E-2</c:v>
                      </c:pt>
                      <c:pt idx="4878">
                        <c:v>8.786484E-2</c:v>
                      </c:pt>
                      <c:pt idx="4879">
                        <c:v>8.789814E-2</c:v>
                      </c:pt>
                      <c:pt idx="4880">
                        <c:v>8.7931770000000006E-2</c:v>
                      </c:pt>
                      <c:pt idx="4881">
                        <c:v>8.7966699999999995E-2</c:v>
                      </c:pt>
                      <c:pt idx="4882">
                        <c:v>8.8004479999999996E-2</c:v>
                      </c:pt>
                      <c:pt idx="4883">
                        <c:v>8.8046159999999998E-2</c:v>
                      </c:pt>
                      <c:pt idx="4884">
                        <c:v>8.8091929999999999E-2</c:v>
                      </c:pt>
                      <c:pt idx="4885">
                        <c:v>8.8141860000000002E-2</c:v>
                      </c:pt>
                      <c:pt idx="4886">
                        <c:v>8.8194830000000002E-2</c:v>
                      </c:pt>
                      <c:pt idx="4887">
                        <c:v>8.8249430000000004E-2</c:v>
                      </c:pt>
                      <c:pt idx="4888">
                        <c:v>8.8304079999999993E-2</c:v>
                      </c:pt>
                      <c:pt idx="4889">
                        <c:v>8.8357489999999997E-2</c:v>
                      </c:pt>
                      <c:pt idx="4890">
                        <c:v>8.840866E-2</c:v>
                      </c:pt>
                      <c:pt idx="4891">
                        <c:v>8.8457270000000005E-2</c:v>
                      </c:pt>
                      <c:pt idx="4892">
                        <c:v>8.8503620000000005E-2</c:v>
                      </c:pt>
                      <c:pt idx="4893">
                        <c:v>8.8548269999999998E-2</c:v>
                      </c:pt>
                      <c:pt idx="4894">
                        <c:v>8.8591950000000003E-2</c:v>
                      </c:pt>
                      <c:pt idx="4895">
                        <c:v>8.8635469999999994E-2</c:v>
                      </c:pt>
                      <c:pt idx="4896">
                        <c:v>8.8679720000000004E-2</c:v>
                      </c:pt>
                      <c:pt idx="4897">
                        <c:v>8.8725040000000005E-2</c:v>
                      </c:pt>
                      <c:pt idx="4898">
                        <c:v>8.8772069999999995E-2</c:v>
                      </c:pt>
                      <c:pt idx="4899">
                        <c:v>8.8821410000000003E-2</c:v>
                      </c:pt>
                      <c:pt idx="4900">
                        <c:v>8.8873450000000007E-2</c:v>
                      </c:pt>
                      <c:pt idx="4901">
                        <c:v>8.8928300000000002E-2</c:v>
                      </c:pt>
                      <c:pt idx="4902">
                        <c:v>8.8985759999999997E-2</c:v>
                      </c:pt>
                      <c:pt idx="4903">
                        <c:v>8.9045349999999995E-2</c:v>
                      </c:pt>
                      <c:pt idx="4904">
                        <c:v>8.9106400000000002E-2</c:v>
                      </c:pt>
                      <c:pt idx="4905">
                        <c:v>8.9167800000000005E-2</c:v>
                      </c:pt>
                      <c:pt idx="4906">
                        <c:v>8.9229069999999994E-2</c:v>
                      </c:pt>
                      <c:pt idx="4907">
                        <c:v>8.9289460000000001E-2</c:v>
                      </c:pt>
                      <c:pt idx="4908">
                        <c:v>8.9348759999999999E-2</c:v>
                      </c:pt>
                      <c:pt idx="4909">
                        <c:v>8.9407619999999993E-2</c:v>
                      </c:pt>
                      <c:pt idx="4910">
                        <c:v>8.9466699999999996E-2</c:v>
                      </c:pt>
                      <c:pt idx="4911">
                        <c:v>8.9526469999999997E-2</c:v>
                      </c:pt>
                      <c:pt idx="4912">
                        <c:v>8.958808E-2</c:v>
                      </c:pt>
                      <c:pt idx="4913">
                        <c:v>8.9651659999999994E-2</c:v>
                      </c:pt>
                      <c:pt idx="4914">
                        <c:v>8.9717720000000001E-2</c:v>
                      </c:pt>
                      <c:pt idx="4915">
                        <c:v>8.9786290000000005E-2</c:v>
                      </c:pt>
                      <c:pt idx="4916">
                        <c:v>8.9857720000000002E-2</c:v>
                      </c:pt>
                      <c:pt idx="4917">
                        <c:v>8.9931819999999996E-2</c:v>
                      </c:pt>
                      <c:pt idx="4918">
                        <c:v>9.0008809999999995E-2</c:v>
                      </c:pt>
                      <c:pt idx="4919">
                        <c:v>9.0088310000000005E-2</c:v>
                      </c:pt>
                      <c:pt idx="4920">
                        <c:v>9.0170349999999996E-2</c:v>
                      </c:pt>
                      <c:pt idx="4921">
                        <c:v>9.0254039999999994E-2</c:v>
                      </c:pt>
                      <c:pt idx="4922">
                        <c:v>9.0339000000000003E-2</c:v>
                      </c:pt>
                      <c:pt idx="4923">
                        <c:v>9.0424599999999994E-2</c:v>
                      </c:pt>
                      <c:pt idx="4924">
                        <c:v>9.0510339999999995E-2</c:v>
                      </c:pt>
                      <c:pt idx="4925">
                        <c:v>9.0596419999999997E-2</c:v>
                      </c:pt>
                      <c:pt idx="4926">
                        <c:v>9.0683130000000001E-2</c:v>
                      </c:pt>
                      <c:pt idx="4927">
                        <c:v>9.0770799999999999E-2</c:v>
                      </c:pt>
                      <c:pt idx="4928">
                        <c:v>9.0860029999999994E-2</c:v>
                      </c:pt>
                      <c:pt idx="4929">
                        <c:v>9.0950840000000005E-2</c:v>
                      </c:pt>
                      <c:pt idx="4930">
                        <c:v>9.1043100000000002E-2</c:v>
                      </c:pt>
                      <c:pt idx="4931">
                        <c:v>9.1136430000000004E-2</c:v>
                      </c:pt>
                      <c:pt idx="4932">
                        <c:v>9.1230080000000005E-2</c:v>
                      </c:pt>
                      <c:pt idx="4933">
                        <c:v>9.1323500000000002E-2</c:v>
                      </c:pt>
                      <c:pt idx="4934">
                        <c:v>9.1416739999999996E-2</c:v>
                      </c:pt>
                      <c:pt idx="4935">
                        <c:v>9.1509660000000007E-2</c:v>
                      </c:pt>
                      <c:pt idx="4936">
                        <c:v>9.1602939999999994E-2</c:v>
                      </c:pt>
                      <c:pt idx="4937">
                        <c:v>9.1697050000000002E-2</c:v>
                      </c:pt>
                      <c:pt idx="4938">
                        <c:v>9.1792869999999999E-2</c:v>
                      </c:pt>
                      <c:pt idx="4939">
                        <c:v>9.1890659999999999E-2</c:v>
                      </c:pt>
                      <c:pt idx="4940">
                        <c:v>9.1991219999999999E-2</c:v>
                      </c:pt>
                      <c:pt idx="4941">
                        <c:v>9.2094800000000004E-2</c:v>
                      </c:pt>
                      <c:pt idx="4942">
                        <c:v>9.2201480000000002E-2</c:v>
                      </c:pt>
                      <c:pt idx="4943">
                        <c:v>9.2311290000000004E-2</c:v>
                      </c:pt>
                      <c:pt idx="4944">
                        <c:v>9.2424179999999995E-2</c:v>
                      </c:pt>
                      <c:pt idx="4945">
                        <c:v>9.2539300000000005E-2</c:v>
                      </c:pt>
                      <c:pt idx="4946">
                        <c:v>9.2656210000000003E-2</c:v>
                      </c:pt>
                      <c:pt idx="4947">
                        <c:v>9.2773729999999999E-2</c:v>
                      </c:pt>
                      <c:pt idx="4948">
                        <c:v>9.2891070000000006E-2</c:v>
                      </c:pt>
                      <c:pt idx="4949">
                        <c:v>9.3007759999999995E-2</c:v>
                      </c:pt>
                      <c:pt idx="4950">
                        <c:v>9.3123609999999996E-2</c:v>
                      </c:pt>
                      <c:pt idx="4951">
                        <c:v>9.3238710000000002E-2</c:v>
                      </c:pt>
                      <c:pt idx="4952">
                        <c:v>9.3353920000000007E-2</c:v>
                      </c:pt>
                      <c:pt idx="4953">
                        <c:v>9.3469490000000002E-2</c:v>
                      </c:pt>
                      <c:pt idx="4954">
                        <c:v>9.3586039999999995E-2</c:v>
                      </c:pt>
                      <c:pt idx="4955">
                        <c:v>9.3703320000000007E-2</c:v>
                      </c:pt>
                      <c:pt idx="4956">
                        <c:v>9.3820959999999995E-2</c:v>
                      </c:pt>
                      <c:pt idx="4957">
                        <c:v>9.3938430000000003E-2</c:v>
                      </c:pt>
                      <c:pt idx="4958">
                        <c:v>9.4055150000000004E-2</c:v>
                      </c:pt>
                      <c:pt idx="4959">
                        <c:v>9.4170909999999997E-2</c:v>
                      </c:pt>
                      <c:pt idx="4960">
                        <c:v>9.4286079999999994E-2</c:v>
                      </c:pt>
                      <c:pt idx="4961">
                        <c:v>9.4401609999999997E-2</c:v>
                      </c:pt>
                      <c:pt idx="4962">
                        <c:v>9.4518740000000004E-2</c:v>
                      </c:pt>
                      <c:pt idx="4963">
                        <c:v>9.4638739999999999E-2</c:v>
                      </c:pt>
                      <c:pt idx="4964">
                        <c:v>9.4762570000000004E-2</c:v>
                      </c:pt>
                      <c:pt idx="4965">
                        <c:v>9.4890680000000005E-2</c:v>
                      </c:pt>
                      <c:pt idx="4966">
                        <c:v>9.5022869999999995E-2</c:v>
                      </c:pt>
                      <c:pt idx="4967">
                        <c:v>9.5158640000000003E-2</c:v>
                      </c:pt>
                      <c:pt idx="4968">
                        <c:v>9.5297190000000004E-2</c:v>
                      </c:pt>
                      <c:pt idx="4969">
                        <c:v>9.5437590000000003E-2</c:v>
                      </c:pt>
                      <c:pt idx="4970">
                        <c:v>9.5579360000000002E-2</c:v>
                      </c:pt>
                      <c:pt idx="4971">
                        <c:v>9.5722039999999994E-2</c:v>
                      </c:pt>
                      <c:pt idx="4972">
                        <c:v>9.5865350000000002E-2</c:v>
                      </c:pt>
                      <c:pt idx="4973">
                        <c:v>9.6009280000000002E-2</c:v>
                      </c:pt>
                      <c:pt idx="4974">
                        <c:v>9.615377E-2</c:v>
                      </c:pt>
                      <c:pt idx="4975">
                        <c:v>9.6298789999999995E-2</c:v>
                      </c:pt>
                      <c:pt idx="4976">
                        <c:v>9.6444769999999999E-2</c:v>
                      </c:pt>
                      <c:pt idx="4977">
                        <c:v>9.6591960000000004E-2</c:v>
                      </c:pt>
                      <c:pt idx="4978">
                        <c:v>9.6741350000000004E-2</c:v>
                      </c:pt>
                      <c:pt idx="4979">
                        <c:v>9.6893820000000005E-2</c:v>
                      </c:pt>
                      <c:pt idx="4980">
                        <c:v>9.7050150000000002E-2</c:v>
                      </c:pt>
                      <c:pt idx="4981">
                        <c:v>9.7211019999999995E-2</c:v>
                      </c:pt>
                      <c:pt idx="4982">
                        <c:v>9.7376619999999997E-2</c:v>
                      </c:pt>
                      <c:pt idx="4983">
                        <c:v>9.7546859999999999E-2</c:v>
                      </c:pt>
                      <c:pt idx="4984">
                        <c:v>9.7721059999999998E-2</c:v>
                      </c:pt>
                      <c:pt idx="4985">
                        <c:v>9.7898410000000005E-2</c:v>
                      </c:pt>
                      <c:pt idx="4986">
                        <c:v>9.8078269999999995E-2</c:v>
                      </c:pt>
                      <c:pt idx="4987">
                        <c:v>9.8260340000000002E-2</c:v>
                      </c:pt>
                      <c:pt idx="4988">
                        <c:v>9.8444470000000006E-2</c:v>
                      </c:pt>
                      <c:pt idx="4989">
                        <c:v>9.8630960000000004E-2</c:v>
                      </c:pt>
                      <c:pt idx="4990">
                        <c:v>9.8820279999999996E-2</c:v>
                      </c:pt>
                      <c:pt idx="4991">
                        <c:v>9.9012610000000001E-2</c:v>
                      </c:pt>
                      <c:pt idx="4992">
                        <c:v>9.9207959999999998E-2</c:v>
                      </c:pt>
                      <c:pt idx="4993">
                        <c:v>9.9406369999999994E-2</c:v>
                      </c:pt>
                      <c:pt idx="4994">
                        <c:v>9.9607650000000006E-2</c:v>
                      </c:pt>
                      <c:pt idx="4995">
                        <c:v>9.9811540000000004E-2</c:v>
                      </c:pt>
                      <c:pt idx="4996">
                        <c:v>0.1000185</c:v>
                      </c:pt>
                      <c:pt idx="4997">
                        <c:v>0.1002282</c:v>
                      </c:pt>
                      <c:pt idx="4998">
                        <c:v>0.10044119999999999</c:v>
                      </c:pt>
                      <c:pt idx="4999">
                        <c:v>0.10065739999999999</c:v>
                      </c:pt>
                      <c:pt idx="5000">
                        <c:v>0.1008767</c:v>
                      </c:pt>
                      <c:pt idx="5001">
                        <c:v>0.10109890000000001</c:v>
                      </c:pt>
                      <c:pt idx="5002">
                        <c:v>0.1013237</c:v>
                      </c:pt>
                      <c:pt idx="5003">
                        <c:v>0.1015513</c:v>
                      </c:pt>
                      <c:pt idx="5004">
                        <c:v>0.10178180000000001</c:v>
                      </c:pt>
                      <c:pt idx="5005">
                        <c:v>0.10201639999999999</c:v>
                      </c:pt>
                      <c:pt idx="5006">
                        <c:v>0.102256</c:v>
                      </c:pt>
                      <c:pt idx="5007">
                        <c:v>0.1025016</c:v>
                      </c:pt>
                      <c:pt idx="5008">
                        <c:v>0.102754</c:v>
                      </c:pt>
                      <c:pt idx="5009">
                        <c:v>0.1030138</c:v>
                      </c:pt>
                      <c:pt idx="5010">
                        <c:v>0.1032812</c:v>
                      </c:pt>
                      <c:pt idx="5011">
                        <c:v>0.1035558</c:v>
                      </c:pt>
                      <c:pt idx="5012">
                        <c:v>0.10383779999999999</c:v>
                      </c:pt>
                      <c:pt idx="5013">
                        <c:v>0.10412689999999999</c:v>
                      </c:pt>
                      <c:pt idx="5014">
                        <c:v>0.1044233</c:v>
                      </c:pt>
                      <c:pt idx="5015">
                        <c:v>0.1047269</c:v>
                      </c:pt>
                      <c:pt idx="5016">
                        <c:v>0.1050378</c:v>
                      </c:pt>
                      <c:pt idx="5017">
                        <c:v>0.10535559999999999</c:v>
                      </c:pt>
                      <c:pt idx="5018">
                        <c:v>0.1056806</c:v>
                      </c:pt>
                      <c:pt idx="5019">
                        <c:v>0.10601289999999999</c:v>
                      </c:pt>
                      <c:pt idx="5020">
                        <c:v>0.1063533</c:v>
                      </c:pt>
                      <c:pt idx="5021">
                        <c:v>0.1067031</c:v>
                      </c:pt>
                      <c:pt idx="5022">
                        <c:v>0.1070642</c:v>
                      </c:pt>
                      <c:pt idx="5023">
                        <c:v>0.1074382</c:v>
                      </c:pt>
                      <c:pt idx="5024">
                        <c:v>0.1078272</c:v>
                      </c:pt>
                      <c:pt idx="5025">
                        <c:v>0.1082318</c:v>
                      </c:pt>
                      <c:pt idx="5026">
                        <c:v>0.108653</c:v>
                      </c:pt>
                      <c:pt idx="5027">
                        <c:v>0.1090907</c:v>
                      </c:pt>
                      <c:pt idx="5028">
                        <c:v>0.1095448</c:v>
                      </c:pt>
                      <c:pt idx="5029">
                        <c:v>0.1100159</c:v>
                      </c:pt>
                      <c:pt idx="5030">
                        <c:v>0.11050459999999999</c:v>
                      </c:pt>
                      <c:pt idx="5031">
                        <c:v>0.1110126</c:v>
                      </c:pt>
                      <c:pt idx="5032">
                        <c:v>0.11154219999999999</c:v>
                      </c:pt>
                      <c:pt idx="5033">
                        <c:v>0.11209570000000001</c:v>
                      </c:pt>
                      <c:pt idx="5034">
                        <c:v>0.11267629999999999</c:v>
                      </c:pt>
                      <c:pt idx="5035">
                        <c:v>0.1132865</c:v>
                      </c:pt>
                      <c:pt idx="5036">
                        <c:v>0.11392919999999999</c:v>
                      </c:pt>
                      <c:pt idx="5037">
                        <c:v>0.1146074</c:v>
                      </c:pt>
                      <c:pt idx="5038">
                        <c:v>0.1153245</c:v>
                      </c:pt>
                      <c:pt idx="5039">
                        <c:v>0.11608350000000001</c:v>
                      </c:pt>
                      <c:pt idx="5040">
                        <c:v>0.1168886</c:v>
                      </c:pt>
                      <c:pt idx="5041">
                        <c:v>0.1177429</c:v>
                      </c:pt>
                      <c:pt idx="5042">
                        <c:v>0.1186511</c:v>
                      </c:pt>
                      <c:pt idx="5043">
                        <c:v>0.11961670000000001</c:v>
                      </c:pt>
                      <c:pt idx="5044">
                        <c:v>0.1206444</c:v>
                      </c:pt>
                      <c:pt idx="5045">
                        <c:v>0.12173870000000001</c:v>
                      </c:pt>
                      <c:pt idx="5046">
                        <c:v>0.12290470000000001</c:v>
                      </c:pt>
                      <c:pt idx="5047">
                        <c:v>0.1241478</c:v>
                      </c:pt>
                      <c:pt idx="5048">
                        <c:v>0.12547320000000001</c:v>
                      </c:pt>
                      <c:pt idx="5049">
                        <c:v>0.1268862</c:v>
                      </c:pt>
                      <c:pt idx="5050">
                        <c:v>0.12839210000000001</c:v>
                      </c:pt>
                      <c:pt idx="5051">
                        <c:v>0.12999569999999999</c:v>
                      </c:pt>
                      <c:pt idx="5052">
                        <c:v>0.1317014</c:v>
                      </c:pt>
                      <c:pt idx="5053">
                        <c:v>0.1335131</c:v>
                      </c:pt>
                      <c:pt idx="5054">
                        <c:v>0.13543369999999999</c:v>
                      </c:pt>
                      <c:pt idx="5055">
                        <c:v>0.1374648</c:v>
                      </c:pt>
                      <c:pt idx="5056">
                        <c:v>0.1396067</c:v>
                      </c:pt>
                      <c:pt idx="5057">
                        <c:v>0.1418576</c:v>
                      </c:pt>
                      <c:pt idx="5058">
                        <c:v>0.14421400000000001</c:v>
                      </c:pt>
                      <c:pt idx="5059">
                        <c:v>0.1466712</c:v>
                      </c:pt>
                      <c:pt idx="5060">
                        <c:v>0.14922389999999999</c:v>
                      </c:pt>
                      <c:pt idx="5061">
                        <c:v>0.1518671</c:v>
                      </c:pt>
                      <c:pt idx="5062">
                        <c:v>0.1545974</c:v>
                      </c:pt>
                      <c:pt idx="5063">
                        <c:v>0.15741260000000001</c:v>
                      </c:pt>
                      <c:pt idx="5064">
                        <c:v>0.16031219999999999</c:v>
                      </c:pt>
                      <c:pt idx="5065">
                        <c:v>0.163297</c:v>
                      </c:pt>
                      <c:pt idx="5066">
                        <c:v>0.16636819999999999</c:v>
                      </c:pt>
                      <c:pt idx="5067">
                        <c:v>0.16952690000000001</c:v>
                      </c:pt>
                      <c:pt idx="5068">
                        <c:v>0.17277300000000001</c:v>
                      </c:pt>
                      <c:pt idx="5069">
                        <c:v>0.17610439999999999</c:v>
                      </c:pt>
                      <c:pt idx="5070">
                        <c:v>0.17951639999999999</c:v>
                      </c:pt>
                      <c:pt idx="5071">
                        <c:v>0.18299969999999999</c:v>
                      </c:pt>
                      <c:pt idx="5072">
                        <c:v>0.18653919999999999</c:v>
                      </c:pt>
                      <c:pt idx="5073">
                        <c:v>0.19011249999999999</c:v>
                      </c:pt>
                      <c:pt idx="5074">
                        <c:v>0.193689</c:v>
                      </c:pt>
                      <c:pt idx="5075">
                        <c:v>0.19722790000000001</c:v>
                      </c:pt>
                      <c:pt idx="5076">
                        <c:v>0.2006809</c:v>
                      </c:pt>
                      <c:pt idx="5077">
                        <c:v>0.20399200000000001</c:v>
                      </c:pt>
                      <c:pt idx="5078">
                        <c:v>0.20710200000000001</c:v>
                      </c:pt>
                      <c:pt idx="5079">
                        <c:v>0.2099512</c:v>
                      </c:pt>
                      <c:pt idx="5080">
                        <c:v>0.2124849</c:v>
                      </c:pt>
                      <c:pt idx="5081">
                        <c:v>0.21465680000000001</c:v>
                      </c:pt>
                      <c:pt idx="5082">
                        <c:v>0.2164317</c:v>
                      </c:pt>
                      <c:pt idx="5083">
                        <c:v>0.21778739999999999</c:v>
                      </c:pt>
                      <c:pt idx="5084">
                        <c:v>0.2187142</c:v>
                      </c:pt>
                      <c:pt idx="5085">
                        <c:v>0.21921370000000001</c:v>
                      </c:pt>
                      <c:pt idx="5086">
                        <c:v>0.2192964</c:v>
                      </c:pt>
                      <c:pt idx="5087">
                        <c:v>0.2189786</c:v>
                      </c:pt>
                      <c:pt idx="5088">
                        <c:v>0.2182818</c:v>
                      </c:pt>
                      <c:pt idx="5089">
                        <c:v>0.2172299</c:v>
                      </c:pt>
                      <c:pt idx="5090">
                        <c:v>0.21585029999999999</c:v>
                      </c:pt>
                      <c:pt idx="5091">
                        <c:v>0.2141729</c:v>
                      </c:pt>
                      <c:pt idx="5092">
                        <c:v>0.21223040000000001</c:v>
                      </c:pt>
                      <c:pt idx="5093">
                        <c:v>0.21005789999999999</c:v>
                      </c:pt>
                      <c:pt idx="5094">
                        <c:v>0.2076924</c:v>
                      </c:pt>
                      <c:pt idx="5095">
                        <c:v>0.2051714</c:v>
                      </c:pt>
                      <c:pt idx="5096">
                        <c:v>0.2025325</c:v>
                      </c:pt>
                      <c:pt idx="5097">
                        <c:v>0.19981160000000001</c:v>
                      </c:pt>
                      <c:pt idx="5098">
                        <c:v>0.19704379999999999</c:v>
                      </c:pt>
                      <c:pt idx="5099">
                        <c:v>0.19426180000000001</c:v>
                      </c:pt>
                      <c:pt idx="5100">
                        <c:v>0.19149679999999999</c:v>
                      </c:pt>
                      <c:pt idx="5101">
                        <c:v>0.188778</c:v>
                      </c:pt>
                      <c:pt idx="5102">
                        <c:v>0.18613199999999999</c:v>
                      </c:pt>
                      <c:pt idx="5103">
                        <c:v>0.18358289999999999</c:v>
                      </c:pt>
                      <c:pt idx="5104">
                        <c:v>0.1811518</c:v>
                      </c:pt>
                      <c:pt idx="5105">
                        <c:v>0.17885619999999999</c:v>
                      </c:pt>
                      <c:pt idx="5106">
                        <c:v>0.17671039999999999</c:v>
                      </c:pt>
                      <c:pt idx="5107">
                        <c:v>0.17472470000000001</c:v>
                      </c:pt>
                      <c:pt idx="5108">
                        <c:v>0.17290630000000001</c:v>
                      </c:pt>
                      <c:pt idx="5109">
                        <c:v>0.17125899999999999</c:v>
                      </c:pt>
                      <c:pt idx="5110">
                        <c:v>0.1697832</c:v>
                      </c:pt>
                      <c:pt idx="5111">
                        <c:v>0.16847570000000001</c:v>
                      </c:pt>
                      <c:pt idx="5112">
                        <c:v>0.1673307</c:v>
                      </c:pt>
                      <c:pt idx="5113">
                        <c:v>0.1663386</c:v>
                      </c:pt>
                      <c:pt idx="5114">
                        <c:v>0.1654873</c:v>
                      </c:pt>
                      <c:pt idx="5115">
                        <c:v>0.16476199999999999</c:v>
                      </c:pt>
                      <c:pt idx="5116">
                        <c:v>0.16414580000000001</c:v>
                      </c:pt>
                      <c:pt idx="5117">
                        <c:v>0.1636196</c:v>
                      </c:pt>
                      <c:pt idx="5118">
                        <c:v>0.16316259999999999</c:v>
                      </c:pt>
                      <c:pt idx="5119">
                        <c:v>0.16275220000000001</c:v>
                      </c:pt>
                      <c:pt idx="5120">
                        <c:v>0.1623647</c:v>
                      </c:pt>
                      <c:pt idx="5121">
                        <c:v>0.16197510000000001</c:v>
                      </c:pt>
                      <c:pt idx="5122">
                        <c:v>0.16155929999999999</c:v>
                      </c:pt>
                      <c:pt idx="5123">
                        <c:v>0.1610943</c:v>
                      </c:pt>
                      <c:pt idx="5124">
                        <c:v>0.16056100000000001</c:v>
                      </c:pt>
                      <c:pt idx="5125">
                        <c:v>0.15994559999999999</c:v>
                      </c:pt>
                      <c:pt idx="5126">
                        <c:v>0.15924050000000001</c:v>
                      </c:pt>
                      <c:pt idx="5127">
                        <c:v>0.1584459</c:v>
                      </c:pt>
                      <c:pt idx="5128">
                        <c:v>0.1575694</c:v>
                      </c:pt>
                      <c:pt idx="5129">
                        <c:v>0.1566253</c:v>
                      </c:pt>
                      <c:pt idx="5130">
                        <c:v>0.15563360000000001</c:v>
                      </c:pt>
                      <c:pt idx="5131">
                        <c:v>0.15461800000000001</c:v>
                      </c:pt>
                      <c:pt idx="5132">
                        <c:v>0.15360389999999999</c:v>
                      </c:pt>
                      <c:pt idx="5133">
                        <c:v>0.15261739999999999</c:v>
                      </c:pt>
                      <c:pt idx="5134">
                        <c:v>0.15168209999999999</c:v>
                      </c:pt>
                      <c:pt idx="5135">
                        <c:v>0.15081929999999999</c:v>
                      </c:pt>
                      <c:pt idx="5136">
                        <c:v>0.1500465</c:v>
                      </c:pt>
                      <c:pt idx="5137">
                        <c:v>0.14937700000000001</c:v>
                      </c:pt>
                      <c:pt idx="5138">
                        <c:v>0.1488207</c:v>
                      </c:pt>
                      <c:pt idx="5139">
                        <c:v>0.14838370000000001</c:v>
                      </c:pt>
                      <c:pt idx="5140">
                        <c:v>0.14806910000000001</c:v>
                      </c:pt>
                      <c:pt idx="5141">
                        <c:v>0.14787790000000001</c:v>
                      </c:pt>
                      <c:pt idx="5142">
                        <c:v>0.1478093</c:v>
                      </c:pt>
                      <c:pt idx="5143">
                        <c:v>0.1478614</c:v>
                      </c:pt>
                      <c:pt idx="5144">
                        <c:v>0.1480313</c:v>
                      </c:pt>
                      <c:pt idx="5145">
                        <c:v>0.1483158</c:v>
                      </c:pt>
                      <c:pt idx="5146">
                        <c:v>0.14871100000000001</c:v>
                      </c:pt>
                      <c:pt idx="5147">
                        <c:v>0.1492124</c:v>
                      </c:pt>
                      <c:pt idx="5148">
                        <c:v>0.14981559999999999</c:v>
                      </c:pt>
                      <c:pt idx="5149">
                        <c:v>0.1505155</c:v>
                      </c:pt>
                      <c:pt idx="5150">
                        <c:v>0.15130640000000001</c:v>
                      </c:pt>
                      <c:pt idx="5151">
                        <c:v>0.1521817</c:v>
                      </c:pt>
                      <c:pt idx="5152">
                        <c:v>0.1531352</c:v>
                      </c:pt>
                      <c:pt idx="5153">
                        <c:v>0.15415970000000001</c:v>
                      </c:pt>
                      <c:pt idx="5154">
                        <c:v>0.15524869999999999</c:v>
                      </c:pt>
                      <c:pt idx="5155">
                        <c:v>0.15639520000000001</c:v>
                      </c:pt>
                      <c:pt idx="5156">
                        <c:v>0.15759319999999999</c:v>
                      </c:pt>
                      <c:pt idx="5157">
                        <c:v>0.15883659999999999</c:v>
                      </c:pt>
                      <c:pt idx="5158">
                        <c:v>0.1601196</c:v>
                      </c:pt>
                      <c:pt idx="5159">
                        <c:v>0.16143660000000001</c:v>
                      </c:pt>
                      <c:pt idx="5160">
                        <c:v>0.1627818</c:v>
                      </c:pt>
                      <c:pt idx="5161">
                        <c:v>0.16414960000000001</c:v>
                      </c:pt>
                      <c:pt idx="5162">
                        <c:v>0.1655343</c:v>
                      </c:pt>
                      <c:pt idx="5163">
                        <c:v>0.16693050000000001</c:v>
                      </c:pt>
                      <c:pt idx="5164">
                        <c:v>0.1683335</c:v>
                      </c:pt>
                      <c:pt idx="5165">
                        <c:v>0.16973920000000001</c:v>
                      </c:pt>
                      <c:pt idx="5166">
                        <c:v>0.17114370000000001</c:v>
                      </c:pt>
                      <c:pt idx="5167">
                        <c:v>0.172544</c:v>
                      </c:pt>
                      <c:pt idx="5168">
                        <c:v>0.17393729999999999</c:v>
                      </c:pt>
                      <c:pt idx="5169">
                        <c:v>0.1753207</c:v>
                      </c:pt>
                      <c:pt idx="5170">
                        <c:v>0.1766925</c:v>
                      </c:pt>
                      <c:pt idx="5171">
                        <c:v>0.17805109999999999</c:v>
                      </c:pt>
                      <c:pt idx="5172">
                        <c:v>0.179396</c:v>
                      </c:pt>
                      <c:pt idx="5173">
                        <c:v>0.18072730000000001</c:v>
                      </c:pt>
                      <c:pt idx="5174">
                        <c:v>0.1820464</c:v>
                      </c:pt>
                      <c:pt idx="5175">
                        <c:v>0.1833545</c:v>
                      </c:pt>
                      <c:pt idx="5176">
                        <c:v>0.18465329999999999</c:v>
                      </c:pt>
                      <c:pt idx="5177">
                        <c:v>0.18594469999999999</c:v>
                      </c:pt>
                      <c:pt idx="5178">
                        <c:v>0.1872306</c:v>
                      </c:pt>
                      <c:pt idx="5179">
                        <c:v>0.18851280000000001</c:v>
                      </c:pt>
                      <c:pt idx="5180">
                        <c:v>0.18979409999999999</c:v>
                      </c:pt>
                      <c:pt idx="5181">
                        <c:v>0.191077</c:v>
                      </c:pt>
                      <c:pt idx="5182">
                        <c:v>0.1923656</c:v>
                      </c:pt>
                      <c:pt idx="5183">
                        <c:v>0.1936638</c:v>
                      </c:pt>
                      <c:pt idx="5184">
                        <c:v>0.1949757</c:v>
                      </c:pt>
                      <c:pt idx="5185">
                        <c:v>0.1963056</c:v>
                      </c:pt>
                      <c:pt idx="5186">
                        <c:v>0.19765730000000001</c:v>
                      </c:pt>
                      <c:pt idx="5187">
                        <c:v>0.19903499999999999</c:v>
                      </c:pt>
                      <c:pt idx="5188">
                        <c:v>0.20044219999999999</c:v>
                      </c:pt>
                      <c:pt idx="5189">
                        <c:v>0.20188220000000001</c:v>
                      </c:pt>
                      <c:pt idx="5190">
                        <c:v>0.20335839999999999</c:v>
                      </c:pt>
                      <c:pt idx="5191">
                        <c:v>0.20487340000000001</c:v>
                      </c:pt>
                      <c:pt idx="5192">
                        <c:v>0.2064298</c:v>
                      </c:pt>
                      <c:pt idx="5193">
                        <c:v>0.2080294</c:v>
                      </c:pt>
                      <c:pt idx="5194">
                        <c:v>0.20967479999999999</c:v>
                      </c:pt>
                      <c:pt idx="5195">
                        <c:v>0.211368</c:v>
                      </c:pt>
                      <c:pt idx="5196">
                        <c:v>0.21311250000000001</c:v>
                      </c:pt>
                      <c:pt idx="5197">
                        <c:v>0.2149123</c:v>
                      </c:pt>
                      <c:pt idx="5198">
                        <c:v>0.21677250000000001</c:v>
                      </c:pt>
                      <c:pt idx="5199">
                        <c:v>0.2186989</c:v>
                      </c:pt>
                      <c:pt idx="5200">
                        <c:v>0.2206968</c:v>
                      </c:pt>
                      <c:pt idx="5201">
                        <c:v>0.22277150000000001</c:v>
                      </c:pt>
                      <c:pt idx="5202">
                        <c:v>0.2249285</c:v>
                      </c:pt>
                      <c:pt idx="5203">
                        <c:v>0.22717270000000001</c:v>
                      </c:pt>
                      <c:pt idx="5204">
                        <c:v>0.2295093</c:v>
                      </c:pt>
                      <c:pt idx="5205">
                        <c:v>0.2319435</c:v>
                      </c:pt>
                      <c:pt idx="5206">
                        <c:v>0.23448069999999999</c:v>
                      </c:pt>
                      <c:pt idx="5207">
                        <c:v>0.23712469999999999</c:v>
                      </c:pt>
                      <c:pt idx="5208">
                        <c:v>0.23987810000000001</c:v>
                      </c:pt>
                      <c:pt idx="5209">
                        <c:v>0.2427404</c:v>
                      </c:pt>
                      <c:pt idx="5210">
                        <c:v>0.2457078</c:v>
                      </c:pt>
                      <c:pt idx="5211">
                        <c:v>0.24877279999999999</c:v>
                      </c:pt>
                      <c:pt idx="5212">
                        <c:v>0.25192439999999999</c:v>
                      </c:pt>
                      <c:pt idx="5213">
                        <c:v>0.25514750000000003</c:v>
                      </c:pt>
                      <c:pt idx="5214">
                        <c:v>0.25842369999999998</c:v>
                      </c:pt>
                      <c:pt idx="5215">
                        <c:v>0.26173039999999997</c:v>
                      </c:pt>
                      <c:pt idx="5216">
                        <c:v>0.26504139999999998</c:v>
                      </c:pt>
                      <c:pt idx="5217">
                        <c:v>0.26832669999999997</c:v>
                      </c:pt>
                      <c:pt idx="5218">
                        <c:v>0.27155380000000001</c:v>
                      </c:pt>
                      <c:pt idx="5219">
                        <c:v>0.2746886</c:v>
                      </c:pt>
                      <c:pt idx="5220">
                        <c:v>0.27769700000000003</c:v>
                      </c:pt>
                      <c:pt idx="5221">
                        <c:v>0.28054639999999997</c:v>
                      </c:pt>
                      <c:pt idx="5222">
                        <c:v>0.28320659999999998</c:v>
                      </c:pt>
                      <c:pt idx="5223">
                        <c:v>0.2856496</c:v>
                      </c:pt>
                      <c:pt idx="5224">
                        <c:v>0.2878503</c:v>
                      </c:pt>
                      <c:pt idx="5225">
                        <c:v>0.28978399999999999</c:v>
                      </c:pt>
                      <c:pt idx="5226">
                        <c:v>0.29142760000000001</c:v>
                      </c:pt>
                      <c:pt idx="5227">
                        <c:v>0.29275830000000003</c:v>
                      </c:pt>
                      <c:pt idx="5228">
                        <c:v>0.29375459999999998</c:v>
                      </c:pt>
                      <c:pt idx="5229">
                        <c:v>0.29439700000000002</c:v>
                      </c:pt>
                      <c:pt idx="5230">
                        <c:v>0.2946703</c:v>
                      </c:pt>
                      <c:pt idx="5231">
                        <c:v>0.29456290000000002</c:v>
                      </c:pt>
                      <c:pt idx="5232">
                        <c:v>0.2940699</c:v>
                      </c:pt>
                      <c:pt idx="5233">
                        <c:v>0.2931917</c:v>
                      </c:pt>
                      <c:pt idx="5234">
                        <c:v>0.29193560000000002</c:v>
                      </c:pt>
                      <c:pt idx="5235">
                        <c:v>0.29031479999999998</c:v>
                      </c:pt>
                      <c:pt idx="5236">
                        <c:v>0.28834729999999997</c:v>
                      </c:pt>
                      <c:pt idx="5237">
                        <c:v>0.28605520000000001</c:v>
                      </c:pt>
                      <c:pt idx="5238">
                        <c:v>0.28346369999999999</c:v>
                      </c:pt>
                      <c:pt idx="5239">
                        <c:v>0.2805996</c:v>
                      </c:pt>
                      <c:pt idx="5240">
                        <c:v>0.27749059999999998</c:v>
                      </c:pt>
                      <c:pt idx="5241">
                        <c:v>0.27416489999999999</c:v>
                      </c:pt>
                      <c:pt idx="5242">
                        <c:v>0.27065119999999998</c:v>
                      </c:pt>
                      <c:pt idx="5243">
                        <c:v>0.26697779999999999</c:v>
                      </c:pt>
                      <c:pt idx="5244">
                        <c:v>0.26317269999999998</c:v>
                      </c:pt>
                      <c:pt idx="5245">
                        <c:v>0.25926270000000001</c:v>
                      </c:pt>
                      <c:pt idx="5246">
                        <c:v>0.25527309999999998</c:v>
                      </c:pt>
                      <c:pt idx="5247">
                        <c:v>0.251226</c:v>
                      </c:pt>
                      <c:pt idx="5248">
                        <c:v>0.24714130000000001</c:v>
                      </c:pt>
                      <c:pt idx="5249">
                        <c:v>0.2430358</c:v>
                      </c:pt>
                      <c:pt idx="5250">
                        <c:v>0.23892450000000001</c:v>
                      </c:pt>
                      <c:pt idx="5251">
                        <c:v>0.23482069999999999</c:v>
                      </c:pt>
                      <c:pt idx="5252">
                        <c:v>0.23073750000000001</c:v>
                      </c:pt>
                      <c:pt idx="5253">
                        <c:v>0.22668749999999999</c:v>
                      </c:pt>
                      <c:pt idx="5254">
                        <c:v>0.22268309999999999</c:v>
                      </c:pt>
                      <c:pt idx="5255">
                        <c:v>0.2187365</c:v>
                      </c:pt>
                      <c:pt idx="5256">
                        <c:v>0.2148591</c:v>
                      </c:pt>
                      <c:pt idx="5257">
                        <c:v>0.2110621</c:v>
                      </c:pt>
                      <c:pt idx="5258">
                        <c:v>0.20735590000000001</c:v>
                      </c:pt>
                      <c:pt idx="5259">
                        <c:v>0.2037504</c:v>
                      </c:pt>
                      <c:pt idx="5260">
                        <c:v>0.2002545</c:v>
                      </c:pt>
                      <c:pt idx="5261">
                        <c:v>0.19687669999999999</c:v>
                      </c:pt>
                      <c:pt idx="5262">
                        <c:v>0.19362460000000001</c:v>
                      </c:pt>
                      <c:pt idx="5263">
                        <c:v>0.19050520000000001</c:v>
                      </c:pt>
                      <c:pt idx="5264">
                        <c:v>0.1875243</c:v>
                      </c:pt>
                      <c:pt idx="5265">
                        <c:v>0.18468699999999999</c:v>
                      </c:pt>
                      <c:pt idx="5266">
                        <c:v>0.1819984</c:v>
                      </c:pt>
                      <c:pt idx="5267">
                        <c:v>0.17946290000000001</c:v>
                      </c:pt>
                      <c:pt idx="5268">
                        <c:v>0.17708499999999999</c:v>
                      </c:pt>
                      <c:pt idx="5269">
                        <c:v>0.1748691</c:v>
                      </c:pt>
                      <c:pt idx="5270">
                        <c:v>0.17281940000000001</c:v>
                      </c:pt>
                      <c:pt idx="5271">
                        <c:v>0.17093900000000001</c:v>
                      </c:pt>
                      <c:pt idx="5272">
                        <c:v>0.16923070000000001</c:v>
                      </c:pt>
                      <c:pt idx="5273">
                        <c:v>0.16769500000000001</c:v>
                      </c:pt>
                      <c:pt idx="5274">
                        <c:v>0.16633200000000001</c:v>
                      </c:pt>
                      <c:pt idx="5275">
                        <c:v>0.1651397</c:v>
                      </c:pt>
                      <c:pt idx="5276">
                        <c:v>0.16411480000000001</c:v>
                      </c:pt>
                      <c:pt idx="5277">
                        <c:v>0.1632527</c:v>
                      </c:pt>
                      <c:pt idx="5278">
                        <c:v>0.16254750000000001</c:v>
                      </c:pt>
                      <c:pt idx="5279">
                        <c:v>0.161992</c:v>
                      </c:pt>
                      <c:pt idx="5280">
                        <c:v>0.16157820000000001</c:v>
                      </c:pt>
                      <c:pt idx="5281">
                        <c:v>0.1612961</c:v>
                      </c:pt>
                      <c:pt idx="5282">
                        <c:v>0.16113530000000001</c:v>
                      </c:pt>
                      <c:pt idx="5283">
                        <c:v>0.16108330000000001</c:v>
                      </c:pt>
                      <c:pt idx="5284">
                        <c:v>0.1611263</c:v>
                      </c:pt>
                      <c:pt idx="5285">
                        <c:v>0.16124859999999999</c:v>
                      </c:pt>
                      <c:pt idx="5286">
                        <c:v>0.16143279999999999</c:v>
                      </c:pt>
                      <c:pt idx="5287">
                        <c:v>0.16165979999999999</c:v>
                      </c:pt>
                      <c:pt idx="5288">
                        <c:v>0.16190940000000001</c:v>
                      </c:pt>
                      <c:pt idx="5289">
                        <c:v>0.16216030000000001</c:v>
                      </c:pt>
                      <c:pt idx="5290">
                        <c:v>0.16239129999999999</c:v>
                      </c:pt>
                      <c:pt idx="5291">
                        <c:v>0.1625818</c:v>
                      </c:pt>
                      <c:pt idx="5292">
                        <c:v>0.1627122</c:v>
                      </c:pt>
                      <c:pt idx="5293">
                        <c:v>0.16276450000000001</c:v>
                      </c:pt>
                      <c:pt idx="5294">
                        <c:v>0.1627237</c:v>
                      </c:pt>
                      <c:pt idx="5295">
                        <c:v>0.1625769</c:v>
                      </c:pt>
                      <c:pt idx="5296">
                        <c:v>0.16231470000000001</c:v>
                      </c:pt>
                      <c:pt idx="5297">
                        <c:v>0.16193109999999999</c:v>
                      </c:pt>
                      <c:pt idx="5298">
                        <c:v>0.16142409999999999</c:v>
                      </c:pt>
                      <c:pt idx="5299">
                        <c:v>0.16079460000000001</c:v>
                      </c:pt>
                      <c:pt idx="5300">
                        <c:v>0.16004699999999999</c:v>
                      </c:pt>
                      <c:pt idx="5301">
                        <c:v>0.15918660000000001</c:v>
                      </c:pt>
                      <c:pt idx="5302">
                        <c:v>0.1582209</c:v>
                      </c:pt>
                      <c:pt idx="5303">
                        <c:v>0.1571565</c:v>
                      </c:pt>
                      <c:pt idx="5304">
                        <c:v>0.1560001</c:v>
                      </c:pt>
                      <c:pt idx="5305">
                        <c:v>0.1547567</c:v>
                      </c:pt>
                      <c:pt idx="5306">
                        <c:v>0.15343180000000001</c:v>
                      </c:pt>
                      <c:pt idx="5307">
                        <c:v>0.1520291</c:v>
                      </c:pt>
                      <c:pt idx="5308">
                        <c:v>0.1505523</c:v>
                      </c:pt>
                      <c:pt idx="5309">
                        <c:v>0.14900479999999999</c:v>
                      </c:pt>
                      <c:pt idx="5310">
                        <c:v>0.14738970000000001</c:v>
                      </c:pt>
                      <c:pt idx="5311">
                        <c:v>0.14570910000000001</c:v>
                      </c:pt>
                      <c:pt idx="5312">
                        <c:v>0.14396600000000001</c:v>
                      </c:pt>
                      <c:pt idx="5313">
                        <c:v>0.14216329999999999</c:v>
                      </c:pt>
                      <c:pt idx="5314">
                        <c:v>0.14030490000000001</c:v>
                      </c:pt>
                      <c:pt idx="5315">
                        <c:v>0.13839599999999999</c:v>
                      </c:pt>
                      <c:pt idx="5316">
                        <c:v>0.1364435</c:v>
                      </c:pt>
                      <c:pt idx="5317">
                        <c:v>0.13445589999999999</c:v>
                      </c:pt>
                      <c:pt idx="5318">
                        <c:v>0.13244249999999999</c:v>
                      </c:pt>
                      <c:pt idx="5319">
                        <c:v>0.130413</c:v>
                      </c:pt>
                      <c:pt idx="5320">
                        <c:v>0.1283772</c:v>
                      </c:pt>
                      <c:pt idx="5321">
                        <c:v>0.12634409999999999</c:v>
                      </c:pt>
                      <c:pt idx="5322">
                        <c:v>0.124323</c:v>
                      </c:pt>
                      <c:pt idx="5323">
                        <c:v>0.12232179999999999</c:v>
                      </c:pt>
                      <c:pt idx="5324">
                        <c:v>0.1203485</c:v>
                      </c:pt>
                      <c:pt idx="5325">
                        <c:v>0.1184108</c:v>
                      </c:pt>
                      <c:pt idx="5326">
                        <c:v>0.11651549999999999</c:v>
                      </c:pt>
                      <c:pt idx="5327">
                        <c:v>0.1146692</c:v>
                      </c:pt>
                      <c:pt idx="5328">
                        <c:v>0.11287759999999999</c:v>
                      </c:pt>
                      <c:pt idx="5329">
                        <c:v>0.1111452</c:v>
                      </c:pt>
                      <c:pt idx="5330">
                        <c:v>0.10947610000000001</c:v>
                      </c:pt>
                      <c:pt idx="5331">
                        <c:v>0.1078722</c:v>
                      </c:pt>
                      <c:pt idx="5332">
                        <c:v>0.1063351</c:v>
                      </c:pt>
                      <c:pt idx="5333">
                        <c:v>0.10486479999999999</c:v>
                      </c:pt>
                      <c:pt idx="5334">
                        <c:v>0.1034606</c:v>
                      </c:pt>
                      <c:pt idx="5335">
                        <c:v>0.1021205</c:v>
                      </c:pt>
                      <c:pt idx="5336">
                        <c:v>0.1008433</c:v>
                      </c:pt>
                      <c:pt idx="5337">
                        <c:v>9.9626530000000005E-2</c:v>
                      </c:pt>
                      <c:pt idx="5338">
                        <c:v>9.8469650000000006E-2</c:v>
                      </c:pt>
                      <c:pt idx="5339">
                        <c:v>9.7371559999999996E-2</c:v>
                      </c:pt>
                      <c:pt idx="5340">
                        <c:v>9.6331630000000001E-2</c:v>
                      </c:pt>
                      <c:pt idx="5341">
                        <c:v>9.5349059999999999E-2</c:v>
                      </c:pt>
                      <c:pt idx="5342">
                        <c:v>9.4422820000000005E-2</c:v>
                      </c:pt>
                      <c:pt idx="5343">
                        <c:v>9.3550659999999994E-2</c:v>
                      </c:pt>
                      <c:pt idx="5344">
                        <c:v>9.273004E-2</c:v>
                      </c:pt>
                      <c:pt idx="5345">
                        <c:v>9.1957730000000001E-2</c:v>
                      </c:pt>
                      <c:pt idx="5346">
                        <c:v>9.1230649999999996E-2</c:v>
                      </c:pt>
                      <c:pt idx="5347">
                        <c:v>9.0546180000000004E-2</c:v>
                      </c:pt>
                      <c:pt idx="5348">
                        <c:v>8.9902350000000006E-2</c:v>
                      </c:pt>
                      <c:pt idx="5349">
                        <c:v>8.929724E-2</c:v>
                      </c:pt>
                      <c:pt idx="5350">
                        <c:v>8.8729669999999997E-2</c:v>
                      </c:pt>
                      <c:pt idx="5351">
                        <c:v>8.8197670000000006E-2</c:v>
                      </c:pt>
                      <c:pt idx="5352">
                        <c:v>8.7699849999999996E-2</c:v>
                      </c:pt>
                      <c:pt idx="5353">
                        <c:v>8.7233640000000001E-2</c:v>
                      </c:pt>
                      <c:pt idx="5354">
                        <c:v>8.6797089999999993E-2</c:v>
                      </c:pt>
                      <c:pt idx="5355">
                        <c:v>8.6387909999999998E-2</c:v>
                      </c:pt>
                      <c:pt idx="5356">
                        <c:v>8.6004919999999999E-2</c:v>
                      </c:pt>
                      <c:pt idx="5357">
                        <c:v>8.5646799999999995E-2</c:v>
                      </c:pt>
                      <c:pt idx="5358">
                        <c:v>8.5313180000000002E-2</c:v>
                      </c:pt>
                      <c:pt idx="5359">
                        <c:v>8.5003140000000005E-2</c:v>
                      </c:pt>
                      <c:pt idx="5360">
                        <c:v>8.4716029999999998E-2</c:v>
                      </c:pt>
                      <c:pt idx="5361">
                        <c:v>8.444981E-2</c:v>
                      </c:pt>
                      <c:pt idx="5362">
                        <c:v>8.4202840000000001E-2</c:v>
                      </c:pt>
                      <c:pt idx="5363">
                        <c:v>8.3972859999999996E-2</c:v>
                      </c:pt>
                      <c:pt idx="5364">
                        <c:v>8.3757960000000006E-2</c:v>
                      </c:pt>
                      <c:pt idx="5365">
                        <c:v>8.3557099999999995E-2</c:v>
                      </c:pt>
                      <c:pt idx="5366">
                        <c:v>8.3369780000000004E-2</c:v>
                      </c:pt>
                      <c:pt idx="5367">
                        <c:v>8.3196580000000006E-2</c:v>
                      </c:pt>
                      <c:pt idx="5368">
                        <c:v>8.3038490000000006E-2</c:v>
                      </c:pt>
                      <c:pt idx="5369">
                        <c:v>8.2896139999999993E-2</c:v>
                      </c:pt>
                      <c:pt idx="5370">
                        <c:v>8.2769999999999996E-2</c:v>
                      </c:pt>
                      <c:pt idx="5371">
                        <c:v>8.2659209999999997E-2</c:v>
                      </c:pt>
                      <c:pt idx="5372">
                        <c:v>8.2562220000000006E-2</c:v>
                      </c:pt>
                      <c:pt idx="5373">
                        <c:v>8.2476789999999994E-2</c:v>
                      </c:pt>
                      <c:pt idx="5374">
                        <c:v>8.2400810000000005E-2</c:v>
                      </c:pt>
                      <c:pt idx="5375">
                        <c:v>8.2331959999999996E-2</c:v>
                      </c:pt>
                      <c:pt idx="5376">
                        <c:v>8.2269149999999999E-2</c:v>
                      </c:pt>
                      <c:pt idx="5377">
                        <c:v>8.2211980000000004E-2</c:v>
                      </c:pt>
                      <c:pt idx="5378">
                        <c:v>8.216089E-2</c:v>
                      </c:pt>
                      <c:pt idx="5379">
                        <c:v>8.2116220000000004E-2</c:v>
                      </c:pt>
                      <c:pt idx="5380">
                        <c:v>8.2079029999999997E-2</c:v>
                      </c:pt>
                      <c:pt idx="5381">
                        <c:v>8.2049250000000004E-2</c:v>
                      </c:pt>
                      <c:pt idx="5382">
                        <c:v>8.2026790000000002E-2</c:v>
                      </c:pt>
                      <c:pt idx="5383">
                        <c:v>8.2010780000000005E-2</c:v>
                      </c:pt>
                      <c:pt idx="5384">
                        <c:v>8.2000340000000005E-2</c:v>
                      </c:pt>
                      <c:pt idx="5385">
                        <c:v>8.1994220000000007E-2</c:v>
                      </c:pt>
                      <c:pt idx="5386">
                        <c:v>8.1992060000000005E-2</c:v>
                      </c:pt>
                      <c:pt idx="5387">
                        <c:v>8.1993099999999999E-2</c:v>
                      </c:pt>
                      <c:pt idx="5388">
                        <c:v>8.1997059999999997E-2</c:v>
                      </c:pt>
                      <c:pt idx="5389">
                        <c:v>8.200354E-2</c:v>
                      </c:pt>
                      <c:pt idx="5390">
                        <c:v>8.2011710000000002E-2</c:v>
                      </c:pt>
                      <c:pt idx="5391">
                        <c:v>8.2020280000000001E-2</c:v>
                      </c:pt>
                      <c:pt idx="5392">
                        <c:v>8.2027959999999997E-2</c:v>
                      </c:pt>
                      <c:pt idx="5393">
                        <c:v>8.203328E-2</c:v>
                      </c:pt>
                      <c:pt idx="5394">
                        <c:v>8.2035640000000007E-2</c:v>
                      </c:pt>
                      <c:pt idx="5395">
                        <c:v>8.2034679999999999E-2</c:v>
                      </c:pt>
                      <c:pt idx="5396">
                        <c:v>8.2031030000000005E-2</c:v>
                      </c:pt>
                      <c:pt idx="5397">
                        <c:v>8.2025559999999997E-2</c:v>
                      </c:pt>
                      <c:pt idx="5398">
                        <c:v>8.2019510000000004E-2</c:v>
                      </c:pt>
                      <c:pt idx="5399">
                        <c:v>8.2014030000000002E-2</c:v>
                      </c:pt>
                      <c:pt idx="5400">
                        <c:v>8.2009750000000006E-2</c:v>
                      </c:pt>
                      <c:pt idx="5401">
                        <c:v>8.2006830000000003E-2</c:v>
                      </c:pt>
                      <c:pt idx="5402">
                        <c:v>8.2005629999999996E-2</c:v>
                      </c:pt>
                      <c:pt idx="5403">
                        <c:v>8.2005700000000001E-2</c:v>
                      </c:pt>
                      <c:pt idx="5404">
                        <c:v>8.2007469999999999E-2</c:v>
                      </c:pt>
                      <c:pt idx="5405">
                        <c:v>8.2010459999999993E-2</c:v>
                      </c:pt>
                      <c:pt idx="5406">
                        <c:v>8.2015229999999995E-2</c:v>
                      </c:pt>
                      <c:pt idx="5407">
                        <c:v>8.2021510000000006E-2</c:v>
                      </c:pt>
                      <c:pt idx="5408">
                        <c:v>8.2029480000000002E-2</c:v>
                      </c:pt>
                      <c:pt idx="5409">
                        <c:v>8.2038639999999996E-2</c:v>
                      </c:pt>
                      <c:pt idx="5410">
                        <c:v>8.2049369999999996E-2</c:v>
                      </c:pt>
                      <c:pt idx="5411">
                        <c:v>8.2061499999999996E-2</c:v>
                      </c:pt>
                      <c:pt idx="5412">
                        <c:v>8.2075629999999997E-2</c:v>
                      </c:pt>
                      <c:pt idx="5413">
                        <c:v>8.2092280000000004E-2</c:v>
                      </c:pt>
                      <c:pt idx="5414">
                        <c:v>8.2112249999999998E-2</c:v>
                      </c:pt>
                      <c:pt idx="5415">
                        <c:v>8.2135990000000006E-2</c:v>
                      </c:pt>
                      <c:pt idx="5416">
                        <c:v>8.2163769999999997E-2</c:v>
                      </c:pt>
                      <c:pt idx="5417">
                        <c:v>8.2195599999999994E-2</c:v>
                      </c:pt>
                      <c:pt idx="5418">
                        <c:v>8.2231239999999997E-2</c:v>
                      </c:pt>
                      <c:pt idx="5419">
                        <c:v>8.2270280000000001E-2</c:v>
                      </c:pt>
                      <c:pt idx="5420">
                        <c:v>8.2312330000000003E-2</c:v>
                      </c:pt>
                      <c:pt idx="5421">
                        <c:v>8.2357420000000001E-2</c:v>
                      </c:pt>
                      <c:pt idx="5422">
                        <c:v>8.2405610000000004E-2</c:v>
                      </c:pt>
                      <c:pt idx="5423">
                        <c:v>8.2457290000000003E-2</c:v>
                      </c:pt>
                      <c:pt idx="5424">
                        <c:v>8.2513340000000004E-2</c:v>
                      </c:pt>
                      <c:pt idx="5425">
                        <c:v>8.2574610000000007E-2</c:v>
                      </c:pt>
                      <c:pt idx="5426">
                        <c:v>8.2642450000000006E-2</c:v>
                      </c:pt>
                      <c:pt idx="5427">
                        <c:v>8.271821E-2</c:v>
                      </c:pt>
                      <c:pt idx="5428">
                        <c:v>8.2803719999999997E-2</c:v>
                      </c:pt>
                      <c:pt idx="5429">
                        <c:v>8.2900160000000001E-2</c:v>
                      </c:pt>
                      <c:pt idx="5430">
                        <c:v>8.3008490000000004E-2</c:v>
                      </c:pt>
                      <c:pt idx="5431">
                        <c:v>8.3128770000000005E-2</c:v>
                      </c:pt>
                      <c:pt idx="5432">
                        <c:v>8.325987E-2</c:v>
                      </c:pt>
                      <c:pt idx="5433">
                        <c:v>8.3399879999999996E-2</c:v>
                      </c:pt>
                      <c:pt idx="5434">
                        <c:v>8.3546129999999996E-2</c:v>
                      </c:pt>
                      <c:pt idx="5435">
                        <c:v>8.3695809999999995E-2</c:v>
                      </c:pt>
                      <c:pt idx="5436">
                        <c:v>8.3845760000000005E-2</c:v>
                      </c:pt>
                      <c:pt idx="5437">
                        <c:v>8.3993700000000004E-2</c:v>
                      </c:pt>
                      <c:pt idx="5438">
                        <c:v>8.4137600000000007E-2</c:v>
                      </c:pt>
                      <c:pt idx="5439">
                        <c:v>8.4275450000000002E-2</c:v>
                      </c:pt>
                      <c:pt idx="5440">
                        <c:v>8.4405330000000001E-2</c:v>
                      </c:pt>
                      <c:pt idx="5441">
                        <c:v>8.4524989999999994E-2</c:v>
                      </c:pt>
                      <c:pt idx="5442">
                        <c:v>8.4631590000000007E-2</c:v>
                      </c:pt>
                      <c:pt idx="5443">
                        <c:v>8.4721989999999997E-2</c:v>
                      </c:pt>
                      <c:pt idx="5444">
                        <c:v>8.4793679999999996E-2</c:v>
                      </c:pt>
                      <c:pt idx="5445">
                        <c:v>8.484448E-2</c:v>
                      </c:pt>
                      <c:pt idx="5446">
                        <c:v>8.4873149999999994E-2</c:v>
                      </c:pt>
                      <c:pt idx="5447">
                        <c:v>8.4880049999999999E-2</c:v>
                      </c:pt>
                      <c:pt idx="5448">
                        <c:v>8.4866709999999998E-2</c:v>
                      </c:pt>
                      <c:pt idx="5449">
                        <c:v>8.4835129999999995E-2</c:v>
                      </c:pt>
                      <c:pt idx="5450">
                        <c:v>8.4788290000000002E-2</c:v>
                      </c:pt>
                      <c:pt idx="5451">
                        <c:v>8.4728960000000006E-2</c:v>
                      </c:pt>
                      <c:pt idx="5452">
                        <c:v>8.4659860000000003E-2</c:v>
                      </c:pt>
                      <c:pt idx="5453">
                        <c:v>8.4582950000000004E-2</c:v>
                      </c:pt>
                      <c:pt idx="5454">
                        <c:v>8.4500069999999997E-2</c:v>
                      </c:pt>
                      <c:pt idx="5455">
                        <c:v>8.4412570000000006E-2</c:v>
                      </c:pt>
                      <c:pt idx="5456">
                        <c:v>8.4322240000000007E-2</c:v>
                      </c:pt>
                      <c:pt idx="5457">
                        <c:v>8.4230479999999996E-2</c:v>
                      </c:pt>
                      <c:pt idx="5458">
                        <c:v>8.4139859999999997E-2</c:v>
                      </c:pt>
                      <c:pt idx="5459">
                        <c:v>8.405232E-2</c:v>
                      </c:pt>
                      <c:pt idx="5460">
                        <c:v>8.3970409999999995E-2</c:v>
                      </c:pt>
                      <c:pt idx="5461">
                        <c:v>8.389605E-2</c:v>
                      </c:pt>
                      <c:pt idx="5462">
                        <c:v>8.3831020000000006E-2</c:v>
                      </c:pt>
                      <c:pt idx="5463">
                        <c:v>8.3775920000000004E-2</c:v>
                      </c:pt>
                      <c:pt idx="5464">
                        <c:v>8.3730520000000003E-2</c:v>
                      </c:pt>
                      <c:pt idx="5465">
                        <c:v>8.3693710000000004E-2</c:v>
                      </c:pt>
                      <c:pt idx="5466">
                        <c:v>8.3664420000000003E-2</c:v>
                      </c:pt>
                      <c:pt idx="5467">
                        <c:v>8.3640839999999994E-2</c:v>
                      </c:pt>
                      <c:pt idx="5468">
                        <c:v>8.3621760000000003E-2</c:v>
                      </c:pt>
                      <c:pt idx="5469">
                        <c:v>8.3605970000000002E-2</c:v>
                      </c:pt>
                      <c:pt idx="5470">
                        <c:v>8.3593200000000006E-2</c:v>
                      </c:pt>
                      <c:pt idx="5471">
                        <c:v>8.3583119999999997E-2</c:v>
                      </c:pt>
                      <c:pt idx="5472">
                        <c:v>8.3575930000000007E-2</c:v>
                      </c:pt>
                      <c:pt idx="5473">
                        <c:v>8.3571670000000001E-2</c:v>
                      </c:pt>
                      <c:pt idx="5474">
                        <c:v>8.357059E-2</c:v>
                      </c:pt>
                      <c:pt idx="5475">
                        <c:v>8.3572960000000002E-2</c:v>
                      </c:pt>
                      <c:pt idx="5476">
                        <c:v>8.3578860000000005E-2</c:v>
                      </c:pt>
                      <c:pt idx="5477">
                        <c:v>8.358786E-2</c:v>
                      </c:pt>
                      <c:pt idx="5478">
                        <c:v>8.3600110000000005E-2</c:v>
                      </c:pt>
                      <c:pt idx="5479">
                        <c:v>8.3615140000000004E-2</c:v>
                      </c:pt>
                      <c:pt idx="5480">
                        <c:v>8.3632929999999994E-2</c:v>
                      </c:pt>
                      <c:pt idx="5481">
                        <c:v>8.3652939999999995E-2</c:v>
                      </c:pt>
                      <c:pt idx="5482">
                        <c:v>8.3675269999999996E-2</c:v>
                      </c:pt>
                      <c:pt idx="5483">
                        <c:v>8.3699780000000001E-2</c:v>
                      </c:pt>
                      <c:pt idx="5484">
                        <c:v>8.3726620000000002E-2</c:v>
                      </c:pt>
                      <c:pt idx="5485">
                        <c:v>8.3755789999999997E-2</c:v>
                      </c:pt>
                      <c:pt idx="5486">
                        <c:v>8.3787089999999995E-2</c:v>
                      </c:pt>
                      <c:pt idx="5487">
                        <c:v>8.3819959999999999E-2</c:v>
                      </c:pt>
                      <c:pt idx="5488">
                        <c:v>8.3853999999999998E-2</c:v>
                      </c:pt>
                      <c:pt idx="5489">
                        <c:v>8.3888489999999996E-2</c:v>
                      </c:pt>
                      <c:pt idx="5490">
                        <c:v>8.3923620000000004E-2</c:v>
                      </c:pt>
                      <c:pt idx="5491">
                        <c:v>8.3959240000000004E-2</c:v>
                      </c:pt>
                      <c:pt idx="5492">
                        <c:v>8.3996589999999996E-2</c:v>
                      </c:pt>
                      <c:pt idx="5493">
                        <c:v>8.4036509999999995E-2</c:v>
                      </c:pt>
                      <c:pt idx="5494">
                        <c:v>8.4080340000000003E-2</c:v>
                      </c:pt>
                      <c:pt idx="5495">
                        <c:v>8.4128309999999998E-2</c:v>
                      </c:pt>
                      <c:pt idx="5496">
                        <c:v>8.4180439999999995E-2</c:v>
                      </c:pt>
                      <c:pt idx="5497">
                        <c:v>8.4235180000000007E-2</c:v>
                      </c:pt>
                      <c:pt idx="5498">
                        <c:v>8.4291350000000001E-2</c:v>
                      </c:pt>
                      <c:pt idx="5499">
                        <c:v>8.4346989999999997E-2</c:v>
                      </c:pt>
                      <c:pt idx="5500">
                        <c:v>8.4401589999999999E-2</c:v>
                      </c:pt>
                      <c:pt idx="5501">
                        <c:v>8.4454799999999997E-2</c:v>
                      </c:pt>
                      <c:pt idx="5502">
                        <c:v>8.4507520000000003E-2</c:v>
                      </c:pt>
                      <c:pt idx="5503">
                        <c:v>8.4561140000000007E-2</c:v>
                      </c:pt>
                      <c:pt idx="5504">
                        <c:v>8.4616899999999995E-2</c:v>
                      </c:pt>
                      <c:pt idx="5505">
                        <c:v>8.4675120000000006E-2</c:v>
                      </c:pt>
                      <c:pt idx="5506">
                        <c:v>8.473617E-2</c:v>
                      </c:pt>
                      <c:pt idx="5507">
                        <c:v>8.4799159999999998E-2</c:v>
                      </c:pt>
                      <c:pt idx="5508">
                        <c:v>8.4863090000000002E-2</c:v>
                      </c:pt>
                      <c:pt idx="5509">
                        <c:v>8.4926940000000006E-2</c:v>
                      </c:pt>
                      <c:pt idx="5510">
                        <c:v>8.4990120000000002E-2</c:v>
                      </c:pt>
                      <c:pt idx="5511">
                        <c:v>8.5052139999999998E-2</c:v>
                      </c:pt>
                      <c:pt idx="5512">
                        <c:v>8.5112720000000003E-2</c:v>
                      </c:pt>
                      <c:pt idx="5513">
                        <c:v>8.5170889999999999E-2</c:v>
                      </c:pt>
                      <c:pt idx="5514">
                        <c:v>8.5225430000000005E-2</c:v>
                      </c:pt>
                      <c:pt idx="5515">
                        <c:v>8.5274260000000005E-2</c:v>
                      </c:pt>
                      <c:pt idx="5516">
                        <c:v>8.531532E-2</c:v>
                      </c:pt>
                      <c:pt idx="5517">
                        <c:v>8.5346409999999998E-2</c:v>
                      </c:pt>
                      <c:pt idx="5518">
                        <c:v>8.5366410000000004E-2</c:v>
                      </c:pt>
                      <c:pt idx="5519">
                        <c:v>8.537488E-2</c:v>
                      </c:pt>
                      <c:pt idx="5520">
                        <c:v>8.5372820000000002E-2</c:v>
                      </c:pt>
                      <c:pt idx="5521">
                        <c:v>8.5361489999999998E-2</c:v>
                      </c:pt>
                      <c:pt idx="5522">
                        <c:v>8.5343219999999997E-2</c:v>
                      </c:pt>
                      <c:pt idx="5523">
                        <c:v>8.5319590000000001E-2</c:v>
                      </c:pt>
                      <c:pt idx="5524">
                        <c:v>8.5292610000000005E-2</c:v>
                      </c:pt>
                      <c:pt idx="5525">
                        <c:v>8.5263820000000004E-2</c:v>
                      </c:pt>
                      <c:pt idx="5526">
                        <c:v>8.5234550000000006E-2</c:v>
                      </c:pt>
                      <c:pt idx="5527">
                        <c:v>8.5206000000000004E-2</c:v>
                      </c:pt>
                      <c:pt idx="5528">
                        <c:v>8.517943E-2</c:v>
                      </c:pt>
                      <c:pt idx="5529">
                        <c:v>8.5155770000000006E-2</c:v>
                      </c:pt>
                      <c:pt idx="5530">
                        <c:v>8.5136219999999999E-2</c:v>
                      </c:pt>
                      <c:pt idx="5531">
                        <c:v>8.5121219999999997E-2</c:v>
                      </c:pt>
                      <c:pt idx="5532">
                        <c:v>8.5110980000000003E-2</c:v>
                      </c:pt>
                      <c:pt idx="5533">
                        <c:v>8.5105379999999994E-2</c:v>
                      </c:pt>
                      <c:pt idx="5534">
                        <c:v>8.5103940000000003E-2</c:v>
                      </c:pt>
                      <c:pt idx="5535">
                        <c:v>8.5105780000000006E-2</c:v>
                      </c:pt>
                      <c:pt idx="5536">
                        <c:v>8.51103E-2</c:v>
                      </c:pt>
                      <c:pt idx="5537">
                        <c:v>8.5116670000000005E-2</c:v>
                      </c:pt>
                      <c:pt idx="5538">
                        <c:v>8.5124610000000003E-2</c:v>
                      </c:pt>
                      <c:pt idx="5539">
                        <c:v>8.5133600000000004E-2</c:v>
                      </c:pt>
                      <c:pt idx="5540">
                        <c:v>8.5144120000000004E-2</c:v>
                      </c:pt>
                      <c:pt idx="5541">
                        <c:v>8.5156739999999995E-2</c:v>
                      </c:pt>
                      <c:pt idx="5542">
                        <c:v>8.517218E-2</c:v>
                      </c:pt>
                      <c:pt idx="5543">
                        <c:v>8.5191320000000001E-2</c:v>
                      </c:pt>
                      <c:pt idx="5544">
                        <c:v>8.5215079999999999E-2</c:v>
                      </c:pt>
                      <c:pt idx="5545">
                        <c:v>8.5243020000000003E-2</c:v>
                      </c:pt>
                      <c:pt idx="5546">
                        <c:v>8.5274699999999995E-2</c:v>
                      </c:pt>
                      <c:pt idx="5547">
                        <c:v>8.5308819999999994E-2</c:v>
                      </c:pt>
                      <c:pt idx="5548">
                        <c:v>8.5343500000000003E-2</c:v>
                      </c:pt>
                      <c:pt idx="5549">
                        <c:v>8.5377259999999996E-2</c:v>
                      </c:pt>
                      <c:pt idx="5550">
                        <c:v>8.5409319999999997E-2</c:v>
                      </c:pt>
                      <c:pt idx="5551">
                        <c:v>8.543982E-2</c:v>
                      </c:pt>
                      <c:pt idx="5552">
                        <c:v>8.5469950000000003E-2</c:v>
                      </c:pt>
                      <c:pt idx="5553">
                        <c:v>8.5501499999999994E-2</c:v>
                      </c:pt>
                      <c:pt idx="5554">
                        <c:v>8.5536719999999997E-2</c:v>
                      </c:pt>
                      <c:pt idx="5555">
                        <c:v>8.5576749999999993E-2</c:v>
                      </c:pt>
                      <c:pt idx="5556">
                        <c:v>8.562227E-2</c:v>
                      </c:pt>
                      <c:pt idx="5557">
                        <c:v>8.5672349999999994E-2</c:v>
                      </c:pt>
                      <c:pt idx="5558">
                        <c:v>8.5725430000000005E-2</c:v>
                      </c:pt>
                      <c:pt idx="5559">
                        <c:v>8.5778670000000001E-2</c:v>
                      </c:pt>
                      <c:pt idx="5560">
                        <c:v>8.5829459999999996E-2</c:v>
                      </c:pt>
                      <c:pt idx="5561">
                        <c:v>8.5874800000000001E-2</c:v>
                      </c:pt>
                      <c:pt idx="5562">
                        <c:v>8.5912349999999998E-2</c:v>
                      </c:pt>
                      <c:pt idx="5563">
                        <c:v>8.5940260000000004E-2</c:v>
                      </c:pt>
                      <c:pt idx="5564">
                        <c:v>8.5957179999999994E-2</c:v>
                      </c:pt>
                      <c:pt idx="5565">
                        <c:v>8.5962469999999999E-2</c:v>
                      </c:pt>
                      <c:pt idx="5566">
                        <c:v>8.5956539999999998E-2</c:v>
                      </c:pt>
                      <c:pt idx="5567">
                        <c:v>8.5940580000000003E-2</c:v>
                      </c:pt>
                      <c:pt idx="5568">
                        <c:v>8.5916759999999995E-2</c:v>
                      </c:pt>
                      <c:pt idx="5569">
                        <c:v>8.5887920000000006E-2</c:v>
                      </c:pt>
                      <c:pt idx="5570">
                        <c:v>8.5857349999999999E-2</c:v>
                      </c:pt>
                      <c:pt idx="5571">
                        <c:v>8.5827840000000002E-2</c:v>
                      </c:pt>
                      <c:pt idx="5572">
                        <c:v>8.5801680000000005E-2</c:v>
                      </c:pt>
                      <c:pt idx="5573">
                        <c:v>8.5779759999999997E-2</c:v>
                      </c:pt>
                      <c:pt idx="5574">
                        <c:v>8.5762320000000003E-2</c:v>
                      </c:pt>
                      <c:pt idx="5575">
                        <c:v>8.574843E-2</c:v>
                      </c:pt>
                      <c:pt idx="5576">
                        <c:v>8.573733E-2</c:v>
                      </c:pt>
                      <c:pt idx="5577">
                        <c:v>8.5727800000000007E-2</c:v>
                      </c:pt>
                      <c:pt idx="5578">
                        <c:v>8.5720260000000006E-2</c:v>
                      </c:pt>
                      <c:pt idx="5579">
                        <c:v>8.5714769999999996E-2</c:v>
                      </c:pt>
                      <c:pt idx="5580">
                        <c:v>8.571231E-2</c:v>
                      </c:pt>
                      <c:pt idx="5581">
                        <c:v>8.5713189999999995E-2</c:v>
                      </c:pt>
                      <c:pt idx="5582">
                        <c:v>8.5718000000000003E-2</c:v>
                      </c:pt>
                      <c:pt idx="5583">
                        <c:v>8.5725830000000003E-2</c:v>
                      </c:pt>
                      <c:pt idx="5584">
                        <c:v>8.5736279999999998E-2</c:v>
                      </c:pt>
                      <c:pt idx="5585">
                        <c:v>8.5747950000000003E-2</c:v>
                      </c:pt>
                      <c:pt idx="5586">
                        <c:v>8.5760710000000004E-2</c:v>
                      </c:pt>
                      <c:pt idx="5587">
                        <c:v>8.577419E-2</c:v>
                      </c:pt>
                      <c:pt idx="5588">
                        <c:v>8.5789249999999997E-2</c:v>
                      </c:pt>
                      <c:pt idx="5589">
                        <c:v>8.5806610000000005E-2</c:v>
                      </c:pt>
                      <c:pt idx="5590">
                        <c:v>8.5827109999999998E-2</c:v>
                      </c:pt>
                      <c:pt idx="5591">
                        <c:v>8.5850860000000001E-2</c:v>
                      </c:pt>
                      <c:pt idx="5592">
                        <c:v>8.5877300000000004E-2</c:v>
                      </c:pt>
                      <c:pt idx="5593">
                        <c:v>8.5904960000000002E-2</c:v>
                      </c:pt>
                      <c:pt idx="5594">
                        <c:v>8.5932499999999995E-2</c:v>
                      </c:pt>
                      <c:pt idx="5595">
                        <c:v>8.5958560000000003E-2</c:v>
                      </c:pt>
                      <c:pt idx="5596">
                        <c:v>8.5982500000000003E-2</c:v>
                      </c:pt>
                      <c:pt idx="5597">
                        <c:v>8.6004720000000007E-2</c:v>
                      </c:pt>
                      <c:pt idx="5598">
                        <c:v>8.6026409999999998E-2</c:v>
                      </c:pt>
                      <c:pt idx="5599">
                        <c:v>8.6048780000000005E-2</c:v>
                      </c:pt>
                      <c:pt idx="5600">
                        <c:v>8.6073179999999999E-2</c:v>
                      </c:pt>
                      <c:pt idx="5601">
                        <c:v>8.6099850000000006E-2</c:v>
                      </c:pt>
                      <c:pt idx="5602">
                        <c:v>8.6128650000000001E-2</c:v>
                      </c:pt>
                      <c:pt idx="5603">
                        <c:v>8.6158390000000001E-2</c:v>
                      </c:pt>
                      <c:pt idx="5604">
                        <c:v>8.6187650000000005E-2</c:v>
                      </c:pt>
                      <c:pt idx="5605">
                        <c:v>8.6214879999999994E-2</c:v>
                      </c:pt>
                      <c:pt idx="5606">
                        <c:v>8.6239650000000001E-2</c:v>
                      </c:pt>
                      <c:pt idx="5607">
                        <c:v>8.626151E-2</c:v>
                      </c:pt>
                      <c:pt idx="5608">
                        <c:v>8.6281280000000002E-2</c:v>
                      </c:pt>
                      <c:pt idx="5609">
                        <c:v>8.6299630000000002E-2</c:v>
                      </c:pt>
                      <c:pt idx="5610">
                        <c:v>8.6317569999999996E-2</c:v>
                      </c:pt>
                      <c:pt idx="5611">
                        <c:v>8.6335560000000006E-2</c:v>
                      </c:pt>
                      <c:pt idx="5612">
                        <c:v>8.6353180000000002E-2</c:v>
                      </c:pt>
                      <c:pt idx="5613">
                        <c:v>8.6370000000000002E-2</c:v>
                      </c:pt>
                      <c:pt idx="5614">
                        <c:v>8.6385199999999995E-2</c:v>
                      </c:pt>
                      <c:pt idx="5615">
                        <c:v>8.6398210000000003E-2</c:v>
                      </c:pt>
                      <c:pt idx="5616">
                        <c:v>8.6408929999999995E-2</c:v>
                      </c:pt>
                      <c:pt idx="5617">
                        <c:v>8.6417419999999995E-2</c:v>
                      </c:pt>
                      <c:pt idx="5618">
                        <c:v>8.6424699999999993E-2</c:v>
                      </c:pt>
                      <c:pt idx="5619">
                        <c:v>8.6431450000000007E-2</c:v>
                      </c:pt>
                      <c:pt idx="5620">
                        <c:v>8.6438520000000005E-2</c:v>
                      </c:pt>
                      <c:pt idx="5621">
                        <c:v>8.6446250000000002E-2</c:v>
                      </c:pt>
                      <c:pt idx="5622">
                        <c:v>8.6454980000000001E-2</c:v>
                      </c:pt>
                      <c:pt idx="5623">
                        <c:v>8.6464639999999995E-2</c:v>
                      </c:pt>
                      <c:pt idx="5624">
                        <c:v>8.6475280000000002E-2</c:v>
                      </c:pt>
                      <c:pt idx="5625">
                        <c:v>8.6486800000000003E-2</c:v>
                      </c:pt>
                      <c:pt idx="5626">
                        <c:v>8.6499699999999999E-2</c:v>
                      </c:pt>
                      <c:pt idx="5627">
                        <c:v>8.6513939999999998E-2</c:v>
                      </c:pt>
                      <c:pt idx="5628">
                        <c:v>8.6529990000000001E-2</c:v>
                      </c:pt>
                      <c:pt idx="5629">
                        <c:v>8.6547700000000005E-2</c:v>
                      </c:pt>
                      <c:pt idx="5630">
                        <c:v>8.6566870000000004E-2</c:v>
                      </c:pt>
                      <c:pt idx="5631">
                        <c:v>8.6586769999999993E-2</c:v>
                      </c:pt>
                      <c:pt idx="5632">
                        <c:v>8.6606829999999996E-2</c:v>
                      </c:pt>
                      <c:pt idx="5633">
                        <c:v>8.6626049999999996E-2</c:v>
                      </c:pt>
                      <c:pt idx="5634">
                        <c:v>8.6644570000000004E-2</c:v>
                      </c:pt>
                      <c:pt idx="5635">
                        <c:v>8.6661959999999996E-2</c:v>
                      </c:pt>
                      <c:pt idx="5636">
                        <c:v>8.6678710000000006E-2</c:v>
                      </c:pt>
                      <c:pt idx="5637">
                        <c:v>8.6695090000000002E-2</c:v>
                      </c:pt>
                      <c:pt idx="5638">
                        <c:v>8.67116E-2</c:v>
                      </c:pt>
                      <c:pt idx="5639">
                        <c:v>8.6728470000000002E-2</c:v>
                      </c:pt>
                      <c:pt idx="5640">
                        <c:v>8.6745950000000002E-2</c:v>
                      </c:pt>
                      <c:pt idx="5641">
                        <c:v>8.6764040000000001E-2</c:v>
                      </c:pt>
                      <c:pt idx="5642">
                        <c:v>8.6783089999999993E-2</c:v>
                      </c:pt>
                      <c:pt idx="5643">
                        <c:v>8.6803039999999998E-2</c:v>
                      </c:pt>
                      <c:pt idx="5644">
                        <c:v>8.6824410000000005E-2</c:v>
                      </c:pt>
                      <c:pt idx="5645">
                        <c:v>8.6847190000000005E-2</c:v>
                      </c:pt>
                      <c:pt idx="5646">
                        <c:v>8.687135E-2</c:v>
                      </c:pt>
                      <c:pt idx="5647">
                        <c:v>8.6895959999999994E-2</c:v>
                      </c:pt>
                      <c:pt idx="5648">
                        <c:v>8.6920399999999995E-2</c:v>
                      </c:pt>
                      <c:pt idx="5649">
                        <c:v>8.6942909999999998E-2</c:v>
                      </c:pt>
                      <c:pt idx="5650">
                        <c:v>8.6963150000000003E-2</c:v>
                      </c:pt>
                      <c:pt idx="5651">
                        <c:v>8.6980310000000005E-2</c:v>
                      </c:pt>
                      <c:pt idx="5652">
                        <c:v>8.6994970000000005E-2</c:v>
                      </c:pt>
                      <c:pt idx="5653">
                        <c:v>8.700861E-2</c:v>
                      </c:pt>
                      <c:pt idx="5654">
                        <c:v>8.7023100000000006E-2</c:v>
                      </c:pt>
                      <c:pt idx="5655">
                        <c:v>8.7040270000000003E-2</c:v>
                      </c:pt>
                      <c:pt idx="5656">
                        <c:v>8.7061520000000003E-2</c:v>
                      </c:pt>
                      <c:pt idx="5657">
                        <c:v>8.7086949999999996E-2</c:v>
                      </c:pt>
                      <c:pt idx="5658">
                        <c:v>8.7115860000000003E-2</c:v>
                      </c:pt>
                      <c:pt idx="5659">
                        <c:v>8.7146520000000005E-2</c:v>
                      </c:pt>
                      <c:pt idx="5660">
                        <c:v>8.7176649999999994E-2</c:v>
                      </c:pt>
                      <c:pt idx="5661">
                        <c:v>8.7203900000000001E-2</c:v>
                      </c:pt>
                      <c:pt idx="5662">
                        <c:v>8.7227239999999998E-2</c:v>
                      </c:pt>
                      <c:pt idx="5663">
                        <c:v>8.7245790000000004E-2</c:v>
                      </c:pt>
                      <c:pt idx="5664">
                        <c:v>8.7260089999999998E-2</c:v>
                      </c:pt>
                      <c:pt idx="5665">
                        <c:v>8.7271059999999998E-2</c:v>
                      </c:pt>
                      <c:pt idx="5666">
                        <c:v>8.7280300000000005E-2</c:v>
                      </c:pt>
                      <c:pt idx="5667">
                        <c:v>8.728901E-2</c:v>
                      </c:pt>
                      <c:pt idx="5668">
                        <c:v>8.7298689999999998E-2</c:v>
                      </c:pt>
                      <c:pt idx="5669">
                        <c:v>8.7309910000000004E-2</c:v>
                      </c:pt>
                      <c:pt idx="5670">
                        <c:v>8.7323449999999997E-2</c:v>
                      </c:pt>
                      <c:pt idx="5671">
                        <c:v>8.7339490000000006E-2</c:v>
                      </c:pt>
                      <c:pt idx="5672">
                        <c:v>8.7358210000000006E-2</c:v>
                      </c:pt>
                      <c:pt idx="5673">
                        <c:v>8.7379109999999996E-2</c:v>
                      </c:pt>
                      <c:pt idx="5674">
                        <c:v>8.7401969999999995E-2</c:v>
                      </c:pt>
                      <c:pt idx="5675">
                        <c:v>8.7425749999999997E-2</c:v>
                      </c:pt>
                      <c:pt idx="5676">
                        <c:v>8.7449780000000005E-2</c:v>
                      </c:pt>
                      <c:pt idx="5677">
                        <c:v>8.7473250000000002E-2</c:v>
                      </c:pt>
                      <c:pt idx="5678">
                        <c:v>8.7495630000000005E-2</c:v>
                      </c:pt>
                      <c:pt idx="5679">
                        <c:v>8.7516819999999995E-2</c:v>
                      </c:pt>
                      <c:pt idx="5680">
                        <c:v>8.7537370000000003E-2</c:v>
                      </c:pt>
                      <c:pt idx="5681">
                        <c:v>8.755752E-2</c:v>
                      </c:pt>
                      <c:pt idx="5682">
                        <c:v>8.7578180000000005E-2</c:v>
                      </c:pt>
                      <c:pt idx="5683">
                        <c:v>8.7599350000000006E-2</c:v>
                      </c:pt>
                      <c:pt idx="5684">
                        <c:v>8.7621199999999996E-2</c:v>
                      </c:pt>
                      <c:pt idx="5685">
                        <c:v>8.7642769999999995E-2</c:v>
                      </c:pt>
                      <c:pt idx="5686">
                        <c:v>8.7663770000000002E-2</c:v>
                      </c:pt>
                      <c:pt idx="5687">
                        <c:v>8.7683639999999993E-2</c:v>
                      </c:pt>
                      <c:pt idx="5688">
                        <c:v>8.7702039999999995E-2</c:v>
                      </c:pt>
                      <c:pt idx="5689">
                        <c:v>8.7719039999999998E-2</c:v>
                      </c:pt>
                      <c:pt idx="5690">
                        <c:v>8.7735499999999994E-2</c:v>
                      </c:pt>
                      <c:pt idx="5691">
                        <c:v>8.7751880000000004E-2</c:v>
                      </c:pt>
                      <c:pt idx="5692">
                        <c:v>8.7769040000000006E-2</c:v>
                      </c:pt>
                      <c:pt idx="5693">
                        <c:v>8.7786920000000004E-2</c:v>
                      </c:pt>
                      <c:pt idx="5694">
                        <c:v>8.7806110000000007E-2</c:v>
                      </c:pt>
                      <c:pt idx="5695">
                        <c:v>8.7826269999999998E-2</c:v>
                      </c:pt>
                      <c:pt idx="5696">
                        <c:v>8.7847560000000005E-2</c:v>
                      </c:pt>
                      <c:pt idx="5697">
                        <c:v>8.7869699999999995E-2</c:v>
                      </c:pt>
                      <c:pt idx="5698">
                        <c:v>8.7892910000000005E-2</c:v>
                      </c:pt>
                      <c:pt idx="5699">
                        <c:v>8.7916720000000004E-2</c:v>
                      </c:pt>
                      <c:pt idx="5700">
                        <c:v>8.7941019999999995E-2</c:v>
                      </c:pt>
                      <c:pt idx="5701">
                        <c:v>8.7964799999999996E-2</c:v>
                      </c:pt>
                      <c:pt idx="5702">
                        <c:v>8.7986990000000001E-2</c:v>
                      </c:pt>
                      <c:pt idx="5703">
                        <c:v>8.8006509999999996E-2</c:v>
                      </c:pt>
                      <c:pt idx="5704">
                        <c:v>8.8022580000000003E-2</c:v>
                      </c:pt>
                      <c:pt idx="5705">
                        <c:v>8.8034829999999994E-2</c:v>
                      </c:pt>
                      <c:pt idx="5706">
                        <c:v>8.8044049999999999E-2</c:v>
                      </c:pt>
                      <c:pt idx="5707">
                        <c:v>8.8051149999999995E-2</c:v>
                      </c:pt>
                      <c:pt idx="5708">
                        <c:v>8.8057479999999994E-2</c:v>
                      </c:pt>
                      <c:pt idx="5709">
                        <c:v>8.8064459999999997E-2</c:v>
                      </c:pt>
                      <c:pt idx="5710">
                        <c:v>8.8073100000000001E-2</c:v>
                      </c:pt>
                      <c:pt idx="5711">
                        <c:v>8.8083980000000006E-2</c:v>
                      </c:pt>
                      <c:pt idx="5712">
                        <c:v>8.8097499999999995E-2</c:v>
                      </c:pt>
                      <c:pt idx="5713">
                        <c:v>8.8113289999999997E-2</c:v>
                      </c:pt>
                      <c:pt idx="5714">
                        <c:v>8.8131950000000001E-2</c:v>
                      </c:pt>
                      <c:pt idx="5715">
                        <c:v>8.8153179999999998E-2</c:v>
                      </c:pt>
                      <c:pt idx="5716">
                        <c:v>8.8176879999999999E-2</c:v>
                      </c:pt>
                      <c:pt idx="5717">
                        <c:v>8.8202660000000002E-2</c:v>
                      </c:pt>
                      <c:pt idx="5718">
                        <c:v>8.8230030000000001E-2</c:v>
                      </c:pt>
                      <c:pt idx="5719">
                        <c:v>8.8258240000000002E-2</c:v>
                      </c:pt>
                      <c:pt idx="5720">
                        <c:v>8.8286299999999998E-2</c:v>
                      </c:pt>
                      <c:pt idx="5721">
                        <c:v>8.8313539999999996E-2</c:v>
                      </c:pt>
                      <c:pt idx="5722">
                        <c:v>8.8339860000000006E-2</c:v>
                      </c:pt>
                      <c:pt idx="5723">
                        <c:v>8.8364999999999999E-2</c:v>
                      </c:pt>
                      <c:pt idx="5724">
                        <c:v>8.8389400000000007E-2</c:v>
                      </c:pt>
                      <c:pt idx="5725">
                        <c:v>8.8413199999999997E-2</c:v>
                      </c:pt>
                      <c:pt idx="5726">
                        <c:v>8.8436600000000004E-2</c:v>
                      </c:pt>
                      <c:pt idx="5727">
                        <c:v>8.8459309999999999E-2</c:v>
                      </c:pt>
                      <c:pt idx="5728">
                        <c:v>8.8480829999999996E-2</c:v>
                      </c:pt>
                      <c:pt idx="5729">
                        <c:v>8.8500490000000001E-2</c:v>
                      </c:pt>
                      <c:pt idx="5730">
                        <c:v>8.8518250000000007E-2</c:v>
                      </c:pt>
                      <c:pt idx="5731">
                        <c:v>8.8533890000000004E-2</c:v>
                      </c:pt>
                      <c:pt idx="5732">
                        <c:v>8.8547819999999999E-2</c:v>
                      </c:pt>
                      <c:pt idx="5733">
                        <c:v>8.8560340000000001E-2</c:v>
                      </c:pt>
                      <c:pt idx="5734">
                        <c:v>8.8572239999999997E-2</c:v>
                      </c:pt>
                      <c:pt idx="5735">
                        <c:v>8.8583449999999994E-2</c:v>
                      </c:pt>
                      <c:pt idx="5736">
                        <c:v>8.8594709999999993E-2</c:v>
                      </c:pt>
                      <c:pt idx="5737">
                        <c:v>8.860556E-2</c:v>
                      </c:pt>
                      <c:pt idx="5738">
                        <c:v>8.8616810000000004E-2</c:v>
                      </c:pt>
                      <c:pt idx="5739">
                        <c:v>8.8628269999999995E-2</c:v>
                      </c:pt>
                      <c:pt idx="5740">
                        <c:v>8.8640300000000005E-2</c:v>
                      </c:pt>
                      <c:pt idx="5741">
                        <c:v>8.8653270000000006E-2</c:v>
                      </c:pt>
                      <c:pt idx="5742">
                        <c:v>8.8667120000000002E-2</c:v>
                      </c:pt>
                      <c:pt idx="5743">
                        <c:v>8.8681670000000004E-2</c:v>
                      </c:pt>
                      <c:pt idx="5744">
                        <c:v>8.8696990000000003E-2</c:v>
                      </c:pt>
                      <c:pt idx="5745">
                        <c:v>8.8712600000000003E-2</c:v>
                      </c:pt>
                      <c:pt idx="5746">
                        <c:v>8.8728979999999999E-2</c:v>
                      </c:pt>
                      <c:pt idx="5747">
                        <c:v>8.8745850000000001E-2</c:v>
                      </c:pt>
                      <c:pt idx="5748">
                        <c:v>8.8763410000000001E-2</c:v>
                      </c:pt>
                      <c:pt idx="5749">
                        <c:v>8.8781540000000006E-2</c:v>
                      </c:pt>
                      <c:pt idx="5750">
                        <c:v>8.8800320000000002E-2</c:v>
                      </c:pt>
                      <c:pt idx="5751">
                        <c:v>8.8818859999999999E-2</c:v>
                      </c:pt>
                      <c:pt idx="5752">
                        <c:v>8.8836819999999997E-2</c:v>
                      </c:pt>
                      <c:pt idx="5753">
                        <c:v>8.8853650000000006E-2</c:v>
                      </c:pt>
                      <c:pt idx="5754">
                        <c:v>8.8869470000000006E-2</c:v>
                      </c:pt>
                      <c:pt idx="5755">
                        <c:v>8.888451E-2</c:v>
                      </c:pt>
                      <c:pt idx="5756">
                        <c:v>8.8899549999999994E-2</c:v>
                      </c:pt>
                      <c:pt idx="5757">
                        <c:v>8.8915209999999995E-2</c:v>
                      </c:pt>
                      <c:pt idx="5758">
                        <c:v>8.89316E-2</c:v>
                      </c:pt>
                      <c:pt idx="5759">
                        <c:v>8.8948189999999996E-2</c:v>
                      </c:pt>
                      <c:pt idx="5760">
                        <c:v>8.8964210000000002E-2</c:v>
                      </c:pt>
                      <c:pt idx="5761">
                        <c:v>8.8978119999999994E-2</c:v>
                      </c:pt>
                      <c:pt idx="5762">
                        <c:v>8.8989139999999994E-2</c:v>
                      </c:pt>
                      <c:pt idx="5763">
                        <c:v>8.8997110000000004E-2</c:v>
                      </c:pt>
                      <c:pt idx="5764">
                        <c:v>8.9002520000000002E-2</c:v>
                      </c:pt>
                      <c:pt idx="5765">
                        <c:v>8.9006950000000001E-2</c:v>
                      </c:pt>
                      <c:pt idx="5766">
                        <c:v>8.901212E-2</c:v>
                      </c:pt>
                      <c:pt idx="5767">
                        <c:v>8.9019849999999998E-2</c:v>
                      </c:pt>
                      <c:pt idx="5768">
                        <c:v>8.9031559999999996E-2</c:v>
                      </c:pt>
                      <c:pt idx="5769">
                        <c:v>8.9047630000000003E-2</c:v>
                      </c:pt>
                      <c:pt idx="5770">
                        <c:v>8.9068079999999994E-2</c:v>
                      </c:pt>
                      <c:pt idx="5771">
                        <c:v>8.9091840000000005E-2</c:v>
                      </c:pt>
                      <c:pt idx="5772">
                        <c:v>8.9117630000000003E-2</c:v>
                      </c:pt>
                      <c:pt idx="5773">
                        <c:v>8.9143340000000001E-2</c:v>
                      </c:pt>
                      <c:pt idx="5774">
                        <c:v>8.9167629999999998E-2</c:v>
                      </c:pt>
                      <c:pt idx="5775">
                        <c:v>8.9188509999999999E-2</c:v>
                      </c:pt>
                      <c:pt idx="5776">
                        <c:v>8.9205190000000004E-2</c:v>
                      </c:pt>
                      <c:pt idx="5777">
                        <c:v>8.9217309999999994E-2</c:v>
                      </c:pt>
                      <c:pt idx="5778">
                        <c:v>8.9225659999999998E-2</c:v>
                      </c:pt>
                      <c:pt idx="5779">
                        <c:v>8.9231920000000006E-2</c:v>
                      </c:pt>
                      <c:pt idx="5780">
                        <c:v>8.9238189999999995E-2</c:v>
                      </c:pt>
                      <c:pt idx="5781">
                        <c:v>8.9246610000000004E-2</c:v>
                      </c:pt>
                      <c:pt idx="5782">
                        <c:v>8.9258820000000003E-2</c:v>
                      </c:pt>
                      <c:pt idx="5783">
                        <c:v>8.9274969999999995E-2</c:v>
                      </c:pt>
                      <c:pt idx="5784">
                        <c:v>8.9294429999999994E-2</c:v>
                      </c:pt>
                      <c:pt idx="5785">
                        <c:v>8.9315270000000002E-2</c:v>
                      </c:pt>
                      <c:pt idx="5786">
                        <c:v>8.9335819999999996E-2</c:v>
                      </c:pt>
                      <c:pt idx="5787">
                        <c:v>8.9354500000000003E-2</c:v>
                      </c:pt>
                      <c:pt idx="5788">
                        <c:v>8.9370580000000005E-2</c:v>
                      </c:pt>
                      <c:pt idx="5789">
                        <c:v>8.93843E-2</c:v>
                      </c:pt>
                      <c:pt idx="5790">
                        <c:v>8.9397039999999997E-2</c:v>
                      </c:pt>
                      <c:pt idx="5791">
                        <c:v>8.940998E-2</c:v>
                      </c:pt>
                      <c:pt idx="5792">
                        <c:v>8.9424229999999993E-2</c:v>
                      </c:pt>
                      <c:pt idx="5793">
                        <c:v>8.9440190000000003E-2</c:v>
                      </c:pt>
                      <c:pt idx="5794">
                        <c:v>8.9458060000000006E-2</c:v>
                      </c:pt>
                      <c:pt idx="5795">
                        <c:v>8.9476749999999994E-2</c:v>
                      </c:pt>
                      <c:pt idx="5796">
                        <c:v>8.9495809999999995E-2</c:v>
                      </c:pt>
                      <c:pt idx="5797">
                        <c:v>8.9514369999999996E-2</c:v>
                      </c:pt>
                      <c:pt idx="5798">
                        <c:v>8.9532130000000001E-2</c:v>
                      </c:pt>
                      <c:pt idx="5799">
                        <c:v>8.9548699999999995E-2</c:v>
                      </c:pt>
                      <c:pt idx="5800">
                        <c:v>8.9564260000000007E-2</c:v>
                      </c:pt>
                      <c:pt idx="5801">
                        <c:v>8.9578710000000006E-2</c:v>
                      </c:pt>
                      <c:pt idx="5802">
                        <c:v>8.9592640000000001E-2</c:v>
                      </c:pt>
                      <c:pt idx="5803">
                        <c:v>8.9606039999999998E-2</c:v>
                      </c:pt>
                      <c:pt idx="5804">
                        <c:v>8.9619480000000001E-2</c:v>
                      </c:pt>
                      <c:pt idx="5805">
                        <c:v>8.9633039999999997E-2</c:v>
                      </c:pt>
                      <c:pt idx="5806">
                        <c:v>8.964685E-2</c:v>
                      </c:pt>
                      <c:pt idx="5807">
                        <c:v>8.9660450000000003E-2</c:v>
                      </c:pt>
                      <c:pt idx="5808">
                        <c:v>8.9673359999999994E-2</c:v>
                      </c:pt>
                      <c:pt idx="5809">
                        <c:v>8.968429E-2</c:v>
                      </c:pt>
                      <c:pt idx="5810">
                        <c:v>8.9693200000000001E-2</c:v>
                      </c:pt>
                      <c:pt idx="5811">
                        <c:v>8.9699890000000004E-2</c:v>
                      </c:pt>
                      <c:pt idx="5812">
                        <c:v>8.9705060000000003E-2</c:v>
                      </c:pt>
                      <c:pt idx="5813">
                        <c:v>8.9710109999999996E-2</c:v>
                      </c:pt>
                      <c:pt idx="5814">
                        <c:v>8.9716790000000005E-2</c:v>
                      </c:pt>
                      <c:pt idx="5815">
                        <c:v>8.9726159999999999E-2</c:v>
                      </c:pt>
                      <c:pt idx="5816">
                        <c:v>8.9738949999999998E-2</c:v>
                      </c:pt>
                      <c:pt idx="5817">
                        <c:v>8.9754429999999996E-2</c:v>
                      </c:pt>
                      <c:pt idx="5818">
                        <c:v>8.9771870000000004E-2</c:v>
                      </c:pt>
                      <c:pt idx="5819">
                        <c:v>8.9789259999999996E-2</c:v>
                      </c:pt>
                      <c:pt idx="5820">
                        <c:v>8.9805599999999999E-2</c:v>
                      </c:pt>
                      <c:pt idx="5821">
                        <c:v>8.9820029999999995E-2</c:v>
                      </c:pt>
                      <c:pt idx="5822">
                        <c:v>8.9832949999999995E-2</c:v>
                      </c:pt>
                      <c:pt idx="5823">
                        <c:v>8.9844679999999996E-2</c:v>
                      </c:pt>
                      <c:pt idx="5824">
                        <c:v>8.9856130000000006E-2</c:v>
                      </c:pt>
                      <c:pt idx="5825">
                        <c:v>8.9867950000000002E-2</c:v>
                      </c:pt>
                      <c:pt idx="5826">
                        <c:v>8.9880260000000003E-2</c:v>
                      </c:pt>
                      <c:pt idx="5827">
                        <c:v>8.9892810000000004E-2</c:v>
                      </c:pt>
                      <c:pt idx="5828">
                        <c:v>8.9904789999999998E-2</c:v>
                      </c:pt>
                      <c:pt idx="5829">
                        <c:v>8.9915750000000003E-2</c:v>
                      </c:pt>
                      <c:pt idx="5830">
                        <c:v>8.9925500000000005E-2</c:v>
                      </c:pt>
                      <c:pt idx="5831">
                        <c:v>8.9933890000000002E-2</c:v>
                      </c:pt>
                      <c:pt idx="5832">
                        <c:v>8.9941519999999997E-2</c:v>
                      </c:pt>
                      <c:pt idx="5833">
                        <c:v>8.9948319999999998E-2</c:v>
                      </c:pt>
                      <c:pt idx="5834">
                        <c:v>8.9954999999999993E-2</c:v>
                      </c:pt>
                      <c:pt idx="5835">
                        <c:v>8.9961650000000004E-2</c:v>
                      </c:pt>
                      <c:pt idx="5836">
                        <c:v>8.9967930000000002E-2</c:v>
                      </c:pt>
                      <c:pt idx="5837">
                        <c:v>8.9973919999999999E-2</c:v>
                      </c:pt>
                      <c:pt idx="5838">
                        <c:v>8.9979790000000004E-2</c:v>
                      </c:pt>
                      <c:pt idx="5839">
                        <c:v>8.9985330000000002E-2</c:v>
                      </c:pt>
                      <c:pt idx="5840">
                        <c:v>8.9991160000000001E-2</c:v>
                      </c:pt>
                      <c:pt idx="5841">
                        <c:v>8.9997229999999998E-2</c:v>
                      </c:pt>
                      <c:pt idx="5842">
                        <c:v>9.000437E-2</c:v>
                      </c:pt>
                      <c:pt idx="5843">
                        <c:v>9.0012519999999999E-2</c:v>
                      </c:pt>
                      <c:pt idx="5844">
                        <c:v>9.0022270000000001E-2</c:v>
                      </c:pt>
                      <c:pt idx="5845">
                        <c:v>9.0033470000000004E-2</c:v>
                      </c:pt>
                      <c:pt idx="5846">
                        <c:v>9.0046520000000005E-2</c:v>
                      </c:pt>
                      <c:pt idx="5847">
                        <c:v>9.0061199999999994E-2</c:v>
                      </c:pt>
                      <c:pt idx="5848">
                        <c:v>9.0077389999999993E-2</c:v>
                      </c:pt>
                      <c:pt idx="5849">
                        <c:v>9.0094259999999995E-2</c:v>
                      </c:pt>
                      <c:pt idx="5850">
                        <c:v>9.0111590000000005E-2</c:v>
                      </c:pt>
                      <c:pt idx="5851">
                        <c:v>9.0128470000000002E-2</c:v>
                      </c:pt>
                      <c:pt idx="5852">
                        <c:v>9.0144249999999995E-2</c:v>
                      </c:pt>
                      <c:pt idx="5853">
                        <c:v>9.0158650000000007E-2</c:v>
                      </c:pt>
                      <c:pt idx="5854">
                        <c:v>9.0171580000000001E-2</c:v>
                      </c:pt>
                      <c:pt idx="5855">
                        <c:v>9.0183120000000006E-2</c:v>
                      </c:pt>
                      <c:pt idx="5856">
                        <c:v>9.0193919999999997E-2</c:v>
                      </c:pt>
                      <c:pt idx="5857">
                        <c:v>9.0204320000000004E-2</c:v>
                      </c:pt>
                      <c:pt idx="5858">
                        <c:v>9.0214890000000006E-2</c:v>
                      </c:pt>
                      <c:pt idx="5859">
                        <c:v>9.0225689999999997E-2</c:v>
                      </c:pt>
                      <c:pt idx="5860">
                        <c:v>9.0236949999999996E-2</c:v>
                      </c:pt>
                      <c:pt idx="5861">
                        <c:v>9.0248170000000003E-2</c:v>
                      </c:pt>
                      <c:pt idx="5862">
                        <c:v>9.0259130000000007E-2</c:v>
                      </c:pt>
                      <c:pt idx="5863">
                        <c:v>9.0269249999999995E-2</c:v>
                      </c:pt>
                      <c:pt idx="5864">
                        <c:v>9.0278189999999994E-2</c:v>
                      </c:pt>
                      <c:pt idx="5865">
                        <c:v>9.0285519999999994E-2</c:v>
                      </c:pt>
                      <c:pt idx="5866">
                        <c:v>9.0291730000000001E-2</c:v>
                      </c:pt>
                      <c:pt idx="5867">
                        <c:v>9.029711E-2</c:v>
                      </c:pt>
                      <c:pt idx="5868">
                        <c:v>9.0302419999999994E-2</c:v>
                      </c:pt>
                      <c:pt idx="5869">
                        <c:v>9.0308490000000005E-2</c:v>
                      </c:pt>
                      <c:pt idx="5870">
                        <c:v>9.031612E-2</c:v>
                      </c:pt>
                      <c:pt idx="5871">
                        <c:v>9.0325420000000003E-2</c:v>
                      </c:pt>
                      <c:pt idx="5872">
                        <c:v>9.0336349999999996E-2</c:v>
                      </c:pt>
                      <c:pt idx="5873">
                        <c:v>9.0347940000000002E-2</c:v>
                      </c:pt>
                      <c:pt idx="5874">
                        <c:v>9.0359980000000006E-2</c:v>
                      </c:pt>
                      <c:pt idx="5875">
                        <c:v>9.0371199999999999E-2</c:v>
                      </c:pt>
                      <c:pt idx="5876">
                        <c:v>9.0381400000000001E-2</c:v>
                      </c:pt>
                      <c:pt idx="5877">
                        <c:v>9.0390449999999997E-2</c:v>
                      </c:pt>
                      <c:pt idx="5878">
                        <c:v>9.0399149999999998E-2</c:v>
                      </c:pt>
                      <c:pt idx="5879">
                        <c:v>9.0407630000000003E-2</c:v>
                      </c:pt>
                      <c:pt idx="5880">
                        <c:v>9.0416609999999994E-2</c:v>
                      </c:pt>
                      <c:pt idx="5881">
                        <c:v>9.0425660000000005E-2</c:v>
                      </c:pt>
                      <c:pt idx="5882">
                        <c:v>9.0434310000000004E-2</c:v>
                      </c:pt>
                      <c:pt idx="5883">
                        <c:v>9.04417E-2</c:v>
                      </c:pt>
                      <c:pt idx="5884">
                        <c:v>9.0446840000000001E-2</c:v>
                      </c:pt>
                      <c:pt idx="5885">
                        <c:v>9.0449290000000002E-2</c:v>
                      </c:pt>
                      <c:pt idx="5886">
                        <c:v>9.0449660000000001E-2</c:v>
                      </c:pt>
                      <c:pt idx="5887">
                        <c:v>9.0448680000000004E-2</c:v>
                      </c:pt>
                      <c:pt idx="5888">
                        <c:v>9.0448070000000005E-2</c:v>
                      </c:pt>
                      <c:pt idx="5889">
                        <c:v>9.0449290000000002E-2</c:v>
                      </c:pt>
                      <c:pt idx="5890">
                        <c:v>9.0453500000000006E-2</c:v>
                      </c:pt>
                      <c:pt idx="5891">
                        <c:v>9.0460639999999995E-2</c:v>
                      </c:pt>
                      <c:pt idx="5892">
                        <c:v>9.0470190000000006E-2</c:v>
                      </c:pt>
                      <c:pt idx="5893">
                        <c:v>9.0480669999999999E-2</c:v>
                      </c:pt>
                      <c:pt idx="5894">
                        <c:v>9.0490829999999994E-2</c:v>
                      </c:pt>
                      <c:pt idx="5895">
                        <c:v>9.0499449999999995E-2</c:v>
                      </c:pt>
                      <c:pt idx="5896">
                        <c:v>9.0506100000000006E-2</c:v>
                      </c:pt>
                      <c:pt idx="5897">
                        <c:v>9.0511079999999994E-2</c:v>
                      </c:pt>
                      <c:pt idx="5898">
                        <c:v>9.0515319999999996E-2</c:v>
                      </c:pt>
                      <c:pt idx="5899">
                        <c:v>9.0519929999999998E-2</c:v>
                      </c:pt>
                      <c:pt idx="5900">
                        <c:v>9.0525690000000006E-2</c:v>
                      </c:pt>
                      <c:pt idx="5901">
                        <c:v>9.0533000000000002E-2</c:v>
                      </c:pt>
                      <c:pt idx="5902">
                        <c:v>9.0541730000000001E-2</c:v>
                      </c:pt>
                      <c:pt idx="5903">
                        <c:v>9.0551149999999997E-2</c:v>
                      </c:pt>
                      <c:pt idx="5904">
                        <c:v>9.0560909999999994E-2</c:v>
                      </c:pt>
                      <c:pt idx="5905">
                        <c:v>9.0570049999999999E-2</c:v>
                      </c:pt>
                      <c:pt idx="5906">
                        <c:v>9.057859E-2</c:v>
                      </c:pt>
                      <c:pt idx="5907">
                        <c:v>9.0586130000000001E-2</c:v>
                      </c:pt>
                      <c:pt idx="5908">
                        <c:v>9.059275E-2</c:v>
                      </c:pt>
                      <c:pt idx="5909">
                        <c:v>9.059826E-2</c:v>
                      </c:pt>
                      <c:pt idx="5910">
                        <c:v>9.0602630000000003E-2</c:v>
                      </c:pt>
                      <c:pt idx="5911">
                        <c:v>9.0605690000000003E-2</c:v>
                      </c:pt>
                      <c:pt idx="5912">
                        <c:v>9.0607649999999998E-2</c:v>
                      </c:pt>
                      <c:pt idx="5913">
                        <c:v>9.060899E-2</c:v>
                      </c:pt>
                      <c:pt idx="5914">
                        <c:v>9.0610789999999997E-2</c:v>
                      </c:pt>
                      <c:pt idx="5915">
                        <c:v>9.0614009999999995E-2</c:v>
                      </c:pt>
                      <c:pt idx="5916">
                        <c:v>9.0619770000000002E-2</c:v>
                      </c:pt>
                      <c:pt idx="5917">
                        <c:v>9.0628340000000002E-2</c:v>
                      </c:pt>
                      <c:pt idx="5918">
                        <c:v>9.0639860000000003E-2</c:v>
                      </c:pt>
                      <c:pt idx="5919">
                        <c:v>9.0653200000000003E-2</c:v>
                      </c:pt>
                      <c:pt idx="5920">
                        <c:v>9.0667250000000005E-2</c:v>
                      </c:pt>
                      <c:pt idx="5921">
                        <c:v>9.0680399999999994E-2</c:v>
                      </c:pt>
                      <c:pt idx="5922">
                        <c:v>9.0692159999999994E-2</c:v>
                      </c:pt>
                      <c:pt idx="5923">
                        <c:v>9.0701829999999997E-2</c:v>
                      </c:pt>
                      <c:pt idx="5924">
                        <c:v>9.0709869999999998E-2</c:v>
                      </c:pt>
                      <c:pt idx="5925">
                        <c:v>9.0716210000000005E-2</c:v>
                      </c:pt>
                      <c:pt idx="5926">
                        <c:v>9.0721430000000006E-2</c:v>
                      </c:pt>
                      <c:pt idx="5927">
                        <c:v>9.0725390000000003E-2</c:v>
                      </c:pt>
                      <c:pt idx="5928">
                        <c:v>9.0728329999999996E-2</c:v>
                      </c:pt>
                      <c:pt idx="5929">
                        <c:v>9.0729969999999993E-2</c:v>
                      </c:pt>
                      <c:pt idx="5930">
                        <c:v>9.0731190000000003E-2</c:v>
                      </c:pt>
                      <c:pt idx="5931">
                        <c:v>9.0732569999999999E-2</c:v>
                      </c:pt>
                      <c:pt idx="5932">
                        <c:v>9.07356E-2</c:v>
                      </c:pt>
                      <c:pt idx="5933">
                        <c:v>9.0741310000000006E-2</c:v>
                      </c:pt>
                      <c:pt idx="5934">
                        <c:v>9.0751120000000005E-2</c:v>
                      </c:pt>
                      <c:pt idx="5935">
                        <c:v>9.0764750000000005E-2</c:v>
                      </c:pt>
                      <c:pt idx="5936">
                        <c:v>9.0781790000000001E-2</c:v>
                      </c:pt>
                      <c:pt idx="5937">
                        <c:v>9.0800900000000004E-2</c:v>
                      </c:pt>
                      <c:pt idx="5938">
                        <c:v>9.0820540000000005E-2</c:v>
                      </c:pt>
                      <c:pt idx="5939">
                        <c:v>9.0839080000000003E-2</c:v>
                      </c:pt>
                      <c:pt idx="5940">
                        <c:v>9.0855459999999999E-2</c:v>
                      </c:pt>
                      <c:pt idx="5941">
                        <c:v>9.0869019999999995E-2</c:v>
                      </c:pt>
                      <c:pt idx="5942">
                        <c:v>9.0880009999999997E-2</c:v>
                      </c:pt>
                      <c:pt idx="5943">
                        <c:v>9.0888629999999998E-2</c:v>
                      </c:pt>
                      <c:pt idx="5944">
                        <c:v>9.0895770000000001E-2</c:v>
                      </c:pt>
                      <c:pt idx="5945">
                        <c:v>9.0902269999999993E-2</c:v>
                      </c:pt>
                      <c:pt idx="5946">
                        <c:v>9.0909500000000004E-2</c:v>
                      </c:pt>
                      <c:pt idx="5947">
                        <c:v>9.0918849999999996E-2</c:v>
                      </c:pt>
                      <c:pt idx="5948">
                        <c:v>9.0931360000000003E-2</c:v>
                      </c:pt>
                      <c:pt idx="5949">
                        <c:v>9.0947700000000006E-2</c:v>
                      </c:pt>
                      <c:pt idx="5950">
                        <c:v>9.096775E-2</c:v>
                      </c:pt>
                      <c:pt idx="5951">
                        <c:v>9.0990100000000004E-2</c:v>
                      </c:pt>
                      <c:pt idx="5952">
                        <c:v>9.1012860000000001E-2</c:v>
                      </c:pt>
                      <c:pt idx="5953">
                        <c:v>9.1033409999999995E-2</c:v>
                      </c:pt>
                      <c:pt idx="5954">
                        <c:v>9.1049840000000007E-2</c:v>
                      </c:pt>
                      <c:pt idx="5955">
                        <c:v>9.1060909999999995E-2</c:v>
                      </c:pt>
                      <c:pt idx="5956">
                        <c:v>9.1066960000000002E-2</c:v>
                      </c:pt>
                      <c:pt idx="5957">
                        <c:v>9.1069289999999997E-2</c:v>
                      </c:pt>
                      <c:pt idx="5958">
                        <c:v>9.1070639999999994E-2</c:v>
                      </c:pt>
                      <c:pt idx="5959">
                        <c:v>9.1073050000000003E-2</c:v>
                      </c:pt>
                      <c:pt idx="5960">
                        <c:v>9.1078610000000004E-2</c:v>
                      </c:pt>
                      <c:pt idx="5961">
                        <c:v>9.1088050000000004E-2</c:v>
                      </c:pt>
                      <c:pt idx="5962">
                        <c:v>9.1101650000000006E-2</c:v>
                      </c:pt>
                      <c:pt idx="5963">
                        <c:v>9.1118370000000004E-2</c:v>
                      </c:pt>
                      <c:pt idx="5964">
                        <c:v>9.1137419999999997E-2</c:v>
                      </c:pt>
                      <c:pt idx="5965">
                        <c:v>9.1157530000000001E-2</c:v>
                      </c:pt>
                      <c:pt idx="5966">
                        <c:v>9.1178330000000002E-2</c:v>
                      </c:pt>
                      <c:pt idx="5967">
                        <c:v>9.1199470000000005E-2</c:v>
                      </c:pt>
                      <c:pt idx="5968">
                        <c:v>9.1220800000000005E-2</c:v>
                      </c:pt>
                      <c:pt idx="5969">
                        <c:v>9.124206E-2</c:v>
                      </c:pt>
                      <c:pt idx="5970">
                        <c:v>9.1263479999999994E-2</c:v>
                      </c:pt>
                      <c:pt idx="5971">
                        <c:v>9.1284619999999997E-2</c:v>
                      </c:pt>
                      <c:pt idx="5972">
                        <c:v>9.1305839999999999E-2</c:v>
                      </c:pt>
                      <c:pt idx="5973">
                        <c:v>9.1327220000000001E-2</c:v>
                      </c:pt>
                      <c:pt idx="5974">
                        <c:v>9.1349260000000002E-2</c:v>
                      </c:pt>
                      <c:pt idx="5975">
                        <c:v>9.137228E-2</c:v>
                      </c:pt>
                      <c:pt idx="5976">
                        <c:v>9.1396729999999995E-2</c:v>
                      </c:pt>
                      <c:pt idx="5977">
                        <c:v>9.1422130000000004E-2</c:v>
                      </c:pt>
                      <c:pt idx="5978">
                        <c:v>9.1448429999999997E-2</c:v>
                      </c:pt>
                      <c:pt idx="5979">
                        <c:v>9.1474570000000005E-2</c:v>
                      </c:pt>
                      <c:pt idx="5980">
                        <c:v>9.149997E-2</c:v>
                      </c:pt>
                      <c:pt idx="5981">
                        <c:v>9.1523530000000006E-2</c:v>
                      </c:pt>
                      <c:pt idx="5982">
                        <c:v>9.1544680000000003E-2</c:v>
                      </c:pt>
                      <c:pt idx="5983">
                        <c:v>9.15628E-2</c:v>
                      </c:pt>
                      <c:pt idx="5984">
                        <c:v>9.1577939999999997E-2</c:v>
                      </c:pt>
                      <c:pt idx="5985">
                        <c:v>9.1590130000000006E-2</c:v>
                      </c:pt>
                      <c:pt idx="5986">
                        <c:v>9.1600319999999999E-2</c:v>
                      </c:pt>
                      <c:pt idx="5987">
                        <c:v>9.1609109999999994E-2</c:v>
                      </c:pt>
                      <c:pt idx="5988">
                        <c:v>9.1617909999999997E-2</c:v>
                      </c:pt>
                      <c:pt idx="5989">
                        <c:v>9.1627319999999998E-2</c:v>
                      </c:pt>
                      <c:pt idx="5990">
                        <c:v>9.1638449999999996E-2</c:v>
                      </c:pt>
                      <c:pt idx="5991">
                        <c:v>9.1651220000000005E-2</c:v>
                      </c:pt>
                      <c:pt idx="5992">
                        <c:v>9.1665629999999998E-2</c:v>
                      </c:pt>
                      <c:pt idx="5993">
                        <c:v>9.1680880000000006E-2</c:v>
                      </c:pt>
                      <c:pt idx="5994">
                        <c:v>9.1696230000000004E-2</c:v>
                      </c:pt>
                      <c:pt idx="5995">
                        <c:v>9.1711290000000001E-2</c:v>
                      </c:pt>
                      <c:pt idx="5996">
                        <c:v>9.172582E-2</c:v>
                      </c:pt>
                      <c:pt idx="5997">
                        <c:v>9.1740559999999999E-2</c:v>
                      </c:pt>
                      <c:pt idx="5998">
                        <c:v>9.1756760000000007E-2</c:v>
                      </c:pt>
                      <c:pt idx="5999">
                        <c:v>9.1775309999999999E-2</c:v>
                      </c:pt>
                      <c:pt idx="6000">
                        <c:v>9.1797400000000001E-2</c:v>
                      </c:pt>
                      <c:pt idx="6001">
                        <c:v>9.1823199999999994E-2</c:v>
                      </c:pt>
                      <c:pt idx="6002">
                        <c:v>9.1852219999999998E-2</c:v>
                      </c:pt>
                      <c:pt idx="6003">
                        <c:v>9.1882800000000001E-2</c:v>
                      </c:pt>
                      <c:pt idx="6004">
                        <c:v>9.1913099999999998E-2</c:v>
                      </c:pt>
                      <c:pt idx="6005">
                        <c:v>9.1940659999999994E-2</c:v>
                      </c:pt>
                      <c:pt idx="6006">
                        <c:v>9.1963870000000003E-2</c:v>
                      </c:pt>
                      <c:pt idx="6007">
                        <c:v>9.1981359999999998E-2</c:v>
                      </c:pt>
                      <c:pt idx="6008">
                        <c:v>9.1993439999999996E-2</c:v>
                      </c:pt>
                      <c:pt idx="6009">
                        <c:v>9.2001180000000002E-2</c:v>
                      </c:pt>
                      <c:pt idx="6010">
                        <c:v>9.2007080000000005E-2</c:v>
                      </c:pt>
                      <c:pt idx="6011">
                        <c:v>9.2014040000000005E-2</c:v>
                      </c:pt>
                      <c:pt idx="6012">
                        <c:v>9.2025010000000004E-2</c:v>
                      </c:pt>
                      <c:pt idx="6013">
                        <c:v>9.204176E-2</c:v>
                      </c:pt>
                      <c:pt idx="6014">
                        <c:v>9.2064980000000005E-2</c:v>
                      </c:pt>
                      <c:pt idx="6015">
                        <c:v>9.2093530000000007E-2</c:v>
                      </c:pt>
                      <c:pt idx="6016">
                        <c:v>9.2125399999999996E-2</c:v>
                      </c:pt>
                      <c:pt idx="6017">
                        <c:v>9.2157310000000006E-2</c:v>
                      </c:pt>
                      <c:pt idx="6018">
                        <c:v>9.2187389999999994E-2</c:v>
                      </c:pt>
                      <c:pt idx="6019">
                        <c:v>9.2213649999999994E-2</c:v>
                      </c:pt>
                      <c:pt idx="6020">
                        <c:v>9.2236059999999995E-2</c:v>
                      </c:pt>
                      <c:pt idx="6021">
                        <c:v>9.225556E-2</c:v>
                      </c:pt>
                      <c:pt idx="6022">
                        <c:v>9.2273839999999996E-2</c:v>
                      </c:pt>
                      <c:pt idx="6023">
                        <c:v>9.2292360000000004E-2</c:v>
                      </c:pt>
                      <c:pt idx="6024">
                        <c:v>9.2312400000000003E-2</c:v>
                      </c:pt>
                      <c:pt idx="6025">
                        <c:v>9.233392E-2</c:v>
                      </c:pt>
                      <c:pt idx="6026">
                        <c:v>9.2356830000000001E-2</c:v>
                      </c:pt>
                      <c:pt idx="6027">
                        <c:v>9.2380480000000001E-2</c:v>
                      </c:pt>
                      <c:pt idx="6028">
                        <c:v>9.2404050000000001E-2</c:v>
                      </c:pt>
                      <c:pt idx="6029">
                        <c:v>9.2427330000000002E-2</c:v>
                      </c:pt>
                      <c:pt idx="6030">
                        <c:v>9.2450610000000003E-2</c:v>
                      </c:pt>
                      <c:pt idx="6031">
                        <c:v>9.2473739999999999E-2</c:v>
                      </c:pt>
                      <c:pt idx="6032">
                        <c:v>9.2497019999999999E-2</c:v>
                      </c:pt>
                      <c:pt idx="6033">
                        <c:v>9.2519859999999995E-2</c:v>
                      </c:pt>
                      <c:pt idx="6034">
                        <c:v>9.2542410000000005E-2</c:v>
                      </c:pt>
                      <c:pt idx="6035">
                        <c:v>9.2563820000000005E-2</c:v>
                      </c:pt>
                      <c:pt idx="6036">
                        <c:v>9.2584159999999999E-2</c:v>
                      </c:pt>
                      <c:pt idx="6037">
                        <c:v>9.260359E-2</c:v>
                      </c:pt>
                      <c:pt idx="6038">
                        <c:v>9.2622460000000004E-2</c:v>
                      </c:pt>
                      <c:pt idx="6039">
                        <c:v>9.2641440000000005E-2</c:v>
                      </c:pt>
                      <c:pt idx="6040">
                        <c:v>9.2660640000000002E-2</c:v>
                      </c:pt>
                      <c:pt idx="6041">
                        <c:v>9.2679960000000006E-2</c:v>
                      </c:pt>
                      <c:pt idx="6042">
                        <c:v>9.2699400000000001E-2</c:v>
                      </c:pt>
                      <c:pt idx="6043">
                        <c:v>9.2718229999999999E-2</c:v>
                      </c:pt>
                      <c:pt idx="6044">
                        <c:v>9.2736520000000003E-2</c:v>
                      </c:pt>
                      <c:pt idx="6045">
                        <c:v>9.2753950000000002E-2</c:v>
                      </c:pt>
                      <c:pt idx="6046">
                        <c:v>9.2771220000000001E-2</c:v>
                      </c:pt>
                      <c:pt idx="6047">
                        <c:v>9.2788410000000002E-2</c:v>
                      </c:pt>
                      <c:pt idx="6048">
                        <c:v>9.2806139999999995E-2</c:v>
                      </c:pt>
                      <c:pt idx="6049">
                        <c:v>9.2824190000000001E-2</c:v>
                      </c:pt>
                      <c:pt idx="6050">
                        <c:v>9.2842569999999999E-2</c:v>
                      </c:pt>
                      <c:pt idx="6051">
                        <c:v>9.2861040000000006E-2</c:v>
                      </c:pt>
                      <c:pt idx="6052">
                        <c:v>9.2879500000000004E-2</c:v>
                      </c:pt>
                      <c:pt idx="6053">
                        <c:v>9.2898090000000003E-2</c:v>
                      </c:pt>
                      <c:pt idx="6054">
                        <c:v>9.2917340000000001E-2</c:v>
                      </c:pt>
                      <c:pt idx="6055">
                        <c:v>9.2937450000000005E-2</c:v>
                      </c:pt>
                      <c:pt idx="6056">
                        <c:v>9.2958990000000005E-2</c:v>
                      </c:pt>
                      <c:pt idx="6057">
                        <c:v>9.2981729999999999E-2</c:v>
                      </c:pt>
                      <c:pt idx="6058">
                        <c:v>9.3005539999999998E-2</c:v>
                      </c:pt>
                      <c:pt idx="6059">
                        <c:v>9.3029760000000003E-2</c:v>
                      </c:pt>
                      <c:pt idx="6060">
                        <c:v>9.3054100000000001E-2</c:v>
                      </c:pt>
                      <c:pt idx="6061">
                        <c:v>9.3078110000000006E-2</c:v>
                      </c:pt>
                      <c:pt idx="6062">
                        <c:v>9.3102009999999999E-2</c:v>
                      </c:pt>
                      <c:pt idx="6063">
                        <c:v>9.3125780000000005E-2</c:v>
                      </c:pt>
                      <c:pt idx="6064">
                        <c:v>9.3149800000000005E-2</c:v>
                      </c:pt>
                      <c:pt idx="6065">
                        <c:v>9.3173450000000005E-2</c:v>
                      </c:pt>
                      <c:pt idx="6066">
                        <c:v>9.3197189999999999E-2</c:v>
                      </c:pt>
                      <c:pt idx="6067">
                        <c:v>9.3220189999999994E-2</c:v>
                      </c:pt>
                      <c:pt idx="6068">
                        <c:v>9.3242359999999996E-2</c:v>
                      </c:pt>
                      <c:pt idx="6069">
                        <c:v>9.3263799999999994E-2</c:v>
                      </c:pt>
                      <c:pt idx="6070">
                        <c:v>9.3285199999999999E-2</c:v>
                      </c:pt>
                      <c:pt idx="6071">
                        <c:v>9.3306810000000004E-2</c:v>
                      </c:pt>
                      <c:pt idx="6072">
                        <c:v>9.332936E-2</c:v>
                      </c:pt>
                      <c:pt idx="6073">
                        <c:v>9.3352850000000001E-2</c:v>
                      </c:pt>
                      <c:pt idx="6074">
                        <c:v>9.3377459999999995E-2</c:v>
                      </c:pt>
                      <c:pt idx="6075">
                        <c:v>9.3402150000000003E-2</c:v>
                      </c:pt>
                      <c:pt idx="6076">
                        <c:v>9.3426389999999998E-2</c:v>
                      </c:pt>
                      <c:pt idx="6077">
                        <c:v>9.3449069999999995E-2</c:v>
                      </c:pt>
                      <c:pt idx="6078">
                        <c:v>9.3470029999999996E-2</c:v>
                      </c:pt>
                      <c:pt idx="6079">
                        <c:v>9.3488440000000006E-2</c:v>
                      </c:pt>
                      <c:pt idx="6080">
                        <c:v>9.3504879999999999E-2</c:v>
                      </c:pt>
                      <c:pt idx="6081">
                        <c:v>9.351959E-2</c:v>
                      </c:pt>
                      <c:pt idx="6082">
                        <c:v>9.3533400000000003E-2</c:v>
                      </c:pt>
                      <c:pt idx="6083">
                        <c:v>9.3546840000000006E-2</c:v>
                      </c:pt>
                      <c:pt idx="6084">
                        <c:v>9.3560270000000001E-2</c:v>
                      </c:pt>
                      <c:pt idx="6085">
                        <c:v>9.3574290000000004E-2</c:v>
                      </c:pt>
                      <c:pt idx="6086">
                        <c:v>9.3589339999999993E-2</c:v>
                      </c:pt>
                      <c:pt idx="6087">
                        <c:v>9.3605240000000006E-2</c:v>
                      </c:pt>
                      <c:pt idx="6088">
                        <c:v>9.3622419999999998E-2</c:v>
                      </c:pt>
                      <c:pt idx="6089">
                        <c:v>9.3640390000000004E-2</c:v>
                      </c:pt>
                      <c:pt idx="6090">
                        <c:v>9.3659129999999993E-2</c:v>
                      </c:pt>
                      <c:pt idx="6091">
                        <c:v>9.3678369999999997E-2</c:v>
                      </c:pt>
                      <c:pt idx="6092">
                        <c:v>9.3697649999999993E-2</c:v>
                      </c:pt>
                      <c:pt idx="6093">
                        <c:v>9.3716350000000004E-2</c:v>
                      </c:pt>
                      <c:pt idx="6094">
                        <c:v>9.3734159999999997E-2</c:v>
                      </c:pt>
                      <c:pt idx="6095">
                        <c:v>9.3750600000000003E-2</c:v>
                      </c:pt>
                      <c:pt idx="6096">
                        <c:v>9.376516E-2</c:v>
                      </c:pt>
                      <c:pt idx="6097">
                        <c:v>9.3777700000000005E-2</c:v>
                      </c:pt>
                      <c:pt idx="6098">
                        <c:v>9.3789049999999999E-2</c:v>
                      </c:pt>
                      <c:pt idx="6099">
                        <c:v>9.3799660000000007E-2</c:v>
                      </c:pt>
                      <c:pt idx="6100">
                        <c:v>9.3810389999999994E-2</c:v>
                      </c:pt>
                      <c:pt idx="6101">
                        <c:v>9.3822279999999994E-2</c:v>
                      </c:pt>
                      <c:pt idx="6102">
                        <c:v>9.3836050000000004E-2</c:v>
                      </c:pt>
                      <c:pt idx="6103">
                        <c:v>9.3851599999999993E-2</c:v>
                      </c:pt>
                      <c:pt idx="6104">
                        <c:v>9.3868789999999994E-2</c:v>
                      </c:pt>
                      <c:pt idx="6105">
                        <c:v>9.388668E-2</c:v>
                      </c:pt>
                      <c:pt idx="6106">
                        <c:v>9.390482E-2</c:v>
                      </c:pt>
                      <c:pt idx="6107">
                        <c:v>9.3922259999999994E-2</c:v>
                      </c:pt>
                      <c:pt idx="6108">
                        <c:v>9.3939209999999995E-2</c:v>
                      </c:pt>
                      <c:pt idx="6109">
                        <c:v>9.3955129999999998E-2</c:v>
                      </c:pt>
                      <c:pt idx="6110">
                        <c:v>9.3970189999999995E-2</c:v>
                      </c:pt>
                      <c:pt idx="6111">
                        <c:v>9.398389E-2</c:v>
                      </c:pt>
                      <c:pt idx="6112">
                        <c:v>9.399507E-2</c:v>
                      </c:pt>
                      <c:pt idx="6113">
                        <c:v>9.4002849999999999E-2</c:v>
                      </c:pt>
                      <c:pt idx="6114">
                        <c:v>9.4006720000000002E-2</c:v>
                      </c:pt>
                      <c:pt idx="6115">
                        <c:v>9.4006309999999996E-2</c:v>
                      </c:pt>
                      <c:pt idx="6116">
                        <c:v>9.4002810000000006E-2</c:v>
                      </c:pt>
                      <c:pt idx="6117">
                        <c:v>9.3997869999999997E-2</c:v>
                      </c:pt>
                      <c:pt idx="6118">
                        <c:v>9.3993839999999995E-2</c:v>
                      </c:pt>
                      <c:pt idx="6119">
                        <c:v>9.3992110000000004E-2</c:v>
                      </c:pt>
                      <c:pt idx="6120">
                        <c:v>9.3994090000000002E-2</c:v>
                      </c:pt>
                      <c:pt idx="6121">
                        <c:v>9.3999029999999997E-2</c:v>
                      </c:pt>
                      <c:pt idx="6122">
                        <c:v>9.4005770000000002E-2</c:v>
                      </c:pt>
                      <c:pt idx="6123">
                        <c:v>9.4012520000000002E-2</c:v>
                      </c:pt>
                      <c:pt idx="6124">
                        <c:v>9.4017829999999997E-2</c:v>
                      </c:pt>
                      <c:pt idx="6125">
                        <c:v>9.4020660000000006E-2</c:v>
                      </c:pt>
                      <c:pt idx="6126">
                        <c:v>9.4021160000000006E-2</c:v>
                      </c:pt>
                      <c:pt idx="6127">
                        <c:v>9.4019759999999994E-2</c:v>
                      </c:pt>
                      <c:pt idx="6128">
                        <c:v>9.4017290000000003E-2</c:v>
                      </c:pt>
                      <c:pt idx="6129">
                        <c:v>9.4014039999999993E-2</c:v>
                      </c:pt>
                      <c:pt idx="6130">
                        <c:v>9.4010629999999998E-2</c:v>
                      </c:pt>
                      <c:pt idx="6131">
                        <c:v>9.4006339999999994E-2</c:v>
                      </c:pt>
                      <c:pt idx="6132">
                        <c:v>9.400145E-2</c:v>
                      </c:pt>
                      <c:pt idx="6133">
                        <c:v>9.3995770000000006E-2</c:v>
                      </c:pt>
                      <c:pt idx="6134">
                        <c:v>9.3989929999999999E-2</c:v>
                      </c:pt>
                      <c:pt idx="6135">
                        <c:v>9.3984170000000006E-2</c:v>
                      </c:pt>
                      <c:pt idx="6136">
                        <c:v>9.3979030000000005E-2</c:v>
                      </c:pt>
                      <c:pt idx="6137">
                        <c:v>9.3974550000000004E-2</c:v>
                      </c:pt>
                      <c:pt idx="6138">
                        <c:v>9.3970509999999993E-2</c:v>
                      </c:pt>
                      <c:pt idx="6139">
                        <c:v>9.3966400000000005E-2</c:v>
                      </c:pt>
                      <c:pt idx="6140">
                        <c:v>9.3962130000000005E-2</c:v>
                      </c:pt>
                      <c:pt idx="6141">
                        <c:v>9.3957929999999995E-2</c:v>
                      </c:pt>
                      <c:pt idx="6142">
                        <c:v>9.3954469999999998E-2</c:v>
                      </c:pt>
                      <c:pt idx="6143">
                        <c:v>9.3952579999999994E-2</c:v>
                      </c:pt>
                      <c:pt idx="6144">
                        <c:v>9.3952859999999999E-2</c:v>
                      </c:pt>
                      <c:pt idx="6145">
                        <c:v>9.3955209999999997E-2</c:v>
                      </c:pt>
                      <c:pt idx="6146">
                        <c:v>9.3959529999999999E-2</c:v>
                      </c:pt>
                      <c:pt idx="6147">
                        <c:v>9.3963939999999996E-2</c:v>
                      </c:pt>
                      <c:pt idx="6148">
                        <c:v>9.3967140000000005E-2</c:v>
                      </c:pt>
                      <c:pt idx="6149">
                        <c:v>9.3967640000000005E-2</c:v>
                      </c:pt>
                      <c:pt idx="6150">
                        <c:v>9.396525E-2</c:v>
                      </c:pt>
                      <c:pt idx="6151">
                        <c:v>9.3959609999999999E-2</c:v>
                      </c:pt>
                      <c:pt idx="6152">
                        <c:v>9.3951800000000002E-2</c:v>
                      </c:pt>
                      <c:pt idx="6153">
                        <c:v>9.3942460000000005E-2</c:v>
                      </c:pt>
                      <c:pt idx="6154">
                        <c:v>9.3932760000000004E-2</c:v>
                      </c:pt>
                      <c:pt idx="6155">
                        <c:v>9.3923209999999993E-2</c:v>
                      </c:pt>
                      <c:pt idx="6156">
                        <c:v>9.3913960000000005E-2</c:v>
                      </c:pt>
                      <c:pt idx="6157">
                        <c:v>9.3905199999999994E-2</c:v>
                      </c:pt>
                      <c:pt idx="6158">
                        <c:v>9.3896800000000002E-2</c:v>
                      </c:pt>
                      <c:pt idx="6159">
                        <c:v>9.3888410000000005E-2</c:v>
                      </c:pt>
                      <c:pt idx="6160">
                        <c:v>9.3880060000000001E-2</c:v>
                      </c:pt>
                      <c:pt idx="6161">
                        <c:v>9.3870980000000007E-2</c:v>
                      </c:pt>
                      <c:pt idx="6162">
                        <c:v>9.3860890000000002E-2</c:v>
                      </c:pt>
                      <c:pt idx="6163">
                        <c:v>9.3849050000000003E-2</c:v>
                      </c:pt>
                      <c:pt idx="6164">
                        <c:v>9.3835230000000006E-2</c:v>
                      </c:pt>
                      <c:pt idx="6165">
                        <c:v>9.3819520000000003E-2</c:v>
                      </c:pt>
                      <c:pt idx="6166">
                        <c:v>9.3802789999999997E-2</c:v>
                      </c:pt>
                      <c:pt idx="6167">
                        <c:v>9.3785930000000003E-2</c:v>
                      </c:pt>
                      <c:pt idx="6168">
                        <c:v>9.377009E-2</c:v>
                      </c:pt>
                      <c:pt idx="6169">
                        <c:v>9.3756199999999998E-2</c:v>
                      </c:pt>
                      <c:pt idx="6170">
                        <c:v>9.3744889999999997E-2</c:v>
                      </c:pt>
                      <c:pt idx="6171">
                        <c:v>9.3735890000000002E-2</c:v>
                      </c:pt>
                      <c:pt idx="6172">
                        <c:v>9.3728560000000002E-2</c:v>
                      </c:pt>
                      <c:pt idx="6173">
                        <c:v>9.3721869999999999E-2</c:v>
                      </c:pt>
                      <c:pt idx="6174">
                        <c:v>9.3715320000000005E-2</c:v>
                      </c:pt>
                      <c:pt idx="6175">
                        <c:v>9.3708139999999995E-2</c:v>
                      </c:pt>
                      <c:pt idx="6176">
                        <c:v>9.3700530000000004E-2</c:v>
                      </c:pt>
                      <c:pt idx="6177">
                        <c:v>9.3692880000000006E-2</c:v>
                      </c:pt>
                      <c:pt idx="6178">
                        <c:v>9.3685770000000002E-2</c:v>
                      </c:pt>
                      <c:pt idx="6179">
                        <c:v>9.3679680000000001E-2</c:v>
                      </c:pt>
                      <c:pt idx="6180">
                        <c:v>9.3675369999999994E-2</c:v>
                      </c:pt>
                      <c:pt idx="6181">
                        <c:v>9.3672489999999997E-2</c:v>
                      </c:pt>
                      <c:pt idx="6182">
                        <c:v>9.3671249999999998E-2</c:v>
                      </c:pt>
                      <c:pt idx="6183">
                        <c:v>9.3670600000000007E-2</c:v>
                      </c:pt>
                      <c:pt idx="6184">
                        <c:v>9.367027E-2</c:v>
                      </c:pt>
                      <c:pt idx="6185">
                        <c:v>9.3668829999999995E-2</c:v>
                      </c:pt>
                      <c:pt idx="6186">
                        <c:v>9.3666159999999998E-2</c:v>
                      </c:pt>
                      <c:pt idx="6187">
                        <c:v>9.3661640000000004E-2</c:v>
                      </c:pt>
                      <c:pt idx="6188">
                        <c:v>9.3655020000000005E-2</c:v>
                      </c:pt>
                      <c:pt idx="6189">
                        <c:v>9.3646510000000002E-2</c:v>
                      </c:pt>
                      <c:pt idx="6190">
                        <c:v>9.3636520000000001E-2</c:v>
                      </c:pt>
                      <c:pt idx="6191">
                        <c:v>9.3625169999999994E-2</c:v>
                      </c:pt>
                      <c:pt idx="6192">
                        <c:v>9.3612890000000004E-2</c:v>
                      </c:pt>
                      <c:pt idx="6193">
                        <c:v>9.3599689999999999E-2</c:v>
                      </c:pt>
                      <c:pt idx="6194">
                        <c:v>9.3585760000000004E-2</c:v>
                      </c:pt>
                      <c:pt idx="6195">
                        <c:v>9.3571130000000002E-2</c:v>
                      </c:pt>
                      <c:pt idx="6196">
                        <c:v>9.355637E-2</c:v>
                      </c:pt>
                      <c:pt idx="6197">
                        <c:v>9.3541990000000005E-2</c:v>
                      </c:pt>
                      <c:pt idx="6198">
                        <c:v>9.3529200000000007E-2</c:v>
                      </c:pt>
                      <c:pt idx="6199">
                        <c:v>9.3518599999999993E-2</c:v>
                      </c:pt>
                      <c:pt idx="6200">
                        <c:v>9.3511040000000004E-2</c:v>
                      </c:pt>
                      <c:pt idx="6201">
                        <c:v>9.3506480000000003E-2</c:v>
                      </c:pt>
                      <c:pt idx="6202">
                        <c:v>9.3504879999999999E-2</c:v>
                      </c:pt>
                      <c:pt idx="6203">
                        <c:v>9.3505290000000005E-2</c:v>
                      </c:pt>
                      <c:pt idx="6204">
                        <c:v>9.3506969999999995E-2</c:v>
                      </c:pt>
                      <c:pt idx="6205">
                        <c:v>9.3509030000000007E-2</c:v>
                      </c:pt>
                      <c:pt idx="6206">
                        <c:v>9.3510839999999998E-2</c:v>
                      </c:pt>
                      <c:pt idx="6207">
                        <c:v>9.3511700000000003E-2</c:v>
                      </c:pt>
                      <c:pt idx="6208">
                        <c:v>9.3511490000000003E-2</c:v>
                      </c:pt>
                      <c:pt idx="6209">
                        <c:v>9.3510049999999997E-2</c:v>
                      </c:pt>
                      <c:pt idx="6210">
                        <c:v>9.3507750000000001E-2</c:v>
                      </c:pt>
                      <c:pt idx="6211">
                        <c:v>9.3504829999999997E-2</c:v>
                      </c:pt>
                      <c:pt idx="6212">
                        <c:v>9.3502080000000001E-2</c:v>
                      </c:pt>
                      <c:pt idx="6213">
                        <c:v>9.3500319999999998E-2</c:v>
                      </c:pt>
                      <c:pt idx="6214">
                        <c:v>9.3500760000000002E-2</c:v>
                      </c:pt>
                      <c:pt idx="6215">
                        <c:v>9.3503639999999999E-2</c:v>
                      </c:pt>
                      <c:pt idx="6216">
                        <c:v>9.3509270000000005E-2</c:v>
                      </c:pt>
                      <c:pt idx="6217">
                        <c:v>9.3516710000000003E-2</c:v>
                      </c:pt>
                      <c:pt idx="6218">
                        <c:v>9.3524640000000006E-2</c:v>
                      </c:pt>
                      <c:pt idx="6219">
                        <c:v>9.3531550000000005E-2</c:v>
                      </c:pt>
                      <c:pt idx="6220">
                        <c:v>9.3536309999999998E-2</c:v>
                      </c:pt>
                      <c:pt idx="6221">
                        <c:v>9.3538449999999995E-2</c:v>
                      </c:pt>
                      <c:pt idx="6222">
                        <c:v>9.3538780000000002E-2</c:v>
                      </c:pt>
                      <c:pt idx="6223">
                        <c:v>9.3538369999999996E-2</c:v>
                      </c:pt>
                      <c:pt idx="6224">
                        <c:v>9.3539230000000001E-2</c:v>
                      </c:pt>
                      <c:pt idx="6225">
                        <c:v>9.3542399999999998E-2</c:v>
                      </c:pt>
                      <c:pt idx="6226">
                        <c:v>9.3548770000000003E-2</c:v>
                      </c:pt>
                      <c:pt idx="6227">
                        <c:v>9.3557689999999999E-2</c:v>
                      </c:pt>
                      <c:pt idx="6228">
                        <c:v>9.3567750000000005E-2</c:v>
                      </c:pt>
                      <c:pt idx="6229">
                        <c:v>9.3577579999999994E-2</c:v>
                      </c:pt>
                      <c:pt idx="6230">
                        <c:v>9.3585630000000003E-2</c:v>
                      </c:pt>
                      <c:pt idx="6231">
                        <c:v>9.3590939999999997E-2</c:v>
                      </c:pt>
                      <c:pt idx="6232">
                        <c:v>9.3593200000000001E-2</c:v>
                      </c:pt>
                      <c:pt idx="6233">
                        <c:v>9.359249E-2</c:v>
                      </c:pt>
                      <c:pt idx="6234">
                        <c:v>9.3589699999999998E-2</c:v>
                      </c:pt>
                      <c:pt idx="6235">
                        <c:v>9.3585009999999996E-2</c:v>
                      </c:pt>
                      <c:pt idx="6236">
                        <c:v>9.3578809999999998E-2</c:v>
                      </c:pt>
                      <c:pt idx="6237">
                        <c:v>9.3571660000000001E-2</c:v>
                      </c:pt>
                      <c:pt idx="6238">
                        <c:v>9.3564469999999997E-2</c:v>
                      </c:pt>
                      <c:pt idx="6239">
                        <c:v>9.3557280000000007E-2</c:v>
                      </c:pt>
                      <c:pt idx="6240">
                        <c:v>9.3551110000000007E-2</c:v>
                      </c:pt>
                      <c:pt idx="6241">
                        <c:v>9.3546379999999998E-2</c:v>
                      </c:pt>
                      <c:pt idx="6242">
                        <c:v>9.3543539999999994E-2</c:v>
                      </c:pt>
                      <c:pt idx="6243">
                        <c:v>9.3542349999999996E-2</c:v>
                      </c:pt>
                      <c:pt idx="6244">
                        <c:v>9.3542269999999997E-2</c:v>
                      </c:pt>
                      <c:pt idx="6245">
                        <c:v>9.3542479999999997E-2</c:v>
                      </c:pt>
                      <c:pt idx="6246">
                        <c:v>9.3542189999999997E-2</c:v>
                      </c:pt>
                      <c:pt idx="6247">
                        <c:v>9.3540960000000006E-2</c:v>
                      </c:pt>
                      <c:pt idx="6248">
                        <c:v>9.3538819999999995E-2</c:v>
                      </c:pt>
                      <c:pt idx="6249">
                        <c:v>9.3536110000000006E-2</c:v>
                      </c:pt>
                      <c:pt idx="6250">
                        <c:v>9.3534129999999993E-2</c:v>
                      </c:pt>
                      <c:pt idx="6251">
                        <c:v>9.3533560000000002E-2</c:v>
                      </c:pt>
                      <c:pt idx="6252">
                        <c:v>9.3535160000000006E-2</c:v>
                      </c:pt>
                      <c:pt idx="6253">
                        <c:v>9.3539070000000002E-2</c:v>
                      </c:pt>
                      <c:pt idx="6254">
                        <c:v>9.3545320000000001E-2</c:v>
                      </c:pt>
                      <c:pt idx="6255">
                        <c:v>9.3552540000000003E-2</c:v>
                      </c:pt>
                      <c:pt idx="6256">
                        <c:v>9.3559939999999994E-2</c:v>
                      </c:pt>
                      <c:pt idx="6257">
                        <c:v>9.3565990000000002E-2</c:v>
                      </c:pt>
                      <c:pt idx="6258">
                        <c:v>9.3570100000000003E-2</c:v>
                      </c:pt>
                      <c:pt idx="6259">
                        <c:v>9.3571329999999994E-2</c:v>
                      </c:pt>
                      <c:pt idx="6260">
                        <c:v>9.3569849999999996E-2</c:v>
                      </c:pt>
                      <c:pt idx="6261">
                        <c:v>9.356631E-2</c:v>
                      </c:pt>
                      <c:pt idx="6262">
                        <c:v>9.356188E-2</c:v>
                      </c:pt>
                      <c:pt idx="6263">
                        <c:v>9.3557399999999999E-2</c:v>
                      </c:pt>
                      <c:pt idx="6264">
                        <c:v>9.3553860000000003E-2</c:v>
                      </c:pt>
                      <c:pt idx="6265">
                        <c:v>9.3551480000000006E-2</c:v>
                      </c:pt>
                      <c:pt idx="6266">
                        <c:v>9.3550159999999993E-2</c:v>
                      </c:pt>
                      <c:pt idx="6267">
                        <c:v>9.3549129999999994E-2</c:v>
                      </c:pt>
                      <c:pt idx="6268">
                        <c:v>9.3547329999999998E-2</c:v>
                      </c:pt>
                      <c:pt idx="6269">
                        <c:v>9.3543829999999994E-2</c:v>
                      </c:pt>
                      <c:pt idx="6270">
                        <c:v>9.3538170000000004E-2</c:v>
                      </c:pt>
                      <c:pt idx="6271">
                        <c:v>9.3530070000000007E-2</c:v>
                      </c:pt>
                      <c:pt idx="6272">
                        <c:v>9.3520279999999997E-2</c:v>
                      </c:pt>
                      <c:pt idx="6273">
                        <c:v>9.3509480000000006E-2</c:v>
                      </c:pt>
                      <c:pt idx="6274">
                        <c:v>9.3499289999999999E-2</c:v>
                      </c:pt>
                      <c:pt idx="6275">
                        <c:v>9.3490619999999997E-2</c:v>
                      </c:pt>
                      <c:pt idx="6276">
                        <c:v>9.3484449999999997E-2</c:v>
                      </c:pt>
                      <c:pt idx="6277">
                        <c:v>9.3481330000000001E-2</c:v>
                      </c:pt>
                      <c:pt idx="6278">
                        <c:v>9.3481170000000002E-2</c:v>
                      </c:pt>
                      <c:pt idx="6279">
                        <c:v>9.3483140000000006E-2</c:v>
                      </c:pt>
                      <c:pt idx="6280">
                        <c:v>9.3486509999999995E-2</c:v>
                      </c:pt>
                      <c:pt idx="6281">
                        <c:v>9.3490320000000002E-2</c:v>
                      </c:pt>
                      <c:pt idx="6282">
                        <c:v>9.3493409999999999E-2</c:v>
                      </c:pt>
                      <c:pt idx="6283">
                        <c:v>9.3495010000000003E-2</c:v>
                      </c:pt>
                      <c:pt idx="6284">
                        <c:v>9.3494729999999998E-2</c:v>
                      </c:pt>
                      <c:pt idx="6285">
                        <c:v>9.349259E-2</c:v>
                      </c:pt>
                      <c:pt idx="6286">
                        <c:v>9.3489100000000006E-2</c:v>
                      </c:pt>
                      <c:pt idx="6287">
                        <c:v>9.3484819999999996E-2</c:v>
                      </c:pt>
                      <c:pt idx="6288">
                        <c:v>9.3480880000000002E-2</c:v>
                      </c:pt>
                      <c:pt idx="6289">
                        <c:v>9.3477790000000005E-2</c:v>
                      </c:pt>
                      <c:pt idx="6290">
                        <c:v>9.3476320000000002E-2</c:v>
                      </c:pt>
                      <c:pt idx="6291">
                        <c:v>9.3476600000000007E-2</c:v>
                      </c:pt>
                      <c:pt idx="6292">
                        <c:v>9.3478539999999999E-2</c:v>
                      </c:pt>
                      <c:pt idx="6293">
                        <c:v>9.3481579999999995E-2</c:v>
                      </c:pt>
                      <c:pt idx="6294">
                        <c:v>9.3485440000000003E-2</c:v>
                      </c:pt>
                      <c:pt idx="6295">
                        <c:v>9.3489009999999997E-2</c:v>
                      </c:pt>
                      <c:pt idx="6296">
                        <c:v>9.3491640000000001E-2</c:v>
                      </c:pt>
                      <c:pt idx="6297">
                        <c:v>9.3492549999999994E-2</c:v>
                      </c:pt>
                      <c:pt idx="6298">
                        <c:v>9.3491519999999995E-2</c:v>
                      </c:pt>
                      <c:pt idx="6299">
                        <c:v>9.3488150000000006E-2</c:v>
                      </c:pt>
                      <c:pt idx="6300">
                        <c:v>9.3482689999999993E-2</c:v>
                      </c:pt>
                      <c:pt idx="6301">
                        <c:v>9.3475409999999995E-2</c:v>
                      </c:pt>
                      <c:pt idx="6302">
                        <c:v>9.3467439999999999E-2</c:v>
                      </c:pt>
                      <c:pt idx="6303">
                        <c:v>9.3459349999999997E-2</c:v>
                      </c:pt>
                      <c:pt idx="6304">
                        <c:v>9.3452030000000005E-2</c:v>
                      </c:pt>
                      <c:pt idx="6305">
                        <c:v>9.3446029999999999E-2</c:v>
                      </c:pt>
                      <c:pt idx="6306">
                        <c:v>9.3441759999999999E-2</c:v>
                      </c:pt>
                      <c:pt idx="6307">
                        <c:v>9.3438969999999996E-2</c:v>
                      </c:pt>
                      <c:pt idx="6308">
                        <c:v>9.3437400000000004E-2</c:v>
                      </c:pt>
                      <c:pt idx="6309">
                        <c:v>9.3436340000000007E-2</c:v>
                      </c:pt>
                      <c:pt idx="6310">
                        <c:v>9.3434939999999994E-2</c:v>
                      </c:pt>
                      <c:pt idx="6311">
                        <c:v>9.3432059999999997E-2</c:v>
                      </c:pt>
                      <c:pt idx="6312">
                        <c:v>9.3427499999999997E-2</c:v>
                      </c:pt>
                      <c:pt idx="6313">
                        <c:v>9.3420719999999999E-2</c:v>
                      </c:pt>
                      <c:pt idx="6314">
                        <c:v>9.3412419999999996E-2</c:v>
                      </c:pt>
                      <c:pt idx="6315">
                        <c:v>9.3403139999999996E-2</c:v>
                      </c:pt>
                      <c:pt idx="6316">
                        <c:v>9.3394060000000001E-2</c:v>
                      </c:pt>
                      <c:pt idx="6317">
                        <c:v>9.3386419999999998E-2</c:v>
                      </c:pt>
                      <c:pt idx="6318">
                        <c:v>9.3381160000000005E-2</c:v>
                      </c:pt>
                      <c:pt idx="6319">
                        <c:v>9.3378530000000001E-2</c:v>
                      </c:pt>
                      <c:pt idx="6320">
                        <c:v>9.3378370000000002E-2</c:v>
                      </c:pt>
                      <c:pt idx="6321">
                        <c:v>9.3379509999999999E-2</c:v>
                      </c:pt>
                      <c:pt idx="6322">
                        <c:v>9.3381030000000004E-2</c:v>
                      </c:pt>
                      <c:pt idx="6323">
                        <c:v>9.3381240000000004E-2</c:v>
                      </c:pt>
                      <c:pt idx="6324">
                        <c:v>9.337956E-2</c:v>
                      </c:pt>
                      <c:pt idx="6325">
                        <c:v>9.3375120000000006E-2</c:v>
                      </c:pt>
                      <c:pt idx="6326">
                        <c:v>9.3368179999999995E-2</c:v>
                      </c:pt>
                      <c:pt idx="6327">
                        <c:v>9.3359139999999993E-2</c:v>
                      </c:pt>
                      <c:pt idx="6328">
                        <c:v>9.3348459999999994E-2</c:v>
                      </c:pt>
                      <c:pt idx="6329">
                        <c:v>9.3336950000000002E-2</c:v>
                      </c:pt>
                      <c:pt idx="6330">
                        <c:v>9.3325580000000005E-2</c:v>
                      </c:pt>
                      <c:pt idx="6331">
                        <c:v>9.3314610000000006E-2</c:v>
                      </c:pt>
                      <c:pt idx="6332">
                        <c:v>9.330492E-2</c:v>
                      </c:pt>
                      <c:pt idx="6333">
                        <c:v>9.3296580000000004E-2</c:v>
                      </c:pt>
                      <c:pt idx="6334">
                        <c:v>9.3290129999999999E-2</c:v>
                      </c:pt>
                      <c:pt idx="6335">
                        <c:v>9.3285080000000006E-2</c:v>
                      </c:pt>
                      <c:pt idx="6336">
                        <c:v>9.3280760000000004E-2</c:v>
                      </c:pt>
                      <c:pt idx="6337">
                        <c:v>9.3276579999999998E-2</c:v>
                      </c:pt>
                      <c:pt idx="6338">
                        <c:v>9.3271649999999998E-2</c:v>
                      </c:pt>
                      <c:pt idx="6339">
                        <c:v>9.3265410000000007E-2</c:v>
                      </c:pt>
                      <c:pt idx="6340">
                        <c:v>9.3257519999999997E-2</c:v>
                      </c:pt>
                      <c:pt idx="6341">
                        <c:v>9.3248520000000001E-2</c:v>
                      </c:pt>
                      <c:pt idx="6342">
                        <c:v>9.3239610000000001E-2</c:v>
                      </c:pt>
                      <c:pt idx="6343">
                        <c:v>9.3231190000000005E-2</c:v>
                      </c:pt>
                      <c:pt idx="6344">
                        <c:v>9.3224290000000001E-2</c:v>
                      </c:pt>
                      <c:pt idx="6345">
                        <c:v>9.3218789999999996E-2</c:v>
                      </c:pt>
                      <c:pt idx="6346">
                        <c:v>9.3214679999999994E-2</c:v>
                      </c:pt>
                      <c:pt idx="6347">
                        <c:v>9.3210660000000001E-2</c:v>
                      </c:pt>
                      <c:pt idx="6348">
                        <c:v>9.3206020000000001E-2</c:v>
                      </c:pt>
                      <c:pt idx="6349">
                        <c:v>9.3200270000000002E-2</c:v>
                      </c:pt>
                      <c:pt idx="6350">
                        <c:v>9.3193620000000005E-2</c:v>
                      </c:pt>
                      <c:pt idx="6351">
                        <c:v>9.318651E-2</c:v>
                      </c:pt>
                      <c:pt idx="6352">
                        <c:v>9.3180230000000003E-2</c:v>
                      </c:pt>
                      <c:pt idx="6353">
                        <c:v>9.3175670000000002E-2</c:v>
                      </c:pt>
                      <c:pt idx="6354">
                        <c:v>9.3173790000000006E-2</c:v>
                      </c:pt>
                      <c:pt idx="6355">
                        <c:v>9.3174560000000003E-2</c:v>
                      </c:pt>
                      <c:pt idx="6356">
                        <c:v>9.3177650000000001E-2</c:v>
                      </c:pt>
                      <c:pt idx="6357">
                        <c:v>9.3181669999999994E-2</c:v>
                      </c:pt>
                      <c:pt idx="6358">
                        <c:v>9.3185569999999995E-2</c:v>
                      </c:pt>
                      <c:pt idx="6359">
                        <c:v>9.3187909999999999E-2</c:v>
                      </c:pt>
                      <c:pt idx="6360">
                        <c:v>9.3187909999999999E-2</c:v>
                      </c:pt>
                      <c:pt idx="6361">
                        <c:v>9.3184959999999997E-2</c:v>
                      </c:pt>
                      <c:pt idx="6362">
                        <c:v>9.3179659999999997E-2</c:v>
                      </c:pt>
                      <c:pt idx="6363">
                        <c:v>9.3172270000000001E-2</c:v>
                      </c:pt>
                      <c:pt idx="6364">
                        <c:v>9.3164049999999998E-2</c:v>
                      </c:pt>
                      <c:pt idx="6365">
                        <c:v>9.3155760000000004E-2</c:v>
                      </c:pt>
                      <c:pt idx="6366">
                        <c:v>9.3148529999999993E-2</c:v>
                      </c:pt>
                      <c:pt idx="6367">
                        <c:v>9.3142290000000003E-2</c:v>
                      </c:pt>
                      <c:pt idx="6368">
                        <c:v>9.3137079999999997E-2</c:v>
                      </c:pt>
                      <c:pt idx="6369">
                        <c:v>9.3132149999999997E-2</c:v>
                      </c:pt>
                      <c:pt idx="6370">
                        <c:v>9.3126890000000004E-2</c:v>
                      </c:pt>
                      <c:pt idx="6371">
                        <c:v>9.312028E-2</c:v>
                      </c:pt>
                      <c:pt idx="6372">
                        <c:v>9.3111869999999999E-2</c:v>
                      </c:pt>
                      <c:pt idx="6373">
                        <c:v>9.3101600000000007E-2</c:v>
                      </c:pt>
                      <c:pt idx="6374">
                        <c:v>9.3089900000000003E-2</c:v>
                      </c:pt>
                      <c:pt idx="6375">
                        <c:v>9.3077259999999995E-2</c:v>
                      </c:pt>
                      <c:pt idx="6376">
                        <c:v>9.306478E-2</c:v>
                      </c:pt>
                      <c:pt idx="6377">
                        <c:v>9.3053070000000002E-2</c:v>
                      </c:pt>
                      <c:pt idx="6378">
                        <c:v>9.3043390000000004E-2</c:v>
                      </c:pt>
                      <c:pt idx="6379">
                        <c:v>9.303583E-2</c:v>
                      </c:pt>
                      <c:pt idx="6380">
                        <c:v>9.3030870000000002E-2</c:v>
                      </c:pt>
                      <c:pt idx="6381">
                        <c:v>9.3028159999999999E-2</c:v>
                      </c:pt>
                      <c:pt idx="6382">
                        <c:v>9.3027380000000007E-2</c:v>
                      </c:pt>
                      <c:pt idx="6383">
                        <c:v>9.302742E-2</c:v>
                      </c:pt>
                      <c:pt idx="6384">
                        <c:v>9.302705E-2</c:v>
                      </c:pt>
                      <c:pt idx="6385">
                        <c:v>9.3024949999999995E-2</c:v>
                      </c:pt>
                      <c:pt idx="6386">
                        <c:v>9.3020439999999996E-2</c:v>
                      </c:pt>
                      <c:pt idx="6387">
                        <c:v>9.3013170000000006E-2</c:v>
                      </c:pt>
                      <c:pt idx="6388">
                        <c:v>9.3003859999999994E-2</c:v>
                      </c:pt>
                      <c:pt idx="6389">
                        <c:v>9.2993350000000002E-2</c:v>
                      </c:pt>
                      <c:pt idx="6390">
                        <c:v>9.2983289999999996E-2</c:v>
                      </c:pt>
                      <c:pt idx="6391">
                        <c:v>9.2974349999999997E-2</c:v>
                      </c:pt>
                      <c:pt idx="6392">
                        <c:v>9.2966789999999994E-2</c:v>
                      </c:pt>
                      <c:pt idx="6393">
                        <c:v>9.2959529999999999E-2</c:v>
                      </c:pt>
                      <c:pt idx="6394">
                        <c:v>9.2951119999999998E-2</c:v>
                      </c:pt>
                      <c:pt idx="6395">
                        <c:v>9.2939910000000001E-2</c:v>
                      </c:pt>
                      <c:pt idx="6396">
                        <c:v>9.2925140000000003E-2</c:v>
                      </c:pt>
                      <c:pt idx="6397">
                        <c:v>9.2907370000000003E-2</c:v>
                      </c:pt>
                      <c:pt idx="6398">
                        <c:v>9.2888570000000004E-2</c:v>
                      </c:pt>
                      <c:pt idx="6399">
                        <c:v>9.2871750000000003E-2</c:v>
                      </c:pt>
                      <c:pt idx="6400">
                        <c:v>9.285989E-2</c:v>
                      </c:pt>
                      <c:pt idx="6401">
                        <c:v>9.2855049999999995E-2</c:v>
                      </c:pt>
                      <c:pt idx="6402">
                        <c:v>9.2858540000000003E-2</c:v>
                      </c:pt>
                      <c:pt idx="6403">
                        <c:v>9.286875E-2</c:v>
                      </c:pt>
                      <c:pt idx="6404">
                        <c:v>9.2883889999999997E-2</c:v>
                      </c:pt>
                      <c:pt idx="6405">
                        <c:v>9.2900919999999998E-2</c:v>
                      </c:pt>
                      <c:pt idx="6406">
                        <c:v>9.2917459999999993E-2</c:v>
                      </c:pt>
                      <c:pt idx="6407">
                        <c:v>9.293187E-2</c:v>
                      </c:pt>
                      <c:pt idx="6408">
                        <c:v>9.2943529999999996E-2</c:v>
                      </c:pt>
                      <c:pt idx="6409">
                        <c:v>9.2952679999999996E-2</c:v>
                      </c:pt>
                      <c:pt idx="6410">
                        <c:v>9.2960269999999998E-2</c:v>
                      </c:pt>
                      <c:pt idx="6411">
                        <c:v>9.2966670000000001E-2</c:v>
                      </c:pt>
                      <c:pt idx="6412">
                        <c:v>9.2971799999999993E-2</c:v>
                      </c:pt>
                      <c:pt idx="6413">
                        <c:v>9.2975740000000001E-2</c:v>
                      </c:pt>
                      <c:pt idx="6414">
                        <c:v>9.2978450000000004E-2</c:v>
                      </c:pt>
                      <c:pt idx="6415">
                        <c:v>9.2979560000000003E-2</c:v>
                      </c:pt>
                      <c:pt idx="6416">
                        <c:v>9.2979439999999997E-2</c:v>
                      </c:pt>
                      <c:pt idx="6417">
                        <c:v>9.2978779999999997E-2</c:v>
                      </c:pt>
                      <c:pt idx="6418">
                        <c:v>9.2978370000000005E-2</c:v>
                      </c:pt>
                      <c:pt idx="6419">
                        <c:v>9.2979030000000004E-2</c:v>
                      </c:pt>
                      <c:pt idx="6420">
                        <c:v>9.2980950000000007E-2</c:v>
                      </c:pt>
                      <c:pt idx="6421">
                        <c:v>9.2984200000000003E-2</c:v>
                      </c:pt>
                      <c:pt idx="6422">
                        <c:v>9.2988630000000003E-2</c:v>
                      </c:pt>
                      <c:pt idx="6423">
                        <c:v>9.2993969999999995E-2</c:v>
                      </c:pt>
                      <c:pt idx="6424">
                        <c:v>9.2999879999999993E-2</c:v>
                      </c:pt>
                      <c:pt idx="6425">
                        <c:v>9.3006400000000003E-2</c:v>
                      </c:pt>
                      <c:pt idx="6426">
                        <c:v>9.3013499999999999E-2</c:v>
                      </c:pt>
                      <c:pt idx="6427">
                        <c:v>9.3020690000000003E-2</c:v>
                      </c:pt>
                      <c:pt idx="6428">
                        <c:v>9.3027789999999999E-2</c:v>
                      </c:pt>
                      <c:pt idx="6429">
                        <c:v>9.3033870000000005E-2</c:v>
                      </c:pt>
                      <c:pt idx="6430">
                        <c:v>9.3038250000000003E-2</c:v>
                      </c:pt>
                      <c:pt idx="6431">
                        <c:v>9.3039899999999995E-2</c:v>
                      </c:pt>
                      <c:pt idx="6432">
                        <c:v>9.3038540000000003E-2</c:v>
                      </c:pt>
                      <c:pt idx="6433">
                        <c:v>9.3034389999999995E-2</c:v>
                      </c:pt>
                      <c:pt idx="6434">
                        <c:v>9.3028369999999999E-2</c:v>
                      </c:pt>
                      <c:pt idx="6435">
                        <c:v>9.3021549999999995E-2</c:v>
                      </c:pt>
                      <c:pt idx="6436">
                        <c:v>9.3015559999999997E-2</c:v>
                      </c:pt>
                      <c:pt idx="6437">
                        <c:v>9.3011860000000002E-2</c:v>
                      </c:pt>
                      <c:pt idx="6438">
                        <c:v>9.3011289999999996E-2</c:v>
                      </c:pt>
                      <c:pt idx="6439">
                        <c:v>9.3014369999999999E-2</c:v>
                      </c:pt>
                      <c:pt idx="6440">
                        <c:v>9.3020809999999995E-2</c:v>
                      </c:pt>
                      <c:pt idx="6441">
                        <c:v>9.3029879999999995E-2</c:v>
                      </c:pt>
                      <c:pt idx="6442">
                        <c:v>9.3040929999999994E-2</c:v>
                      </c:pt>
                      <c:pt idx="6443">
                        <c:v>9.3052579999999996E-2</c:v>
                      </c:pt>
                      <c:pt idx="6444">
                        <c:v>9.306391E-2</c:v>
                      </c:pt>
                      <c:pt idx="6445">
                        <c:v>9.3074009999999999E-2</c:v>
                      </c:pt>
                      <c:pt idx="6446">
                        <c:v>9.308255E-2</c:v>
                      </c:pt>
                      <c:pt idx="6447">
                        <c:v>9.3089039999999998E-2</c:v>
                      </c:pt>
                      <c:pt idx="6448">
                        <c:v>9.3093510000000004E-2</c:v>
                      </c:pt>
                      <c:pt idx="6449">
                        <c:v>9.3096059999999994E-2</c:v>
                      </c:pt>
                      <c:pt idx="6450">
                        <c:v>9.3097490000000005E-2</c:v>
                      </c:pt>
                      <c:pt idx="6451">
                        <c:v>9.3097659999999999E-2</c:v>
                      </c:pt>
                      <c:pt idx="6452">
                        <c:v>9.3097250000000006E-2</c:v>
                      </c:pt>
                      <c:pt idx="6453">
                        <c:v>9.3096020000000002E-2</c:v>
                      </c:pt>
                      <c:pt idx="6454">
                        <c:v>9.3094250000000003E-2</c:v>
                      </c:pt>
                      <c:pt idx="6455">
                        <c:v>9.3091289999999993E-2</c:v>
                      </c:pt>
                      <c:pt idx="6456">
                        <c:v>9.3086779999999994E-2</c:v>
                      </c:pt>
                      <c:pt idx="6457">
                        <c:v>9.3080579999999996E-2</c:v>
                      </c:pt>
                      <c:pt idx="6458">
                        <c:v>9.3073149999999993E-2</c:v>
                      </c:pt>
                      <c:pt idx="6459">
                        <c:v>9.3064939999999999E-2</c:v>
                      </c:pt>
                      <c:pt idx="6460">
                        <c:v>9.3056890000000003E-2</c:v>
                      </c:pt>
                      <c:pt idx="6461">
                        <c:v>9.3050160000000007E-2</c:v>
                      </c:pt>
                      <c:pt idx="6462">
                        <c:v>9.3045559999999999E-2</c:v>
                      </c:pt>
                      <c:pt idx="6463">
                        <c:v>9.3043100000000004E-2</c:v>
                      </c:pt>
                      <c:pt idx="6464">
                        <c:v>9.3042650000000005E-2</c:v>
                      </c:pt>
                      <c:pt idx="6465">
                        <c:v>9.3043139999999996E-2</c:v>
                      </c:pt>
                      <c:pt idx="6466">
                        <c:v>9.3044009999999996E-2</c:v>
                      </c:pt>
                      <c:pt idx="6467">
                        <c:v>9.3044420000000003E-2</c:v>
                      </c:pt>
                      <c:pt idx="6468">
                        <c:v>9.3043959999999995E-2</c:v>
                      </c:pt>
                      <c:pt idx="6469">
                        <c:v>9.3043139999999996E-2</c:v>
                      </c:pt>
                      <c:pt idx="6470">
                        <c:v>9.3042600000000003E-2</c:v>
                      </c:pt>
                      <c:pt idx="6471">
                        <c:v>9.3042520000000004E-2</c:v>
                      </c:pt>
                      <c:pt idx="6472">
                        <c:v>9.3043100000000004E-2</c:v>
                      </c:pt>
                      <c:pt idx="6473">
                        <c:v>9.3044290000000002E-2</c:v>
                      </c:pt>
                      <c:pt idx="6474">
                        <c:v>9.304548E-2</c:v>
                      </c:pt>
                      <c:pt idx="6475">
                        <c:v>9.3045939999999994E-2</c:v>
                      </c:pt>
                      <c:pt idx="6476">
                        <c:v>9.30454E-2</c:v>
                      </c:pt>
                      <c:pt idx="6477">
                        <c:v>9.3043840000000003E-2</c:v>
                      </c:pt>
                      <c:pt idx="6478">
                        <c:v>9.3041830000000006E-2</c:v>
                      </c:pt>
                      <c:pt idx="6479">
                        <c:v>9.3040059999999994E-2</c:v>
                      </c:pt>
                      <c:pt idx="6480">
                        <c:v>9.3039120000000003E-2</c:v>
                      </c:pt>
                      <c:pt idx="6481">
                        <c:v>9.3039079999999996E-2</c:v>
                      </c:pt>
                      <c:pt idx="6482">
                        <c:v>9.3040020000000001E-2</c:v>
                      </c:pt>
                      <c:pt idx="6483">
                        <c:v>9.3040880000000006E-2</c:v>
                      </c:pt>
                      <c:pt idx="6484">
                        <c:v>9.3041090000000007E-2</c:v>
                      </c:pt>
                      <c:pt idx="6485">
                        <c:v>9.3039940000000002E-2</c:v>
                      </c:pt>
                      <c:pt idx="6486">
                        <c:v>9.3037599999999998E-2</c:v>
                      </c:pt>
                      <c:pt idx="6487">
                        <c:v>9.3034359999999997E-2</c:v>
                      </c:pt>
                      <c:pt idx="6488">
                        <c:v>9.3030909999999994E-2</c:v>
                      </c:pt>
                      <c:pt idx="6489">
                        <c:v>9.3028280000000005E-2</c:v>
                      </c:pt>
                      <c:pt idx="6490">
                        <c:v>9.302742E-2</c:v>
                      </c:pt>
                      <c:pt idx="6491">
                        <c:v>9.3028490000000005E-2</c:v>
                      </c:pt>
                      <c:pt idx="6492">
                        <c:v>9.3031610000000001E-2</c:v>
                      </c:pt>
                      <c:pt idx="6493">
                        <c:v>9.3036240000000006E-2</c:v>
                      </c:pt>
                      <c:pt idx="6494">
                        <c:v>9.3042239999999998E-2</c:v>
                      </c:pt>
                      <c:pt idx="6495">
                        <c:v>9.3048229999999996E-2</c:v>
                      </c:pt>
                      <c:pt idx="6496">
                        <c:v>9.3053689999999994E-2</c:v>
                      </c:pt>
                      <c:pt idx="6497">
                        <c:v>9.3057959999999995E-2</c:v>
                      </c:pt>
                      <c:pt idx="6498">
                        <c:v>9.3060710000000005E-2</c:v>
                      </c:pt>
                      <c:pt idx="6499">
                        <c:v>9.3061569999999996E-2</c:v>
                      </c:pt>
                      <c:pt idx="6500">
                        <c:v>9.3061039999999998E-2</c:v>
                      </c:pt>
                      <c:pt idx="6501">
                        <c:v>9.30594E-2</c:v>
                      </c:pt>
                      <c:pt idx="6502">
                        <c:v>9.3057550000000003E-2</c:v>
                      </c:pt>
                      <c:pt idx="6503">
                        <c:v>9.3055780000000005E-2</c:v>
                      </c:pt>
                      <c:pt idx="6504">
                        <c:v>9.3054230000000002E-2</c:v>
                      </c:pt>
                      <c:pt idx="6505">
                        <c:v>9.3052789999999996E-2</c:v>
                      </c:pt>
                      <c:pt idx="6506">
                        <c:v>9.3051060000000005E-2</c:v>
                      </c:pt>
                      <c:pt idx="6507">
                        <c:v>9.3048229999999996E-2</c:v>
                      </c:pt>
                      <c:pt idx="6508">
                        <c:v>9.3044119999999994E-2</c:v>
                      </c:pt>
                      <c:pt idx="6509">
                        <c:v>9.3038789999999996E-2</c:v>
                      </c:pt>
                      <c:pt idx="6510">
                        <c:v>9.3033409999999997E-2</c:v>
                      </c:pt>
                      <c:pt idx="6511">
                        <c:v>9.3028899999999998E-2</c:v>
                      </c:pt>
                      <c:pt idx="6512">
                        <c:v>9.3026520000000001E-2</c:v>
                      </c:pt>
                      <c:pt idx="6513">
                        <c:v>9.3027289999999999E-2</c:v>
                      </c:pt>
                      <c:pt idx="6514">
                        <c:v>9.3031730000000007E-2</c:v>
                      </c:pt>
                      <c:pt idx="6515">
                        <c:v>9.3039040000000003E-2</c:v>
                      </c:pt>
                      <c:pt idx="6516">
                        <c:v>9.3048069999999997E-2</c:v>
                      </c:pt>
                      <c:pt idx="6517">
                        <c:v>9.3057009999999996E-2</c:v>
                      </c:pt>
                      <c:pt idx="6518">
                        <c:v>9.3064369999999993E-2</c:v>
                      </c:pt>
                      <c:pt idx="6519">
                        <c:v>9.306884E-2</c:v>
                      </c:pt>
                      <c:pt idx="6520">
                        <c:v>9.3069490000000005E-2</c:v>
                      </c:pt>
                      <c:pt idx="6521">
                        <c:v>9.3066540000000003E-2</c:v>
                      </c:pt>
                      <c:pt idx="6522">
                        <c:v>9.3060870000000004E-2</c:v>
                      </c:pt>
                      <c:pt idx="6523">
                        <c:v>9.3053819999999995E-2</c:v>
                      </c:pt>
                      <c:pt idx="6524">
                        <c:v>9.3047249999999998E-2</c:v>
                      </c:pt>
                      <c:pt idx="6525">
                        <c:v>9.3042570000000005E-2</c:v>
                      </c:pt>
                      <c:pt idx="6526">
                        <c:v>9.3041789999999999E-2</c:v>
                      </c:pt>
                      <c:pt idx="6527">
                        <c:v>9.3045279999999994E-2</c:v>
                      </c:pt>
                      <c:pt idx="6528">
                        <c:v>9.3053239999999995E-2</c:v>
                      </c:pt>
                      <c:pt idx="6529">
                        <c:v>9.3064610000000006E-2</c:v>
                      </c:pt>
                      <c:pt idx="6530">
                        <c:v>9.3077989999999999E-2</c:v>
                      </c:pt>
                      <c:pt idx="6531">
                        <c:v>9.3091259999999995E-2</c:v>
                      </c:pt>
                      <c:pt idx="6532">
                        <c:v>9.3102509999999999E-2</c:v>
                      </c:pt>
                      <c:pt idx="6533">
                        <c:v>9.3110310000000002E-2</c:v>
                      </c:pt>
                      <c:pt idx="6534">
                        <c:v>9.3114089999999997E-2</c:v>
                      </c:pt>
                      <c:pt idx="6535">
                        <c:v>9.3114000000000002E-2</c:v>
                      </c:pt>
                      <c:pt idx="6536">
                        <c:v>9.311084E-2</c:v>
                      </c:pt>
                      <c:pt idx="6537">
                        <c:v>9.310599E-2</c:v>
                      </c:pt>
                      <c:pt idx="6538">
                        <c:v>9.3100779999999994E-2</c:v>
                      </c:pt>
                      <c:pt idx="6539">
                        <c:v>9.3096180000000001E-2</c:v>
                      </c:pt>
                      <c:pt idx="6540">
                        <c:v>9.309278E-2</c:v>
                      </c:pt>
                      <c:pt idx="6541">
                        <c:v>9.3090519999999996E-2</c:v>
                      </c:pt>
                      <c:pt idx="6542">
                        <c:v>9.3089530000000004E-2</c:v>
                      </c:pt>
                      <c:pt idx="6543">
                        <c:v>9.3088840000000006E-2</c:v>
                      </c:pt>
                      <c:pt idx="6544">
                        <c:v>9.3087970000000006E-2</c:v>
                      </c:pt>
                      <c:pt idx="6545">
                        <c:v>9.3086210000000003E-2</c:v>
                      </c:pt>
                      <c:pt idx="6546">
                        <c:v>9.3083460000000007E-2</c:v>
                      </c:pt>
                      <c:pt idx="6547">
                        <c:v>9.3079190000000006E-2</c:v>
                      </c:pt>
                      <c:pt idx="6548">
                        <c:v>9.3073840000000005E-2</c:v>
                      </c:pt>
                      <c:pt idx="6549">
                        <c:v>9.3067559999999994E-2</c:v>
                      </c:pt>
                      <c:pt idx="6550">
                        <c:v>9.3061450000000004E-2</c:v>
                      </c:pt>
                      <c:pt idx="6551">
                        <c:v>9.3056079999999999E-2</c:v>
                      </c:pt>
                      <c:pt idx="6552">
                        <c:v>9.3051930000000005E-2</c:v>
                      </c:pt>
                      <c:pt idx="6553">
                        <c:v>9.3049259999999995E-2</c:v>
                      </c:pt>
                      <c:pt idx="6554">
                        <c:v>9.3048229999999996E-2</c:v>
                      </c:pt>
                      <c:pt idx="6555">
                        <c:v>9.3048480000000003E-2</c:v>
                      </c:pt>
                      <c:pt idx="6556">
                        <c:v>9.3049709999999994E-2</c:v>
                      </c:pt>
                      <c:pt idx="6557">
                        <c:v>9.3051430000000004E-2</c:v>
                      </c:pt>
                      <c:pt idx="6558">
                        <c:v>9.3053979999999994E-2</c:v>
                      </c:pt>
                      <c:pt idx="6559">
                        <c:v>9.3056929999999996E-2</c:v>
                      </c:pt>
                      <c:pt idx="6560">
                        <c:v>9.3060100000000007E-2</c:v>
                      </c:pt>
                      <c:pt idx="6561">
                        <c:v>9.3062889999999995E-2</c:v>
                      </c:pt>
                      <c:pt idx="6562">
                        <c:v>9.3064289999999994E-2</c:v>
                      </c:pt>
                      <c:pt idx="6563">
                        <c:v>9.3062679999999995E-2</c:v>
                      </c:pt>
                      <c:pt idx="6564">
                        <c:v>9.3056890000000003E-2</c:v>
                      </c:pt>
                      <c:pt idx="6565">
                        <c:v>9.3045639999999999E-2</c:v>
                      </c:pt>
                      <c:pt idx="6566">
                        <c:v>9.3028899999999998E-2</c:v>
                      </c:pt>
                      <c:pt idx="6567">
                        <c:v>9.3007800000000002E-2</c:v>
                      </c:pt>
                      <c:pt idx="6568">
                        <c:v>9.2984650000000002E-2</c:v>
                      </c:pt>
                      <c:pt idx="6569">
                        <c:v>9.2961870000000002E-2</c:v>
                      </c:pt>
                      <c:pt idx="6570">
                        <c:v>9.2942910000000004E-2</c:v>
                      </c:pt>
                      <c:pt idx="6571">
                        <c:v>9.2930059999999995E-2</c:v>
                      </c:pt>
                      <c:pt idx="6572">
                        <c:v>9.2924679999999996E-2</c:v>
                      </c:pt>
                      <c:pt idx="6573">
                        <c:v>9.292715E-2</c:v>
                      </c:pt>
                      <c:pt idx="6574">
                        <c:v>9.293651E-2</c:v>
                      </c:pt>
                      <c:pt idx="6575">
                        <c:v>9.2951279999999997E-2</c:v>
                      </c:pt>
                      <c:pt idx="6576">
                        <c:v>9.2969339999999998E-2</c:v>
                      </c:pt>
                      <c:pt idx="6577">
                        <c:v>9.2988710000000002E-2</c:v>
                      </c:pt>
                      <c:pt idx="6578">
                        <c:v>9.3007960000000001E-2</c:v>
                      </c:pt>
                      <c:pt idx="6579">
                        <c:v>9.3025609999999995E-2</c:v>
                      </c:pt>
                      <c:pt idx="6580">
                        <c:v>9.3040800000000007E-2</c:v>
                      </c:pt>
                      <c:pt idx="6581">
                        <c:v>9.3052789999999996E-2</c:v>
                      </c:pt>
                      <c:pt idx="6582">
                        <c:v>9.3061489999999997E-2</c:v>
                      </c:pt>
                      <c:pt idx="6583">
                        <c:v>9.3066579999999996E-2</c:v>
                      </c:pt>
                      <c:pt idx="6584">
                        <c:v>9.3068310000000001E-2</c:v>
                      </c:pt>
                      <c:pt idx="6585">
                        <c:v>9.3067040000000004E-2</c:v>
                      </c:pt>
                      <c:pt idx="6586">
                        <c:v>9.306412E-2</c:v>
                      </c:pt>
                      <c:pt idx="6587">
                        <c:v>9.3060509999999999E-2</c:v>
                      </c:pt>
                      <c:pt idx="6588">
                        <c:v>9.3057420000000002E-2</c:v>
                      </c:pt>
                      <c:pt idx="6589">
                        <c:v>9.3056239999999998E-2</c:v>
                      </c:pt>
                      <c:pt idx="6590">
                        <c:v>9.3057470000000003E-2</c:v>
                      </c:pt>
                      <c:pt idx="6591">
                        <c:v>9.3061279999999996E-2</c:v>
                      </c:pt>
                      <c:pt idx="6592">
                        <c:v>9.3067070000000002E-2</c:v>
                      </c:pt>
                      <c:pt idx="6593">
                        <c:v>9.3074089999999998E-2</c:v>
                      </c:pt>
                      <c:pt idx="6594">
                        <c:v>9.3081769999999994E-2</c:v>
                      </c:pt>
                      <c:pt idx="6595">
                        <c:v>9.3089160000000004E-2</c:v>
                      </c:pt>
                      <c:pt idx="6596">
                        <c:v>9.3096100000000001E-2</c:v>
                      </c:pt>
                      <c:pt idx="6597">
                        <c:v>9.3102509999999999E-2</c:v>
                      </c:pt>
                      <c:pt idx="6598">
                        <c:v>9.3109070000000002E-2</c:v>
                      </c:pt>
                      <c:pt idx="6599">
                        <c:v>9.3115519999999993E-2</c:v>
                      </c:pt>
                      <c:pt idx="6600">
                        <c:v>9.3121679999999998E-2</c:v>
                      </c:pt>
                      <c:pt idx="6601">
                        <c:v>9.3127260000000003E-2</c:v>
                      </c:pt>
                      <c:pt idx="6602">
                        <c:v>9.3131489999999997E-2</c:v>
                      </c:pt>
                      <c:pt idx="6603">
                        <c:v>9.3133090000000002E-2</c:v>
                      </c:pt>
                      <c:pt idx="6604">
                        <c:v>9.3131699999999998E-2</c:v>
                      </c:pt>
                      <c:pt idx="6605">
                        <c:v>9.3127089999999996E-2</c:v>
                      </c:pt>
                      <c:pt idx="6606">
                        <c:v>9.3120079999999994E-2</c:v>
                      </c:pt>
                      <c:pt idx="6607">
                        <c:v>9.3111490000000005E-2</c:v>
                      </c:pt>
                      <c:pt idx="6608">
                        <c:v>9.310243E-2</c:v>
                      </c:pt>
                      <c:pt idx="6609">
                        <c:v>9.3093839999999997E-2</c:v>
                      </c:pt>
                      <c:pt idx="6610">
                        <c:v>9.3086779999999994E-2</c:v>
                      </c:pt>
                      <c:pt idx="6611">
                        <c:v>9.3081239999999996E-2</c:v>
                      </c:pt>
                      <c:pt idx="6612">
                        <c:v>9.307754E-2</c:v>
                      </c:pt>
                      <c:pt idx="6613">
                        <c:v>9.3075660000000005E-2</c:v>
                      </c:pt>
                      <c:pt idx="6614">
                        <c:v>9.3076149999999996E-2</c:v>
                      </c:pt>
                      <c:pt idx="6615">
                        <c:v>9.3079469999999997E-2</c:v>
                      </c:pt>
                      <c:pt idx="6616">
                        <c:v>9.3085799999999996E-2</c:v>
                      </c:pt>
                      <c:pt idx="6617">
                        <c:v>9.3095200000000003E-2</c:v>
                      </c:pt>
                      <c:pt idx="6618">
                        <c:v>9.3107720000000005E-2</c:v>
                      </c:pt>
                      <c:pt idx="6619">
                        <c:v>9.3121919999999997E-2</c:v>
                      </c:pt>
                      <c:pt idx="6620">
                        <c:v>9.3137029999999996E-2</c:v>
                      </c:pt>
                      <c:pt idx="6621">
                        <c:v>9.3151319999999996E-2</c:v>
                      </c:pt>
                      <c:pt idx="6622">
                        <c:v>9.3164049999999998E-2</c:v>
                      </c:pt>
                      <c:pt idx="6623">
                        <c:v>9.3174149999999997E-2</c:v>
                      </c:pt>
                      <c:pt idx="6624">
                        <c:v>9.3181459999999994E-2</c:v>
                      </c:pt>
                      <c:pt idx="6625">
                        <c:v>9.3186019999999994E-2</c:v>
                      </c:pt>
                      <c:pt idx="6626">
                        <c:v>9.3188569999999998E-2</c:v>
                      </c:pt>
                      <c:pt idx="6627">
                        <c:v>9.3189549999999996E-2</c:v>
                      </c:pt>
                      <c:pt idx="6628">
                        <c:v>9.3189720000000004E-2</c:v>
                      </c:pt>
                      <c:pt idx="6629">
                        <c:v>9.3189590000000003E-2</c:v>
                      </c:pt>
                      <c:pt idx="6630">
                        <c:v>9.3190170000000003E-2</c:v>
                      </c:pt>
                      <c:pt idx="6631">
                        <c:v>9.3191689999999994E-2</c:v>
                      </c:pt>
                      <c:pt idx="6632">
                        <c:v>9.3194440000000003E-2</c:v>
                      </c:pt>
                      <c:pt idx="6633">
                        <c:v>9.3198340000000005E-2</c:v>
                      </c:pt>
                      <c:pt idx="6634">
                        <c:v>9.3203060000000004E-2</c:v>
                      </c:pt>
                      <c:pt idx="6635">
                        <c:v>9.3207780000000004E-2</c:v>
                      </c:pt>
                      <c:pt idx="6636">
                        <c:v>9.3211730000000007E-2</c:v>
                      </c:pt>
                      <c:pt idx="6637">
                        <c:v>9.3214359999999996E-2</c:v>
                      </c:pt>
                      <c:pt idx="6638">
                        <c:v>9.321567E-2</c:v>
                      </c:pt>
                      <c:pt idx="6639">
                        <c:v>9.3215989999999999E-2</c:v>
                      </c:pt>
                      <c:pt idx="6640">
                        <c:v>9.3215989999999999E-2</c:v>
                      </c:pt>
                      <c:pt idx="6641">
                        <c:v>9.3216939999999998E-2</c:v>
                      </c:pt>
                      <c:pt idx="6642">
                        <c:v>9.3219650000000001E-2</c:v>
                      </c:pt>
                      <c:pt idx="6643">
                        <c:v>9.3224329999999994E-2</c:v>
                      </c:pt>
                      <c:pt idx="6644">
                        <c:v>9.3230579999999993E-2</c:v>
                      </c:pt>
                      <c:pt idx="6645">
                        <c:v>9.3237849999999997E-2</c:v>
                      </c:pt>
                      <c:pt idx="6646">
                        <c:v>9.3245159999999994E-2</c:v>
                      </c:pt>
                      <c:pt idx="6647">
                        <c:v>9.3251349999999997E-2</c:v>
                      </c:pt>
                      <c:pt idx="6648">
                        <c:v>9.3255829999999998E-2</c:v>
                      </c:pt>
                      <c:pt idx="6649">
                        <c:v>9.3257930000000003E-2</c:v>
                      </c:pt>
                      <c:pt idx="6650">
                        <c:v>9.3257889999999996E-2</c:v>
                      </c:pt>
                      <c:pt idx="6651">
                        <c:v>9.3255500000000005E-2</c:v>
                      </c:pt>
                      <c:pt idx="6652">
                        <c:v>9.3251479999999998E-2</c:v>
                      </c:pt>
                      <c:pt idx="6653">
                        <c:v>9.3246060000000006E-2</c:v>
                      </c:pt>
                      <c:pt idx="6654">
                        <c:v>9.324035E-2</c:v>
                      </c:pt>
                      <c:pt idx="6655">
                        <c:v>9.3235139999999994E-2</c:v>
                      </c:pt>
                      <c:pt idx="6656">
                        <c:v>9.3231069999999999E-2</c:v>
                      </c:pt>
                      <c:pt idx="6657">
                        <c:v>9.3228969999999994E-2</c:v>
                      </c:pt>
                      <c:pt idx="6658">
                        <c:v>9.3229590000000001E-2</c:v>
                      </c:pt>
                      <c:pt idx="6659">
                        <c:v>9.3232140000000005E-2</c:v>
                      </c:pt>
                      <c:pt idx="6660">
                        <c:v>9.3236280000000005E-2</c:v>
                      </c:pt>
                      <c:pt idx="6661">
                        <c:v>9.3241050000000006E-2</c:v>
                      </c:pt>
                      <c:pt idx="6662">
                        <c:v>9.324557E-2</c:v>
                      </c:pt>
                      <c:pt idx="6663">
                        <c:v>9.3249589999999993E-2</c:v>
                      </c:pt>
                      <c:pt idx="6664">
                        <c:v>9.3252959999999996E-2</c:v>
                      </c:pt>
                      <c:pt idx="6665">
                        <c:v>9.3256290000000006E-2</c:v>
                      </c:pt>
                      <c:pt idx="6666">
                        <c:v>9.326044E-2</c:v>
                      </c:pt>
                      <c:pt idx="6667">
                        <c:v>9.3265979999999998E-2</c:v>
                      </c:pt>
                      <c:pt idx="6668">
                        <c:v>9.3272590000000002E-2</c:v>
                      </c:pt>
                      <c:pt idx="6669">
                        <c:v>9.3279940000000006E-2</c:v>
                      </c:pt>
                      <c:pt idx="6670">
                        <c:v>9.3286969999999997E-2</c:v>
                      </c:pt>
                      <c:pt idx="6671">
                        <c:v>9.3291979999999997E-2</c:v>
                      </c:pt>
                      <c:pt idx="6672">
                        <c:v>9.329432E-2</c:v>
                      </c:pt>
                      <c:pt idx="6673">
                        <c:v>9.3293290000000001E-2</c:v>
                      </c:pt>
                      <c:pt idx="6674">
                        <c:v>9.3289349999999993E-2</c:v>
                      </c:pt>
                      <c:pt idx="6675">
                        <c:v>9.3283229999999995E-2</c:v>
                      </c:pt>
                      <c:pt idx="6676">
                        <c:v>9.3275999999999998E-2</c:v>
                      </c:pt>
                      <c:pt idx="6677">
                        <c:v>9.3268939999999995E-2</c:v>
                      </c:pt>
                      <c:pt idx="6678">
                        <c:v>9.3263100000000002E-2</c:v>
                      </c:pt>
                      <c:pt idx="6679">
                        <c:v>9.3258750000000001E-2</c:v>
                      </c:pt>
                      <c:pt idx="6680">
                        <c:v>9.3256119999999998E-2</c:v>
                      </c:pt>
                      <c:pt idx="6681">
                        <c:v>9.325493E-2</c:v>
                      </c:pt>
                      <c:pt idx="6682">
                        <c:v>9.3255009999999999E-2</c:v>
                      </c:pt>
                      <c:pt idx="6683">
                        <c:v>9.3255710000000006E-2</c:v>
                      </c:pt>
                      <c:pt idx="6684">
                        <c:v>9.3256740000000005E-2</c:v>
                      </c:pt>
                      <c:pt idx="6685">
                        <c:v>9.3258220000000003E-2</c:v>
                      </c:pt>
                      <c:pt idx="6686">
                        <c:v>9.3260560000000006E-2</c:v>
                      </c:pt>
                      <c:pt idx="6687">
                        <c:v>9.3263970000000002E-2</c:v>
                      </c:pt>
                      <c:pt idx="6688">
                        <c:v>9.3268770000000001E-2</c:v>
                      </c:pt>
                      <c:pt idx="6689">
                        <c:v>9.3275259999999999E-2</c:v>
                      </c:pt>
                      <c:pt idx="6690">
                        <c:v>9.3282740000000003E-2</c:v>
                      </c:pt>
                      <c:pt idx="6691">
                        <c:v>9.3289759999999999E-2</c:v>
                      </c:pt>
                      <c:pt idx="6692">
                        <c:v>9.3294160000000001E-2</c:v>
                      </c:pt>
                      <c:pt idx="6693">
                        <c:v>9.3293790000000001E-2</c:v>
                      </c:pt>
                      <c:pt idx="6694">
                        <c:v>9.3286839999999996E-2</c:v>
                      </c:pt>
                      <c:pt idx="6695">
                        <c:v>9.3272629999999995E-2</c:v>
                      </c:pt>
                      <c:pt idx="6696">
                        <c:v>9.3252760000000004E-2</c:v>
                      </c:pt>
                      <c:pt idx="6697">
                        <c:v>9.3229670000000001E-2</c:v>
                      </c:pt>
                      <c:pt idx="6698">
                        <c:v>9.3208189999999996E-2</c:v>
                      </c:pt>
                      <c:pt idx="6699">
                        <c:v>9.31921E-2</c:v>
                      </c:pt>
                      <c:pt idx="6700">
                        <c:v>9.3184749999999997E-2</c:v>
                      </c:pt>
                      <c:pt idx="6701">
                        <c:v>9.318709E-2</c:v>
                      </c:pt>
                      <c:pt idx="6702">
                        <c:v>9.3198139999999999E-2</c:v>
                      </c:pt>
                      <c:pt idx="6703">
                        <c:v>9.3214679999999994E-2</c:v>
                      </c:pt>
                      <c:pt idx="6704">
                        <c:v>9.3232750000000003E-2</c:v>
                      </c:pt>
                      <c:pt idx="6705">
                        <c:v>9.3248769999999995E-2</c:v>
                      </c:pt>
                      <c:pt idx="6706">
                        <c:v>9.326044E-2</c:v>
                      </c:pt>
                      <c:pt idx="6707">
                        <c:v>9.3266470000000004E-2</c:v>
                      </c:pt>
                      <c:pt idx="6708">
                        <c:v>9.3267619999999996E-2</c:v>
                      </c:pt>
                      <c:pt idx="6709">
                        <c:v>9.3265239999999999E-2</c:v>
                      </c:pt>
                      <c:pt idx="6710">
                        <c:v>9.3261289999999997E-2</c:v>
                      </c:pt>
                      <c:pt idx="6711">
                        <c:v>9.3256740000000005E-2</c:v>
                      </c:pt>
                      <c:pt idx="6712">
                        <c:v>9.3252509999999997E-2</c:v>
                      </c:pt>
                      <c:pt idx="6713">
                        <c:v>9.3248849999999994E-2</c:v>
                      </c:pt>
                      <c:pt idx="6714">
                        <c:v>9.3246350000000006E-2</c:v>
                      </c:pt>
                      <c:pt idx="6715">
                        <c:v>9.3245320000000007E-2</c:v>
                      </c:pt>
                      <c:pt idx="6716">
                        <c:v>9.3246179999999998E-2</c:v>
                      </c:pt>
                      <c:pt idx="6717">
                        <c:v>9.324934E-2</c:v>
                      </c:pt>
                      <c:pt idx="6718">
                        <c:v>9.325514E-2</c:v>
                      </c:pt>
                      <c:pt idx="6719">
                        <c:v>9.3262490000000003E-2</c:v>
                      </c:pt>
                      <c:pt idx="6720">
                        <c:v>9.3270210000000006E-2</c:v>
                      </c:pt>
                      <c:pt idx="6721">
                        <c:v>9.3276899999999996E-2</c:v>
                      </c:pt>
                      <c:pt idx="6722">
                        <c:v>9.3281840000000005E-2</c:v>
                      </c:pt>
                      <c:pt idx="6723">
                        <c:v>9.328438E-2</c:v>
                      </c:pt>
                      <c:pt idx="6724">
                        <c:v>9.3285400000000004E-2</c:v>
                      </c:pt>
                      <c:pt idx="6725">
                        <c:v>9.3285980000000004E-2</c:v>
                      </c:pt>
                      <c:pt idx="6726">
                        <c:v>9.3287949999999994E-2</c:v>
                      </c:pt>
                      <c:pt idx="6727">
                        <c:v>9.3292139999999996E-2</c:v>
                      </c:pt>
                      <c:pt idx="6728">
                        <c:v>9.3298759999999994E-2</c:v>
                      </c:pt>
                      <c:pt idx="6729">
                        <c:v>9.3306849999999997E-2</c:v>
                      </c:pt>
                      <c:pt idx="6730">
                        <c:v>9.3315060000000005E-2</c:v>
                      </c:pt>
                      <c:pt idx="6731">
                        <c:v>9.3321470000000004E-2</c:v>
                      </c:pt>
                      <c:pt idx="6732">
                        <c:v>9.3324679999999993E-2</c:v>
                      </c:pt>
                      <c:pt idx="6733">
                        <c:v>9.3323359999999994E-2</c:v>
                      </c:pt>
                      <c:pt idx="6734">
                        <c:v>9.3317780000000003E-2</c:v>
                      </c:pt>
                      <c:pt idx="6735">
                        <c:v>9.3307790000000002E-2</c:v>
                      </c:pt>
                      <c:pt idx="6736">
                        <c:v>9.3293870000000001E-2</c:v>
                      </c:pt>
                      <c:pt idx="6737">
                        <c:v>9.3276620000000005E-2</c:v>
                      </c:pt>
                      <c:pt idx="6738">
                        <c:v>9.3256989999999998E-2</c:v>
                      </c:pt>
                      <c:pt idx="6739">
                        <c:v>9.3235709999999999E-2</c:v>
                      </c:pt>
                      <c:pt idx="6740">
                        <c:v>9.3214359999999996E-2</c:v>
                      </c:pt>
                      <c:pt idx="6741">
                        <c:v>9.3194849999999996E-2</c:v>
                      </c:pt>
                      <c:pt idx="6742">
                        <c:v>9.3179410000000004E-2</c:v>
                      </c:pt>
                      <c:pt idx="6743">
                        <c:v>9.3169799999999997E-2</c:v>
                      </c:pt>
                      <c:pt idx="6744">
                        <c:v>9.3167050000000001E-2</c:v>
                      </c:pt>
                      <c:pt idx="6745">
                        <c:v>9.3171320000000002E-2</c:v>
                      </c:pt>
                      <c:pt idx="6746">
                        <c:v>9.3181420000000001E-2</c:v>
                      </c:pt>
                      <c:pt idx="6747">
                        <c:v>9.3195219999999995E-2</c:v>
                      </c:pt>
                      <c:pt idx="6748">
                        <c:v>9.3210169999999995E-2</c:v>
                      </c:pt>
                      <c:pt idx="6749">
                        <c:v>9.3223920000000002E-2</c:v>
                      </c:pt>
                      <c:pt idx="6750">
                        <c:v>9.323505E-2</c:v>
                      </c:pt>
                      <c:pt idx="6751">
                        <c:v>9.3242359999999996E-2</c:v>
                      </c:pt>
                      <c:pt idx="6752">
                        <c:v>9.3246140000000005E-2</c:v>
                      </c:pt>
                      <c:pt idx="6753">
                        <c:v>9.3246919999999997E-2</c:v>
                      </c:pt>
                      <c:pt idx="6754">
                        <c:v>9.3245889999999998E-2</c:v>
                      </c:pt>
                      <c:pt idx="6755">
                        <c:v>9.3243839999999995E-2</c:v>
                      </c:pt>
                      <c:pt idx="6756">
                        <c:v>9.3241459999999998E-2</c:v>
                      </c:pt>
                      <c:pt idx="6757">
                        <c:v>9.3239320000000001E-2</c:v>
                      </c:pt>
                      <c:pt idx="6758">
                        <c:v>9.3238050000000003E-2</c:v>
                      </c:pt>
                      <c:pt idx="6759">
                        <c:v>9.3237390000000003E-2</c:v>
                      </c:pt>
                      <c:pt idx="6760">
                        <c:v>9.3237520000000004E-2</c:v>
                      </c:pt>
                      <c:pt idx="6761">
                        <c:v>9.3238630000000003E-2</c:v>
                      </c:pt>
                      <c:pt idx="6762">
                        <c:v>9.3241009999999999E-2</c:v>
                      </c:pt>
                      <c:pt idx="6763">
                        <c:v>9.3244369999999993E-2</c:v>
                      </c:pt>
                      <c:pt idx="6764">
                        <c:v>9.3249100000000001E-2</c:v>
                      </c:pt>
                      <c:pt idx="6765">
                        <c:v>9.3254600000000007E-2</c:v>
                      </c:pt>
                      <c:pt idx="6766">
                        <c:v>9.3261170000000004E-2</c:v>
                      </c:pt>
                      <c:pt idx="6767">
                        <c:v>9.3267989999999995E-2</c:v>
                      </c:pt>
                      <c:pt idx="6768">
                        <c:v>9.327452E-2</c:v>
                      </c:pt>
                      <c:pt idx="6769">
                        <c:v>9.3280230000000006E-2</c:v>
                      </c:pt>
                      <c:pt idx="6770">
                        <c:v>9.3285119999999999E-2</c:v>
                      </c:pt>
                      <c:pt idx="6771">
                        <c:v>9.3288979999999994E-2</c:v>
                      </c:pt>
                      <c:pt idx="6772">
                        <c:v>9.3292180000000002E-2</c:v>
                      </c:pt>
                      <c:pt idx="6773">
                        <c:v>9.3295390000000006E-2</c:v>
                      </c:pt>
                      <c:pt idx="6774">
                        <c:v>9.329925E-2</c:v>
                      </c:pt>
                      <c:pt idx="6775">
                        <c:v>9.3303849999999994E-2</c:v>
                      </c:pt>
                      <c:pt idx="6776">
                        <c:v>9.3308859999999993E-2</c:v>
                      </c:pt>
                      <c:pt idx="6777">
                        <c:v>9.3312880000000001E-2</c:v>
                      </c:pt>
                      <c:pt idx="6778">
                        <c:v>9.3314569999999999E-2</c:v>
                      </c:pt>
                      <c:pt idx="6779">
                        <c:v>9.3312060000000002E-2</c:v>
                      </c:pt>
                      <c:pt idx="6780">
                        <c:v>9.3304300000000007E-2</c:v>
                      </c:pt>
                      <c:pt idx="6781">
                        <c:v>9.3291399999999997E-2</c:v>
                      </c:pt>
                      <c:pt idx="6782">
                        <c:v>9.3275590000000005E-2</c:v>
                      </c:pt>
                      <c:pt idx="6783">
                        <c:v>9.325949E-2</c:v>
                      </c:pt>
                      <c:pt idx="6784">
                        <c:v>9.3246469999999998E-2</c:v>
                      </c:pt>
                      <c:pt idx="6785">
                        <c:v>9.3239859999999994E-2</c:v>
                      </c:pt>
                      <c:pt idx="6786">
                        <c:v>9.3241299999999999E-2</c:v>
                      </c:pt>
                      <c:pt idx="6787">
                        <c:v>9.3250330000000006E-2</c:v>
                      </c:pt>
                      <c:pt idx="6788">
                        <c:v>9.326458E-2</c:v>
                      </c:pt>
                      <c:pt idx="6789">
                        <c:v>9.3280680000000005E-2</c:v>
                      </c:pt>
                      <c:pt idx="6790">
                        <c:v>9.32949E-2</c:v>
                      </c:pt>
                      <c:pt idx="6791">
                        <c:v>9.3304300000000007E-2</c:v>
                      </c:pt>
                      <c:pt idx="6792">
                        <c:v>9.3307340000000003E-2</c:v>
                      </c:pt>
                      <c:pt idx="6793">
                        <c:v>9.3304509999999993E-2</c:v>
                      </c:pt>
                      <c:pt idx="6794">
                        <c:v>9.3297889999999994E-2</c:v>
                      </c:pt>
                      <c:pt idx="6795">
                        <c:v>9.32896E-2</c:v>
                      </c:pt>
                      <c:pt idx="6796">
                        <c:v>9.3281840000000005E-2</c:v>
                      </c:pt>
                      <c:pt idx="6797">
                        <c:v>9.3275919999999998E-2</c:v>
                      </c:pt>
                      <c:pt idx="6798">
                        <c:v>9.3272590000000002E-2</c:v>
                      </c:pt>
                      <c:pt idx="6799">
                        <c:v>9.3271069999999998E-2</c:v>
                      </c:pt>
                      <c:pt idx="6800">
                        <c:v>9.3271229999999997E-2</c:v>
                      </c:pt>
                      <c:pt idx="6801">
                        <c:v>9.3272750000000001E-2</c:v>
                      </c:pt>
                      <c:pt idx="6802">
                        <c:v>9.3276120000000004E-2</c:v>
                      </c:pt>
                      <c:pt idx="6803">
                        <c:v>9.3281509999999998E-2</c:v>
                      </c:pt>
                      <c:pt idx="6804">
                        <c:v>9.328902E-2</c:v>
                      </c:pt>
                      <c:pt idx="6805">
                        <c:v>9.3298469999999994E-2</c:v>
                      </c:pt>
                      <c:pt idx="6806">
                        <c:v>9.3308989999999994E-2</c:v>
                      </c:pt>
                      <c:pt idx="6807">
                        <c:v>9.3318880000000007E-2</c:v>
                      </c:pt>
                      <c:pt idx="6808">
                        <c:v>9.3327099999999996E-2</c:v>
                      </c:pt>
                      <c:pt idx="6809">
                        <c:v>9.333313E-2</c:v>
                      </c:pt>
                      <c:pt idx="6810">
                        <c:v>9.333806E-2</c:v>
                      </c:pt>
                      <c:pt idx="6811">
                        <c:v>9.3343319999999994E-2</c:v>
                      </c:pt>
                      <c:pt idx="6812">
                        <c:v>9.3350840000000004E-2</c:v>
                      </c:pt>
                      <c:pt idx="6813">
                        <c:v>9.3362100000000003E-2</c:v>
                      </c:pt>
                      <c:pt idx="6814">
                        <c:v>9.3377089999999996E-2</c:v>
                      </c:pt>
                      <c:pt idx="6815">
                        <c:v>9.3394099999999994E-2</c:v>
                      </c:pt>
                      <c:pt idx="6816">
                        <c:v>9.3410489999999999E-2</c:v>
                      </c:pt>
                      <c:pt idx="6817">
                        <c:v>9.3423110000000004E-2</c:v>
                      </c:pt>
                      <c:pt idx="6818">
                        <c:v>9.3430180000000002E-2</c:v>
                      </c:pt>
                      <c:pt idx="6819">
                        <c:v>9.3431159999999999E-2</c:v>
                      </c:pt>
                      <c:pt idx="6820">
                        <c:v>9.3427579999999996E-2</c:v>
                      </c:pt>
                      <c:pt idx="6821">
                        <c:v>9.3422240000000004E-2</c:v>
                      </c:pt>
                      <c:pt idx="6822">
                        <c:v>9.3418550000000003E-2</c:v>
                      </c:pt>
                      <c:pt idx="6823">
                        <c:v>9.3418550000000003E-2</c:v>
                      </c:pt>
                      <c:pt idx="6824">
                        <c:v>9.3423270000000003E-2</c:v>
                      </c:pt>
                      <c:pt idx="6825">
                        <c:v>9.3431650000000005E-2</c:v>
                      </c:pt>
                      <c:pt idx="6826">
                        <c:v>9.3441930000000006E-2</c:v>
                      </c:pt>
                      <c:pt idx="6827">
                        <c:v>9.3451500000000007E-2</c:v>
                      </c:pt>
                      <c:pt idx="6828">
                        <c:v>9.3458650000000004E-2</c:v>
                      </c:pt>
                      <c:pt idx="6829">
                        <c:v>9.3462589999999998E-2</c:v>
                      </c:pt>
                      <c:pt idx="6830">
                        <c:v>9.3463580000000004E-2</c:v>
                      </c:pt>
                      <c:pt idx="6831">
                        <c:v>9.3462550000000005E-2</c:v>
                      </c:pt>
                      <c:pt idx="6832">
                        <c:v>9.3460660000000001E-2</c:v>
                      </c:pt>
                      <c:pt idx="6833">
                        <c:v>9.3458890000000003E-2</c:v>
                      </c:pt>
                      <c:pt idx="6834">
                        <c:v>9.3457990000000005E-2</c:v>
                      </c:pt>
                      <c:pt idx="6835">
                        <c:v>9.3457910000000005E-2</c:v>
                      </c:pt>
                      <c:pt idx="6836">
                        <c:v>9.3459100000000003E-2</c:v>
                      </c:pt>
                      <c:pt idx="6837">
                        <c:v>9.346148E-2</c:v>
                      </c:pt>
                      <c:pt idx="6838">
                        <c:v>9.3465590000000001E-2</c:v>
                      </c:pt>
                      <c:pt idx="6839">
                        <c:v>9.347126E-2</c:v>
                      </c:pt>
                      <c:pt idx="6840">
                        <c:v>9.3477959999999999E-2</c:v>
                      </c:pt>
                      <c:pt idx="6841">
                        <c:v>9.3485070000000003E-2</c:v>
                      </c:pt>
                      <c:pt idx="6842">
                        <c:v>9.3491809999999995E-2</c:v>
                      </c:pt>
                      <c:pt idx="6843">
                        <c:v>9.3497230000000001E-2</c:v>
                      </c:pt>
                      <c:pt idx="6844">
                        <c:v>9.3501009999999996E-2</c:v>
                      </c:pt>
                      <c:pt idx="6845">
                        <c:v>9.350311E-2</c:v>
                      </c:pt>
                      <c:pt idx="6846">
                        <c:v>9.3504879999999999E-2</c:v>
                      </c:pt>
                      <c:pt idx="6847">
                        <c:v>9.3506640000000002E-2</c:v>
                      </c:pt>
                      <c:pt idx="6848">
                        <c:v>9.350907E-2</c:v>
                      </c:pt>
                      <c:pt idx="6849">
                        <c:v>9.3512189999999995E-2</c:v>
                      </c:pt>
                      <c:pt idx="6850">
                        <c:v>9.3516100000000005E-2</c:v>
                      </c:pt>
                      <c:pt idx="6851">
                        <c:v>9.3519840000000007E-2</c:v>
                      </c:pt>
                      <c:pt idx="6852">
                        <c:v>9.3523369999999995E-2</c:v>
                      </c:pt>
                      <c:pt idx="6853">
                        <c:v>9.3527029999999997E-2</c:v>
                      </c:pt>
                      <c:pt idx="6854">
                        <c:v>9.3532000000000004E-2</c:v>
                      </c:pt>
                      <c:pt idx="6855">
                        <c:v>9.3539070000000002E-2</c:v>
                      </c:pt>
                      <c:pt idx="6856">
                        <c:v>9.3548930000000002E-2</c:v>
                      </c:pt>
                      <c:pt idx="6857">
                        <c:v>9.3561510000000001E-2</c:v>
                      </c:pt>
                      <c:pt idx="6858">
                        <c:v>9.3575809999999995E-2</c:v>
                      </c:pt>
                      <c:pt idx="6859">
                        <c:v>9.3589950000000005E-2</c:v>
                      </c:pt>
                      <c:pt idx="6860">
                        <c:v>9.3602080000000004E-2</c:v>
                      </c:pt>
                      <c:pt idx="6861">
                        <c:v>9.3610949999999998E-2</c:v>
                      </c:pt>
                      <c:pt idx="6862">
                        <c:v>9.3616500000000005E-2</c:v>
                      </c:pt>
                      <c:pt idx="6863">
                        <c:v>9.3618930000000003E-2</c:v>
                      </c:pt>
                      <c:pt idx="6864">
                        <c:v>9.3619499999999994E-2</c:v>
                      </c:pt>
                      <c:pt idx="6865">
                        <c:v>9.3619380000000002E-2</c:v>
                      </c:pt>
                      <c:pt idx="6866">
                        <c:v>9.3619380000000002E-2</c:v>
                      </c:pt>
                      <c:pt idx="6867">
                        <c:v>9.3619590000000003E-2</c:v>
                      </c:pt>
                      <c:pt idx="6868">
                        <c:v>9.3619910000000001E-2</c:v>
                      </c:pt>
                      <c:pt idx="6869">
                        <c:v>9.3620159999999994E-2</c:v>
                      </c:pt>
                      <c:pt idx="6870">
                        <c:v>9.3620809999999999E-2</c:v>
                      </c:pt>
                      <c:pt idx="6871">
                        <c:v>9.3622010000000006E-2</c:v>
                      </c:pt>
                      <c:pt idx="6872">
                        <c:v>9.3624349999999995E-2</c:v>
                      </c:pt>
                      <c:pt idx="6873">
                        <c:v>9.3628379999999997E-2</c:v>
                      </c:pt>
                      <c:pt idx="6874">
                        <c:v>9.3633850000000005E-2</c:v>
                      </c:pt>
                      <c:pt idx="6875">
                        <c:v>9.3640100000000004E-2</c:v>
                      </c:pt>
                      <c:pt idx="6876">
                        <c:v>9.3646350000000003E-2</c:v>
                      </c:pt>
                      <c:pt idx="6877">
                        <c:v>9.3651810000000002E-2</c:v>
                      </c:pt>
                      <c:pt idx="6878">
                        <c:v>9.3656740000000002E-2</c:v>
                      </c:pt>
                      <c:pt idx="6879">
                        <c:v>9.3661720000000004E-2</c:v>
                      </c:pt>
                      <c:pt idx="6880">
                        <c:v>9.3667890000000004E-2</c:v>
                      </c:pt>
                      <c:pt idx="6881">
                        <c:v>9.3676480000000006E-2</c:v>
                      </c:pt>
                      <c:pt idx="6882">
                        <c:v>9.3688279999999999E-2</c:v>
                      </c:pt>
                      <c:pt idx="6883">
                        <c:v>9.3702949999999993E-2</c:v>
                      </c:pt>
                      <c:pt idx="6884">
                        <c:v>9.3719360000000002E-2</c:v>
                      </c:pt>
                      <c:pt idx="6885">
                        <c:v>9.3735600000000002E-2</c:v>
                      </c:pt>
                      <c:pt idx="6886">
                        <c:v>9.3750029999999998E-2</c:v>
                      </c:pt>
                      <c:pt idx="6887">
                        <c:v>9.3761209999999998E-2</c:v>
                      </c:pt>
                      <c:pt idx="6888">
                        <c:v>9.3768900000000002E-2</c:v>
                      </c:pt>
                      <c:pt idx="6889">
                        <c:v>9.3773800000000004E-2</c:v>
                      </c:pt>
                      <c:pt idx="6890">
                        <c:v>9.3777340000000001E-2</c:v>
                      </c:pt>
                      <c:pt idx="6891">
                        <c:v>9.3781519999999993E-2</c:v>
                      </c:pt>
                      <c:pt idx="6892">
                        <c:v>9.378794E-2</c:v>
                      </c:pt>
                      <c:pt idx="6893">
                        <c:v>9.3797480000000003E-2</c:v>
                      </c:pt>
                      <c:pt idx="6894">
                        <c:v>9.3810519999999994E-2</c:v>
                      </c:pt>
                      <c:pt idx="6895">
                        <c:v>9.3825820000000004E-2</c:v>
                      </c:pt>
                      <c:pt idx="6896">
                        <c:v>9.3841400000000005E-2</c:v>
                      </c:pt>
                      <c:pt idx="6897">
                        <c:v>9.3854889999999996E-2</c:v>
                      </c:pt>
                      <c:pt idx="6898">
                        <c:v>9.3864719999999999E-2</c:v>
                      </c:pt>
                      <c:pt idx="6899">
                        <c:v>9.3869569999999999E-2</c:v>
                      </c:pt>
                      <c:pt idx="6900">
                        <c:v>9.3870190000000006E-2</c:v>
                      </c:pt>
                      <c:pt idx="6901">
                        <c:v>9.3868579999999993E-2</c:v>
                      </c:pt>
                      <c:pt idx="6902">
                        <c:v>9.3868339999999995E-2</c:v>
                      </c:pt>
                      <c:pt idx="6903">
                        <c:v>9.3872410000000003E-2</c:v>
                      </c:pt>
                      <c:pt idx="6904">
                        <c:v>9.3882989999999999E-2</c:v>
                      </c:pt>
                      <c:pt idx="6905">
                        <c:v>9.3900140000000007E-2</c:v>
                      </c:pt>
                      <c:pt idx="6906">
                        <c:v>9.3921729999999995E-2</c:v>
                      </c:pt>
                      <c:pt idx="6907">
                        <c:v>9.3944070000000005E-2</c:v>
                      </c:pt>
                      <c:pt idx="6908">
                        <c:v>9.3963439999999995E-2</c:v>
                      </c:pt>
                      <c:pt idx="6909">
                        <c:v>9.3976850000000001E-2</c:v>
                      </c:pt>
                      <c:pt idx="6910">
                        <c:v>9.3983720000000007E-2</c:v>
                      </c:pt>
                      <c:pt idx="6911">
                        <c:v>9.3985490000000005E-2</c:v>
                      </c:pt>
                      <c:pt idx="6912">
                        <c:v>9.398492E-2</c:v>
                      </c:pt>
                      <c:pt idx="6913">
                        <c:v>9.3984499999999999E-2</c:v>
                      </c:pt>
                      <c:pt idx="6914">
                        <c:v>9.3985860000000004E-2</c:v>
                      </c:pt>
                      <c:pt idx="6915">
                        <c:v>9.3988329999999995E-2</c:v>
                      </c:pt>
                      <c:pt idx="6916">
                        <c:v>9.3990009999999999E-2</c:v>
                      </c:pt>
                      <c:pt idx="6917">
                        <c:v>9.3989030000000001E-2</c:v>
                      </c:pt>
                      <c:pt idx="6918">
                        <c:v>9.3984419999999999E-2</c:v>
                      </c:pt>
                      <c:pt idx="6919">
                        <c:v>9.3977350000000001E-2</c:v>
                      </c:pt>
                      <c:pt idx="6920">
                        <c:v>9.3970639999999994E-2</c:v>
                      </c:pt>
                      <c:pt idx="6921">
                        <c:v>9.3968090000000004E-2</c:v>
                      </c:pt>
                      <c:pt idx="6922">
                        <c:v>9.3972120000000006E-2</c:v>
                      </c:pt>
                      <c:pt idx="6923">
                        <c:v>9.3983430000000007E-2</c:v>
                      </c:pt>
                      <c:pt idx="6924">
                        <c:v>9.4000139999999996E-2</c:v>
                      </c:pt>
                      <c:pt idx="6925">
                        <c:v>9.4018729999999995E-2</c:v>
                      </c:pt>
                      <c:pt idx="6926">
                        <c:v>9.4036419999999996E-2</c:v>
                      </c:pt>
                      <c:pt idx="6927">
                        <c:v>9.4051070000000001E-2</c:v>
                      </c:pt>
                      <c:pt idx="6928">
                        <c:v>9.4063209999999994E-2</c:v>
                      </c:pt>
                      <c:pt idx="6929">
                        <c:v>9.4074569999999996E-2</c:v>
                      </c:pt>
                      <c:pt idx="6930">
                        <c:v>9.4087199999999996E-2</c:v>
                      </c:pt>
                      <c:pt idx="6931">
                        <c:v>9.4101729999999995E-2</c:v>
                      </c:pt>
                      <c:pt idx="6932">
                        <c:v>9.4116329999999998E-2</c:v>
                      </c:pt>
                      <c:pt idx="6933">
                        <c:v>9.4127859999999994E-2</c:v>
                      </c:pt>
                      <c:pt idx="6934">
                        <c:v>9.4132419999999994E-2</c:v>
                      </c:pt>
                      <c:pt idx="6935">
                        <c:v>9.4127769999999999E-2</c:v>
                      </c:pt>
                      <c:pt idx="6936">
                        <c:v>9.411477E-2</c:v>
                      </c:pt>
                      <c:pt idx="6937">
                        <c:v>9.4097609999999998E-2</c:v>
                      </c:pt>
                      <c:pt idx="6938">
                        <c:v>9.408263E-2</c:v>
                      </c:pt>
                      <c:pt idx="6939">
                        <c:v>9.4075519999999996E-2</c:v>
                      </c:pt>
                      <c:pt idx="6940">
                        <c:v>9.4079919999999997E-2</c:v>
                      </c:pt>
                      <c:pt idx="6941">
                        <c:v>9.409555E-2</c:v>
                      </c:pt>
                      <c:pt idx="6942">
                        <c:v>9.4119049999999996E-2</c:v>
                      </c:pt>
                      <c:pt idx="6943">
                        <c:v>9.4144770000000003E-2</c:v>
                      </c:pt>
                      <c:pt idx="6944">
                        <c:v>9.4168020000000005E-2</c:v>
                      </c:pt>
                      <c:pt idx="6945">
                        <c:v>9.4185519999999995E-2</c:v>
                      </c:pt>
                      <c:pt idx="6946">
                        <c:v>9.4196879999999997E-2</c:v>
                      </c:pt>
                      <c:pt idx="6947">
                        <c:v>9.4203499999999996E-2</c:v>
                      </c:pt>
                      <c:pt idx="6948">
                        <c:v>9.4207609999999997E-2</c:v>
                      </c:pt>
                      <c:pt idx="6949">
                        <c:v>9.4210790000000003E-2</c:v>
                      </c:pt>
                      <c:pt idx="6950">
                        <c:v>9.4212969999999993E-2</c:v>
                      </c:pt>
                      <c:pt idx="6951">
                        <c:v>9.4213169999999999E-2</c:v>
                      </c:pt>
                      <c:pt idx="6952">
                        <c:v>9.4210950000000002E-2</c:v>
                      </c:pt>
                      <c:pt idx="6953">
                        <c:v>9.420626E-2</c:v>
                      </c:pt>
                      <c:pt idx="6954">
                        <c:v>9.4201240000000006E-2</c:v>
                      </c:pt>
                      <c:pt idx="6955">
                        <c:v>9.4198560000000001E-2</c:v>
                      </c:pt>
                      <c:pt idx="6956">
                        <c:v>9.4200950000000006E-2</c:v>
                      </c:pt>
                      <c:pt idx="6957">
                        <c:v>9.4209840000000003E-2</c:v>
                      </c:pt>
                      <c:pt idx="6958">
                        <c:v>9.4224660000000002E-2</c:v>
                      </c:pt>
                      <c:pt idx="6959">
                        <c:v>9.4242569999999998E-2</c:v>
                      </c:pt>
                      <c:pt idx="6960">
                        <c:v>9.4259850000000006E-2</c:v>
                      </c:pt>
                      <c:pt idx="6961">
                        <c:v>9.427323E-2</c:v>
                      </c:pt>
                      <c:pt idx="6962">
                        <c:v>9.4281299999999998E-2</c:v>
                      </c:pt>
                      <c:pt idx="6963">
                        <c:v>9.4284350000000003E-2</c:v>
                      </c:pt>
                      <c:pt idx="6964">
                        <c:v>9.4284220000000002E-2</c:v>
                      </c:pt>
                      <c:pt idx="6965">
                        <c:v>9.4283400000000003E-2</c:v>
                      </c:pt>
                      <c:pt idx="6966">
                        <c:v>9.4284179999999995E-2</c:v>
                      </c:pt>
                      <c:pt idx="6967">
                        <c:v>9.4287599999999999E-2</c:v>
                      </c:pt>
                      <c:pt idx="6968">
                        <c:v>9.4293569999999993E-2</c:v>
                      </c:pt>
                      <c:pt idx="6969">
                        <c:v>9.4301679999999999E-2</c:v>
                      </c:pt>
                      <c:pt idx="6970">
                        <c:v>9.4312060000000003E-2</c:v>
                      </c:pt>
                      <c:pt idx="6971">
                        <c:v>9.4324160000000004E-2</c:v>
                      </c:pt>
                      <c:pt idx="6972">
                        <c:v>9.4338400000000003E-2</c:v>
                      </c:pt>
                      <c:pt idx="6973">
                        <c:v>9.4354579999999993E-2</c:v>
                      </c:pt>
                      <c:pt idx="6974">
                        <c:v>9.4372250000000005E-2</c:v>
                      </c:pt>
                      <c:pt idx="6975">
                        <c:v>9.4389619999999994E-2</c:v>
                      </c:pt>
                      <c:pt idx="6976">
                        <c:v>9.4405030000000001E-2</c:v>
                      </c:pt>
                      <c:pt idx="6977">
                        <c:v>9.4416849999999997E-2</c:v>
                      </c:pt>
                      <c:pt idx="6978">
                        <c:v>9.4424839999999996E-2</c:v>
                      </c:pt>
                      <c:pt idx="6979">
                        <c:v>9.4429490000000005E-2</c:v>
                      </c:pt>
                      <c:pt idx="6980">
                        <c:v>9.4432409999999994E-2</c:v>
                      </c:pt>
                      <c:pt idx="6981">
                        <c:v>9.4435459999999999E-2</c:v>
                      </c:pt>
                      <c:pt idx="6982">
                        <c:v>9.4440070000000001E-2</c:v>
                      </c:pt>
                      <c:pt idx="6983">
                        <c:v>9.4446379999999996E-2</c:v>
                      </c:pt>
                      <c:pt idx="6984">
                        <c:v>9.4453579999999995E-2</c:v>
                      </c:pt>
                      <c:pt idx="6985">
                        <c:v>9.4460260000000004E-2</c:v>
                      </c:pt>
                      <c:pt idx="6986">
                        <c:v>9.4465199999999999E-2</c:v>
                      </c:pt>
                      <c:pt idx="6987">
                        <c:v>9.4467629999999997E-2</c:v>
                      </c:pt>
                      <c:pt idx="6988">
                        <c:v>9.4467830000000003E-2</c:v>
                      </c:pt>
                      <c:pt idx="6989">
                        <c:v>9.4466510000000004E-2</c:v>
                      </c:pt>
                      <c:pt idx="6990">
                        <c:v>9.4464820000000005E-2</c:v>
                      </c:pt>
                      <c:pt idx="6991">
                        <c:v>9.4463549999999993E-2</c:v>
                      </c:pt>
                      <c:pt idx="6992">
                        <c:v>9.4462930000000001E-2</c:v>
                      </c:pt>
                      <c:pt idx="6993">
                        <c:v>9.446301E-2</c:v>
                      </c:pt>
                      <c:pt idx="6994">
                        <c:v>9.446388E-2</c:v>
                      </c:pt>
                      <c:pt idx="6995">
                        <c:v>9.4465809999999997E-2</c:v>
                      </c:pt>
                      <c:pt idx="6996">
                        <c:v>9.4469269999999994E-2</c:v>
                      </c:pt>
                      <c:pt idx="6997">
                        <c:v>9.4475199999999995E-2</c:v>
                      </c:pt>
                      <c:pt idx="6998">
                        <c:v>9.4484429999999994E-2</c:v>
                      </c:pt>
                      <c:pt idx="6999">
                        <c:v>9.4497109999999995E-2</c:v>
                      </c:pt>
                      <c:pt idx="7000">
                        <c:v>9.4512890000000002E-2</c:v>
                      </c:pt>
                      <c:pt idx="7001">
                        <c:v>9.4530639999999999E-2</c:v>
                      </c:pt>
                      <c:pt idx="7002">
                        <c:v>9.4549060000000004E-2</c:v>
                      </c:pt>
                      <c:pt idx="7003">
                        <c:v>9.4566360000000002E-2</c:v>
                      </c:pt>
                      <c:pt idx="7004">
                        <c:v>9.4581100000000001E-2</c:v>
                      </c:pt>
                      <c:pt idx="7005">
                        <c:v>9.4592019999999999E-2</c:v>
                      </c:pt>
                      <c:pt idx="7006">
                        <c:v>9.4598450000000001E-2</c:v>
                      </c:pt>
                      <c:pt idx="7007">
                        <c:v>9.460006E-2</c:v>
                      </c:pt>
                      <c:pt idx="7008">
                        <c:v>9.4597210000000001E-2</c:v>
                      </c:pt>
                      <c:pt idx="7009">
                        <c:v>9.459099E-2</c:v>
                      </c:pt>
                      <c:pt idx="7010">
                        <c:v>9.4583449999999999E-2</c:v>
                      </c:pt>
                      <c:pt idx="7011">
                        <c:v>9.4576569999999999E-2</c:v>
                      </c:pt>
                      <c:pt idx="7012">
                        <c:v>9.4572539999999997E-2</c:v>
                      </c:pt>
                      <c:pt idx="7013">
                        <c:v>9.4572859999999995E-2</c:v>
                      </c:pt>
                      <c:pt idx="7014">
                        <c:v>9.4578389999999998E-2</c:v>
                      </c:pt>
                      <c:pt idx="7015">
                        <c:v>9.4588770000000003E-2</c:v>
                      </c:pt>
                      <c:pt idx="7016">
                        <c:v>9.4602900000000004E-2</c:v>
                      </c:pt>
                      <c:pt idx="7017">
                        <c:v>9.4619170000000002E-2</c:v>
                      </c:pt>
                      <c:pt idx="7018">
                        <c:v>9.4636479999999995E-2</c:v>
                      </c:pt>
                      <c:pt idx="7019">
                        <c:v>9.4653660000000001E-2</c:v>
                      </c:pt>
                      <c:pt idx="7020">
                        <c:v>9.4670470000000007E-2</c:v>
                      </c:pt>
                      <c:pt idx="7021">
                        <c:v>9.468675E-2</c:v>
                      </c:pt>
                      <c:pt idx="7022">
                        <c:v>9.4702529999999993E-2</c:v>
                      </c:pt>
                      <c:pt idx="7023">
                        <c:v>9.4717519999999999E-2</c:v>
                      </c:pt>
                      <c:pt idx="7024">
                        <c:v>9.4731040000000002E-2</c:v>
                      </c:pt>
                      <c:pt idx="7025">
                        <c:v>9.4742380000000001E-2</c:v>
                      </c:pt>
                      <c:pt idx="7026">
                        <c:v>9.4750780000000007E-2</c:v>
                      </c:pt>
                      <c:pt idx="7027">
                        <c:v>9.4755439999999996E-2</c:v>
                      </c:pt>
                      <c:pt idx="7028">
                        <c:v>9.4756599999999996E-2</c:v>
                      </c:pt>
                      <c:pt idx="7029">
                        <c:v>9.4754370000000004E-2</c:v>
                      </c:pt>
                      <c:pt idx="7030">
                        <c:v>9.4749920000000001E-2</c:v>
                      </c:pt>
                      <c:pt idx="7031">
                        <c:v>9.4743980000000005E-2</c:v>
                      </c:pt>
                      <c:pt idx="7032">
                        <c:v>9.4737970000000005E-2</c:v>
                      </c:pt>
                      <c:pt idx="7033">
                        <c:v>9.4733269999999994E-2</c:v>
                      </c:pt>
                      <c:pt idx="7034">
                        <c:v>9.4731330000000002E-2</c:v>
                      </c:pt>
                      <c:pt idx="7035">
                        <c:v>9.4733390000000001E-2</c:v>
                      </c:pt>
                      <c:pt idx="7036">
                        <c:v>9.4739859999999995E-2</c:v>
                      </c:pt>
                      <c:pt idx="7037">
                        <c:v>9.4750329999999994E-2</c:v>
                      </c:pt>
                      <c:pt idx="7038">
                        <c:v>9.4763639999999996E-2</c:v>
                      </c:pt>
                      <c:pt idx="7039">
                        <c:v>9.477766E-2</c:v>
                      </c:pt>
                      <c:pt idx="7040">
                        <c:v>9.4789940000000003E-2</c:v>
                      </c:pt>
                      <c:pt idx="7041">
                        <c:v>9.4798679999999996E-2</c:v>
                      </c:pt>
                      <c:pt idx="7042">
                        <c:v>9.4803739999999997E-2</c:v>
                      </c:pt>
                      <c:pt idx="7043">
                        <c:v>9.4805719999999996E-2</c:v>
                      </c:pt>
                      <c:pt idx="7044">
                        <c:v>9.4807000000000002E-2</c:v>
                      </c:pt>
                      <c:pt idx="7045">
                        <c:v>9.4810220000000001E-2</c:v>
                      </c:pt>
                      <c:pt idx="7046">
                        <c:v>9.4817470000000001E-2</c:v>
                      </c:pt>
                      <c:pt idx="7047">
                        <c:v>9.4829590000000005E-2</c:v>
                      </c:pt>
                      <c:pt idx="7048">
                        <c:v>9.4845410000000005E-2</c:v>
                      </c:pt>
                      <c:pt idx="7049">
                        <c:v>9.4862360000000007E-2</c:v>
                      </c:pt>
                      <c:pt idx="7050">
                        <c:v>9.4877199999999995E-2</c:v>
                      </c:pt>
                      <c:pt idx="7051">
                        <c:v>9.4886390000000001E-2</c:v>
                      </c:pt>
                      <c:pt idx="7052">
                        <c:v>9.4888E-2</c:v>
                      </c:pt>
                      <c:pt idx="7053">
                        <c:v>9.4881770000000004E-2</c:v>
                      </c:pt>
                      <c:pt idx="7054">
                        <c:v>9.4869739999999994E-2</c:v>
                      </c:pt>
                      <c:pt idx="7055">
                        <c:v>9.4855350000000005E-2</c:v>
                      </c:pt>
                      <c:pt idx="7056">
                        <c:v>9.4842739999999995E-2</c:v>
                      </c:pt>
                      <c:pt idx="7057">
                        <c:v>9.4835729999999993E-2</c:v>
                      </c:pt>
                      <c:pt idx="7058">
                        <c:v>9.4837210000000005E-2</c:v>
                      </c:pt>
                      <c:pt idx="7059">
                        <c:v>9.4847689999999998E-2</c:v>
                      </c:pt>
                      <c:pt idx="7060">
                        <c:v>9.4865779999999997E-2</c:v>
                      </c:pt>
                      <c:pt idx="7061">
                        <c:v>9.488858E-2</c:v>
                      </c:pt>
                      <c:pt idx="7062">
                        <c:v>9.4912280000000002E-2</c:v>
                      </c:pt>
                      <c:pt idx="7063">
                        <c:v>9.4933190000000001E-2</c:v>
                      </c:pt>
                      <c:pt idx="7064">
                        <c:v>9.4948439999999995E-2</c:v>
                      </c:pt>
                      <c:pt idx="7065">
                        <c:v>9.4957310000000003E-2</c:v>
                      </c:pt>
                      <c:pt idx="7066">
                        <c:v>9.496077E-2</c:v>
                      </c:pt>
                      <c:pt idx="7067">
                        <c:v>9.4960939999999994E-2</c:v>
                      </c:pt>
                      <c:pt idx="7068">
                        <c:v>9.4960559999999999E-2</c:v>
                      </c:pt>
                      <c:pt idx="7069">
                        <c:v>9.4962050000000006E-2</c:v>
                      </c:pt>
                      <c:pt idx="7070">
                        <c:v>9.4966460000000003E-2</c:v>
                      </c:pt>
                      <c:pt idx="7071">
                        <c:v>9.4973840000000004E-2</c:v>
                      </c:pt>
                      <c:pt idx="7072">
                        <c:v>9.4983029999999996E-2</c:v>
                      </c:pt>
                      <c:pt idx="7073">
                        <c:v>9.4992850000000004E-2</c:v>
                      </c:pt>
                      <c:pt idx="7074">
                        <c:v>9.5003119999999996E-2</c:v>
                      </c:pt>
                      <c:pt idx="7075">
                        <c:v>9.5014009999999996E-2</c:v>
                      </c:pt>
                      <c:pt idx="7076">
                        <c:v>9.5026659999999999E-2</c:v>
                      </c:pt>
                      <c:pt idx="7077">
                        <c:v>9.5042039999999994E-2</c:v>
                      </c:pt>
                      <c:pt idx="7078">
                        <c:v>9.5060110000000003E-2</c:v>
                      </c:pt>
                      <c:pt idx="7079">
                        <c:v>9.5079120000000003E-2</c:v>
                      </c:pt>
                      <c:pt idx="7080">
                        <c:v>9.5095620000000006E-2</c:v>
                      </c:pt>
                      <c:pt idx="7081">
                        <c:v>9.5105690000000007E-2</c:v>
                      </c:pt>
                      <c:pt idx="7082">
                        <c:v>9.5106060000000006E-2</c:v>
                      </c:pt>
                      <c:pt idx="7083">
                        <c:v>9.5095330000000006E-2</c:v>
                      </c:pt>
                      <c:pt idx="7084">
                        <c:v>9.5075160000000006E-2</c:v>
                      </c:pt>
                      <c:pt idx="7085">
                        <c:v>9.5049960000000003E-2</c:v>
                      </c:pt>
                      <c:pt idx="7086">
                        <c:v>9.5026289999999999E-2</c:v>
                      </c:pt>
                      <c:pt idx="7087">
                        <c:v>9.5010300000000006E-2</c:v>
                      </c:pt>
                      <c:pt idx="7088">
                        <c:v>9.5006380000000001E-2</c:v>
                      </c:pt>
                      <c:pt idx="7089">
                        <c:v>9.5015279999999994E-2</c:v>
                      </c:pt>
                      <c:pt idx="7090">
                        <c:v>9.50347E-2</c:v>
                      </c:pt>
                      <c:pt idx="7091">
                        <c:v>9.5059279999999996E-2</c:v>
                      </c:pt>
                      <c:pt idx="7092">
                        <c:v>9.508287E-2</c:v>
                      </c:pt>
                      <c:pt idx="7093">
                        <c:v>9.5099989999999995E-2</c:v>
                      </c:pt>
                      <c:pt idx="7094">
                        <c:v>9.5108280000000003E-2</c:v>
                      </c:pt>
                      <c:pt idx="7095">
                        <c:v>9.5108159999999997E-2</c:v>
                      </c:pt>
                      <c:pt idx="7096">
                        <c:v>9.5102590000000001E-2</c:v>
                      </c:pt>
                      <c:pt idx="7097">
                        <c:v>9.5096609999999998E-2</c:v>
                      </c:pt>
                      <c:pt idx="7098">
                        <c:v>9.5094789999999998E-2</c:v>
                      </c:pt>
                      <c:pt idx="7099">
                        <c:v>9.5099660000000003E-2</c:v>
                      </c:pt>
                      <c:pt idx="7100">
                        <c:v>9.5111580000000001E-2</c:v>
                      </c:pt>
                      <c:pt idx="7101">
                        <c:v>9.5128249999999998E-2</c:v>
                      </c:pt>
                      <c:pt idx="7102">
                        <c:v>9.5146350000000005E-2</c:v>
                      </c:pt>
                      <c:pt idx="7103">
                        <c:v>9.5162319999999995E-2</c:v>
                      </c:pt>
                      <c:pt idx="7104">
                        <c:v>9.5173949999999993E-2</c:v>
                      </c:pt>
                      <c:pt idx="7105">
                        <c:v>9.5181089999999996E-2</c:v>
                      </c:pt>
                      <c:pt idx="7106">
                        <c:v>9.5185210000000006E-2</c:v>
                      </c:pt>
                      <c:pt idx="7107">
                        <c:v>9.5188720000000004E-2</c:v>
                      </c:pt>
                      <c:pt idx="7108">
                        <c:v>9.5193829999999993E-2</c:v>
                      </c:pt>
                      <c:pt idx="7109">
                        <c:v>9.5201750000000002E-2</c:v>
                      </c:pt>
                      <c:pt idx="7110">
                        <c:v>9.5212400000000003E-2</c:v>
                      </c:pt>
                      <c:pt idx="7111">
                        <c:v>9.5224119999999995E-2</c:v>
                      </c:pt>
                      <c:pt idx="7112">
                        <c:v>9.5235210000000001E-2</c:v>
                      </c:pt>
                      <c:pt idx="7113">
                        <c:v>9.5244040000000002E-2</c:v>
                      </c:pt>
                      <c:pt idx="7114">
                        <c:v>9.5250029999999999E-2</c:v>
                      </c:pt>
                      <c:pt idx="7115">
                        <c:v>9.5253370000000004E-2</c:v>
                      </c:pt>
                      <c:pt idx="7116">
                        <c:v>9.5254900000000003E-2</c:v>
                      </c:pt>
                      <c:pt idx="7117">
                        <c:v>9.5255469999999995E-2</c:v>
                      </c:pt>
                      <c:pt idx="7118">
                        <c:v>9.5256250000000001E-2</c:v>
                      </c:pt>
                      <c:pt idx="7119">
                        <c:v>9.525749E-2</c:v>
                      </c:pt>
                      <c:pt idx="7120">
                        <c:v>9.5259140000000006E-2</c:v>
                      </c:pt>
                      <c:pt idx="7121">
                        <c:v>9.5261620000000005E-2</c:v>
                      </c:pt>
                      <c:pt idx="7122">
                        <c:v>9.5265290000000002E-2</c:v>
                      </c:pt>
                      <c:pt idx="7123">
                        <c:v>9.527033E-2</c:v>
                      </c:pt>
                      <c:pt idx="7124">
                        <c:v>9.5276390000000002E-2</c:v>
                      </c:pt>
                      <c:pt idx="7125">
                        <c:v>9.5283039999999999E-2</c:v>
                      </c:pt>
                      <c:pt idx="7126">
                        <c:v>9.5288899999999996E-2</c:v>
                      </c:pt>
                      <c:pt idx="7127">
                        <c:v>9.5292399999999999E-2</c:v>
                      </c:pt>
                      <c:pt idx="7128">
                        <c:v>9.5292360000000007E-2</c:v>
                      </c:pt>
                      <c:pt idx="7129">
                        <c:v>9.5289189999999996E-2</c:v>
                      </c:pt>
                      <c:pt idx="7130">
                        <c:v>9.5284389999999997E-2</c:v>
                      </c:pt>
                      <c:pt idx="7131">
                        <c:v>9.5280390000000006E-2</c:v>
                      </c:pt>
                      <c:pt idx="7132">
                        <c:v>9.5280069999999994E-2</c:v>
                      </c:pt>
                      <c:pt idx="7133">
                        <c:v>9.5285099999999998E-2</c:v>
                      </c:pt>
                      <c:pt idx="7134">
                        <c:v>9.5295699999999997E-2</c:v>
                      </c:pt>
                      <c:pt idx="7135">
                        <c:v>9.5310140000000002E-2</c:v>
                      </c:pt>
                      <c:pt idx="7136">
                        <c:v>9.532562E-2</c:v>
                      </c:pt>
                      <c:pt idx="7137">
                        <c:v>9.5339450000000006E-2</c:v>
                      </c:pt>
                      <c:pt idx="7138">
                        <c:v>9.5349760000000006E-2</c:v>
                      </c:pt>
                      <c:pt idx="7139">
                        <c:v>9.5356369999999996E-2</c:v>
                      </c:pt>
                      <c:pt idx="7140">
                        <c:v>9.5360500000000001E-2</c:v>
                      </c:pt>
                      <c:pt idx="7141">
                        <c:v>9.5363959999999998E-2</c:v>
                      </c:pt>
                      <c:pt idx="7142">
                        <c:v>9.5368579999999994E-2</c:v>
                      </c:pt>
                      <c:pt idx="7143">
                        <c:v>9.5374899999999999E-2</c:v>
                      </c:pt>
                      <c:pt idx="7144">
                        <c:v>9.538257E-2</c:v>
                      </c:pt>
                      <c:pt idx="7145">
                        <c:v>9.5390619999999995E-2</c:v>
                      </c:pt>
                      <c:pt idx="7146">
                        <c:v>9.5398339999999998E-2</c:v>
                      </c:pt>
                      <c:pt idx="7147">
                        <c:v>9.540556E-2</c:v>
                      </c:pt>
                      <c:pt idx="7148">
                        <c:v>9.5412659999999996E-2</c:v>
                      </c:pt>
                      <c:pt idx="7149">
                        <c:v>9.5421119999999998E-2</c:v>
                      </c:pt>
                      <c:pt idx="7150">
                        <c:v>9.5431769999999999E-2</c:v>
                      </c:pt>
                      <c:pt idx="7151">
                        <c:v>9.5444860000000006E-2</c:v>
                      </c:pt>
                      <c:pt idx="7152">
                        <c:v>9.5459680000000005E-2</c:v>
                      </c:pt>
                      <c:pt idx="7153">
                        <c:v>9.5475149999999995E-2</c:v>
                      </c:pt>
                      <c:pt idx="7154">
                        <c:v>9.5490179999999994E-2</c:v>
                      </c:pt>
                      <c:pt idx="7155">
                        <c:v>9.5503679999999994E-2</c:v>
                      </c:pt>
                      <c:pt idx="7156">
                        <c:v>9.5515069999999994E-2</c:v>
                      </c:pt>
                      <c:pt idx="7157">
                        <c:v>9.5523789999999997E-2</c:v>
                      </c:pt>
                      <c:pt idx="7158">
                        <c:v>9.5529559999999999E-2</c:v>
                      </c:pt>
                      <c:pt idx="7159">
                        <c:v>9.5531140000000001E-2</c:v>
                      </c:pt>
                      <c:pt idx="7160">
                        <c:v>9.5527379999999995E-2</c:v>
                      </c:pt>
                      <c:pt idx="7161">
                        <c:v>9.5517840000000007E-2</c:v>
                      </c:pt>
                      <c:pt idx="7162">
                        <c:v>9.5503270000000001E-2</c:v>
                      </c:pt>
                      <c:pt idx="7163">
                        <c:v>9.5485719999999996E-2</c:v>
                      </c:pt>
                      <c:pt idx="7164">
                        <c:v>9.5469250000000005E-2</c:v>
                      </c:pt>
                      <c:pt idx="7165">
                        <c:v>9.5457860000000005E-2</c:v>
                      </c:pt>
                      <c:pt idx="7166">
                        <c:v>9.545526E-2</c:v>
                      </c:pt>
                      <c:pt idx="7167">
                        <c:v>9.5462809999999995E-2</c:v>
                      </c:pt>
                      <c:pt idx="7168">
                        <c:v>9.5479530000000007E-2</c:v>
                      </c:pt>
                      <c:pt idx="7169">
                        <c:v>9.5502229999999994E-2</c:v>
                      </c:pt>
                      <c:pt idx="7170">
                        <c:v>9.5527050000000002E-2</c:v>
                      </c:pt>
                      <c:pt idx="7171">
                        <c:v>9.5550129999999997E-2</c:v>
                      </c:pt>
                      <c:pt idx="7172">
                        <c:v>9.5568749999999994E-2</c:v>
                      </c:pt>
                      <c:pt idx="7173">
                        <c:v>9.5582249999999994E-2</c:v>
                      </c:pt>
                      <c:pt idx="7174">
                        <c:v>9.5591010000000004E-2</c:v>
                      </c:pt>
                      <c:pt idx="7175">
                        <c:v>9.559658E-2</c:v>
                      </c:pt>
                      <c:pt idx="7176">
                        <c:v>9.5600500000000005E-2</c:v>
                      </c:pt>
                      <c:pt idx="7177">
                        <c:v>9.5603930000000004E-2</c:v>
                      </c:pt>
                      <c:pt idx="7178">
                        <c:v>9.5607360000000002E-2</c:v>
                      </c:pt>
                      <c:pt idx="7179">
                        <c:v>9.5611160000000001E-2</c:v>
                      </c:pt>
                      <c:pt idx="7180">
                        <c:v>9.5614950000000004E-2</c:v>
                      </c:pt>
                      <c:pt idx="7181">
                        <c:v>9.5618460000000002E-2</c:v>
                      </c:pt>
                      <c:pt idx="7182">
                        <c:v>9.5621479999999995E-2</c:v>
                      </c:pt>
                      <c:pt idx="7183">
                        <c:v>9.5623130000000001E-2</c:v>
                      </c:pt>
                      <c:pt idx="7184">
                        <c:v>9.5623250000000007E-2</c:v>
                      </c:pt>
                      <c:pt idx="7185">
                        <c:v>9.5621970000000001E-2</c:v>
                      </c:pt>
                      <c:pt idx="7186">
                        <c:v>9.5620280000000002E-2</c:v>
                      </c:pt>
                      <c:pt idx="7187">
                        <c:v>9.5620159999999996E-2</c:v>
                      </c:pt>
                      <c:pt idx="7188">
                        <c:v>9.5623710000000001E-2</c:v>
                      </c:pt>
                      <c:pt idx="7189">
                        <c:v>9.5632960000000003E-2</c:v>
                      </c:pt>
                      <c:pt idx="7190">
                        <c:v>9.5648490000000003E-2</c:v>
                      </c:pt>
                      <c:pt idx="7191">
                        <c:v>9.5668970000000006E-2</c:v>
                      </c:pt>
                      <c:pt idx="7192">
                        <c:v>9.5690940000000002E-2</c:v>
                      </c:pt>
                      <c:pt idx="7193">
                        <c:v>9.5710149999999994E-2</c:v>
                      </c:pt>
                      <c:pt idx="7194">
                        <c:v>9.5722539999999995E-2</c:v>
                      </c:pt>
                      <c:pt idx="7195">
                        <c:v>9.5726130000000006E-2</c:v>
                      </c:pt>
                      <c:pt idx="7196">
                        <c:v>9.5721390000000003E-2</c:v>
                      </c:pt>
                      <c:pt idx="7197">
                        <c:v>9.5711340000000006E-2</c:v>
                      </c:pt>
                      <c:pt idx="7198">
                        <c:v>9.5700519999999997E-2</c:v>
                      </c:pt>
                      <c:pt idx="7199">
                        <c:v>9.5693089999999995E-2</c:v>
                      </c:pt>
                      <c:pt idx="7200">
                        <c:v>9.5691769999999995E-2</c:v>
                      </c:pt>
                      <c:pt idx="7201">
                        <c:v>9.5696809999999993E-2</c:v>
                      </c:pt>
                      <c:pt idx="7202">
                        <c:v>9.5706550000000001E-2</c:v>
                      </c:pt>
                      <c:pt idx="7203">
                        <c:v>9.5718159999999997E-2</c:v>
                      </c:pt>
                      <c:pt idx="7204">
                        <c:v>9.5729359999999999E-2</c:v>
                      </c:pt>
                      <c:pt idx="7205">
                        <c:v>9.5738859999999995E-2</c:v>
                      </c:pt>
                      <c:pt idx="7206">
                        <c:v>9.5747109999999996E-2</c:v>
                      </c:pt>
                      <c:pt idx="7207">
                        <c:v>9.5755380000000001E-2</c:v>
                      </c:pt>
                      <c:pt idx="7208">
                        <c:v>9.5764959999999996E-2</c:v>
                      </c:pt>
                      <c:pt idx="7209">
                        <c:v>9.5776940000000005E-2</c:v>
                      </c:pt>
                      <c:pt idx="7210">
                        <c:v>9.5791109999999999E-2</c:v>
                      </c:pt>
                      <c:pt idx="7211">
                        <c:v>9.5806429999999998E-2</c:v>
                      </c:pt>
                      <c:pt idx="7212">
                        <c:v>9.5821400000000001E-2</c:v>
                      </c:pt>
                      <c:pt idx="7213">
                        <c:v>9.5834660000000002E-2</c:v>
                      </c:pt>
                      <c:pt idx="7214">
                        <c:v>9.5845360000000004E-2</c:v>
                      </c:pt>
                      <c:pt idx="7215">
                        <c:v>9.5852999999999994E-2</c:v>
                      </c:pt>
                      <c:pt idx="7216">
                        <c:v>9.5857419999999999E-2</c:v>
                      </c:pt>
                      <c:pt idx="7217">
                        <c:v>9.5858860000000004E-2</c:v>
                      </c:pt>
                      <c:pt idx="7218">
                        <c:v>9.5857999999999999E-2</c:v>
                      </c:pt>
                      <c:pt idx="7219">
                        <c:v>9.585573E-2</c:v>
                      </c:pt>
                      <c:pt idx="7220">
                        <c:v>9.5853289999999994E-2</c:v>
                      </c:pt>
                      <c:pt idx="7221">
                        <c:v>9.5852499999999993E-2</c:v>
                      </c:pt>
                      <c:pt idx="7222">
                        <c:v>9.5854819999999993E-2</c:v>
                      </c:pt>
                      <c:pt idx="7223">
                        <c:v>9.5860940000000006E-2</c:v>
                      </c:pt>
                      <c:pt idx="7224">
                        <c:v>9.587031E-2</c:v>
                      </c:pt>
                      <c:pt idx="7225">
                        <c:v>9.5881179999999996E-2</c:v>
                      </c:pt>
                      <c:pt idx="7226">
                        <c:v>9.5891130000000005E-2</c:v>
                      </c:pt>
                      <c:pt idx="7227">
                        <c:v>9.5897700000000002E-2</c:v>
                      </c:pt>
                      <c:pt idx="7228">
                        <c:v>9.5899490000000004E-2</c:v>
                      </c:pt>
                      <c:pt idx="7229">
                        <c:v>9.5896919999999997E-2</c:v>
                      </c:pt>
                      <c:pt idx="7230">
                        <c:v>9.5892130000000006E-2</c:v>
                      </c:pt>
                      <c:pt idx="7231">
                        <c:v>9.588816E-2</c:v>
                      </c:pt>
                      <c:pt idx="7232">
                        <c:v>9.5887790000000001E-2</c:v>
                      </c:pt>
                      <c:pt idx="7233">
                        <c:v>9.5893080000000006E-2</c:v>
                      </c:pt>
                      <c:pt idx="7234">
                        <c:v>9.5903950000000002E-2</c:v>
                      </c:pt>
                      <c:pt idx="7235">
                        <c:v>9.5918820000000002E-2</c:v>
                      </c:pt>
                      <c:pt idx="7236">
                        <c:v>9.5935019999999996E-2</c:v>
                      </c:pt>
                      <c:pt idx="7237">
                        <c:v>9.5949779999999998E-2</c:v>
                      </c:pt>
                      <c:pt idx="7238">
                        <c:v>9.596122E-2</c:v>
                      </c:pt>
                      <c:pt idx="7239">
                        <c:v>9.5968750000000005E-2</c:v>
                      </c:pt>
                      <c:pt idx="7240">
                        <c:v>9.5972669999999996E-2</c:v>
                      </c:pt>
                      <c:pt idx="7241">
                        <c:v>9.5974569999999995E-2</c:v>
                      </c:pt>
                      <c:pt idx="7242">
                        <c:v>9.5976229999999996E-2</c:v>
                      </c:pt>
                      <c:pt idx="7243">
                        <c:v>9.59787E-2</c:v>
                      </c:pt>
                      <c:pt idx="7244">
                        <c:v>9.5983079999999998E-2</c:v>
                      </c:pt>
                      <c:pt idx="7245">
                        <c:v>9.5989240000000003E-2</c:v>
                      </c:pt>
                      <c:pt idx="7246">
                        <c:v>9.5997009999999994E-2</c:v>
                      </c:pt>
                      <c:pt idx="7247">
                        <c:v>9.6005900000000005E-2</c:v>
                      </c:pt>
                      <c:pt idx="7248">
                        <c:v>9.6014989999999995E-2</c:v>
                      </c:pt>
                      <c:pt idx="7249">
                        <c:v>9.6023919999999999E-2</c:v>
                      </c:pt>
                      <c:pt idx="7250">
                        <c:v>9.6032850000000003E-2</c:v>
                      </c:pt>
                      <c:pt idx="7251">
                        <c:v>9.6041570000000007E-2</c:v>
                      </c:pt>
                      <c:pt idx="7252">
                        <c:v>9.6050460000000004E-2</c:v>
                      </c:pt>
                      <c:pt idx="7253">
                        <c:v>9.6059839999999994E-2</c:v>
                      </c:pt>
                      <c:pt idx="7254">
                        <c:v>9.6069719999999997E-2</c:v>
                      </c:pt>
                      <c:pt idx="7255">
                        <c:v>9.6079890000000001E-2</c:v>
                      </c:pt>
                      <c:pt idx="7256">
                        <c:v>9.6089679999999997E-2</c:v>
                      </c:pt>
                      <c:pt idx="7257">
                        <c:v>9.6098000000000003E-2</c:v>
                      </c:pt>
                      <c:pt idx="7258">
                        <c:v>9.610399E-2</c:v>
                      </c:pt>
                      <c:pt idx="7259">
                        <c:v>9.6106839999999999E-2</c:v>
                      </c:pt>
                      <c:pt idx="7260">
                        <c:v>9.6106880000000006E-2</c:v>
                      </c:pt>
                      <c:pt idx="7261">
                        <c:v>9.6104819999999994E-2</c:v>
                      </c:pt>
                      <c:pt idx="7262">
                        <c:v>9.6101919999999993E-2</c:v>
                      </c:pt>
                      <c:pt idx="7263">
                        <c:v>9.6099530000000002E-2</c:v>
                      </c:pt>
                      <c:pt idx="7264">
                        <c:v>9.6098489999999995E-2</c:v>
                      </c:pt>
                      <c:pt idx="7265">
                        <c:v>9.6099190000000001E-2</c:v>
                      </c:pt>
                      <c:pt idx="7266">
                        <c:v>9.610138E-2</c:v>
                      </c:pt>
                      <c:pt idx="7267">
                        <c:v>9.6104319999999993E-2</c:v>
                      </c:pt>
                      <c:pt idx="7268">
                        <c:v>9.6107380000000006E-2</c:v>
                      </c:pt>
                      <c:pt idx="7269">
                        <c:v>9.6110360000000006E-2</c:v>
                      </c:pt>
                      <c:pt idx="7270">
                        <c:v>9.6113660000000004E-2</c:v>
                      </c:pt>
                      <c:pt idx="7271">
                        <c:v>9.6117789999999995E-2</c:v>
                      </c:pt>
                      <c:pt idx="7272">
                        <c:v>9.6123550000000002E-2</c:v>
                      </c:pt>
                      <c:pt idx="7273">
                        <c:v>9.6131350000000004E-2</c:v>
                      </c:pt>
                      <c:pt idx="7274">
                        <c:v>9.6140909999999996E-2</c:v>
                      </c:pt>
                      <c:pt idx="7275">
                        <c:v>9.615158E-2</c:v>
                      </c:pt>
                      <c:pt idx="7276">
                        <c:v>9.6162239999999996E-2</c:v>
                      </c:pt>
                      <c:pt idx="7277">
                        <c:v>9.6171919999999994E-2</c:v>
                      </c:pt>
                      <c:pt idx="7278">
                        <c:v>9.6179810000000004E-2</c:v>
                      </c:pt>
                      <c:pt idx="7279">
                        <c:v>9.6185480000000004E-2</c:v>
                      </c:pt>
                      <c:pt idx="7280">
                        <c:v>9.6189250000000004E-2</c:v>
                      </c:pt>
                      <c:pt idx="7281">
                        <c:v>9.6191559999999995E-2</c:v>
                      </c:pt>
                      <c:pt idx="7282">
                        <c:v>9.6193790000000001E-2</c:v>
                      </c:pt>
                      <c:pt idx="7283">
                        <c:v>9.6196889999999993E-2</c:v>
                      </c:pt>
                      <c:pt idx="7284">
                        <c:v>9.6202140000000005E-2</c:v>
                      </c:pt>
                      <c:pt idx="7285">
                        <c:v>9.6210409999999996E-2</c:v>
                      </c:pt>
                      <c:pt idx="7286">
                        <c:v>9.6222150000000006E-2</c:v>
                      </c:pt>
                      <c:pt idx="7287">
                        <c:v>9.6236959999999996E-2</c:v>
                      </c:pt>
                      <c:pt idx="7288">
                        <c:v>9.6253459999999999E-2</c:v>
                      </c:pt>
                      <c:pt idx="7289">
                        <c:v>9.6269590000000002E-2</c:v>
                      </c:pt>
                      <c:pt idx="7290">
                        <c:v>9.6283569999999999E-2</c:v>
                      </c:pt>
                      <c:pt idx="7291">
                        <c:v>9.6293329999999996E-2</c:v>
                      </c:pt>
                      <c:pt idx="7292">
                        <c:v>9.6298049999999996E-2</c:v>
                      </c:pt>
                      <c:pt idx="7293">
                        <c:v>9.6297999999999995E-2</c:v>
                      </c:pt>
                      <c:pt idx="7294">
                        <c:v>9.6294820000000003E-2</c:v>
                      </c:pt>
                      <c:pt idx="7295">
                        <c:v>9.6290429999999996E-2</c:v>
                      </c:pt>
                      <c:pt idx="7296">
                        <c:v>9.6286750000000004E-2</c:v>
                      </c:pt>
                      <c:pt idx="7297">
                        <c:v>9.6285469999999998E-2</c:v>
                      </c:pt>
                      <c:pt idx="7298">
                        <c:v>9.6287170000000005E-2</c:v>
                      </c:pt>
                      <c:pt idx="7299">
                        <c:v>9.6291589999999996E-2</c:v>
                      </c:pt>
                      <c:pt idx="7300">
                        <c:v>9.6297759999999996E-2</c:v>
                      </c:pt>
                      <c:pt idx="7301">
                        <c:v>9.630466E-2</c:v>
                      </c:pt>
                      <c:pt idx="7302">
                        <c:v>9.6311610000000006E-2</c:v>
                      </c:pt>
                      <c:pt idx="7303">
                        <c:v>9.6318020000000004E-2</c:v>
                      </c:pt>
                      <c:pt idx="7304">
                        <c:v>9.6324060000000003E-2</c:v>
                      </c:pt>
                      <c:pt idx="7305">
                        <c:v>9.6329849999999995E-2</c:v>
                      </c:pt>
                      <c:pt idx="7306">
                        <c:v>9.6335400000000002E-2</c:v>
                      </c:pt>
                      <c:pt idx="7307">
                        <c:v>9.634065E-2</c:v>
                      </c:pt>
                      <c:pt idx="7308">
                        <c:v>9.6345529999999999E-2</c:v>
                      </c:pt>
                      <c:pt idx="7309">
                        <c:v>9.6349950000000004E-2</c:v>
                      </c:pt>
                      <c:pt idx="7310">
                        <c:v>9.6354300000000004E-2</c:v>
                      </c:pt>
                      <c:pt idx="7311">
                        <c:v>9.6359130000000001E-2</c:v>
                      </c:pt>
                      <c:pt idx="7312">
                        <c:v>9.6365339999999994E-2</c:v>
                      </c:pt>
                      <c:pt idx="7313">
                        <c:v>9.6373739999999999E-2</c:v>
                      </c:pt>
                      <c:pt idx="7314">
                        <c:v>9.6384369999999997E-2</c:v>
                      </c:pt>
                      <c:pt idx="7315">
                        <c:v>9.6396780000000001E-2</c:v>
                      </c:pt>
                      <c:pt idx="7316">
                        <c:v>9.640994E-2</c:v>
                      </c:pt>
                      <c:pt idx="7317">
                        <c:v>9.6422679999999997E-2</c:v>
                      </c:pt>
                      <c:pt idx="7318">
                        <c:v>9.6433679999999994E-2</c:v>
                      </c:pt>
                      <c:pt idx="7319">
                        <c:v>9.6441789999999999E-2</c:v>
                      </c:pt>
                      <c:pt idx="7320">
                        <c:v>9.6446630000000005E-2</c:v>
                      </c:pt>
                      <c:pt idx="7321">
                        <c:v>9.6448909999999999E-2</c:v>
                      </c:pt>
                      <c:pt idx="7322">
                        <c:v>9.6449279999999998E-2</c:v>
                      </c:pt>
                      <c:pt idx="7323">
                        <c:v>9.6449240000000006E-2</c:v>
                      </c:pt>
                      <c:pt idx="7324">
                        <c:v>9.6449649999999998E-2</c:v>
                      </c:pt>
                      <c:pt idx="7325">
                        <c:v>9.6451430000000005E-2</c:v>
                      </c:pt>
                      <c:pt idx="7326">
                        <c:v>9.6454819999999997E-2</c:v>
                      </c:pt>
                      <c:pt idx="7327">
                        <c:v>9.6459290000000003E-2</c:v>
                      </c:pt>
                      <c:pt idx="7328">
                        <c:v>9.6464170000000002E-2</c:v>
                      </c:pt>
                      <c:pt idx="7329">
                        <c:v>9.6468719999999994E-2</c:v>
                      </c:pt>
                      <c:pt idx="7330">
                        <c:v>9.6472039999999995E-2</c:v>
                      </c:pt>
                      <c:pt idx="7331">
                        <c:v>9.6473900000000001E-2</c:v>
                      </c:pt>
                      <c:pt idx="7332">
                        <c:v>9.647464E-2</c:v>
                      </c:pt>
                      <c:pt idx="7333">
                        <c:v>9.6474519999999994E-2</c:v>
                      </c:pt>
                      <c:pt idx="7334">
                        <c:v>9.6474439999999995E-2</c:v>
                      </c:pt>
                      <c:pt idx="7335">
                        <c:v>9.6475270000000002E-2</c:v>
                      </c:pt>
                      <c:pt idx="7336">
                        <c:v>9.6477579999999993E-2</c:v>
                      </c:pt>
                      <c:pt idx="7337">
                        <c:v>9.6481800000000006E-2</c:v>
                      </c:pt>
                      <c:pt idx="7338">
                        <c:v>9.6488130000000005E-2</c:v>
                      </c:pt>
                      <c:pt idx="7339">
                        <c:v>9.6496239999999997E-2</c:v>
                      </c:pt>
                      <c:pt idx="7340">
                        <c:v>9.6505960000000002E-2</c:v>
                      </c:pt>
                      <c:pt idx="7341">
                        <c:v>9.6516389999999994E-2</c:v>
                      </c:pt>
                      <c:pt idx="7342">
                        <c:v>9.6527150000000006E-2</c:v>
                      </c:pt>
                      <c:pt idx="7343">
                        <c:v>9.6537499999999998E-2</c:v>
                      </c:pt>
                      <c:pt idx="7344">
                        <c:v>9.6546770000000004E-2</c:v>
                      </c:pt>
                      <c:pt idx="7345">
                        <c:v>9.6554669999999995E-2</c:v>
                      </c:pt>
                      <c:pt idx="7346">
                        <c:v>9.6561460000000002E-2</c:v>
                      </c:pt>
                      <c:pt idx="7347">
                        <c:v>9.6567210000000001E-2</c:v>
                      </c:pt>
                      <c:pt idx="7348">
                        <c:v>9.6572630000000007E-2</c:v>
                      </c:pt>
                      <c:pt idx="7349">
                        <c:v>9.6578259999999999E-2</c:v>
                      </c:pt>
                      <c:pt idx="7350">
                        <c:v>9.6584600000000007E-2</c:v>
                      </c:pt>
                      <c:pt idx="7351">
                        <c:v>9.6591670000000004E-2</c:v>
                      </c:pt>
                      <c:pt idx="7352">
                        <c:v>9.6598870000000003E-2</c:v>
                      </c:pt>
                      <c:pt idx="7353">
                        <c:v>9.6605739999999996E-2</c:v>
                      </c:pt>
                      <c:pt idx="7354">
                        <c:v>9.6611459999999996E-2</c:v>
                      </c:pt>
                      <c:pt idx="7355">
                        <c:v>9.6615670000000001E-2</c:v>
                      </c:pt>
                      <c:pt idx="7356">
                        <c:v>9.6618410000000002E-2</c:v>
                      </c:pt>
                      <c:pt idx="7357">
                        <c:v>9.6620139999999993E-2</c:v>
                      </c:pt>
                      <c:pt idx="7358">
                        <c:v>9.6621760000000001E-2</c:v>
                      </c:pt>
                      <c:pt idx="7359">
                        <c:v>9.6623909999999993E-2</c:v>
                      </c:pt>
                      <c:pt idx="7360">
                        <c:v>9.6627299999999999E-2</c:v>
                      </c:pt>
                      <c:pt idx="7361">
                        <c:v>9.6632109999999993E-2</c:v>
                      </c:pt>
                      <c:pt idx="7362">
                        <c:v>9.6638520000000006E-2</c:v>
                      </c:pt>
                      <c:pt idx="7363">
                        <c:v>9.6646259999999998E-2</c:v>
                      </c:pt>
                      <c:pt idx="7364">
                        <c:v>9.6655119999999997E-2</c:v>
                      </c:pt>
                      <c:pt idx="7365">
                        <c:v>9.6665020000000004E-2</c:v>
                      </c:pt>
                      <c:pt idx="7366">
                        <c:v>9.6675650000000002E-2</c:v>
                      </c:pt>
                      <c:pt idx="7367">
                        <c:v>9.6686659999999994E-2</c:v>
                      </c:pt>
                      <c:pt idx="7368">
                        <c:v>9.6697669999999999E-2</c:v>
                      </c:pt>
                      <c:pt idx="7369">
                        <c:v>9.6707899999999999E-2</c:v>
                      </c:pt>
                      <c:pt idx="7370">
                        <c:v>9.6716930000000007E-2</c:v>
                      </c:pt>
                      <c:pt idx="7371">
                        <c:v>9.6723840000000005E-2</c:v>
                      </c:pt>
                      <c:pt idx="7372">
                        <c:v>9.6728560000000005E-2</c:v>
                      </c:pt>
                      <c:pt idx="7373">
                        <c:v>9.6730999999999998E-2</c:v>
                      </c:pt>
                      <c:pt idx="7374">
                        <c:v>9.6731739999999997E-2</c:v>
                      </c:pt>
                      <c:pt idx="7375">
                        <c:v>9.6730960000000005E-2</c:v>
                      </c:pt>
                      <c:pt idx="7376">
                        <c:v>9.6729469999999998E-2</c:v>
                      </c:pt>
                      <c:pt idx="7377">
                        <c:v>9.6727729999999998E-2</c:v>
                      </c:pt>
                      <c:pt idx="7378">
                        <c:v>9.6726530000000005E-2</c:v>
                      </c:pt>
                      <c:pt idx="7379">
                        <c:v>9.6726119999999999E-2</c:v>
                      </c:pt>
                      <c:pt idx="7380">
                        <c:v>9.6727160000000006E-2</c:v>
                      </c:pt>
                      <c:pt idx="7381">
                        <c:v>9.6729930000000006E-2</c:v>
                      </c:pt>
                      <c:pt idx="7382">
                        <c:v>9.6734639999999997E-2</c:v>
                      </c:pt>
                      <c:pt idx="7383">
                        <c:v>9.6741019999999997E-2</c:v>
                      </c:pt>
                      <c:pt idx="7384">
                        <c:v>9.6748600000000004E-2</c:v>
                      </c:pt>
                      <c:pt idx="7385">
                        <c:v>9.6756499999999995E-2</c:v>
                      </c:pt>
                      <c:pt idx="7386">
                        <c:v>9.6764119999999995E-2</c:v>
                      </c:pt>
                      <c:pt idx="7387">
                        <c:v>9.6770789999999995E-2</c:v>
                      </c:pt>
                      <c:pt idx="7388">
                        <c:v>9.6776219999999996E-2</c:v>
                      </c:pt>
                      <c:pt idx="7389">
                        <c:v>9.6780640000000001E-2</c:v>
                      </c:pt>
                      <c:pt idx="7390">
                        <c:v>9.6784620000000002E-2</c:v>
                      </c:pt>
                      <c:pt idx="7391">
                        <c:v>9.6788219999999994E-2</c:v>
                      </c:pt>
                      <c:pt idx="7392">
                        <c:v>9.6791829999999995E-2</c:v>
                      </c:pt>
                      <c:pt idx="7393">
                        <c:v>9.6795419999999993E-2</c:v>
                      </c:pt>
                      <c:pt idx="7394">
                        <c:v>9.6799319999999994E-2</c:v>
                      </c:pt>
                      <c:pt idx="7395">
                        <c:v>9.680358E-2</c:v>
                      </c:pt>
                      <c:pt idx="7396">
                        <c:v>9.680888E-2</c:v>
                      </c:pt>
                      <c:pt idx="7397">
                        <c:v>9.6815680000000001E-2</c:v>
                      </c:pt>
                      <c:pt idx="7398">
                        <c:v>9.6825030000000006E-2</c:v>
                      </c:pt>
                      <c:pt idx="7399">
                        <c:v>9.6836839999999993E-2</c:v>
                      </c:pt>
                      <c:pt idx="7400">
                        <c:v>9.6851039999999999E-2</c:v>
                      </c:pt>
                      <c:pt idx="7401">
                        <c:v>9.6867019999999998E-2</c:v>
                      </c:pt>
                      <c:pt idx="7402">
                        <c:v>9.6883709999999998E-2</c:v>
                      </c:pt>
                      <c:pt idx="7403">
                        <c:v>9.6899990000000005E-2</c:v>
                      </c:pt>
                      <c:pt idx="7404">
                        <c:v>9.6914940000000005E-2</c:v>
                      </c:pt>
                      <c:pt idx="7405">
                        <c:v>9.6928609999999998E-2</c:v>
                      </c:pt>
                      <c:pt idx="7406">
                        <c:v>9.6941159999999998E-2</c:v>
                      </c:pt>
                      <c:pt idx="7407">
                        <c:v>9.6953090000000006E-2</c:v>
                      </c:pt>
                      <c:pt idx="7408">
                        <c:v>9.6964900000000007E-2</c:v>
                      </c:pt>
                      <c:pt idx="7409">
                        <c:v>9.6976660000000006E-2</c:v>
                      </c:pt>
                      <c:pt idx="7410">
                        <c:v>9.6988260000000007E-2</c:v>
                      </c:pt>
                      <c:pt idx="7411">
                        <c:v>9.699924E-2</c:v>
                      </c:pt>
                      <c:pt idx="7412">
                        <c:v>9.7009010000000007E-2</c:v>
                      </c:pt>
                      <c:pt idx="7413">
                        <c:v>9.70168E-2</c:v>
                      </c:pt>
                      <c:pt idx="7414">
                        <c:v>9.7022349999999993E-2</c:v>
                      </c:pt>
                      <c:pt idx="7415">
                        <c:v>9.7025710000000001E-2</c:v>
                      </c:pt>
                      <c:pt idx="7416">
                        <c:v>9.7026909999999994E-2</c:v>
                      </c:pt>
                      <c:pt idx="7417">
                        <c:v>9.702595E-2</c:v>
                      </c:pt>
                      <c:pt idx="7418">
                        <c:v>9.7023639999999994E-2</c:v>
                      </c:pt>
                      <c:pt idx="7419">
                        <c:v>9.7020529999999994E-2</c:v>
                      </c:pt>
                      <c:pt idx="7420">
                        <c:v>9.7017339999999994E-2</c:v>
                      </c:pt>
                      <c:pt idx="7421">
                        <c:v>9.7014929999999999E-2</c:v>
                      </c:pt>
                      <c:pt idx="7422">
                        <c:v>9.7013940000000007E-2</c:v>
                      </c:pt>
                      <c:pt idx="7423">
                        <c:v>9.7014520000000007E-2</c:v>
                      </c:pt>
                      <c:pt idx="7424">
                        <c:v>9.7016549999999993E-2</c:v>
                      </c:pt>
                      <c:pt idx="7425">
                        <c:v>9.7019279999999999E-2</c:v>
                      </c:pt>
                      <c:pt idx="7426">
                        <c:v>9.7022349999999993E-2</c:v>
                      </c:pt>
                      <c:pt idx="7427">
                        <c:v>9.702529E-2</c:v>
                      </c:pt>
                      <c:pt idx="7428">
                        <c:v>9.7028320000000001E-2</c:v>
                      </c:pt>
                      <c:pt idx="7429">
                        <c:v>9.7032259999999995E-2</c:v>
                      </c:pt>
                      <c:pt idx="7430">
                        <c:v>9.7038180000000002E-2</c:v>
                      </c:pt>
                      <c:pt idx="7431">
                        <c:v>9.7046919999999995E-2</c:v>
                      </c:pt>
                      <c:pt idx="7432">
                        <c:v>9.7059060000000003E-2</c:v>
                      </c:pt>
                      <c:pt idx="7433">
                        <c:v>9.7074339999999995E-2</c:v>
                      </c:pt>
                      <c:pt idx="7434">
                        <c:v>9.7091750000000004E-2</c:v>
                      </c:pt>
                      <c:pt idx="7435">
                        <c:v>9.710974E-2</c:v>
                      </c:pt>
                      <c:pt idx="7436">
                        <c:v>9.712693E-2</c:v>
                      </c:pt>
                      <c:pt idx="7437">
                        <c:v>9.7142179999999995E-2</c:v>
                      </c:pt>
                      <c:pt idx="7438">
                        <c:v>9.7154950000000004E-2</c:v>
                      </c:pt>
                      <c:pt idx="7439">
                        <c:v>9.7164849999999997E-2</c:v>
                      </c:pt>
                      <c:pt idx="7440">
                        <c:v>9.7172270000000005E-2</c:v>
                      </c:pt>
                      <c:pt idx="7441">
                        <c:v>9.7177319999999998E-2</c:v>
                      </c:pt>
                      <c:pt idx="7442">
                        <c:v>9.7180180000000005E-2</c:v>
                      </c:pt>
                      <c:pt idx="7443">
                        <c:v>9.7181299999999998E-2</c:v>
                      </c:pt>
                      <c:pt idx="7444">
                        <c:v>9.7181130000000004E-2</c:v>
                      </c:pt>
                      <c:pt idx="7445">
                        <c:v>9.7180680000000005E-2</c:v>
                      </c:pt>
                      <c:pt idx="7446">
                        <c:v>9.7180890000000006E-2</c:v>
                      </c:pt>
                      <c:pt idx="7447">
                        <c:v>9.7183210000000006E-2</c:v>
                      </c:pt>
                      <c:pt idx="7448">
                        <c:v>9.7188469999999999E-2</c:v>
                      </c:pt>
                      <c:pt idx="7449">
                        <c:v>9.7197000000000006E-2</c:v>
                      </c:pt>
                      <c:pt idx="7450">
                        <c:v>9.7208820000000001E-2</c:v>
                      </c:pt>
                      <c:pt idx="7451">
                        <c:v>9.7223039999999997E-2</c:v>
                      </c:pt>
                      <c:pt idx="7452">
                        <c:v>9.7238539999999998E-2</c:v>
                      </c:pt>
                      <c:pt idx="7453">
                        <c:v>9.725396E-2</c:v>
                      </c:pt>
                      <c:pt idx="7454">
                        <c:v>9.7268170000000001E-2</c:v>
                      </c:pt>
                      <c:pt idx="7455">
                        <c:v>9.7280359999999996E-2</c:v>
                      </c:pt>
                      <c:pt idx="7456">
                        <c:v>9.7290020000000005E-2</c:v>
                      </c:pt>
                      <c:pt idx="7457">
                        <c:v>9.7296900000000006E-2</c:v>
                      </c:pt>
                      <c:pt idx="7458">
                        <c:v>9.7301540000000006E-2</c:v>
                      </c:pt>
                      <c:pt idx="7459">
                        <c:v>9.7304450000000001E-2</c:v>
                      </c:pt>
                      <c:pt idx="7460">
                        <c:v>9.7306809999999994E-2</c:v>
                      </c:pt>
                      <c:pt idx="7461">
                        <c:v>9.7309839999999995E-2</c:v>
                      </c:pt>
                      <c:pt idx="7462">
                        <c:v>9.7314349999999994E-2</c:v>
                      </c:pt>
                      <c:pt idx="7463">
                        <c:v>9.7320909999999997E-2</c:v>
                      </c:pt>
                      <c:pt idx="7464">
                        <c:v>9.7329109999999996E-2</c:v>
                      </c:pt>
                      <c:pt idx="7465">
                        <c:v>9.7338149999999998E-2</c:v>
                      </c:pt>
                      <c:pt idx="7466">
                        <c:v>9.7346940000000007E-2</c:v>
                      </c:pt>
                      <c:pt idx="7467">
                        <c:v>9.735423E-2</c:v>
                      </c:pt>
                      <c:pt idx="7468">
                        <c:v>0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9-D8F3-4BA2-8787-4E5A5266B8BA}"/>
                  </c:ext>
                </c:extLst>
              </c15:ser>
            </c15:filteredScatterSeries>
          </c:ext>
        </c:extLst>
      </c:scatterChart>
      <c:valAx>
        <c:axId val="721389119"/>
        <c:scaling>
          <c:orientation val="maxMin"/>
          <c:max val="4000"/>
          <c:min val="400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Wavenumber(cm-1)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511727"/>
        <c:crosses val="autoZero"/>
        <c:crossBetween val="midCat"/>
      </c:valAx>
      <c:valAx>
        <c:axId val="859511727"/>
        <c:scaling>
          <c:orientation val="minMax"/>
          <c:max val="100"/>
        </c:scaling>
        <c:delete val="0"/>
        <c:axPos val="r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Transmittance (T%)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13891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Weight(%)</a:t>
            </a:r>
            <a:r>
              <a:rPr lang="en-US" baseline="0" dirty="0"/>
              <a:t> vs Time(min) TGA</a:t>
            </a:r>
            <a:endParaRPr lang="en-US" dirty="0"/>
          </a:p>
          <a:p>
            <a:pPr>
              <a:defRPr/>
            </a:pPr>
            <a:r>
              <a:rPr lang="en-US" sz="1400" dirty="0"/>
              <a:t>Ramp 10.00 °C/min to 125.00 °C,  Isothermal for 12 </a:t>
            </a:r>
            <a:r>
              <a:rPr lang="en-US" sz="1400" dirty="0" err="1"/>
              <a:t>hrs</a:t>
            </a:r>
            <a:endParaRPr lang="en-US" sz="1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2"/>
          <c:order val="0"/>
          <c:tx>
            <c:strRef>
              <c:f>'01 Weight%'!$D$4:$E$4</c:f>
              <c:strCache>
                <c:ptCount val="1"/>
                <c:pt idx="0">
                  <c:v>Tflex SF10 01</c:v>
                </c:pt>
              </c:strCache>
            </c:strRef>
          </c:tx>
          <c:spPr>
            <a:ln w="22225" cap="rnd">
              <a:solidFill>
                <a:srgbClr val="0067B6"/>
              </a:solidFill>
              <a:round/>
            </a:ln>
            <a:effectLst/>
          </c:spPr>
          <c:marker>
            <c:symbol val="none"/>
          </c:marker>
          <c:xVal>
            <c:numRef>
              <c:f>'01 Weight%'!$D$6:$D$10480</c:f>
              <c:numCache>
                <c:formatCode>General</c:formatCode>
                <c:ptCount val="10475"/>
                <c:pt idx="0">
                  <c:v>27.103680000000001</c:v>
                </c:pt>
                <c:pt idx="1">
                  <c:v>27.127800000000001</c:v>
                </c:pt>
                <c:pt idx="2">
                  <c:v>27.14996</c:v>
                </c:pt>
                <c:pt idx="3">
                  <c:v>27.17446</c:v>
                </c:pt>
                <c:pt idx="4">
                  <c:v>27.19801</c:v>
                </c:pt>
                <c:pt idx="5">
                  <c:v>27.225200000000001</c:v>
                </c:pt>
                <c:pt idx="6">
                  <c:v>27.25066</c:v>
                </c:pt>
                <c:pt idx="7">
                  <c:v>27.274190000000001</c:v>
                </c:pt>
                <c:pt idx="8">
                  <c:v>27.302140000000001</c:v>
                </c:pt>
                <c:pt idx="9">
                  <c:v>27.329090000000001</c:v>
                </c:pt>
                <c:pt idx="10">
                  <c:v>27.358080000000001</c:v>
                </c:pt>
                <c:pt idx="11">
                  <c:v>27.387160000000002</c:v>
                </c:pt>
                <c:pt idx="12">
                  <c:v>27.415279999999999</c:v>
                </c:pt>
                <c:pt idx="13">
                  <c:v>27.449100000000001</c:v>
                </c:pt>
                <c:pt idx="14">
                  <c:v>27.48028</c:v>
                </c:pt>
                <c:pt idx="15">
                  <c:v>27.51444</c:v>
                </c:pt>
                <c:pt idx="16">
                  <c:v>27.54617</c:v>
                </c:pt>
                <c:pt idx="17">
                  <c:v>27.580939999999998</c:v>
                </c:pt>
                <c:pt idx="18">
                  <c:v>27.61422</c:v>
                </c:pt>
                <c:pt idx="19">
                  <c:v>27.650839999999999</c:v>
                </c:pt>
                <c:pt idx="20">
                  <c:v>27.68892</c:v>
                </c:pt>
                <c:pt idx="21">
                  <c:v>27.72926</c:v>
                </c:pt>
                <c:pt idx="22">
                  <c:v>27.767340000000001</c:v>
                </c:pt>
                <c:pt idx="23">
                  <c:v>27.805859999999999</c:v>
                </c:pt>
                <c:pt idx="24">
                  <c:v>27.847639999999998</c:v>
                </c:pt>
                <c:pt idx="25">
                  <c:v>27.888500000000001</c:v>
                </c:pt>
                <c:pt idx="26">
                  <c:v>27.931529999999999</c:v>
                </c:pt>
                <c:pt idx="27">
                  <c:v>27.976849999999999</c:v>
                </c:pt>
                <c:pt idx="28">
                  <c:v>28.020820000000001</c:v>
                </c:pt>
                <c:pt idx="29">
                  <c:v>28.06635</c:v>
                </c:pt>
                <c:pt idx="30">
                  <c:v>28.111560000000001</c:v>
                </c:pt>
                <c:pt idx="31">
                  <c:v>28.159659999999999</c:v>
                </c:pt>
                <c:pt idx="32">
                  <c:v>28.204789999999999</c:v>
                </c:pt>
                <c:pt idx="33">
                  <c:v>28.25498</c:v>
                </c:pt>
                <c:pt idx="34">
                  <c:v>28.304210000000001</c:v>
                </c:pt>
                <c:pt idx="35">
                  <c:v>28.354579999999999</c:v>
                </c:pt>
                <c:pt idx="36">
                  <c:v>28.40504</c:v>
                </c:pt>
                <c:pt idx="37">
                  <c:v>28.458480000000002</c:v>
                </c:pt>
                <c:pt idx="38">
                  <c:v>28.508880000000001</c:v>
                </c:pt>
                <c:pt idx="39">
                  <c:v>28.561800000000002</c:v>
                </c:pt>
                <c:pt idx="40">
                  <c:v>28.614789999999999</c:v>
                </c:pt>
                <c:pt idx="41">
                  <c:v>28.668279999999999</c:v>
                </c:pt>
                <c:pt idx="42">
                  <c:v>28.722570000000001</c:v>
                </c:pt>
                <c:pt idx="43">
                  <c:v>28.777239999999999</c:v>
                </c:pt>
                <c:pt idx="44">
                  <c:v>28.835699999999999</c:v>
                </c:pt>
                <c:pt idx="45">
                  <c:v>28.890779999999999</c:v>
                </c:pt>
                <c:pt idx="46">
                  <c:v>28.949380000000001</c:v>
                </c:pt>
                <c:pt idx="47">
                  <c:v>29.00337</c:v>
                </c:pt>
                <c:pt idx="48">
                  <c:v>29.062850000000001</c:v>
                </c:pt>
                <c:pt idx="49">
                  <c:v>29.122</c:v>
                </c:pt>
                <c:pt idx="50">
                  <c:v>29.183</c:v>
                </c:pt>
                <c:pt idx="51">
                  <c:v>29.240539999999999</c:v>
                </c:pt>
                <c:pt idx="52">
                  <c:v>29.30256</c:v>
                </c:pt>
                <c:pt idx="53">
                  <c:v>29.361519999999999</c:v>
                </c:pt>
                <c:pt idx="54">
                  <c:v>29.422910000000002</c:v>
                </c:pt>
                <c:pt idx="55">
                  <c:v>29.486540000000002</c:v>
                </c:pt>
                <c:pt idx="56">
                  <c:v>29.545839999999998</c:v>
                </c:pt>
                <c:pt idx="57">
                  <c:v>29.610759999999999</c:v>
                </c:pt>
                <c:pt idx="58">
                  <c:v>29.673439999999999</c:v>
                </c:pt>
                <c:pt idx="59">
                  <c:v>29.73892</c:v>
                </c:pt>
                <c:pt idx="60">
                  <c:v>29.80245</c:v>
                </c:pt>
                <c:pt idx="61">
                  <c:v>29.865279999999998</c:v>
                </c:pt>
                <c:pt idx="62">
                  <c:v>29.930099999999999</c:v>
                </c:pt>
                <c:pt idx="63">
                  <c:v>29.995000000000001</c:v>
                </c:pt>
                <c:pt idx="64">
                  <c:v>30.05969</c:v>
                </c:pt>
                <c:pt idx="65">
                  <c:v>30.125910000000001</c:v>
                </c:pt>
                <c:pt idx="66">
                  <c:v>30.19239</c:v>
                </c:pt>
                <c:pt idx="67">
                  <c:v>30.258489999999998</c:v>
                </c:pt>
                <c:pt idx="68">
                  <c:v>30.32696</c:v>
                </c:pt>
                <c:pt idx="69">
                  <c:v>30.39274</c:v>
                </c:pt>
                <c:pt idx="70">
                  <c:v>30.46059</c:v>
                </c:pt>
                <c:pt idx="71">
                  <c:v>30.52693</c:v>
                </c:pt>
                <c:pt idx="72">
                  <c:v>30.59506</c:v>
                </c:pt>
                <c:pt idx="73">
                  <c:v>30.664300000000001</c:v>
                </c:pt>
                <c:pt idx="74">
                  <c:v>30.731619999999999</c:v>
                </c:pt>
                <c:pt idx="75">
                  <c:v>30.799389999999999</c:v>
                </c:pt>
                <c:pt idx="76">
                  <c:v>30.868220000000001</c:v>
                </c:pt>
                <c:pt idx="77">
                  <c:v>30.940909999999999</c:v>
                </c:pt>
                <c:pt idx="78">
                  <c:v>31.008520000000001</c:v>
                </c:pt>
                <c:pt idx="79">
                  <c:v>31.077770000000001</c:v>
                </c:pt>
                <c:pt idx="80">
                  <c:v>31.14866</c:v>
                </c:pt>
                <c:pt idx="81">
                  <c:v>31.21865</c:v>
                </c:pt>
                <c:pt idx="82">
                  <c:v>31.286570000000001</c:v>
                </c:pt>
                <c:pt idx="83">
                  <c:v>31.3611</c:v>
                </c:pt>
                <c:pt idx="84">
                  <c:v>31.43188</c:v>
                </c:pt>
                <c:pt idx="85">
                  <c:v>31.50329</c:v>
                </c:pt>
                <c:pt idx="86">
                  <c:v>31.57348</c:v>
                </c:pt>
                <c:pt idx="87">
                  <c:v>31.64376</c:v>
                </c:pt>
                <c:pt idx="88">
                  <c:v>31.71538</c:v>
                </c:pt>
                <c:pt idx="89">
                  <c:v>31.787030000000001</c:v>
                </c:pt>
                <c:pt idx="90">
                  <c:v>31.860700000000001</c:v>
                </c:pt>
                <c:pt idx="91">
                  <c:v>31.932410000000001</c:v>
                </c:pt>
                <c:pt idx="92">
                  <c:v>32.004919999999998</c:v>
                </c:pt>
                <c:pt idx="93">
                  <c:v>32.079900000000002</c:v>
                </c:pt>
                <c:pt idx="94">
                  <c:v>32.152909999999999</c:v>
                </c:pt>
                <c:pt idx="95">
                  <c:v>32.223599999999998</c:v>
                </c:pt>
                <c:pt idx="96">
                  <c:v>32.296950000000002</c:v>
                </c:pt>
                <c:pt idx="97">
                  <c:v>32.370800000000003</c:v>
                </c:pt>
                <c:pt idx="98">
                  <c:v>32.444099999999999</c:v>
                </c:pt>
                <c:pt idx="99">
                  <c:v>32.52046</c:v>
                </c:pt>
                <c:pt idx="100">
                  <c:v>32.592179999999999</c:v>
                </c:pt>
                <c:pt idx="101">
                  <c:v>32.667960000000001</c:v>
                </c:pt>
                <c:pt idx="102">
                  <c:v>32.741819999999997</c:v>
                </c:pt>
                <c:pt idx="103">
                  <c:v>32.815260000000002</c:v>
                </c:pt>
                <c:pt idx="104">
                  <c:v>32.888979999999997</c:v>
                </c:pt>
                <c:pt idx="105">
                  <c:v>32.963200000000001</c:v>
                </c:pt>
                <c:pt idx="106">
                  <c:v>33.038789999999999</c:v>
                </c:pt>
                <c:pt idx="107">
                  <c:v>33.11262</c:v>
                </c:pt>
                <c:pt idx="108">
                  <c:v>33.188110000000002</c:v>
                </c:pt>
                <c:pt idx="109">
                  <c:v>33.261249999999997</c:v>
                </c:pt>
                <c:pt idx="110">
                  <c:v>33.337989999999998</c:v>
                </c:pt>
                <c:pt idx="111">
                  <c:v>33.414119999999997</c:v>
                </c:pt>
                <c:pt idx="112">
                  <c:v>33.490360000000003</c:v>
                </c:pt>
                <c:pt idx="113">
                  <c:v>33.564459999999997</c:v>
                </c:pt>
                <c:pt idx="114">
                  <c:v>33.639339999999997</c:v>
                </c:pt>
                <c:pt idx="115">
                  <c:v>33.71678</c:v>
                </c:pt>
                <c:pt idx="116">
                  <c:v>33.790379999999999</c:v>
                </c:pt>
                <c:pt idx="117">
                  <c:v>33.868380000000002</c:v>
                </c:pt>
                <c:pt idx="118">
                  <c:v>33.94379</c:v>
                </c:pt>
                <c:pt idx="119">
                  <c:v>34.019620000000003</c:v>
                </c:pt>
                <c:pt idx="120">
                  <c:v>34.098280000000003</c:v>
                </c:pt>
                <c:pt idx="121">
                  <c:v>34.173099999999998</c:v>
                </c:pt>
                <c:pt idx="122">
                  <c:v>34.247390000000003</c:v>
                </c:pt>
                <c:pt idx="123">
                  <c:v>34.327280000000002</c:v>
                </c:pt>
                <c:pt idx="124">
                  <c:v>34.402909999999999</c:v>
                </c:pt>
                <c:pt idx="125">
                  <c:v>34.482599999999998</c:v>
                </c:pt>
                <c:pt idx="126">
                  <c:v>34.558880000000002</c:v>
                </c:pt>
                <c:pt idx="127">
                  <c:v>34.635719999999999</c:v>
                </c:pt>
                <c:pt idx="128">
                  <c:v>34.710999999999999</c:v>
                </c:pt>
                <c:pt idx="129">
                  <c:v>34.788350000000001</c:v>
                </c:pt>
                <c:pt idx="130">
                  <c:v>34.865099999999998</c:v>
                </c:pt>
                <c:pt idx="131">
                  <c:v>34.940820000000002</c:v>
                </c:pt>
                <c:pt idx="132">
                  <c:v>35.019379999999998</c:v>
                </c:pt>
                <c:pt idx="133">
                  <c:v>35.096080000000001</c:v>
                </c:pt>
                <c:pt idx="134">
                  <c:v>35.175960000000003</c:v>
                </c:pt>
                <c:pt idx="135">
                  <c:v>35.250779999999999</c:v>
                </c:pt>
                <c:pt idx="136">
                  <c:v>35.3294</c:v>
                </c:pt>
                <c:pt idx="137">
                  <c:v>35.406460000000003</c:v>
                </c:pt>
                <c:pt idx="138">
                  <c:v>35.481909999999999</c:v>
                </c:pt>
                <c:pt idx="139">
                  <c:v>35.562600000000003</c:v>
                </c:pt>
                <c:pt idx="140">
                  <c:v>35.639659999999999</c:v>
                </c:pt>
                <c:pt idx="141">
                  <c:v>35.717039999999997</c:v>
                </c:pt>
                <c:pt idx="142">
                  <c:v>35.796680000000002</c:v>
                </c:pt>
                <c:pt idx="143">
                  <c:v>35.873179999999998</c:v>
                </c:pt>
                <c:pt idx="144">
                  <c:v>35.952080000000002</c:v>
                </c:pt>
                <c:pt idx="145">
                  <c:v>36.031689999999998</c:v>
                </c:pt>
                <c:pt idx="146">
                  <c:v>36.107480000000002</c:v>
                </c:pt>
                <c:pt idx="147">
                  <c:v>36.184899999999999</c:v>
                </c:pt>
                <c:pt idx="148">
                  <c:v>36.264960000000002</c:v>
                </c:pt>
                <c:pt idx="149">
                  <c:v>36.342019999999998</c:v>
                </c:pt>
                <c:pt idx="150">
                  <c:v>36.422879999999999</c:v>
                </c:pt>
                <c:pt idx="151">
                  <c:v>36.499499999999998</c:v>
                </c:pt>
                <c:pt idx="152">
                  <c:v>36.576000000000001</c:v>
                </c:pt>
                <c:pt idx="153">
                  <c:v>36.655160000000002</c:v>
                </c:pt>
                <c:pt idx="154">
                  <c:v>36.7346</c:v>
                </c:pt>
                <c:pt idx="155">
                  <c:v>36.814660000000003</c:v>
                </c:pt>
                <c:pt idx="156">
                  <c:v>36.890360000000001</c:v>
                </c:pt>
                <c:pt idx="157">
                  <c:v>36.969439999999999</c:v>
                </c:pt>
                <c:pt idx="158">
                  <c:v>37.04813</c:v>
                </c:pt>
                <c:pt idx="159">
                  <c:v>37.128799999999998</c:v>
                </c:pt>
                <c:pt idx="160">
                  <c:v>37.206040000000002</c:v>
                </c:pt>
                <c:pt idx="161">
                  <c:v>37.284849999999999</c:v>
                </c:pt>
                <c:pt idx="162">
                  <c:v>37.363169999999997</c:v>
                </c:pt>
                <c:pt idx="163">
                  <c:v>37.444000000000003</c:v>
                </c:pt>
                <c:pt idx="164">
                  <c:v>37.524180000000001</c:v>
                </c:pt>
                <c:pt idx="165">
                  <c:v>37.599870000000003</c:v>
                </c:pt>
                <c:pt idx="166">
                  <c:v>37.681199999999997</c:v>
                </c:pt>
                <c:pt idx="167">
                  <c:v>37.759700000000002</c:v>
                </c:pt>
                <c:pt idx="168">
                  <c:v>37.837209999999999</c:v>
                </c:pt>
                <c:pt idx="169">
                  <c:v>37.9163</c:v>
                </c:pt>
                <c:pt idx="170">
                  <c:v>37.995370000000001</c:v>
                </c:pt>
                <c:pt idx="171">
                  <c:v>38.075940000000003</c:v>
                </c:pt>
                <c:pt idx="172">
                  <c:v>38.153959999999998</c:v>
                </c:pt>
                <c:pt idx="173">
                  <c:v>38.234279999999998</c:v>
                </c:pt>
                <c:pt idx="174">
                  <c:v>38.313839999999999</c:v>
                </c:pt>
                <c:pt idx="175">
                  <c:v>38.392699999999998</c:v>
                </c:pt>
                <c:pt idx="176">
                  <c:v>38.47081</c:v>
                </c:pt>
                <c:pt idx="177">
                  <c:v>38.550539999999998</c:v>
                </c:pt>
                <c:pt idx="178">
                  <c:v>38.628889999999998</c:v>
                </c:pt>
                <c:pt idx="179">
                  <c:v>38.710180000000001</c:v>
                </c:pt>
                <c:pt idx="180">
                  <c:v>38.785939999999997</c:v>
                </c:pt>
                <c:pt idx="181">
                  <c:v>38.866100000000003</c:v>
                </c:pt>
                <c:pt idx="182">
                  <c:v>38.94706</c:v>
                </c:pt>
                <c:pt idx="183">
                  <c:v>39.027659999999997</c:v>
                </c:pt>
                <c:pt idx="184">
                  <c:v>39.106279999999998</c:v>
                </c:pt>
                <c:pt idx="185">
                  <c:v>39.183950000000003</c:v>
                </c:pt>
                <c:pt idx="186">
                  <c:v>39.26352</c:v>
                </c:pt>
                <c:pt idx="187">
                  <c:v>39.342399999999998</c:v>
                </c:pt>
                <c:pt idx="188">
                  <c:v>39.42539</c:v>
                </c:pt>
                <c:pt idx="189">
                  <c:v>39.50206</c:v>
                </c:pt>
                <c:pt idx="190">
                  <c:v>39.581499999999998</c:v>
                </c:pt>
                <c:pt idx="191">
                  <c:v>39.663400000000003</c:v>
                </c:pt>
                <c:pt idx="192">
                  <c:v>39.743780000000001</c:v>
                </c:pt>
                <c:pt idx="193">
                  <c:v>39.822240000000001</c:v>
                </c:pt>
                <c:pt idx="194">
                  <c:v>39.898780000000002</c:v>
                </c:pt>
                <c:pt idx="195">
                  <c:v>39.979640000000003</c:v>
                </c:pt>
                <c:pt idx="196">
                  <c:v>40.058280000000003</c:v>
                </c:pt>
                <c:pt idx="197">
                  <c:v>40.141170000000002</c:v>
                </c:pt>
                <c:pt idx="198">
                  <c:v>40.218519999999998</c:v>
                </c:pt>
                <c:pt idx="199">
                  <c:v>40.297499999999999</c:v>
                </c:pt>
                <c:pt idx="200">
                  <c:v>40.378079999999997</c:v>
                </c:pt>
                <c:pt idx="201">
                  <c:v>40.453919999999997</c:v>
                </c:pt>
                <c:pt idx="202">
                  <c:v>40.536099999999998</c:v>
                </c:pt>
                <c:pt idx="203">
                  <c:v>40.616399999999999</c:v>
                </c:pt>
                <c:pt idx="204">
                  <c:v>40.697099999999999</c:v>
                </c:pt>
                <c:pt idx="205">
                  <c:v>40.774279999999997</c:v>
                </c:pt>
                <c:pt idx="206">
                  <c:v>40.854999999999997</c:v>
                </c:pt>
                <c:pt idx="207">
                  <c:v>40.935519999999997</c:v>
                </c:pt>
                <c:pt idx="208">
                  <c:v>41.013199999999998</c:v>
                </c:pt>
                <c:pt idx="209">
                  <c:v>41.094659999999998</c:v>
                </c:pt>
                <c:pt idx="210">
                  <c:v>41.17539</c:v>
                </c:pt>
                <c:pt idx="211">
                  <c:v>41.253520000000002</c:v>
                </c:pt>
                <c:pt idx="212">
                  <c:v>41.332700000000003</c:v>
                </c:pt>
                <c:pt idx="213">
                  <c:v>41.41</c:v>
                </c:pt>
                <c:pt idx="214">
                  <c:v>41.493020000000001</c:v>
                </c:pt>
                <c:pt idx="215">
                  <c:v>41.570489999999999</c:v>
                </c:pt>
                <c:pt idx="216">
                  <c:v>41.651220000000002</c:v>
                </c:pt>
                <c:pt idx="217">
                  <c:v>41.730089999999997</c:v>
                </c:pt>
                <c:pt idx="218">
                  <c:v>41.81026</c:v>
                </c:pt>
                <c:pt idx="219">
                  <c:v>41.888579999999997</c:v>
                </c:pt>
                <c:pt idx="220">
                  <c:v>41.968420000000002</c:v>
                </c:pt>
                <c:pt idx="221">
                  <c:v>42.047759999999997</c:v>
                </c:pt>
                <c:pt idx="222">
                  <c:v>42.129260000000002</c:v>
                </c:pt>
                <c:pt idx="223">
                  <c:v>42.207380000000001</c:v>
                </c:pt>
                <c:pt idx="224">
                  <c:v>42.288429999999998</c:v>
                </c:pt>
                <c:pt idx="225">
                  <c:v>42.367089999999997</c:v>
                </c:pt>
                <c:pt idx="226">
                  <c:v>42.446680000000001</c:v>
                </c:pt>
                <c:pt idx="227">
                  <c:v>42.526710000000001</c:v>
                </c:pt>
                <c:pt idx="228">
                  <c:v>42.607579999999999</c:v>
                </c:pt>
                <c:pt idx="229">
                  <c:v>42.688459999999999</c:v>
                </c:pt>
                <c:pt idx="230">
                  <c:v>42.764690000000002</c:v>
                </c:pt>
                <c:pt idx="231">
                  <c:v>42.845460000000003</c:v>
                </c:pt>
                <c:pt idx="232">
                  <c:v>42.927039999999998</c:v>
                </c:pt>
                <c:pt idx="233">
                  <c:v>43.006500000000003</c:v>
                </c:pt>
                <c:pt idx="234">
                  <c:v>43.086660000000002</c:v>
                </c:pt>
                <c:pt idx="235">
                  <c:v>43.164700000000003</c:v>
                </c:pt>
                <c:pt idx="236">
                  <c:v>43.243980000000001</c:v>
                </c:pt>
                <c:pt idx="237">
                  <c:v>43.32694</c:v>
                </c:pt>
                <c:pt idx="238">
                  <c:v>43.405810000000002</c:v>
                </c:pt>
                <c:pt idx="239">
                  <c:v>43.484699999999997</c:v>
                </c:pt>
                <c:pt idx="240">
                  <c:v>43.564450000000001</c:v>
                </c:pt>
                <c:pt idx="241">
                  <c:v>43.644629999999999</c:v>
                </c:pt>
                <c:pt idx="242">
                  <c:v>43.724060000000001</c:v>
                </c:pt>
                <c:pt idx="243">
                  <c:v>43.805300000000003</c:v>
                </c:pt>
                <c:pt idx="244">
                  <c:v>43.883499999999998</c:v>
                </c:pt>
                <c:pt idx="245">
                  <c:v>43.96181</c:v>
                </c:pt>
                <c:pt idx="246">
                  <c:v>44.043300000000002</c:v>
                </c:pt>
                <c:pt idx="247">
                  <c:v>44.122720000000001</c:v>
                </c:pt>
                <c:pt idx="248">
                  <c:v>44.205410000000001</c:v>
                </c:pt>
                <c:pt idx="249">
                  <c:v>44.282780000000002</c:v>
                </c:pt>
                <c:pt idx="250">
                  <c:v>44.362259999999999</c:v>
                </c:pt>
                <c:pt idx="251">
                  <c:v>44.444659999999999</c:v>
                </c:pt>
                <c:pt idx="252">
                  <c:v>44.523260000000001</c:v>
                </c:pt>
                <c:pt idx="253">
                  <c:v>44.604100000000003</c:v>
                </c:pt>
                <c:pt idx="254">
                  <c:v>44.682740000000003</c:v>
                </c:pt>
                <c:pt idx="255">
                  <c:v>44.763420000000004</c:v>
                </c:pt>
                <c:pt idx="256">
                  <c:v>44.845590000000001</c:v>
                </c:pt>
                <c:pt idx="257">
                  <c:v>44.922159999999998</c:v>
                </c:pt>
                <c:pt idx="258">
                  <c:v>45.003819999999997</c:v>
                </c:pt>
                <c:pt idx="259">
                  <c:v>45.083019999999998</c:v>
                </c:pt>
                <c:pt idx="260">
                  <c:v>45.164209999999997</c:v>
                </c:pt>
                <c:pt idx="261">
                  <c:v>45.240830000000003</c:v>
                </c:pt>
                <c:pt idx="262">
                  <c:v>45.324120000000001</c:v>
                </c:pt>
                <c:pt idx="263">
                  <c:v>45.402839999999998</c:v>
                </c:pt>
                <c:pt idx="264">
                  <c:v>45.483899999999998</c:v>
                </c:pt>
                <c:pt idx="265">
                  <c:v>45.56259</c:v>
                </c:pt>
                <c:pt idx="266">
                  <c:v>45.645530000000001</c:v>
                </c:pt>
                <c:pt idx="267">
                  <c:v>45.7241</c:v>
                </c:pt>
                <c:pt idx="268">
                  <c:v>45.802430000000001</c:v>
                </c:pt>
                <c:pt idx="269">
                  <c:v>45.884520000000002</c:v>
                </c:pt>
                <c:pt idx="270">
                  <c:v>45.963380000000001</c:v>
                </c:pt>
                <c:pt idx="271">
                  <c:v>46.045450000000002</c:v>
                </c:pt>
                <c:pt idx="272">
                  <c:v>46.123959999999997</c:v>
                </c:pt>
                <c:pt idx="273">
                  <c:v>46.203020000000002</c:v>
                </c:pt>
                <c:pt idx="274">
                  <c:v>46.28604</c:v>
                </c:pt>
                <c:pt idx="275">
                  <c:v>46.363500000000002</c:v>
                </c:pt>
                <c:pt idx="276">
                  <c:v>46.445880000000002</c:v>
                </c:pt>
                <c:pt idx="277">
                  <c:v>46.526020000000003</c:v>
                </c:pt>
                <c:pt idx="278">
                  <c:v>46.604039999999998</c:v>
                </c:pt>
                <c:pt idx="279">
                  <c:v>46.683759999999999</c:v>
                </c:pt>
                <c:pt idx="280">
                  <c:v>46.764919999999996</c:v>
                </c:pt>
                <c:pt idx="281">
                  <c:v>46.846519999999998</c:v>
                </c:pt>
                <c:pt idx="282">
                  <c:v>46.925719999999998</c:v>
                </c:pt>
                <c:pt idx="283">
                  <c:v>47.006329999999998</c:v>
                </c:pt>
                <c:pt idx="284">
                  <c:v>47.088140000000003</c:v>
                </c:pt>
                <c:pt idx="285">
                  <c:v>47.167029999999997</c:v>
                </c:pt>
                <c:pt idx="286">
                  <c:v>47.245600000000003</c:v>
                </c:pt>
                <c:pt idx="287">
                  <c:v>47.327849999999998</c:v>
                </c:pt>
                <c:pt idx="288">
                  <c:v>47.408239999999999</c:v>
                </c:pt>
                <c:pt idx="289">
                  <c:v>47.488059999999997</c:v>
                </c:pt>
                <c:pt idx="290">
                  <c:v>47.567880000000002</c:v>
                </c:pt>
                <c:pt idx="291">
                  <c:v>47.648980000000002</c:v>
                </c:pt>
                <c:pt idx="292">
                  <c:v>47.729100000000003</c:v>
                </c:pt>
                <c:pt idx="293">
                  <c:v>47.809579999999997</c:v>
                </c:pt>
                <c:pt idx="294">
                  <c:v>47.889400000000002</c:v>
                </c:pt>
                <c:pt idx="295">
                  <c:v>47.970289999999999</c:v>
                </c:pt>
                <c:pt idx="296">
                  <c:v>48.051400000000001</c:v>
                </c:pt>
                <c:pt idx="297">
                  <c:v>48.133099999999999</c:v>
                </c:pt>
                <c:pt idx="298">
                  <c:v>48.214329999999997</c:v>
                </c:pt>
                <c:pt idx="299">
                  <c:v>48.29213</c:v>
                </c:pt>
                <c:pt idx="300">
                  <c:v>48.37444</c:v>
                </c:pt>
                <c:pt idx="301">
                  <c:v>48.45496</c:v>
                </c:pt>
                <c:pt idx="302">
                  <c:v>48.533909999999999</c:v>
                </c:pt>
                <c:pt idx="303">
                  <c:v>48.617179999999998</c:v>
                </c:pt>
                <c:pt idx="304">
                  <c:v>48.695320000000002</c:v>
                </c:pt>
                <c:pt idx="305">
                  <c:v>48.776130000000002</c:v>
                </c:pt>
                <c:pt idx="306">
                  <c:v>48.856940000000002</c:v>
                </c:pt>
                <c:pt idx="307">
                  <c:v>48.939399999999999</c:v>
                </c:pt>
                <c:pt idx="308">
                  <c:v>49.01876</c:v>
                </c:pt>
                <c:pt idx="309">
                  <c:v>49.098939999999999</c:v>
                </c:pt>
                <c:pt idx="310">
                  <c:v>49.17998</c:v>
                </c:pt>
                <c:pt idx="311">
                  <c:v>49.257420000000003</c:v>
                </c:pt>
                <c:pt idx="312">
                  <c:v>49.340649999999997</c:v>
                </c:pt>
                <c:pt idx="313">
                  <c:v>49.420200000000001</c:v>
                </c:pt>
                <c:pt idx="314">
                  <c:v>49.501840000000001</c:v>
                </c:pt>
                <c:pt idx="315">
                  <c:v>49.582439999999998</c:v>
                </c:pt>
                <c:pt idx="316">
                  <c:v>49.664409999999997</c:v>
                </c:pt>
                <c:pt idx="317">
                  <c:v>49.743879999999997</c:v>
                </c:pt>
                <c:pt idx="318">
                  <c:v>49.824719999999999</c:v>
                </c:pt>
                <c:pt idx="319">
                  <c:v>49.907800000000002</c:v>
                </c:pt>
                <c:pt idx="320">
                  <c:v>49.986809999999998</c:v>
                </c:pt>
                <c:pt idx="321">
                  <c:v>50.06758</c:v>
                </c:pt>
                <c:pt idx="322">
                  <c:v>50.151249999999997</c:v>
                </c:pt>
                <c:pt idx="323">
                  <c:v>50.229179999999999</c:v>
                </c:pt>
                <c:pt idx="324">
                  <c:v>50.310029999999998</c:v>
                </c:pt>
                <c:pt idx="325">
                  <c:v>50.391849999999998</c:v>
                </c:pt>
                <c:pt idx="326">
                  <c:v>50.470199999999998</c:v>
                </c:pt>
                <c:pt idx="327">
                  <c:v>50.55227</c:v>
                </c:pt>
                <c:pt idx="328">
                  <c:v>50.634619999999998</c:v>
                </c:pt>
                <c:pt idx="329">
                  <c:v>50.716099999999997</c:v>
                </c:pt>
                <c:pt idx="330">
                  <c:v>50.797559999999997</c:v>
                </c:pt>
                <c:pt idx="331">
                  <c:v>50.877560000000003</c:v>
                </c:pt>
                <c:pt idx="332">
                  <c:v>50.960389999999997</c:v>
                </c:pt>
                <c:pt idx="333">
                  <c:v>51.038939999999997</c:v>
                </c:pt>
                <c:pt idx="334">
                  <c:v>51.119459999999997</c:v>
                </c:pt>
                <c:pt idx="335">
                  <c:v>51.200960000000002</c:v>
                </c:pt>
                <c:pt idx="336">
                  <c:v>51.282229999999998</c:v>
                </c:pt>
                <c:pt idx="337">
                  <c:v>51.364379999999997</c:v>
                </c:pt>
                <c:pt idx="338">
                  <c:v>51.445239999999998</c:v>
                </c:pt>
                <c:pt idx="339">
                  <c:v>51.525269999999999</c:v>
                </c:pt>
                <c:pt idx="340">
                  <c:v>51.608899999999998</c:v>
                </c:pt>
                <c:pt idx="341">
                  <c:v>51.687260000000002</c:v>
                </c:pt>
                <c:pt idx="342">
                  <c:v>51.770339999999997</c:v>
                </c:pt>
                <c:pt idx="343">
                  <c:v>51.851129999999998</c:v>
                </c:pt>
                <c:pt idx="344">
                  <c:v>51.931190000000001</c:v>
                </c:pt>
                <c:pt idx="345">
                  <c:v>52.014380000000003</c:v>
                </c:pt>
                <c:pt idx="346">
                  <c:v>52.095149999999997</c:v>
                </c:pt>
                <c:pt idx="347">
                  <c:v>52.176200000000001</c:v>
                </c:pt>
                <c:pt idx="348">
                  <c:v>52.257739999999998</c:v>
                </c:pt>
                <c:pt idx="349">
                  <c:v>52.33822</c:v>
                </c:pt>
                <c:pt idx="350">
                  <c:v>52.41704</c:v>
                </c:pt>
                <c:pt idx="351">
                  <c:v>52.500480000000003</c:v>
                </c:pt>
                <c:pt idx="352">
                  <c:v>52.582180000000001</c:v>
                </c:pt>
                <c:pt idx="353">
                  <c:v>52.662840000000003</c:v>
                </c:pt>
                <c:pt idx="354">
                  <c:v>52.744039999999998</c:v>
                </c:pt>
                <c:pt idx="355">
                  <c:v>52.825409999999998</c:v>
                </c:pt>
                <c:pt idx="356">
                  <c:v>52.907350000000001</c:v>
                </c:pt>
                <c:pt idx="357">
                  <c:v>52.986499999999999</c:v>
                </c:pt>
                <c:pt idx="358">
                  <c:v>53.071199999999997</c:v>
                </c:pt>
                <c:pt idx="359">
                  <c:v>53.150060000000003</c:v>
                </c:pt>
                <c:pt idx="360">
                  <c:v>53.23218</c:v>
                </c:pt>
                <c:pt idx="361">
                  <c:v>53.313139999999997</c:v>
                </c:pt>
                <c:pt idx="362">
                  <c:v>53.3977</c:v>
                </c:pt>
                <c:pt idx="363">
                  <c:v>53.476089999999999</c:v>
                </c:pt>
                <c:pt idx="364">
                  <c:v>53.560600000000001</c:v>
                </c:pt>
                <c:pt idx="365">
                  <c:v>53.640259999999998</c:v>
                </c:pt>
                <c:pt idx="366">
                  <c:v>53.721049999999998</c:v>
                </c:pt>
                <c:pt idx="367">
                  <c:v>53.804490000000001</c:v>
                </c:pt>
                <c:pt idx="368">
                  <c:v>53.884219999999999</c:v>
                </c:pt>
                <c:pt idx="369">
                  <c:v>53.967709999999997</c:v>
                </c:pt>
                <c:pt idx="370">
                  <c:v>54.048900000000003</c:v>
                </c:pt>
                <c:pt idx="371">
                  <c:v>54.127679999999998</c:v>
                </c:pt>
                <c:pt idx="372">
                  <c:v>54.211449999999999</c:v>
                </c:pt>
                <c:pt idx="373">
                  <c:v>54.293320000000001</c:v>
                </c:pt>
                <c:pt idx="374">
                  <c:v>54.375039999999998</c:v>
                </c:pt>
                <c:pt idx="375">
                  <c:v>54.453919999999997</c:v>
                </c:pt>
                <c:pt idx="376">
                  <c:v>54.539439999999999</c:v>
                </c:pt>
                <c:pt idx="377">
                  <c:v>54.617870000000003</c:v>
                </c:pt>
                <c:pt idx="378">
                  <c:v>54.701079999999997</c:v>
                </c:pt>
                <c:pt idx="379">
                  <c:v>54.781440000000003</c:v>
                </c:pt>
                <c:pt idx="380">
                  <c:v>54.864379999999997</c:v>
                </c:pt>
                <c:pt idx="381">
                  <c:v>54.94482</c:v>
                </c:pt>
                <c:pt idx="382">
                  <c:v>55.029890000000002</c:v>
                </c:pt>
                <c:pt idx="383">
                  <c:v>55.108939999999997</c:v>
                </c:pt>
                <c:pt idx="384">
                  <c:v>55.191499999999998</c:v>
                </c:pt>
                <c:pt idx="385">
                  <c:v>55.274299999999997</c:v>
                </c:pt>
                <c:pt idx="386">
                  <c:v>55.356180000000002</c:v>
                </c:pt>
                <c:pt idx="387">
                  <c:v>55.436680000000003</c:v>
                </c:pt>
                <c:pt idx="388">
                  <c:v>55.52028</c:v>
                </c:pt>
                <c:pt idx="389">
                  <c:v>55.599260000000001</c:v>
                </c:pt>
                <c:pt idx="390">
                  <c:v>55.681930000000001</c:v>
                </c:pt>
                <c:pt idx="391">
                  <c:v>55.764749999999999</c:v>
                </c:pt>
                <c:pt idx="392">
                  <c:v>55.846620000000001</c:v>
                </c:pt>
                <c:pt idx="393">
                  <c:v>55.927619999999997</c:v>
                </c:pt>
                <c:pt idx="394">
                  <c:v>56.009569999999997</c:v>
                </c:pt>
                <c:pt idx="395">
                  <c:v>56.09216</c:v>
                </c:pt>
                <c:pt idx="396">
                  <c:v>56.17559</c:v>
                </c:pt>
                <c:pt idx="397">
                  <c:v>56.254739999999998</c:v>
                </c:pt>
                <c:pt idx="398">
                  <c:v>56.338859999999997</c:v>
                </c:pt>
                <c:pt idx="399">
                  <c:v>56.419020000000003</c:v>
                </c:pt>
                <c:pt idx="400">
                  <c:v>56.500929999999997</c:v>
                </c:pt>
                <c:pt idx="401">
                  <c:v>56.585909999999998</c:v>
                </c:pt>
                <c:pt idx="402">
                  <c:v>56.667819999999999</c:v>
                </c:pt>
                <c:pt idx="403">
                  <c:v>56.746499999999997</c:v>
                </c:pt>
                <c:pt idx="404">
                  <c:v>56.829239999999999</c:v>
                </c:pt>
                <c:pt idx="405">
                  <c:v>56.912300000000002</c:v>
                </c:pt>
                <c:pt idx="406">
                  <c:v>56.995359999999998</c:v>
                </c:pt>
                <c:pt idx="407">
                  <c:v>57.077399999999997</c:v>
                </c:pt>
                <c:pt idx="408">
                  <c:v>57.158079999999998</c:v>
                </c:pt>
                <c:pt idx="409">
                  <c:v>57.241549999999997</c:v>
                </c:pt>
                <c:pt idx="410">
                  <c:v>57.322339999999997</c:v>
                </c:pt>
                <c:pt idx="411">
                  <c:v>57.403709999999997</c:v>
                </c:pt>
                <c:pt idx="412">
                  <c:v>57.485239999999997</c:v>
                </c:pt>
                <c:pt idx="413">
                  <c:v>57.568680000000001</c:v>
                </c:pt>
                <c:pt idx="414">
                  <c:v>57.649720000000002</c:v>
                </c:pt>
                <c:pt idx="415">
                  <c:v>57.728499999999997</c:v>
                </c:pt>
                <c:pt idx="416">
                  <c:v>57.8155</c:v>
                </c:pt>
                <c:pt idx="417">
                  <c:v>57.895269999999996</c:v>
                </c:pt>
                <c:pt idx="418">
                  <c:v>57.97871</c:v>
                </c:pt>
                <c:pt idx="419">
                  <c:v>58.06138</c:v>
                </c:pt>
                <c:pt idx="420">
                  <c:v>58.14114</c:v>
                </c:pt>
                <c:pt idx="421">
                  <c:v>58.226419999999997</c:v>
                </c:pt>
                <c:pt idx="422">
                  <c:v>58.306339999999999</c:v>
                </c:pt>
                <c:pt idx="423">
                  <c:v>58.389060000000001</c:v>
                </c:pt>
                <c:pt idx="424">
                  <c:v>58.470109999999998</c:v>
                </c:pt>
                <c:pt idx="425">
                  <c:v>58.556100000000001</c:v>
                </c:pt>
                <c:pt idx="426">
                  <c:v>58.636339999999997</c:v>
                </c:pt>
                <c:pt idx="427">
                  <c:v>58.716239999999999</c:v>
                </c:pt>
                <c:pt idx="428">
                  <c:v>58.804139999999997</c:v>
                </c:pt>
                <c:pt idx="429">
                  <c:v>58.882060000000003</c:v>
                </c:pt>
                <c:pt idx="430">
                  <c:v>58.963120000000004</c:v>
                </c:pt>
                <c:pt idx="431">
                  <c:v>59.048200000000001</c:v>
                </c:pt>
                <c:pt idx="432">
                  <c:v>59.131489999999999</c:v>
                </c:pt>
                <c:pt idx="433">
                  <c:v>59.211460000000002</c:v>
                </c:pt>
                <c:pt idx="434">
                  <c:v>59.293779999999998</c:v>
                </c:pt>
                <c:pt idx="435">
                  <c:v>59.374859999999998</c:v>
                </c:pt>
                <c:pt idx="436">
                  <c:v>59.45881</c:v>
                </c:pt>
                <c:pt idx="437">
                  <c:v>59.538629999999998</c:v>
                </c:pt>
                <c:pt idx="438">
                  <c:v>59.624099999999999</c:v>
                </c:pt>
                <c:pt idx="439">
                  <c:v>59.706519999999998</c:v>
                </c:pt>
                <c:pt idx="440">
                  <c:v>59.788200000000003</c:v>
                </c:pt>
                <c:pt idx="441">
                  <c:v>59.868319999999997</c:v>
                </c:pt>
                <c:pt idx="442">
                  <c:v>59.953420000000001</c:v>
                </c:pt>
                <c:pt idx="443">
                  <c:v>60.036499999999997</c:v>
                </c:pt>
                <c:pt idx="444">
                  <c:v>60.116779999999999</c:v>
                </c:pt>
                <c:pt idx="445">
                  <c:v>60.197319999999998</c:v>
                </c:pt>
                <c:pt idx="446">
                  <c:v>60.280929999999998</c:v>
                </c:pt>
                <c:pt idx="447">
                  <c:v>60.36345</c:v>
                </c:pt>
                <c:pt idx="448">
                  <c:v>60.449199999999998</c:v>
                </c:pt>
                <c:pt idx="449">
                  <c:v>60.52966</c:v>
                </c:pt>
                <c:pt idx="450">
                  <c:v>60.612780000000001</c:v>
                </c:pt>
                <c:pt idx="451">
                  <c:v>60.69426</c:v>
                </c:pt>
                <c:pt idx="452">
                  <c:v>60.777140000000003</c:v>
                </c:pt>
                <c:pt idx="453">
                  <c:v>60.861130000000003</c:v>
                </c:pt>
                <c:pt idx="454">
                  <c:v>60.943159999999999</c:v>
                </c:pt>
                <c:pt idx="455">
                  <c:v>61.025269999999999</c:v>
                </c:pt>
                <c:pt idx="456">
                  <c:v>61.108049999999999</c:v>
                </c:pt>
                <c:pt idx="457">
                  <c:v>61.191659999999999</c:v>
                </c:pt>
                <c:pt idx="458">
                  <c:v>61.271599999999999</c:v>
                </c:pt>
                <c:pt idx="459">
                  <c:v>61.356290000000001</c:v>
                </c:pt>
                <c:pt idx="460">
                  <c:v>61.43835</c:v>
                </c:pt>
                <c:pt idx="461">
                  <c:v>61.520560000000003</c:v>
                </c:pt>
                <c:pt idx="462">
                  <c:v>61.603619999999999</c:v>
                </c:pt>
                <c:pt idx="463">
                  <c:v>61.684719999999999</c:v>
                </c:pt>
                <c:pt idx="464">
                  <c:v>61.767600000000002</c:v>
                </c:pt>
                <c:pt idx="465">
                  <c:v>61.848350000000003</c:v>
                </c:pt>
                <c:pt idx="466">
                  <c:v>61.934449999999998</c:v>
                </c:pt>
                <c:pt idx="467">
                  <c:v>62.017069999999997</c:v>
                </c:pt>
                <c:pt idx="468">
                  <c:v>62.098100000000002</c:v>
                </c:pt>
                <c:pt idx="469">
                  <c:v>62.180759999999999</c:v>
                </c:pt>
                <c:pt idx="470">
                  <c:v>62.262419999999999</c:v>
                </c:pt>
                <c:pt idx="471">
                  <c:v>62.345500000000001</c:v>
                </c:pt>
                <c:pt idx="472">
                  <c:v>62.428739999999998</c:v>
                </c:pt>
                <c:pt idx="473">
                  <c:v>62.510660000000001</c:v>
                </c:pt>
                <c:pt idx="474">
                  <c:v>62.596319999999999</c:v>
                </c:pt>
                <c:pt idx="475">
                  <c:v>62.678440000000002</c:v>
                </c:pt>
                <c:pt idx="476">
                  <c:v>62.760779999999997</c:v>
                </c:pt>
                <c:pt idx="477">
                  <c:v>62.844520000000003</c:v>
                </c:pt>
                <c:pt idx="478">
                  <c:v>62.925600000000003</c:v>
                </c:pt>
                <c:pt idx="479">
                  <c:v>63.008780000000002</c:v>
                </c:pt>
                <c:pt idx="480">
                  <c:v>63.092939999999999</c:v>
                </c:pt>
                <c:pt idx="481">
                  <c:v>63.173560000000002</c:v>
                </c:pt>
                <c:pt idx="482">
                  <c:v>63.255859999999998</c:v>
                </c:pt>
                <c:pt idx="483">
                  <c:v>63.339500000000001</c:v>
                </c:pt>
                <c:pt idx="484">
                  <c:v>63.420540000000003</c:v>
                </c:pt>
                <c:pt idx="485">
                  <c:v>63.504800000000003</c:v>
                </c:pt>
                <c:pt idx="486">
                  <c:v>63.586579999999998</c:v>
                </c:pt>
                <c:pt idx="487">
                  <c:v>63.669620000000002</c:v>
                </c:pt>
                <c:pt idx="488">
                  <c:v>63.750660000000003</c:v>
                </c:pt>
                <c:pt idx="489">
                  <c:v>63.833599999999997</c:v>
                </c:pt>
                <c:pt idx="490">
                  <c:v>63.917180000000002</c:v>
                </c:pt>
                <c:pt idx="491">
                  <c:v>64.000519999999995</c:v>
                </c:pt>
                <c:pt idx="492">
                  <c:v>64.08408</c:v>
                </c:pt>
                <c:pt idx="493">
                  <c:v>64.16892</c:v>
                </c:pt>
                <c:pt idx="494">
                  <c:v>64.250200000000007</c:v>
                </c:pt>
                <c:pt idx="495">
                  <c:v>64.334860000000006</c:v>
                </c:pt>
                <c:pt idx="496">
                  <c:v>64.416259999999994</c:v>
                </c:pt>
                <c:pt idx="497">
                  <c:v>64.498630000000006</c:v>
                </c:pt>
                <c:pt idx="498">
                  <c:v>64.582459999999998</c:v>
                </c:pt>
                <c:pt idx="499">
                  <c:v>64.66516</c:v>
                </c:pt>
                <c:pt idx="500">
                  <c:v>64.747799999999998</c:v>
                </c:pt>
                <c:pt idx="501">
                  <c:v>64.831639999999993</c:v>
                </c:pt>
                <c:pt idx="502">
                  <c:v>64.913290000000003</c:v>
                </c:pt>
                <c:pt idx="503">
                  <c:v>64.996579999999994</c:v>
                </c:pt>
                <c:pt idx="504">
                  <c:v>65.077820000000003</c:v>
                </c:pt>
                <c:pt idx="505">
                  <c:v>65.163049999999998</c:v>
                </c:pt>
                <c:pt idx="506">
                  <c:v>65.245360000000005</c:v>
                </c:pt>
                <c:pt idx="507">
                  <c:v>65.326750000000004</c:v>
                </c:pt>
                <c:pt idx="508">
                  <c:v>65.411839999999998</c:v>
                </c:pt>
                <c:pt idx="509">
                  <c:v>65.493870000000001</c:v>
                </c:pt>
                <c:pt idx="510">
                  <c:v>65.57535</c:v>
                </c:pt>
                <c:pt idx="511">
                  <c:v>65.659639999999996</c:v>
                </c:pt>
                <c:pt idx="512">
                  <c:v>65.742099999999994</c:v>
                </c:pt>
                <c:pt idx="513">
                  <c:v>65.825109999999995</c:v>
                </c:pt>
                <c:pt idx="514">
                  <c:v>65.906499999999994</c:v>
                </c:pt>
                <c:pt idx="515">
                  <c:v>65.991500000000002</c:v>
                </c:pt>
                <c:pt idx="516">
                  <c:v>66.073949999999996</c:v>
                </c:pt>
                <c:pt idx="517">
                  <c:v>66.15625</c:v>
                </c:pt>
                <c:pt idx="518">
                  <c:v>66.239199999999997</c:v>
                </c:pt>
                <c:pt idx="519">
                  <c:v>66.320859999999996</c:v>
                </c:pt>
                <c:pt idx="520">
                  <c:v>66.403660000000002</c:v>
                </c:pt>
                <c:pt idx="521">
                  <c:v>66.490600000000001</c:v>
                </c:pt>
                <c:pt idx="522">
                  <c:v>66.571749999999994</c:v>
                </c:pt>
                <c:pt idx="523">
                  <c:v>66.652940000000001</c:v>
                </c:pt>
                <c:pt idx="524">
                  <c:v>66.736660000000001</c:v>
                </c:pt>
                <c:pt idx="525">
                  <c:v>66.820009999999996</c:v>
                </c:pt>
                <c:pt idx="526">
                  <c:v>66.904110000000003</c:v>
                </c:pt>
                <c:pt idx="527">
                  <c:v>66.98621</c:v>
                </c:pt>
                <c:pt idx="528">
                  <c:v>67.066879999999998</c:v>
                </c:pt>
                <c:pt idx="529">
                  <c:v>67.150999999999996</c:v>
                </c:pt>
                <c:pt idx="530">
                  <c:v>67.231620000000007</c:v>
                </c:pt>
                <c:pt idx="531">
                  <c:v>67.319400000000002</c:v>
                </c:pt>
                <c:pt idx="532">
                  <c:v>67.401499999999999</c:v>
                </c:pt>
                <c:pt idx="533">
                  <c:v>67.483099999999993</c:v>
                </c:pt>
                <c:pt idx="534">
                  <c:v>67.568160000000006</c:v>
                </c:pt>
                <c:pt idx="535">
                  <c:v>67.649709999999999</c:v>
                </c:pt>
                <c:pt idx="536">
                  <c:v>67.734679999999997</c:v>
                </c:pt>
                <c:pt idx="537">
                  <c:v>67.815560000000005</c:v>
                </c:pt>
                <c:pt idx="538">
                  <c:v>67.901049999999998</c:v>
                </c:pt>
                <c:pt idx="539">
                  <c:v>67.982619999999997</c:v>
                </c:pt>
                <c:pt idx="540">
                  <c:v>68.064059999999998</c:v>
                </c:pt>
                <c:pt idx="541">
                  <c:v>68.148309999999995</c:v>
                </c:pt>
                <c:pt idx="542">
                  <c:v>68.230220000000003</c:v>
                </c:pt>
                <c:pt idx="543">
                  <c:v>68.314869999999999</c:v>
                </c:pt>
                <c:pt idx="544">
                  <c:v>68.39819</c:v>
                </c:pt>
                <c:pt idx="545">
                  <c:v>68.480999999999995</c:v>
                </c:pt>
                <c:pt idx="546">
                  <c:v>68.565010000000001</c:v>
                </c:pt>
                <c:pt idx="547">
                  <c:v>68.646720000000002</c:v>
                </c:pt>
                <c:pt idx="548">
                  <c:v>68.72842</c:v>
                </c:pt>
                <c:pt idx="549">
                  <c:v>68.814400000000006</c:v>
                </c:pt>
                <c:pt idx="550">
                  <c:v>68.897469999999998</c:v>
                </c:pt>
                <c:pt idx="551">
                  <c:v>68.978819999999999</c:v>
                </c:pt>
                <c:pt idx="552">
                  <c:v>69.063860000000005</c:v>
                </c:pt>
                <c:pt idx="553">
                  <c:v>69.146069999999995</c:v>
                </c:pt>
                <c:pt idx="554">
                  <c:v>69.231939999999994</c:v>
                </c:pt>
                <c:pt idx="555">
                  <c:v>69.312820000000002</c:v>
                </c:pt>
                <c:pt idx="556">
                  <c:v>69.398179999999996</c:v>
                </c:pt>
                <c:pt idx="557">
                  <c:v>69.478980000000007</c:v>
                </c:pt>
                <c:pt idx="558">
                  <c:v>69.563320000000004</c:v>
                </c:pt>
                <c:pt idx="559">
                  <c:v>69.645539999999997</c:v>
                </c:pt>
                <c:pt idx="560">
                  <c:v>69.725710000000007</c:v>
                </c:pt>
                <c:pt idx="561">
                  <c:v>69.811499999999995</c:v>
                </c:pt>
                <c:pt idx="562">
                  <c:v>69.894540000000006</c:v>
                </c:pt>
                <c:pt idx="563">
                  <c:v>69.978819999999999</c:v>
                </c:pt>
                <c:pt idx="564">
                  <c:v>70.060980000000001</c:v>
                </c:pt>
                <c:pt idx="565">
                  <c:v>70.145759999999996</c:v>
                </c:pt>
                <c:pt idx="566">
                  <c:v>70.226339999999993</c:v>
                </c:pt>
                <c:pt idx="567">
                  <c:v>70.311199999999999</c:v>
                </c:pt>
                <c:pt idx="568">
                  <c:v>70.397049999999993</c:v>
                </c:pt>
                <c:pt idx="569">
                  <c:v>70.478549999999998</c:v>
                </c:pt>
                <c:pt idx="570">
                  <c:v>70.561030000000002</c:v>
                </c:pt>
                <c:pt idx="571">
                  <c:v>70.641450000000006</c:v>
                </c:pt>
                <c:pt idx="572">
                  <c:v>70.728480000000005</c:v>
                </c:pt>
                <c:pt idx="573">
                  <c:v>70.808239999999998</c:v>
                </c:pt>
                <c:pt idx="574">
                  <c:v>70.893010000000004</c:v>
                </c:pt>
                <c:pt idx="575">
                  <c:v>70.974189999999993</c:v>
                </c:pt>
                <c:pt idx="576">
                  <c:v>71.058660000000003</c:v>
                </c:pt>
                <c:pt idx="577">
                  <c:v>71.141159999999999</c:v>
                </c:pt>
                <c:pt idx="578">
                  <c:v>71.225539999999995</c:v>
                </c:pt>
                <c:pt idx="579">
                  <c:v>71.308920000000001</c:v>
                </c:pt>
                <c:pt idx="580">
                  <c:v>71.389219999999995</c:v>
                </c:pt>
                <c:pt idx="581">
                  <c:v>71.473979999999997</c:v>
                </c:pt>
                <c:pt idx="582">
                  <c:v>71.556759999999997</c:v>
                </c:pt>
                <c:pt idx="583">
                  <c:v>71.640870000000007</c:v>
                </c:pt>
                <c:pt idx="584">
                  <c:v>71.723759999999999</c:v>
                </c:pt>
                <c:pt idx="585">
                  <c:v>71.805059999999997</c:v>
                </c:pt>
                <c:pt idx="586">
                  <c:v>71.887450000000001</c:v>
                </c:pt>
                <c:pt idx="587">
                  <c:v>71.973380000000006</c:v>
                </c:pt>
                <c:pt idx="588">
                  <c:v>72.054839999999999</c:v>
                </c:pt>
                <c:pt idx="589">
                  <c:v>72.136650000000003</c:v>
                </c:pt>
                <c:pt idx="590">
                  <c:v>72.221980000000002</c:v>
                </c:pt>
                <c:pt idx="591">
                  <c:v>72.306880000000007</c:v>
                </c:pt>
                <c:pt idx="592">
                  <c:v>72.389129999999994</c:v>
                </c:pt>
                <c:pt idx="593">
                  <c:v>72.471919999999997</c:v>
                </c:pt>
                <c:pt idx="594">
                  <c:v>72.554649999999995</c:v>
                </c:pt>
                <c:pt idx="595">
                  <c:v>72.636719999999997</c:v>
                </c:pt>
                <c:pt idx="596">
                  <c:v>72.721500000000006</c:v>
                </c:pt>
                <c:pt idx="597">
                  <c:v>72.803870000000003</c:v>
                </c:pt>
                <c:pt idx="598">
                  <c:v>72.888189999999994</c:v>
                </c:pt>
                <c:pt idx="599">
                  <c:v>72.972139999999996</c:v>
                </c:pt>
                <c:pt idx="600">
                  <c:v>73.055999999999997</c:v>
                </c:pt>
                <c:pt idx="601">
                  <c:v>73.137010000000004</c:v>
                </c:pt>
                <c:pt idx="602">
                  <c:v>73.221050000000005</c:v>
                </c:pt>
                <c:pt idx="603">
                  <c:v>73.30444</c:v>
                </c:pt>
                <c:pt idx="604">
                  <c:v>73.38691</c:v>
                </c:pt>
                <c:pt idx="605">
                  <c:v>73.472080000000005</c:v>
                </c:pt>
                <c:pt idx="606">
                  <c:v>73.555549999999997</c:v>
                </c:pt>
                <c:pt idx="607">
                  <c:v>73.636899999999997</c:v>
                </c:pt>
                <c:pt idx="608">
                  <c:v>73.720950000000002</c:v>
                </c:pt>
                <c:pt idx="609">
                  <c:v>73.803579999999997</c:v>
                </c:pt>
                <c:pt idx="610">
                  <c:v>73.887299999999996</c:v>
                </c:pt>
                <c:pt idx="611">
                  <c:v>73.96942</c:v>
                </c:pt>
                <c:pt idx="612">
                  <c:v>74.053799999999995</c:v>
                </c:pt>
                <c:pt idx="613">
                  <c:v>74.136840000000007</c:v>
                </c:pt>
                <c:pt idx="614">
                  <c:v>74.220070000000007</c:v>
                </c:pt>
                <c:pt idx="615">
                  <c:v>74.303160000000005</c:v>
                </c:pt>
                <c:pt idx="616">
                  <c:v>74.384289999999993</c:v>
                </c:pt>
                <c:pt idx="617">
                  <c:v>74.468720000000005</c:v>
                </c:pt>
                <c:pt idx="618">
                  <c:v>74.552760000000006</c:v>
                </c:pt>
                <c:pt idx="619">
                  <c:v>74.637280000000004</c:v>
                </c:pt>
                <c:pt idx="620">
                  <c:v>74.720050000000001</c:v>
                </c:pt>
                <c:pt idx="621">
                  <c:v>74.803600000000003</c:v>
                </c:pt>
                <c:pt idx="622">
                  <c:v>74.883979999999994</c:v>
                </c:pt>
                <c:pt idx="623">
                  <c:v>74.969300000000004</c:v>
                </c:pt>
                <c:pt idx="624">
                  <c:v>75.053089999999997</c:v>
                </c:pt>
                <c:pt idx="625">
                  <c:v>75.135940000000005</c:v>
                </c:pt>
                <c:pt idx="626">
                  <c:v>75.218379999999996</c:v>
                </c:pt>
                <c:pt idx="627">
                  <c:v>75.304109999999994</c:v>
                </c:pt>
                <c:pt idx="628">
                  <c:v>75.385869999999997</c:v>
                </c:pt>
                <c:pt idx="629">
                  <c:v>75.469909999999999</c:v>
                </c:pt>
                <c:pt idx="630">
                  <c:v>75.553880000000007</c:v>
                </c:pt>
                <c:pt idx="631">
                  <c:v>75.634889999999999</c:v>
                </c:pt>
                <c:pt idx="632">
                  <c:v>75.720259999999996</c:v>
                </c:pt>
                <c:pt idx="633">
                  <c:v>75.799260000000004</c:v>
                </c:pt>
                <c:pt idx="634">
                  <c:v>75.884789999999995</c:v>
                </c:pt>
                <c:pt idx="635">
                  <c:v>75.969250000000002</c:v>
                </c:pt>
                <c:pt idx="636">
                  <c:v>76.051280000000006</c:v>
                </c:pt>
                <c:pt idx="637">
                  <c:v>76.137119999999996</c:v>
                </c:pt>
                <c:pt idx="638">
                  <c:v>76.220089999999999</c:v>
                </c:pt>
                <c:pt idx="639">
                  <c:v>76.302059999999997</c:v>
                </c:pt>
                <c:pt idx="640">
                  <c:v>76.387590000000003</c:v>
                </c:pt>
                <c:pt idx="641">
                  <c:v>76.468900000000005</c:v>
                </c:pt>
                <c:pt idx="642">
                  <c:v>76.552710000000005</c:v>
                </c:pt>
                <c:pt idx="643">
                  <c:v>76.636129999999994</c:v>
                </c:pt>
                <c:pt idx="644">
                  <c:v>76.719139999999996</c:v>
                </c:pt>
                <c:pt idx="645">
                  <c:v>76.802490000000006</c:v>
                </c:pt>
                <c:pt idx="646">
                  <c:v>76.887240000000006</c:v>
                </c:pt>
                <c:pt idx="647">
                  <c:v>76.970560000000006</c:v>
                </c:pt>
                <c:pt idx="648">
                  <c:v>77.054450000000003</c:v>
                </c:pt>
                <c:pt idx="649">
                  <c:v>77.135679999999994</c:v>
                </c:pt>
                <c:pt idx="650">
                  <c:v>77.218500000000006</c:v>
                </c:pt>
                <c:pt idx="651">
                  <c:v>77.302999999999997</c:v>
                </c:pt>
                <c:pt idx="652">
                  <c:v>77.385999999999996</c:v>
                </c:pt>
                <c:pt idx="653">
                  <c:v>77.47099</c:v>
                </c:pt>
                <c:pt idx="654">
                  <c:v>77.554410000000004</c:v>
                </c:pt>
                <c:pt idx="655">
                  <c:v>77.639600000000002</c:v>
                </c:pt>
                <c:pt idx="656">
                  <c:v>77.719059999999999</c:v>
                </c:pt>
                <c:pt idx="657">
                  <c:v>77.804810000000003</c:v>
                </c:pt>
                <c:pt idx="658">
                  <c:v>77.8857</c:v>
                </c:pt>
                <c:pt idx="659">
                  <c:v>77.968940000000003</c:v>
                </c:pt>
                <c:pt idx="660">
                  <c:v>78.051419999999993</c:v>
                </c:pt>
                <c:pt idx="661">
                  <c:v>78.134640000000005</c:v>
                </c:pt>
                <c:pt idx="662">
                  <c:v>78.220119999999994</c:v>
                </c:pt>
                <c:pt idx="663">
                  <c:v>78.300740000000005</c:v>
                </c:pt>
                <c:pt idx="664">
                  <c:v>78.385339999999999</c:v>
                </c:pt>
                <c:pt idx="665">
                  <c:v>78.468869999999995</c:v>
                </c:pt>
                <c:pt idx="666">
                  <c:v>78.552030000000002</c:v>
                </c:pt>
                <c:pt idx="667">
                  <c:v>78.635890000000003</c:v>
                </c:pt>
                <c:pt idx="668">
                  <c:v>78.718440000000001</c:v>
                </c:pt>
                <c:pt idx="669">
                  <c:v>78.804940000000002</c:v>
                </c:pt>
                <c:pt idx="670">
                  <c:v>78.886039999999994</c:v>
                </c:pt>
                <c:pt idx="671">
                  <c:v>78.969319999999996</c:v>
                </c:pt>
                <c:pt idx="672">
                  <c:v>79.0535</c:v>
                </c:pt>
                <c:pt idx="673">
                  <c:v>79.136179999999996</c:v>
                </c:pt>
                <c:pt idx="674">
                  <c:v>79.221310000000003</c:v>
                </c:pt>
                <c:pt idx="675">
                  <c:v>79.304109999999994</c:v>
                </c:pt>
                <c:pt idx="676">
                  <c:v>79.385869999999997</c:v>
                </c:pt>
                <c:pt idx="677">
                  <c:v>79.470879999999994</c:v>
                </c:pt>
                <c:pt idx="678">
                  <c:v>79.555040000000005</c:v>
                </c:pt>
                <c:pt idx="679">
                  <c:v>79.637929999999997</c:v>
                </c:pt>
                <c:pt idx="680">
                  <c:v>79.720280000000002</c:v>
                </c:pt>
                <c:pt idx="681">
                  <c:v>79.805120000000002</c:v>
                </c:pt>
                <c:pt idx="682">
                  <c:v>79.886719999999997</c:v>
                </c:pt>
                <c:pt idx="683">
                  <c:v>79.971459999999993</c:v>
                </c:pt>
                <c:pt idx="684">
                  <c:v>80.054310000000001</c:v>
                </c:pt>
                <c:pt idx="685">
                  <c:v>80.136390000000006</c:v>
                </c:pt>
                <c:pt idx="686">
                  <c:v>80.223489999999998</c:v>
                </c:pt>
                <c:pt idx="687">
                  <c:v>80.303920000000005</c:v>
                </c:pt>
                <c:pt idx="688">
                  <c:v>80.386189999999999</c:v>
                </c:pt>
                <c:pt idx="689">
                  <c:v>80.472200000000001</c:v>
                </c:pt>
                <c:pt idx="690">
                  <c:v>80.554249999999996</c:v>
                </c:pt>
                <c:pt idx="691">
                  <c:v>80.63794</c:v>
                </c:pt>
                <c:pt idx="692">
                  <c:v>80.722300000000004</c:v>
                </c:pt>
                <c:pt idx="693">
                  <c:v>80.805359999999993</c:v>
                </c:pt>
                <c:pt idx="694">
                  <c:v>80.889399999999995</c:v>
                </c:pt>
                <c:pt idx="695">
                  <c:v>80.972620000000006</c:v>
                </c:pt>
                <c:pt idx="696">
                  <c:v>81.055220000000006</c:v>
                </c:pt>
                <c:pt idx="697">
                  <c:v>81.139759999999995</c:v>
                </c:pt>
                <c:pt idx="698">
                  <c:v>81.223020000000005</c:v>
                </c:pt>
                <c:pt idx="699">
                  <c:v>81.305419999999998</c:v>
                </c:pt>
                <c:pt idx="700">
                  <c:v>81.389510000000001</c:v>
                </c:pt>
                <c:pt idx="701">
                  <c:v>81.473370000000003</c:v>
                </c:pt>
                <c:pt idx="702">
                  <c:v>81.558310000000006</c:v>
                </c:pt>
                <c:pt idx="703">
                  <c:v>81.639099999999999</c:v>
                </c:pt>
                <c:pt idx="704">
                  <c:v>81.721879999999999</c:v>
                </c:pt>
                <c:pt idx="705">
                  <c:v>81.805840000000003</c:v>
                </c:pt>
                <c:pt idx="706">
                  <c:v>81.889259999999993</c:v>
                </c:pt>
                <c:pt idx="707">
                  <c:v>81.97166</c:v>
                </c:pt>
                <c:pt idx="708">
                  <c:v>82.053610000000006</c:v>
                </c:pt>
                <c:pt idx="709">
                  <c:v>82.138559999999998</c:v>
                </c:pt>
                <c:pt idx="710">
                  <c:v>82.224069999999998</c:v>
                </c:pt>
                <c:pt idx="711">
                  <c:v>82.303579999999997</c:v>
                </c:pt>
                <c:pt idx="712">
                  <c:v>82.389179999999996</c:v>
                </c:pt>
                <c:pt idx="713">
                  <c:v>82.472679999999997</c:v>
                </c:pt>
                <c:pt idx="714">
                  <c:v>82.555260000000004</c:v>
                </c:pt>
                <c:pt idx="715">
                  <c:v>82.63749</c:v>
                </c:pt>
                <c:pt idx="716">
                  <c:v>82.721549999999993</c:v>
                </c:pt>
                <c:pt idx="717">
                  <c:v>82.804940000000002</c:v>
                </c:pt>
                <c:pt idx="718">
                  <c:v>82.889499999999998</c:v>
                </c:pt>
                <c:pt idx="719">
                  <c:v>82.970889999999997</c:v>
                </c:pt>
                <c:pt idx="720">
                  <c:v>83.054500000000004</c:v>
                </c:pt>
                <c:pt idx="721">
                  <c:v>83.138319999999993</c:v>
                </c:pt>
                <c:pt idx="722">
                  <c:v>83.221819999999994</c:v>
                </c:pt>
                <c:pt idx="723">
                  <c:v>83.303619999999995</c:v>
                </c:pt>
                <c:pt idx="724">
                  <c:v>83.386840000000007</c:v>
                </c:pt>
                <c:pt idx="725">
                  <c:v>83.470699999999994</c:v>
                </c:pt>
                <c:pt idx="726">
                  <c:v>83.554339999999996</c:v>
                </c:pt>
                <c:pt idx="727">
                  <c:v>83.639750000000006</c:v>
                </c:pt>
                <c:pt idx="728">
                  <c:v>83.721789999999999</c:v>
                </c:pt>
                <c:pt idx="729">
                  <c:v>83.805040000000005</c:v>
                </c:pt>
                <c:pt idx="730">
                  <c:v>83.887339999999995</c:v>
                </c:pt>
                <c:pt idx="731">
                  <c:v>83.973029999999994</c:v>
                </c:pt>
                <c:pt idx="732">
                  <c:v>84.055549999999997</c:v>
                </c:pt>
                <c:pt idx="733">
                  <c:v>84.138120000000001</c:v>
                </c:pt>
                <c:pt idx="734">
                  <c:v>84.220579999999998</c:v>
                </c:pt>
                <c:pt idx="735">
                  <c:v>84.304680000000005</c:v>
                </c:pt>
                <c:pt idx="736">
                  <c:v>84.388059999999996</c:v>
                </c:pt>
                <c:pt idx="737">
                  <c:v>84.470780000000005</c:v>
                </c:pt>
                <c:pt idx="738">
                  <c:v>84.553309999999996</c:v>
                </c:pt>
                <c:pt idx="739">
                  <c:v>84.637979999999999</c:v>
                </c:pt>
                <c:pt idx="740">
                  <c:v>84.722049999999996</c:v>
                </c:pt>
                <c:pt idx="741">
                  <c:v>84.805109999999999</c:v>
                </c:pt>
                <c:pt idx="742">
                  <c:v>84.889570000000006</c:v>
                </c:pt>
                <c:pt idx="743">
                  <c:v>84.972840000000005</c:v>
                </c:pt>
                <c:pt idx="744">
                  <c:v>85.05341</c:v>
                </c:pt>
                <c:pt idx="745">
                  <c:v>85.138310000000004</c:v>
                </c:pt>
                <c:pt idx="746">
                  <c:v>85.225009999999997</c:v>
                </c:pt>
                <c:pt idx="747">
                  <c:v>85.305359999999993</c:v>
                </c:pt>
                <c:pt idx="748">
                  <c:v>85.389259999999993</c:v>
                </c:pt>
                <c:pt idx="749">
                  <c:v>85.470839999999995</c:v>
                </c:pt>
                <c:pt idx="750">
                  <c:v>85.554450000000003</c:v>
                </c:pt>
                <c:pt idx="751">
                  <c:v>85.640339999999995</c:v>
                </c:pt>
                <c:pt idx="752">
                  <c:v>85.720939999999999</c:v>
                </c:pt>
                <c:pt idx="753">
                  <c:v>85.804959999999994</c:v>
                </c:pt>
                <c:pt idx="754">
                  <c:v>85.888159999999999</c:v>
                </c:pt>
                <c:pt idx="755">
                  <c:v>85.971739999999997</c:v>
                </c:pt>
                <c:pt idx="756">
                  <c:v>86.0548</c:v>
                </c:pt>
                <c:pt idx="757">
                  <c:v>86.137219999999999</c:v>
                </c:pt>
                <c:pt idx="758">
                  <c:v>86.220939999999999</c:v>
                </c:pt>
                <c:pt idx="759">
                  <c:v>86.306030000000007</c:v>
                </c:pt>
                <c:pt idx="760">
                  <c:v>86.386809999999997</c:v>
                </c:pt>
                <c:pt idx="761">
                  <c:v>86.471810000000005</c:v>
                </c:pt>
                <c:pt idx="762">
                  <c:v>86.553939999999997</c:v>
                </c:pt>
                <c:pt idx="763">
                  <c:v>86.639049999999997</c:v>
                </c:pt>
                <c:pt idx="764">
                  <c:v>86.724090000000004</c:v>
                </c:pt>
                <c:pt idx="765">
                  <c:v>86.804640000000006</c:v>
                </c:pt>
                <c:pt idx="766">
                  <c:v>86.889340000000004</c:v>
                </c:pt>
                <c:pt idx="767">
                  <c:v>86.969970000000004</c:v>
                </c:pt>
                <c:pt idx="768">
                  <c:v>87.056200000000004</c:v>
                </c:pt>
                <c:pt idx="769">
                  <c:v>87.138120000000001</c:v>
                </c:pt>
                <c:pt idx="770">
                  <c:v>87.221369999999993</c:v>
                </c:pt>
                <c:pt idx="771">
                  <c:v>87.305459999999997</c:v>
                </c:pt>
                <c:pt idx="772">
                  <c:v>87.388499999999993</c:v>
                </c:pt>
                <c:pt idx="773">
                  <c:v>87.471080000000001</c:v>
                </c:pt>
                <c:pt idx="774">
                  <c:v>87.55668</c:v>
                </c:pt>
                <c:pt idx="775">
                  <c:v>87.639600000000002</c:v>
                </c:pt>
                <c:pt idx="776">
                  <c:v>87.723939999999999</c:v>
                </c:pt>
                <c:pt idx="777">
                  <c:v>87.808340000000001</c:v>
                </c:pt>
                <c:pt idx="778">
                  <c:v>87.889219999999995</c:v>
                </c:pt>
                <c:pt idx="779">
                  <c:v>87.97296</c:v>
                </c:pt>
                <c:pt idx="780">
                  <c:v>88.056640000000002</c:v>
                </c:pt>
                <c:pt idx="781">
                  <c:v>88.140219999999999</c:v>
                </c:pt>
                <c:pt idx="782">
                  <c:v>88.223420000000004</c:v>
                </c:pt>
                <c:pt idx="783">
                  <c:v>88.306600000000003</c:v>
                </c:pt>
                <c:pt idx="784">
                  <c:v>88.390690000000006</c:v>
                </c:pt>
                <c:pt idx="785">
                  <c:v>88.472989999999996</c:v>
                </c:pt>
                <c:pt idx="786">
                  <c:v>88.556950000000001</c:v>
                </c:pt>
                <c:pt idx="787">
                  <c:v>88.638120000000001</c:v>
                </c:pt>
                <c:pt idx="788">
                  <c:v>88.725049999999996</c:v>
                </c:pt>
                <c:pt idx="789">
                  <c:v>88.805120000000002</c:v>
                </c:pt>
                <c:pt idx="790">
                  <c:v>88.88794</c:v>
                </c:pt>
                <c:pt idx="791">
                  <c:v>88.970060000000004</c:v>
                </c:pt>
                <c:pt idx="792">
                  <c:v>89.056139999999999</c:v>
                </c:pt>
                <c:pt idx="793">
                  <c:v>89.139219999999995</c:v>
                </c:pt>
                <c:pt idx="794">
                  <c:v>89.221689999999995</c:v>
                </c:pt>
                <c:pt idx="795">
                  <c:v>89.305639999999997</c:v>
                </c:pt>
                <c:pt idx="796">
                  <c:v>89.389139999999998</c:v>
                </c:pt>
                <c:pt idx="797">
                  <c:v>89.471890000000002</c:v>
                </c:pt>
                <c:pt idx="798">
                  <c:v>89.556209999999993</c:v>
                </c:pt>
                <c:pt idx="799">
                  <c:v>89.640469999999993</c:v>
                </c:pt>
                <c:pt idx="800">
                  <c:v>89.720799999999997</c:v>
                </c:pt>
                <c:pt idx="801">
                  <c:v>89.805850000000007</c:v>
                </c:pt>
                <c:pt idx="802">
                  <c:v>89.887640000000005</c:v>
                </c:pt>
                <c:pt idx="803">
                  <c:v>89.971090000000004</c:v>
                </c:pt>
                <c:pt idx="804">
                  <c:v>90.055750000000003</c:v>
                </c:pt>
                <c:pt idx="805">
                  <c:v>90.13879</c:v>
                </c:pt>
                <c:pt idx="806">
                  <c:v>90.225989999999996</c:v>
                </c:pt>
                <c:pt idx="807">
                  <c:v>90.310739999999996</c:v>
                </c:pt>
                <c:pt idx="808">
                  <c:v>90.391310000000004</c:v>
                </c:pt>
                <c:pt idx="809">
                  <c:v>90.476569999999995</c:v>
                </c:pt>
                <c:pt idx="810">
                  <c:v>90.559290000000004</c:v>
                </c:pt>
                <c:pt idx="811">
                  <c:v>90.644199999999998</c:v>
                </c:pt>
                <c:pt idx="812">
                  <c:v>90.724239999999995</c:v>
                </c:pt>
                <c:pt idx="813">
                  <c:v>90.810580000000002</c:v>
                </c:pt>
                <c:pt idx="814">
                  <c:v>90.892449999999997</c:v>
                </c:pt>
                <c:pt idx="815">
                  <c:v>90.975639999999999</c:v>
                </c:pt>
                <c:pt idx="816">
                  <c:v>91.057810000000003</c:v>
                </c:pt>
                <c:pt idx="817">
                  <c:v>91.142690000000002</c:v>
                </c:pt>
                <c:pt idx="818">
                  <c:v>91.225149999999999</c:v>
                </c:pt>
                <c:pt idx="819">
                  <c:v>91.310079999999999</c:v>
                </c:pt>
                <c:pt idx="820">
                  <c:v>91.390510000000006</c:v>
                </c:pt>
                <c:pt idx="821">
                  <c:v>91.475409999999997</c:v>
                </c:pt>
                <c:pt idx="822">
                  <c:v>91.558440000000004</c:v>
                </c:pt>
                <c:pt idx="823">
                  <c:v>91.641689999999997</c:v>
                </c:pt>
                <c:pt idx="824">
                  <c:v>91.725639999999999</c:v>
                </c:pt>
                <c:pt idx="825">
                  <c:v>91.806359999999998</c:v>
                </c:pt>
                <c:pt idx="826">
                  <c:v>91.890690000000006</c:v>
                </c:pt>
                <c:pt idx="827">
                  <c:v>91.975279999999998</c:v>
                </c:pt>
                <c:pt idx="828">
                  <c:v>92.057559999999995</c:v>
                </c:pt>
                <c:pt idx="829">
                  <c:v>92.140259999999998</c:v>
                </c:pt>
                <c:pt idx="830">
                  <c:v>92.224779999999996</c:v>
                </c:pt>
                <c:pt idx="831">
                  <c:v>92.309100000000001</c:v>
                </c:pt>
                <c:pt idx="832">
                  <c:v>92.392989999999998</c:v>
                </c:pt>
                <c:pt idx="833">
                  <c:v>92.474810000000005</c:v>
                </c:pt>
                <c:pt idx="834">
                  <c:v>92.555940000000007</c:v>
                </c:pt>
                <c:pt idx="835">
                  <c:v>92.641580000000005</c:v>
                </c:pt>
                <c:pt idx="836">
                  <c:v>92.725409999999997</c:v>
                </c:pt>
                <c:pt idx="837">
                  <c:v>92.808130000000006</c:v>
                </c:pt>
                <c:pt idx="838">
                  <c:v>92.891760000000005</c:v>
                </c:pt>
                <c:pt idx="839">
                  <c:v>92.975440000000006</c:v>
                </c:pt>
                <c:pt idx="840">
                  <c:v>93.056880000000007</c:v>
                </c:pt>
                <c:pt idx="841">
                  <c:v>93.143129999999999</c:v>
                </c:pt>
                <c:pt idx="842">
                  <c:v>93.227260000000001</c:v>
                </c:pt>
                <c:pt idx="843">
                  <c:v>93.309340000000006</c:v>
                </c:pt>
                <c:pt idx="844">
                  <c:v>93.394220000000004</c:v>
                </c:pt>
                <c:pt idx="845">
                  <c:v>93.476680000000002</c:v>
                </c:pt>
                <c:pt idx="846">
                  <c:v>93.5595</c:v>
                </c:pt>
                <c:pt idx="847">
                  <c:v>93.642560000000003</c:v>
                </c:pt>
                <c:pt idx="848">
                  <c:v>93.725639999999999</c:v>
                </c:pt>
                <c:pt idx="849">
                  <c:v>93.809219999999996</c:v>
                </c:pt>
                <c:pt idx="850">
                  <c:v>93.892510000000001</c:v>
                </c:pt>
                <c:pt idx="851">
                  <c:v>93.974149999999995</c:v>
                </c:pt>
                <c:pt idx="852">
                  <c:v>94.057990000000004</c:v>
                </c:pt>
                <c:pt idx="853">
                  <c:v>94.142570000000006</c:v>
                </c:pt>
                <c:pt idx="854">
                  <c:v>94.224530000000001</c:v>
                </c:pt>
                <c:pt idx="855">
                  <c:v>94.306370000000001</c:v>
                </c:pt>
                <c:pt idx="856">
                  <c:v>94.391660000000002</c:v>
                </c:pt>
                <c:pt idx="857">
                  <c:v>94.474810000000005</c:v>
                </c:pt>
                <c:pt idx="858">
                  <c:v>94.556520000000006</c:v>
                </c:pt>
                <c:pt idx="859">
                  <c:v>94.639750000000006</c:v>
                </c:pt>
                <c:pt idx="860">
                  <c:v>94.723389999999995</c:v>
                </c:pt>
                <c:pt idx="861">
                  <c:v>94.809439999999995</c:v>
                </c:pt>
                <c:pt idx="862">
                  <c:v>94.889139999999998</c:v>
                </c:pt>
                <c:pt idx="863">
                  <c:v>94.974209999999999</c:v>
                </c:pt>
                <c:pt idx="864">
                  <c:v>95.054919999999996</c:v>
                </c:pt>
                <c:pt idx="865">
                  <c:v>95.139259999999993</c:v>
                </c:pt>
                <c:pt idx="866">
                  <c:v>95.222660000000005</c:v>
                </c:pt>
                <c:pt idx="867">
                  <c:v>95.309089999999998</c:v>
                </c:pt>
                <c:pt idx="868">
                  <c:v>95.392570000000006</c:v>
                </c:pt>
                <c:pt idx="869">
                  <c:v>95.475620000000006</c:v>
                </c:pt>
                <c:pt idx="870">
                  <c:v>95.557490000000001</c:v>
                </c:pt>
                <c:pt idx="871">
                  <c:v>95.640780000000007</c:v>
                </c:pt>
                <c:pt idx="872">
                  <c:v>95.725309999999993</c:v>
                </c:pt>
                <c:pt idx="873">
                  <c:v>95.808719999999994</c:v>
                </c:pt>
                <c:pt idx="874">
                  <c:v>95.889989999999997</c:v>
                </c:pt>
                <c:pt idx="875">
                  <c:v>95.974459999999993</c:v>
                </c:pt>
                <c:pt idx="876">
                  <c:v>96.058599999999998</c:v>
                </c:pt>
                <c:pt idx="877">
                  <c:v>96.140219999999999</c:v>
                </c:pt>
                <c:pt idx="878">
                  <c:v>96.224720000000005</c:v>
                </c:pt>
                <c:pt idx="879">
                  <c:v>96.307379999999995</c:v>
                </c:pt>
                <c:pt idx="880">
                  <c:v>96.392200000000003</c:v>
                </c:pt>
                <c:pt idx="881">
                  <c:v>96.473389999999995</c:v>
                </c:pt>
                <c:pt idx="882">
                  <c:v>96.556759999999997</c:v>
                </c:pt>
                <c:pt idx="883">
                  <c:v>96.639750000000006</c:v>
                </c:pt>
                <c:pt idx="884">
                  <c:v>96.725840000000005</c:v>
                </c:pt>
                <c:pt idx="885">
                  <c:v>96.806700000000006</c:v>
                </c:pt>
                <c:pt idx="886">
                  <c:v>96.891210000000001</c:v>
                </c:pt>
                <c:pt idx="887">
                  <c:v>96.974339999999998</c:v>
                </c:pt>
                <c:pt idx="888">
                  <c:v>97.059020000000004</c:v>
                </c:pt>
                <c:pt idx="889">
                  <c:v>97.140690000000006</c:v>
                </c:pt>
                <c:pt idx="890">
                  <c:v>97.223740000000006</c:v>
                </c:pt>
                <c:pt idx="891">
                  <c:v>97.307410000000004</c:v>
                </c:pt>
                <c:pt idx="892">
                  <c:v>97.390839999999997</c:v>
                </c:pt>
                <c:pt idx="893">
                  <c:v>97.474639999999994</c:v>
                </c:pt>
                <c:pt idx="894">
                  <c:v>97.558480000000003</c:v>
                </c:pt>
                <c:pt idx="895">
                  <c:v>97.641360000000006</c:v>
                </c:pt>
                <c:pt idx="896">
                  <c:v>97.72569</c:v>
                </c:pt>
                <c:pt idx="897">
                  <c:v>97.807609999999997</c:v>
                </c:pt>
                <c:pt idx="898">
                  <c:v>97.892740000000003</c:v>
                </c:pt>
                <c:pt idx="899">
                  <c:v>97.975459999999998</c:v>
                </c:pt>
                <c:pt idx="900">
                  <c:v>98.058009999999996</c:v>
                </c:pt>
                <c:pt idx="901">
                  <c:v>98.141059999999996</c:v>
                </c:pt>
                <c:pt idx="902">
                  <c:v>98.22372</c:v>
                </c:pt>
                <c:pt idx="903">
                  <c:v>98.307850000000002</c:v>
                </c:pt>
                <c:pt idx="904">
                  <c:v>98.390219999999999</c:v>
                </c:pt>
                <c:pt idx="905">
                  <c:v>98.473089999999999</c:v>
                </c:pt>
                <c:pt idx="906">
                  <c:v>98.557079999999999</c:v>
                </c:pt>
                <c:pt idx="907">
                  <c:v>98.641779999999997</c:v>
                </c:pt>
                <c:pt idx="908">
                  <c:v>98.725499999999997</c:v>
                </c:pt>
                <c:pt idx="909">
                  <c:v>98.807190000000006</c:v>
                </c:pt>
                <c:pt idx="910">
                  <c:v>98.889690000000002</c:v>
                </c:pt>
                <c:pt idx="911">
                  <c:v>98.972350000000006</c:v>
                </c:pt>
                <c:pt idx="912">
                  <c:v>99.058189999999996</c:v>
                </c:pt>
                <c:pt idx="913">
                  <c:v>99.141059999999996</c:v>
                </c:pt>
                <c:pt idx="914">
                  <c:v>99.224299999999999</c:v>
                </c:pt>
                <c:pt idx="915">
                  <c:v>99.306560000000005</c:v>
                </c:pt>
                <c:pt idx="916">
                  <c:v>99.388919999999999</c:v>
                </c:pt>
                <c:pt idx="917">
                  <c:v>99.473680000000002</c:v>
                </c:pt>
                <c:pt idx="918">
                  <c:v>99.555840000000003</c:v>
                </c:pt>
                <c:pt idx="919">
                  <c:v>99.640190000000004</c:v>
                </c:pt>
                <c:pt idx="920">
                  <c:v>99.723939999999999</c:v>
                </c:pt>
                <c:pt idx="921">
                  <c:v>99.806359999999998</c:v>
                </c:pt>
                <c:pt idx="922">
                  <c:v>99.891059999999996</c:v>
                </c:pt>
                <c:pt idx="923">
                  <c:v>99.973740000000006</c:v>
                </c:pt>
                <c:pt idx="924">
                  <c:v>100.0561</c:v>
                </c:pt>
                <c:pt idx="925">
                  <c:v>100.1401</c:v>
                </c:pt>
                <c:pt idx="926">
                  <c:v>100.2238</c:v>
                </c:pt>
                <c:pt idx="927">
                  <c:v>100.3064</c:v>
                </c:pt>
                <c:pt idx="928">
                  <c:v>100.3882</c:v>
                </c:pt>
                <c:pt idx="929">
                  <c:v>100.47410000000001</c:v>
                </c:pt>
                <c:pt idx="930">
                  <c:v>100.5562</c:v>
                </c:pt>
                <c:pt idx="931">
                  <c:v>100.63760000000001</c:v>
                </c:pt>
                <c:pt idx="932">
                  <c:v>100.723</c:v>
                </c:pt>
                <c:pt idx="933">
                  <c:v>100.8056</c:v>
                </c:pt>
                <c:pt idx="934">
                  <c:v>100.8887</c:v>
                </c:pt>
                <c:pt idx="935">
                  <c:v>100.97020000000001</c:v>
                </c:pt>
                <c:pt idx="936">
                  <c:v>101.0544</c:v>
                </c:pt>
                <c:pt idx="937">
                  <c:v>101.14060000000001</c:v>
                </c:pt>
                <c:pt idx="938">
                  <c:v>101.22</c:v>
                </c:pt>
                <c:pt idx="939">
                  <c:v>101.3073</c:v>
                </c:pt>
                <c:pt idx="940">
                  <c:v>101.3866</c:v>
                </c:pt>
                <c:pt idx="941">
                  <c:v>101.47029999999999</c:v>
                </c:pt>
                <c:pt idx="942">
                  <c:v>101.5552</c:v>
                </c:pt>
                <c:pt idx="943">
                  <c:v>101.6379</c:v>
                </c:pt>
                <c:pt idx="944">
                  <c:v>101.7236</c:v>
                </c:pt>
                <c:pt idx="945">
                  <c:v>101.8038</c:v>
                </c:pt>
                <c:pt idx="946">
                  <c:v>101.88760000000001</c:v>
                </c:pt>
                <c:pt idx="947">
                  <c:v>101.9699</c:v>
                </c:pt>
                <c:pt idx="948">
                  <c:v>102.0547</c:v>
                </c:pt>
                <c:pt idx="949">
                  <c:v>102.1378</c:v>
                </c:pt>
                <c:pt idx="950">
                  <c:v>102.2205</c:v>
                </c:pt>
                <c:pt idx="951">
                  <c:v>102.3047</c:v>
                </c:pt>
                <c:pt idx="952">
                  <c:v>102.3879</c:v>
                </c:pt>
                <c:pt idx="953">
                  <c:v>102.4709</c:v>
                </c:pt>
                <c:pt idx="954">
                  <c:v>102.5539</c:v>
                </c:pt>
                <c:pt idx="955">
                  <c:v>102.6375</c:v>
                </c:pt>
                <c:pt idx="956">
                  <c:v>102.7234</c:v>
                </c:pt>
                <c:pt idx="957">
                  <c:v>102.8056</c:v>
                </c:pt>
                <c:pt idx="958">
                  <c:v>102.8883</c:v>
                </c:pt>
                <c:pt idx="959">
                  <c:v>102.9688</c:v>
                </c:pt>
                <c:pt idx="960">
                  <c:v>103.0557</c:v>
                </c:pt>
                <c:pt idx="961">
                  <c:v>103.137</c:v>
                </c:pt>
                <c:pt idx="962">
                  <c:v>103.2193</c:v>
                </c:pt>
                <c:pt idx="963">
                  <c:v>103.3028</c:v>
                </c:pt>
                <c:pt idx="964">
                  <c:v>103.3865</c:v>
                </c:pt>
                <c:pt idx="965">
                  <c:v>103.471</c:v>
                </c:pt>
                <c:pt idx="966">
                  <c:v>103.5544</c:v>
                </c:pt>
                <c:pt idx="967">
                  <c:v>103.63639999999999</c:v>
                </c:pt>
                <c:pt idx="968">
                  <c:v>103.71850000000001</c:v>
                </c:pt>
                <c:pt idx="969">
                  <c:v>103.80159999999999</c:v>
                </c:pt>
                <c:pt idx="970">
                  <c:v>103.8848</c:v>
                </c:pt>
                <c:pt idx="971">
                  <c:v>103.9682</c:v>
                </c:pt>
                <c:pt idx="972">
                  <c:v>104.0513</c:v>
                </c:pt>
                <c:pt idx="973">
                  <c:v>104.1353</c:v>
                </c:pt>
                <c:pt idx="974">
                  <c:v>104.2193</c:v>
                </c:pt>
                <c:pt idx="975">
                  <c:v>104.30370000000001</c:v>
                </c:pt>
                <c:pt idx="976">
                  <c:v>104.3866</c:v>
                </c:pt>
                <c:pt idx="977">
                  <c:v>104.46810000000001</c:v>
                </c:pt>
                <c:pt idx="978">
                  <c:v>104.55240000000001</c:v>
                </c:pt>
                <c:pt idx="979">
                  <c:v>104.6369</c:v>
                </c:pt>
                <c:pt idx="980">
                  <c:v>104.718</c:v>
                </c:pt>
                <c:pt idx="981">
                  <c:v>104.8005</c:v>
                </c:pt>
                <c:pt idx="982">
                  <c:v>104.8856</c:v>
                </c:pt>
                <c:pt idx="983">
                  <c:v>104.968</c:v>
                </c:pt>
                <c:pt idx="984">
                  <c:v>105.0534</c:v>
                </c:pt>
                <c:pt idx="985">
                  <c:v>105.1344</c:v>
                </c:pt>
                <c:pt idx="986">
                  <c:v>105.2187</c:v>
                </c:pt>
                <c:pt idx="987">
                  <c:v>105.3005</c:v>
                </c:pt>
                <c:pt idx="988">
                  <c:v>105.3857</c:v>
                </c:pt>
                <c:pt idx="989">
                  <c:v>105.4705</c:v>
                </c:pt>
                <c:pt idx="990">
                  <c:v>105.55119999999999</c:v>
                </c:pt>
                <c:pt idx="991">
                  <c:v>105.6352</c:v>
                </c:pt>
                <c:pt idx="992">
                  <c:v>105.7179</c:v>
                </c:pt>
                <c:pt idx="993">
                  <c:v>105.8034</c:v>
                </c:pt>
                <c:pt idx="994">
                  <c:v>105.8841</c:v>
                </c:pt>
                <c:pt idx="995">
                  <c:v>105.9675</c:v>
                </c:pt>
                <c:pt idx="996">
                  <c:v>106.0497</c:v>
                </c:pt>
                <c:pt idx="997">
                  <c:v>106.1354</c:v>
                </c:pt>
                <c:pt idx="998">
                  <c:v>106.2166</c:v>
                </c:pt>
                <c:pt idx="999">
                  <c:v>106.3</c:v>
                </c:pt>
                <c:pt idx="1000">
                  <c:v>106.38639999999999</c:v>
                </c:pt>
                <c:pt idx="1001">
                  <c:v>106.46850000000001</c:v>
                </c:pt>
                <c:pt idx="1002">
                  <c:v>106.5498</c:v>
                </c:pt>
                <c:pt idx="1003">
                  <c:v>106.6343</c:v>
                </c:pt>
                <c:pt idx="1004">
                  <c:v>106.7187</c:v>
                </c:pt>
                <c:pt idx="1005">
                  <c:v>106.7996</c:v>
                </c:pt>
                <c:pt idx="1006">
                  <c:v>106.8836</c:v>
                </c:pt>
                <c:pt idx="1007">
                  <c:v>106.9684</c:v>
                </c:pt>
                <c:pt idx="1008">
                  <c:v>107.0527</c:v>
                </c:pt>
                <c:pt idx="1009">
                  <c:v>107.13460000000001</c:v>
                </c:pt>
                <c:pt idx="1010">
                  <c:v>107.2157</c:v>
                </c:pt>
                <c:pt idx="1011">
                  <c:v>107.301</c:v>
                </c:pt>
                <c:pt idx="1012">
                  <c:v>107.3837</c:v>
                </c:pt>
                <c:pt idx="1013">
                  <c:v>107.4684</c:v>
                </c:pt>
                <c:pt idx="1014">
                  <c:v>107.55159999999999</c:v>
                </c:pt>
                <c:pt idx="1015">
                  <c:v>107.6348</c:v>
                </c:pt>
                <c:pt idx="1016">
                  <c:v>107.7188</c:v>
                </c:pt>
                <c:pt idx="1017">
                  <c:v>107.8026</c:v>
                </c:pt>
                <c:pt idx="1018">
                  <c:v>107.88339999999999</c:v>
                </c:pt>
                <c:pt idx="1019">
                  <c:v>107.9669</c:v>
                </c:pt>
                <c:pt idx="1020">
                  <c:v>108.0467</c:v>
                </c:pt>
                <c:pt idx="1021">
                  <c:v>108.1326</c:v>
                </c:pt>
                <c:pt idx="1022">
                  <c:v>108.2146</c:v>
                </c:pt>
                <c:pt idx="1023">
                  <c:v>108.3019</c:v>
                </c:pt>
                <c:pt idx="1024">
                  <c:v>108.3823</c:v>
                </c:pt>
                <c:pt idx="1025">
                  <c:v>108.4688</c:v>
                </c:pt>
                <c:pt idx="1026">
                  <c:v>108.5498</c:v>
                </c:pt>
                <c:pt idx="1027">
                  <c:v>108.631</c:v>
                </c:pt>
                <c:pt idx="1028">
                  <c:v>108.7154</c:v>
                </c:pt>
                <c:pt idx="1029">
                  <c:v>108.7991</c:v>
                </c:pt>
                <c:pt idx="1030">
                  <c:v>108.8813</c:v>
                </c:pt>
                <c:pt idx="1031">
                  <c:v>108.9646</c:v>
                </c:pt>
                <c:pt idx="1032">
                  <c:v>109.0492</c:v>
                </c:pt>
                <c:pt idx="1033">
                  <c:v>109.13209999999999</c:v>
                </c:pt>
                <c:pt idx="1034">
                  <c:v>109.2146</c:v>
                </c:pt>
                <c:pt idx="1035">
                  <c:v>109.29689999999999</c:v>
                </c:pt>
                <c:pt idx="1036">
                  <c:v>109.38039999999999</c:v>
                </c:pt>
                <c:pt idx="1037">
                  <c:v>109.46259999999999</c:v>
                </c:pt>
                <c:pt idx="1038">
                  <c:v>109.5466</c:v>
                </c:pt>
                <c:pt idx="1039">
                  <c:v>109.631</c:v>
                </c:pt>
                <c:pt idx="1040">
                  <c:v>109.7152</c:v>
                </c:pt>
                <c:pt idx="1041">
                  <c:v>109.7988</c:v>
                </c:pt>
                <c:pt idx="1042">
                  <c:v>109.8815</c:v>
                </c:pt>
                <c:pt idx="1043">
                  <c:v>109.96469999999999</c:v>
                </c:pt>
                <c:pt idx="1044">
                  <c:v>110.0458</c:v>
                </c:pt>
                <c:pt idx="1045">
                  <c:v>110.1306</c:v>
                </c:pt>
                <c:pt idx="1046">
                  <c:v>110.21420000000001</c:v>
                </c:pt>
                <c:pt idx="1047">
                  <c:v>110.29940000000001</c:v>
                </c:pt>
                <c:pt idx="1048">
                  <c:v>110.3814</c:v>
                </c:pt>
                <c:pt idx="1049">
                  <c:v>110.4631</c:v>
                </c:pt>
                <c:pt idx="1050">
                  <c:v>110.5492</c:v>
                </c:pt>
                <c:pt idx="1051">
                  <c:v>110.6311</c:v>
                </c:pt>
                <c:pt idx="1052">
                  <c:v>110.71380000000001</c:v>
                </c:pt>
                <c:pt idx="1053">
                  <c:v>110.7979</c:v>
                </c:pt>
                <c:pt idx="1054">
                  <c:v>110.88209999999999</c:v>
                </c:pt>
                <c:pt idx="1055">
                  <c:v>110.96429999999999</c:v>
                </c:pt>
                <c:pt idx="1056">
                  <c:v>111.0484</c:v>
                </c:pt>
                <c:pt idx="1057">
                  <c:v>111.131</c:v>
                </c:pt>
                <c:pt idx="1058">
                  <c:v>111.21429999999999</c:v>
                </c:pt>
                <c:pt idx="1059">
                  <c:v>111.29689999999999</c:v>
                </c:pt>
                <c:pt idx="1060">
                  <c:v>111.3793</c:v>
                </c:pt>
                <c:pt idx="1061">
                  <c:v>111.4649</c:v>
                </c:pt>
                <c:pt idx="1062">
                  <c:v>111.5454</c:v>
                </c:pt>
                <c:pt idx="1063">
                  <c:v>111.6288</c:v>
                </c:pt>
                <c:pt idx="1064">
                  <c:v>111.7132</c:v>
                </c:pt>
                <c:pt idx="1065">
                  <c:v>111.7962</c:v>
                </c:pt>
                <c:pt idx="1066">
                  <c:v>111.8811</c:v>
                </c:pt>
                <c:pt idx="1067">
                  <c:v>111.962</c:v>
                </c:pt>
                <c:pt idx="1068">
                  <c:v>112.048</c:v>
                </c:pt>
                <c:pt idx="1069">
                  <c:v>112.1314</c:v>
                </c:pt>
                <c:pt idx="1070">
                  <c:v>112.2154</c:v>
                </c:pt>
                <c:pt idx="1071">
                  <c:v>112.2974</c:v>
                </c:pt>
                <c:pt idx="1072">
                  <c:v>112.3819</c:v>
                </c:pt>
                <c:pt idx="1073">
                  <c:v>112.4633</c:v>
                </c:pt>
                <c:pt idx="1074">
                  <c:v>112.5454</c:v>
                </c:pt>
                <c:pt idx="1075">
                  <c:v>112.6296</c:v>
                </c:pt>
                <c:pt idx="1076">
                  <c:v>112.7122</c:v>
                </c:pt>
                <c:pt idx="1077">
                  <c:v>112.795</c:v>
                </c:pt>
                <c:pt idx="1078">
                  <c:v>112.88</c:v>
                </c:pt>
                <c:pt idx="1079">
                  <c:v>112.96250000000001</c:v>
                </c:pt>
                <c:pt idx="1080">
                  <c:v>113.0454</c:v>
                </c:pt>
                <c:pt idx="1081">
                  <c:v>113.1284</c:v>
                </c:pt>
                <c:pt idx="1082">
                  <c:v>113.2129</c:v>
                </c:pt>
                <c:pt idx="1083">
                  <c:v>113.2954</c:v>
                </c:pt>
                <c:pt idx="1084">
                  <c:v>113.3785</c:v>
                </c:pt>
                <c:pt idx="1085">
                  <c:v>113.4653</c:v>
                </c:pt>
                <c:pt idx="1086">
                  <c:v>113.5467</c:v>
                </c:pt>
                <c:pt idx="1087">
                  <c:v>113.6296</c:v>
                </c:pt>
                <c:pt idx="1088">
                  <c:v>113.71210000000001</c:v>
                </c:pt>
                <c:pt idx="1089">
                  <c:v>113.79600000000001</c:v>
                </c:pt>
                <c:pt idx="1090">
                  <c:v>113.877</c:v>
                </c:pt>
                <c:pt idx="1091">
                  <c:v>113.9619</c:v>
                </c:pt>
                <c:pt idx="1092">
                  <c:v>114.0453</c:v>
                </c:pt>
                <c:pt idx="1093">
                  <c:v>114.1289</c:v>
                </c:pt>
                <c:pt idx="1094">
                  <c:v>114.2128</c:v>
                </c:pt>
                <c:pt idx="1095">
                  <c:v>114.2948</c:v>
                </c:pt>
                <c:pt idx="1096">
                  <c:v>114.3763</c:v>
                </c:pt>
                <c:pt idx="1097">
                  <c:v>114.46129999999999</c:v>
                </c:pt>
                <c:pt idx="1098">
                  <c:v>114.5429</c:v>
                </c:pt>
                <c:pt idx="1099">
                  <c:v>114.6264</c:v>
                </c:pt>
                <c:pt idx="1100">
                  <c:v>114.7107</c:v>
                </c:pt>
                <c:pt idx="1101">
                  <c:v>114.7941</c:v>
                </c:pt>
                <c:pt idx="1102">
                  <c:v>114.8755</c:v>
                </c:pt>
                <c:pt idx="1103">
                  <c:v>114.96040000000001</c:v>
                </c:pt>
                <c:pt idx="1104">
                  <c:v>115.0444</c:v>
                </c:pt>
                <c:pt idx="1105">
                  <c:v>115.1276</c:v>
                </c:pt>
                <c:pt idx="1106">
                  <c:v>115.21</c:v>
                </c:pt>
                <c:pt idx="1107">
                  <c:v>115.2927</c:v>
                </c:pt>
                <c:pt idx="1108">
                  <c:v>115.377</c:v>
                </c:pt>
                <c:pt idx="1109">
                  <c:v>115.4616</c:v>
                </c:pt>
                <c:pt idx="1110">
                  <c:v>115.54300000000001</c:v>
                </c:pt>
                <c:pt idx="1111">
                  <c:v>115.6284</c:v>
                </c:pt>
                <c:pt idx="1112">
                  <c:v>115.71080000000001</c:v>
                </c:pt>
                <c:pt idx="1113">
                  <c:v>115.79470000000001</c:v>
                </c:pt>
                <c:pt idx="1114">
                  <c:v>115.878</c:v>
                </c:pt>
                <c:pt idx="1115">
                  <c:v>115.9609</c:v>
                </c:pt>
                <c:pt idx="1116">
                  <c:v>116.0428</c:v>
                </c:pt>
                <c:pt idx="1117">
                  <c:v>116.1266</c:v>
                </c:pt>
                <c:pt idx="1118">
                  <c:v>116.2103</c:v>
                </c:pt>
                <c:pt idx="1119">
                  <c:v>116.29259999999999</c:v>
                </c:pt>
                <c:pt idx="1120">
                  <c:v>116.3781</c:v>
                </c:pt>
                <c:pt idx="1121">
                  <c:v>116.4593</c:v>
                </c:pt>
                <c:pt idx="1122">
                  <c:v>116.5414</c:v>
                </c:pt>
                <c:pt idx="1123">
                  <c:v>116.62690000000001</c:v>
                </c:pt>
                <c:pt idx="1124">
                  <c:v>116.7089</c:v>
                </c:pt>
                <c:pt idx="1125">
                  <c:v>116.7938</c:v>
                </c:pt>
                <c:pt idx="1126">
                  <c:v>116.8763</c:v>
                </c:pt>
                <c:pt idx="1127">
                  <c:v>116.9602</c:v>
                </c:pt>
                <c:pt idx="1128">
                  <c:v>117.0423</c:v>
                </c:pt>
                <c:pt idx="1129">
                  <c:v>117.125</c:v>
                </c:pt>
                <c:pt idx="1130">
                  <c:v>117.2107</c:v>
                </c:pt>
                <c:pt idx="1131">
                  <c:v>117.29300000000001</c:v>
                </c:pt>
                <c:pt idx="1132">
                  <c:v>117.375</c:v>
                </c:pt>
                <c:pt idx="1133">
                  <c:v>117.45910000000001</c:v>
                </c:pt>
                <c:pt idx="1134">
                  <c:v>117.5427</c:v>
                </c:pt>
                <c:pt idx="1135">
                  <c:v>117.62479999999999</c:v>
                </c:pt>
                <c:pt idx="1136">
                  <c:v>117.70910000000001</c:v>
                </c:pt>
                <c:pt idx="1137">
                  <c:v>117.7929</c:v>
                </c:pt>
                <c:pt idx="1138">
                  <c:v>117.8758</c:v>
                </c:pt>
                <c:pt idx="1139">
                  <c:v>117.95780000000001</c:v>
                </c:pt>
                <c:pt idx="1140">
                  <c:v>118.0406</c:v>
                </c:pt>
                <c:pt idx="1141">
                  <c:v>118.1251</c:v>
                </c:pt>
                <c:pt idx="1142">
                  <c:v>118.2079</c:v>
                </c:pt>
                <c:pt idx="1143">
                  <c:v>118.2932</c:v>
                </c:pt>
                <c:pt idx="1144">
                  <c:v>118.37520000000001</c:v>
                </c:pt>
                <c:pt idx="1145">
                  <c:v>118.4592</c:v>
                </c:pt>
                <c:pt idx="1146">
                  <c:v>118.541</c:v>
                </c:pt>
                <c:pt idx="1147">
                  <c:v>118.62479999999999</c:v>
                </c:pt>
                <c:pt idx="1148">
                  <c:v>118.70699999999999</c:v>
                </c:pt>
                <c:pt idx="1149">
                  <c:v>118.7932</c:v>
                </c:pt>
                <c:pt idx="1150">
                  <c:v>118.8746</c:v>
                </c:pt>
                <c:pt idx="1151">
                  <c:v>118.958</c:v>
                </c:pt>
                <c:pt idx="1152">
                  <c:v>119.03870000000001</c:v>
                </c:pt>
                <c:pt idx="1153">
                  <c:v>119.12220000000001</c:v>
                </c:pt>
                <c:pt idx="1154">
                  <c:v>119.2069</c:v>
                </c:pt>
                <c:pt idx="1155">
                  <c:v>119.28830000000001</c:v>
                </c:pt>
                <c:pt idx="1156">
                  <c:v>119.3724</c:v>
                </c:pt>
                <c:pt idx="1157">
                  <c:v>119.45650000000001</c:v>
                </c:pt>
                <c:pt idx="1158">
                  <c:v>119.5386</c:v>
                </c:pt>
                <c:pt idx="1159">
                  <c:v>119.6207</c:v>
                </c:pt>
                <c:pt idx="1160">
                  <c:v>119.70659999999999</c:v>
                </c:pt>
                <c:pt idx="1161">
                  <c:v>119.7876</c:v>
                </c:pt>
                <c:pt idx="1162">
                  <c:v>119.8695</c:v>
                </c:pt>
                <c:pt idx="1163">
                  <c:v>119.9545</c:v>
                </c:pt>
                <c:pt idx="1164">
                  <c:v>120.0378</c:v>
                </c:pt>
                <c:pt idx="1165">
                  <c:v>120.1232</c:v>
                </c:pt>
                <c:pt idx="1166">
                  <c:v>120.2041</c:v>
                </c:pt>
                <c:pt idx="1167">
                  <c:v>120.2885</c:v>
                </c:pt>
                <c:pt idx="1168">
                  <c:v>120.3706</c:v>
                </c:pt>
                <c:pt idx="1169">
                  <c:v>120.45310000000001</c:v>
                </c:pt>
                <c:pt idx="1170">
                  <c:v>120.5372</c:v>
                </c:pt>
                <c:pt idx="1171">
                  <c:v>120.62269999999999</c:v>
                </c:pt>
                <c:pt idx="1172">
                  <c:v>120.70650000000001</c:v>
                </c:pt>
                <c:pt idx="1173">
                  <c:v>120.7868</c:v>
                </c:pt>
                <c:pt idx="1174">
                  <c:v>120.87130000000001</c:v>
                </c:pt>
                <c:pt idx="1175">
                  <c:v>120.9532</c:v>
                </c:pt>
                <c:pt idx="1176">
                  <c:v>121.0356</c:v>
                </c:pt>
                <c:pt idx="1177">
                  <c:v>121.1204</c:v>
                </c:pt>
                <c:pt idx="1178">
                  <c:v>121.20189999999999</c:v>
                </c:pt>
                <c:pt idx="1179">
                  <c:v>121.2864</c:v>
                </c:pt>
                <c:pt idx="1180">
                  <c:v>121.3685</c:v>
                </c:pt>
                <c:pt idx="1181">
                  <c:v>121.45189999999999</c:v>
                </c:pt>
                <c:pt idx="1182">
                  <c:v>121.53570000000001</c:v>
                </c:pt>
                <c:pt idx="1183">
                  <c:v>121.6198</c:v>
                </c:pt>
                <c:pt idx="1184">
                  <c:v>121.70189999999999</c:v>
                </c:pt>
                <c:pt idx="1185">
                  <c:v>121.7855</c:v>
                </c:pt>
                <c:pt idx="1186">
                  <c:v>121.8673</c:v>
                </c:pt>
                <c:pt idx="1187">
                  <c:v>121.9504</c:v>
                </c:pt>
                <c:pt idx="1188">
                  <c:v>122.03440000000001</c:v>
                </c:pt>
                <c:pt idx="1189">
                  <c:v>122.11750000000001</c:v>
                </c:pt>
                <c:pt idx="1190">
                  <c:v>122.19889999999999</c:v>
                </c:pt>
                <c:pt idx="1191">
                  <c:v>122.2848</c:v>
                </c:pt>
                <c:pt idx="1192">
                  <c:v>122.3686</c:v>
                </c:pt>
                <c:pt idx="1193">
                  <c:v>122.4513</c:v>
                </c:pt>
                <c:pt idx="1194">
                  <c:v>122.5335</c:v>
                </c:pt>
                <c:pt idx="1195">
                  <c:v>122.6173</c:v>
                </c:pt>
                <c:pt idx="1196">
                  <c:v>122.70059999999999</c:v>
                </c:pt>
                <c:pt idx="1197">
                  <c:v>122.7841</c:v>
                </c:pt>
                <c:pt idx="1198">
                  <c:v>122.86799999999999</c:v>
                </c:pt>
                <c:pt idx="1199">
                  <c:v>122.9509</c:v>
                </c:pt>
                <c:pt idx="1200">
                  <c:v>123.03440000000001</c:v>
                </c:pt>
                <c:pt idx="1201">
                  <c:v>123.11750000000001</c:v>
                </c:pt>
                <c:pt idx="1202">
                  <c:v>123.2016</c:v>
                </c:pt>
                <c:pt idx="1203">
                  <c:v>123.2841</c:v>
                </c:pt>
                <c:pt idx="1204">
                  <c:v>123.3682</c:v>
                </c:pt>
                <c:pt idx="1205">
                  <c:v>123.4503</c:v>
                </c:pt>
                <c:pt idx="1206">
                  <c:v>123.53319999999999</c:v>
                </c:pt>
                <c:pt idx="1207">
                  <c:v>123.6169</c:v>
                </c:pt>
                <c:pt idx="1208">
                  <c:v>123.7016</c:v>
                </c:pt>
                <c:pt idx="1209">
                  <c:v>123.78319999999999</c:v>
                </c:pt>
                <c:pt idx="1210">
                  <c:v>123.8652</c:v>
                </c:pt>
                <c:pt idx="1211">
                  <c:v>123.94799999999999</c:v>
                </c:pt>
                <c:pt idx="1212">
                  <c:v>124.033</c:v>
                </c:pt>
                <c:pt idx="1213">
                  <c:v>124.1161</c:v>
                </c:pt>
                <c:pt idx="1214">
                  <c:v>124.1986</c:v>
                </c:pt>
                <c:pt idx="1215">
                  <c:v>124.2825</c:v>
                </c:pt>
                <c:pt idx="1216">
                  <c:v>124.36490000000001</c:v>
                </c:pt>
                <c:pt idx="1217">
                  <c:v>124.4491</c:v>
                </c:pt>
                <c:pt idx="1218">
                  <c:v>124.5316</c:v>
                </c:pt>
                <c:pt idx="1219">
                  <c:v>124.6155</c:v>
                </c:pt>
                <c:pt idx="1220">
                  <c:v>124.69970000000001</c:v>
                </c:pt>
                <c:pt idx="1221">
                  <c:v>124.7804</c:v>
                </c:pt>
                <c:pt idx="1222">
                  <c:v>124.8646</c:v>
                </c:pt>
                <c:pt idx="1223">
                  <c:v>124.94750000000001</c:v>
                </c:pt>
                <c:pt idx="1224">
                  <c:v>125.0312</c:v>
                </c:pt>
                <c:pt idx="1225">
                  <c:v>125.11369999999999</c:v>
                </c:pt>
                <c:pt idx="1226">
                  <c:v>125.1968</c:v>
                </c:pt>
                <c:pt idx="1227">
                  <c:v>125.2794</c:v>
                </c:pt>
                <c:pt idx="1228">
                  <c:v>125.3627</c:v>
                </c:pt>
                <c:pt idx="1229">
                  <c:v>125.4456</c:v>
                </c:pt>
                <c:pt idx="1230">
                  <c:v>125.5286</c:v>
                </c:pt>
                <c:pt idx="1231">
                  <c:v>125.6127</c:v>
                </c:pt>
                <c:pt idx="1232">
                  <c:v>125.69580000000001</c:v>
                </c:pt>
                <c:pt idx="1233">
                  <c:v>125.78</c:v>
                </c:pt>
                <c:pt idx="1234">
                  <c:v>125.8634</c:v>
                </c:pt>
                <c:pt idx="1235">
                  <c:v>125.9455</c:v>
                </c:pt>
                <c:pt idx="1236">
                  <c:v>126.0292</c:v>
                </c:pt>
                <c:pt idx="1237">
                  <c:v>126.1135</c:v>
                </c:pt>
                <c:pt idx="1238">
                  <c:v>126.1981</c:v>
                </c:pt>
                <c:pt idx="1239">
                  <c:v>126.2803</c:v>
                </c:pt>
                <c:pt idx="1240">
                  <c:v>126.3634</c:v>
                </c:pt>
                <c:pt idx="1241">
                  <c:v>126.4486</c:v>
                </c:pt>
                <c:pt idx="1242">
                  <c:v>126.5313</c:v>
                </c:pt>
                <c:pt idx="1243">
                  <c:v>126.61660000000001</c:v>
                </c:pt>
                <c:pt idx="1244">
                  <c:v>126.6979</c:v>
                </c:pt>
                <c:pt idx="1245">
                  <c:v>126.7801</c:v>
                </c:pt>
                <c:pt idx="1246">
                  <c:v>126.8633</c:v>
                </c:pt>
                <c:pt idx="1247">
                  <c:v>126.94750000000001</c:v>
                </c:pt>
                <c:pt idx="1248">
                  <c:v>127.0324</c:v>
                </c:pt>
                <c:pt idx="1249">
                  <c:v>127.1121</c:v>
                </c:pt>
                <c:pt idx="1250">
                  <c:v>127.1973</c:v>
                </c:pt>
                <c:pt idx="1251">
                  <c:v>127.282</c:v>
                </c:pt>
                <c:pt idx="1252">
                  <c:v>127.3639</c:v>
                </c:pt>
                <c:pt idx="1253">
                  <c:v>127.4472</c:v>
                </c:pt>
                <c:pt idx="1254">
                  <c:v>127.53019999999999</c:v>
                </c:pt>
                <c:pt idx="1255">
                  <c:v>127.61279999999999</c:v>
                </c:pt>
                <c:pt idx="1256">
                  <c:v>127.6964</c:v>
                </c:pt>
                <c:pt idx="1257">
                  <c:v>127.7778</c:v>
                </c:pt>
                <c:pt idx="1258">
                  <c:v>127.8613</c:v>
                </c:pt>
                <c:pt idx="1259">
                  <c:v>127.9473</c:v>
                </c:pt>
                <c:pt idx="1260">
                  <c:v>128.02850000000001</c:v>
                </c:pt>
                <c:pt idx="1261">
                  <c:v>128.11279999999999</c:v>
                </c:pt>
                <c:pt idx="1262">
                  <c:v>128.19409999999999</c:v>
                </c:pt>
                <c:pt idx="1263">
                  <c:v>128.2784</c:v>
                </c:pt>
                <c:pt idx="1264">
                  <c:v>128.36330000000001</c:v>
                </c:pt>
                <c:pt idx="1265">
                  <c:v>128.4436</c:v>
                </c:pt>
                <c:pt idx="1266">
                  <c:v>128.52789999999999</c:v>
                </c:pt>
                <c:pt idx="1267">
                  <c:v>128.6114</c:v>
                </c:pt>
                <c:pt idx="1268">
                  <c:v>128.69380000000001</c:v>
                </c:pt>
                <c:pt idx="1269">
                  <c:v>128.77709999999999</c:v>
                </c:pt>
                <c:pt idx="1270">
                  <c:v>128.8613</c:v>
                </c:pt>
                <c:pt idx="1271">
                  <c:v>128.94489999999999</c:v>
                </c:pt>
                <c:pt idx="1272">
                  <c:v>129.02629999999999</c:v>
                </c:pt>
                <c:pt idx="1273">
                  <c:v>129.10910000000001</c:v>
                </c:pt>
                <c:pt idx="1274">
                  <c:v>129.19370000000001</c:v>
                </c:pt>
                <c:pt idx="1275">
                  <c:v>129.2775</c:v>
                </c:pt>
                <c:pt idx="1276">
                  <c:v>129.36150000000001</c:v>
                </c:pt>
                <c:pt idx="1277">
                  <c:v>129.44460000000001</c:v>
                </c:pt>
                <c:pt idx="1278">
                  <c:v>129.52680000000001</c:v>
                </c:pt>
                <c:pt idx="1279">
                  <c:v>129.60759999999999</c:v>
                </c:pt>
                <c:pt idx="1280">
                  <c:v>129.69380000000001</c:v>
                </c:pt>
                <c:pt idx="1281">
                  <c:v>129.774</c:v>
                </c:pt>
                <c:pt idx="1282">
                  <c:v>129.85929999999999</c:v>
                </c:pt>
                <c:pt idx="1283">
                  <c:v>129.94309999999999</c:v>
                </c:pt>
                <c:pt idx="1284">
                  <c:v>130.0256</c:v>
                </c:pt>
                <c:pt idx="1285">
                  <c:v>130.10810000000001</c:v>
                </c:pt>
                <c:pt idx="1286">
                  <c:v>130.19200000000001</c:v>
                </c:pt>
                <c:pt idx="1287">
                  <c:v>130.2747</c:v>
                </c:pt>
                <c:pt idx="1288">
                  <c:v>130.35910000000001</c:v>
                </c:pt>
                <c:pt idx="1289">
                  <c:v>130.44149999999999</c:v>
                </c:pt>
                <c:pt idx="1290">
                  <c:v>130.52459999999999</c:v>
                </c:pt>
                <c:pt idx="1291">
                  <c:v>130.607</c:v>
                </c:pt>
                <c:pt idx="1292">
                  <c:v>130.69120000000001</c:v>
                </c:pt>
                <c:pt idx="1293">
                  <c:v>130.77430000000001</c:v>
                </c:pt>
                <c:pt idx="1294">
                  <c:v>130.8571</c:v>
                </c:pt>
                <c:pt idx="1295">
                  <c:v>130.93960000000001</c:v>
                </c:pt>
                <c:pt idx="1296">
                  <c:v>131.02529999999999</c:v>
                </c:pt>
                <c:pt idx="1297">
                  <c:v>131.1063</c:v>
                </c:pt>
                <c:pt idx="1298">
                  <c:v>131.18870000000001</c:v>
                </c:pt>
                <c:pt idx="1299">
                  <c:v>131.27160000000001</c:v>
                </c:pt>
                <c:pt idx="1300">
                  <c:v>131.35579999999999</c:v>
                </c:pt>
                <c:pt idx="1301">
                  <c:v>131.43860000000001</c:v>
                </c:pt>
                <c:pt idx="1302">
                  <c:v>131.52199999999999</c:v>
                </c:pt>
                <c:pt idx="1303">
                  <c:v>131.60509999999999</c:v>
                </c:pt>
                <c:pt idx="1304">
                  <c:v>131.6891</c:v>
                </c:pt>
                <c:pt idx="1305">
                  <c:v>131.77170000000001</c:v>
                </c:pt>
                <c:pt idx="1306">
                  <c:v>131.85650000000001</c:v>
                </c:pt>
                <c:pt idx="1307">
                  <c:v>131.93780000000001</c:v>
                </c:pt>
                <c:pt idx="1308">
                  <c:v>132.023</c:v>
                </c:pt>
                <c:pt idx="1309">
                  <c:v>132.10659999999999</c:v>
                </c:pt>
                <c:pt idx="1310">
                  <c:v>132.1884</c:v>
                </c:pt>
                <c:pt idx="1311">
                  <c:v>132.27010000000001</c:v>
                </c:pt>
                <c:pt idx="1312">
                  <c:v>132.352</c:v>
                </c:pt>
                <c:pt idx="1313">
                  <c:v>132.4367</c:v>
                </c:pt>
                <c:pt idx="1314">
                  <c:v>132.5197</c:v>
                </c:pt>
                <c:pt idx="1315">
                  <c:v>132.60329999999999</c:v>
                </c:pt>
                <c:pt idx="1316">
                  <c:v>132.68600000000001</c:v>
                </c:pt>
                <c:pt idx="1317">
                  <c:v>132.77080000000001</c:v>
                </c:pt>
                <c:pt idx="1318">
                  <c:v>132.8519</c:v>
                </c:pt>
                <c:pt idx="1319">
                  <c:v>132.93620000000001</c:v>
                </c:pt>
                <c:pt idx="1320">
                  <c:v>133.01910000000001</c:v>
                </c:pt>
                <c:pt idx="1321">
                  <c:v>133.10509999999999</c:v>
                </c:pt>
                <c:pt idx="1322">
                  <c:v>133.1859</c:v>
                </c:pt>
                <c:pt idx="1323">
                  <c:v>133.26830000000001</c:v>
                </c:pt>
                <c:pt idx="1324">
                  <c:v>133.35300000000001</c:v>
                </c:pt>
                <c:pt idx="1325">
                  <c:v>133.43389999999999</c:v>
                </c:pt>
                <c:pt idx="1326">
                  <c:v>133.51589999999999</c:v>
                </c:pt>
                <c:pt idx="1327">
                  <c:v>133.6002</c:v>
                </c:pt>
                <c:pt idx="1328">
                  <c:v>133.68530000000001</c:v>
                </c:pt>
                <c:pt idx="1329">
                  <c:v>133.76769999999999</c:v>
                </c:pt>
                <c:pt idx="1330">
                  <c:v>133.8486</c:v>
                </c:pt>
                <c:pt idx="1331">
                  <c:v>133.93199999999999</c:v>
                </c:pt>
                <c:pt idx="1332">
                  <c:v>134.01439999999999</c:v>
                </c:pt>
                <c:pt idx="1333">
                  <c:v>134.09970000000001</c:v>
                </c:pt>
                <c:pt idx="1334">
                  <c:v>134.1808</c:v>
                </c:pt>
                <c:pt idx="1335">
                  <c:v>134.26339999999999</c:v>
                </c:pt>
                <c:pt idx="1336">
                  <c:v>134.34870000000001</c:v>
                </c:pt>
                <c:pt idx="1337">
                  <c:v>134.4324</c:v>
                </c:pt>
                <c:pt idx="1338">
                  <c:v>134.51339999999999</c:v>
                </c:pt>
                <c:pt idx="1339">
                  <c:v>134.5985</c:v>
                </c:pt>
                <c:pt idx="1340">
                  <c:v>134.6825</c:v>
                </c:pt>
                <c:pt idx="1341">
                  <c:v>134.76439999999999</c:v>
                </c:pt>
                <c:pt idx="1342">
                  <c:v>134.84880000000001</c:v>
                </c:pt>
                <c:pt idx="1343">
                  <c:v>134.93029999999999</c:v>
                </c:pt>
                <c:pt idx="1344">
                  <c:v>135.01439999999999</c:v>
                </c:pt>
                <c:pt idx="1345">
                  <c:v>135.0967</c:v>
                </c:pt>
                <c:pt idx="1346">
                  <c:v>135.1807</c:v>
                </c:pt>
                <c:pt idx="1347">
                  <c:v>135.26179999999999</c:v>
                </c:pt>
                <c:pt idx="1348">
                  <c:v>135.3458</c:v>
                </c:pt>
                <c:pt idx="1349">
                  <c:v>135.43010000000001</c:v>
                </c:pt>
                <c:pt idx="1350">
                  <c:v>135.51599999999999</c:v>
                </c:pt>
                <c:pt idx="1351">
                  <c:v>135.59800000000001</c:v>
                </c:pt>
                <c:pt idx="1352">
                  <c:v>135.6806</c:v>
                </c:pt>
                <c:pt idx="1353">
                  <c:v>135.76150000000001</c:v>
                </c:pt>
                <c:pt idx="1354">
                  <c:v>135.8484</c:v>
                </c:pt>
                <c:pt idx="1355">
                  <c:v>135.9308</c:v>
                </c:pt>
                <c:pt idx="1356">
                  <c:v>136.0129</c:v>
                </c:pt>
                <c:pt idx="1357">
                  <c:v>136.0949</c:v>
                </c:pt>
                <c:pt idx="1358">
                  <c:v>136.17769999999999</c:v>
                </c:pt>
                <c:pt idx="1359">
                  <c:v>136.26130000000001</c:v>
                </c:pt>
                <c:pt idx="1360">
                  <c:v>136.34469999999999</c:v>
                </c:pt>
                <c:pt idx="1361">
                  <c:v>136.4282</c:v>
                </c:pt>
                <c:pt idx="1362">
                  <c:v>136.51079999999999</c:v>
                </c:pt>
                <c:pt idx="1363">
                  <c:v>136.5934</c:v>
                </c:pt>
                <c:pt idx="1364">
                  <c:v>136.67769999999999</c:v>
                </c:pt>
                <c:pt idx="1365">
                  <c:v>136.76070000000001</c:v>
                </c:pt>
                <c:pt idx="1366">
                  <c:v>136.84440000000001</c:v>
                </c:pt>
                <c:pt idx="1367">
                  <c:v>136.92439999999999</c:v>
                </c:pt>
                <c:pt idx="1368">
                  <c:v>137.01</c:v>
                </c:pt>
                <c:pt idx="1369">
                  <c:v>137.09180000000001</c:v>
                </c:pt>
                <c:pt idx="1370">
                  <c:v>137.1756</c:v>
                </c:pt>
                <c:pt idx="1371">
                  <c:v>137.25829999999999</c:v>
                </c:pt>
                <c:pt idx="1372">
                  <c:v>137.3434</c:v>
                </c:pt>
                <c:pt idx="1373">
                  <c:v>137.42500000000001</c:v>
                </c:pt>
                <c:pt idx="1374">
                  <c:v>137.5076</c:v>
                </c:pt>
                <c:pt idx="1375">
                  <c:v>137.5907</c:v>
                </c:pt>
                <c:pt idx="1376">
                  <c:v>137.6754</c:v>
                </c:pt>
                <c:pt idx="1377">
                  <c:v>137.75839999999999</c:v>
                </c:pt>
                <c:pt idx="1378">
                  <c:v>137.8416</c:v>
                </c:pt>
                <c:pt idx="1379">
                  <c:v>137.92509999999999</c:v>
                </c:pt>
                <c:pt idx="1380">
                  <c:v>138.0093</c:v>
                </c:pt>
                <c:pt idx="1381">
                  <c:v>138.09229999999999</c:v>
                </c:pt>
                <c:pt idx="1382">
                  <c:v>138.17679999999999</c:v>
                </c:pt>
                <c:pt idx="1383">
                  <c:v>138.25790000000001</c:v>
                </c:pt>
                <c:pt idx="1384">
                  <c:v>138.34119999999999</c:v>
                </c:pt>
                <c:pt idx="1385">
                  <c:v>138.42269999999999</c:v>
                </c:pt>
                <c:pt idx="1386">
                  <c:v>138.5059</c:v>
                </c:pt>
                <c:pt idx="1387">
                  <c:v>138.58940000000001</c:v>
                </c:pt>
                <c:pt idx="1388">
                  <c:v>138.6729</c:v>
                </c:pt>
                <c:pt idx="1389">
                  <c:v>138.7577</c:v>
                </c:pt>
                <c:pt idx="1390">
                  <c:v>138.8399</c:v>
                </c:pt>
                <c:pt idx="1391">
                  <c:v>138.9246</c:v>
                </c:pt>
                <c:pt idx="1392">
                  <c:v>139.0068</c:v>
                </c:pt>
                <c:pt idx="1393">
                  <c:v>139.0898</c:v>
                </c:pt>
                <c:pt idx="1394">
                  <c:v>139.17150000000001</c:v>
                </c:pt>
                <c:pt idx="1395">
                  <c:v>139.25540000000001</c:v>
                </c:pt>
                <c:pt idx="1396">
                  <c:v>139.34039999999999</c:v>
                </c:pt>
                <c:pt idx="1397">
                  <c:v>139.4228</c:v>
                </c:pt>
                <c:pt idx="1398">
                  <c:v>139.50470000000001</c:v>
                </c:pt>
                <c:pt idx="1399">
                  <c:v>139.5883</c:v>
                </c:pt>
                <c:pt idx="1400">
                  <c:v>139.67169999999999</c:v>
                </c:pt>
                <c:pt idx="1401">
                  <c:v>139.7542</c:v>
                </c:pt>
                <c:pt idx="1402">
                  <c:v>139.83779999999999</c:v>
                </c:pt>
                <c:pt idx="1403">
                  <c:v>139.91990000000001</c:v>
                </c:pt>
                <c:pt idx="1404">
                  <c:v>140.00559999999999</c:v>
                </c:pt>
                <c:pt idx="1405">
                  <c:v>140.0882</c:v>
                </c:pt>
                <c:pt idx="1406">
                  <c:v>140.1694</c:v>
                </c:pt>
                <c:pt idx="1407">
                  <c:v>140.25280000000001</c:v>
                </c:pt>
                <c:pt idx="1408">
                  <c:v>140.3364</c:v>
                </c:pt>
                <c:pt idx="1409">
                  <c:v>140.422</c:v>
                </c:pt>
                <c:pt idx="1410">
                  <c:v>140.50530000000001</c:v>
                </c:pt>
                <c:pt idx="1411">
                  <c:v>140.58750000000001</c:v>
                </c:pt>
                <c:pt idx="1412">
                  <c:v>140.6721</c:v>
                </c:pt>
                <c:pt idx="1413">
                  <c:v>140.75299999999999</c:v>
                </c:pt>
                <c:pt idx="1414">
                  <c:v>140.83590000000001</c:v>
                </c:pt>
                <c:pt idx="1415">
                  <c:v>140.91919999999999</c:v>
                </c:pt>
                <c:pt idx="1416">
                  <c:v>141.0001</c:v>
                </c:pt>
                <c:pt idx="1417">
                  <c:v>141.0848</c:v>
                </c:pt>
                <c:pt idx="1418">
                  <c:v>141.1679</c:v>
                </c:pt>
                <c:pt idx="1419">
                  <c:v>141.25139999999999</c:v>
                </c:pt>
                <c:pt idx="1420">
                  <c:v>141.3331</c:v>
                </c:pt>
                <c:pt idx="1421">
                  <c:v>141.41820000000001</c:v>
                </c:pt>
                <c:pt idx="1422">
                  <c:v>141.49979999999999</c:v>
                </c:pt>
                <c:pt idx="1423">
                  <c:v>141.583</c:v>
                </c:pt>
                <c:pt idx="1424">
                  <c:v>141.66550000000001</c:v>
                </c:pt>
                <c:pt idx="1425">
                  <c:v>141.75049999999999</c:v>
                </c:pt>
                <c:pt idx="1426">
                  <c:v>141.83320000000001</c:v>
                </c:pt>
                <c:pt idx="1427">
                  <c:v>141.91579999999999</c:v>
                </c:pt>
                <c:pt idx="1428">
                  <c:v>142.00049999999999</c:v>
                </c:pt>
                <c:pt idx="1429">
                  <c:v>142.08080000000001</c:v>
                </c:pt>
                <c:pt idx="1430">
                  <c:v>142.16390000000001</c:v>
                </c:pt>
                <c:pt idx="1431">
                  <c:v>142.2499</c:v>
                </c:pt>
                <c:pt idx="1432">
                  <c:v>142.33179999999999</c:v>
                </c:pt>
                <c:pt idx="1433">
                  <c:v>142.41550000000001</c:v>
                </c:pt>
                <c:pt idx="1434">
                  <c:v>142.499</c:v>
                </c:pt>
                <c:pt idx="1435">
                  <c:v>142.58170000000001</c:v>
                </c:pt>
                <c:pt idx="1436">
                  <c:v>142.6645</c:v>
                </c:pt>
                <c:pt idx="1437">
                  <c:v>142.74969999999999</c:v>
                </c:pt>
                <c:pt idx="1438">
                  <c:v>142.8313</c:v>
                </c:pt>
                <c:pt idx="1439">
                  <c:v>142.91489999999999</c:v>
                </c:pt>
                <c:pt idx="1440">
                  <c:v>142.99879999999999</c:v>
                </c:pt>
                <c:pt idx="1441">
                  <c:v>143.08019999999999</c:v>
                </c:pt>
                <c:pt idx="1442">
                  <c:v>143.16159999999999</c:v>
                </c:pt>
                <c:pt idx="1443">
                  <c:v>143.244</c:v>
                </c:pt>
                <c:pt idx="1444">
                  <c:v>143.32980000000001</c:v>
                </c:pt>
                <c:pt idx="1445">
                  <c:v>143.41220000000001</c:v>
                </c:pt>
                <c:pt idx="1446">
                  <c:v>143.4948</c:v>
                </c:pt>
                <c:pt idx="1447">
                  <c:v>143.57740000000001</c:v>
                </c:pt>
                <c:pt idx="1448">
                  <c:v>143.6626</c:v>
                </c:pt>
                <c:pt idx="1449">
                  <c:v>143.74529999999999</c:v>
                </c:pt>
                <c:pt idx="1450">
                  <c:v>143.82740000000001</c:v>
                </c:pt>
                <c:pt idx="1451">
                  <c:v>143.9083</c:v>
                </c:pt>
                <c:pt idx="1452">
                  <c:v>143.99440000000001</c:v>
                </c:pt>
                <c:pt idx="1453">
                  <c:v>144.07640000000001</c:v>
                </c:pt>
                <c:pt idx="1454">
                  <c:v>144.15809999999999</c:v>
                </c:pt>
                <c:pt idx="1455">
                  <c:v>144.24250000000001</c:v>
                </c:pt>
                <c:pt idx="1456">
                  <c:v>144.32599999999999</c:v>
                </c:pt>
                <c:pt idx="1457">
                  <c:v>144.41040000000001</c:v>
                </c:pt>
                <c:pt idx="1458">
                  <c:v>144.49160000000001</c:v>
                </c:pt>
                <c:pt idx="1459">
                  <c:v>144.57509999999999</c:v>
                </c:pt>
                <c:pt idx="1460">
                  <c:v>144.6583</c:v>
                </c:pt>
                <c:pt idx="1461">
                  <c:v>144.74100000000001</c:v>
                </c:pt>
                <c:pt idx="1462">
                  <c:v>144.8228</c:v>
                </c:pt>
                <c:pt idx="1463">
                  <c:v>144.90770000000001</c:v>
                </c:pt>
                <c:pt idx="1464">
                  <c:v>144.9914</c:v>
                </c:pt>
                <c:pt idx="1465">
                  <c:v>145.07409999999999</c:v>
                </c:pt>
                <c:pt idx="1466">
                  <c:v>145.15690000000001</c:v>
                </c:pt>
                <c:pt idx="1467">
                  <c:v>145.23910000000001</c:v>
                </c:pt>
                <c:pt idx="1468">
                  <c:v>145.32159999999999</c:v>
                </c:pt>
                <c:pt idx="1469">
                  <c:v>145.40520000000001</c:v>
                </c:pt>
                <c:pt idx="1470">
                  <c:v>145.48699999999999</c:v>
                </c:pt>
                <c:pt idx="1471">
                  <c:v>145.57060000000001</c:v>
                </c:pt>
                <c:pt idx="1472">
                  <c:v>145.65309999999999</c:v>
                </c:pt>
                <c:pt idx="1473">
                  <c:v>145.73599999999999</c:v>
                </c:pt>
                <c:pt idx="1474">
                  <c:v>145.82159999999999</c:v>
                </c:pt>
                <c:pt idx="1475">
                  <c:v>145.90440000000001</c:v>
                </c:pt>
                <c:pt idx="1476">
                  <c:v>145.98920000000001</c:v>
                </c:pt>
                <c:pt idx="1477">
                  <c:v>146.06899999999999</c:v>
                </c:pt>
                <c:pt idx="1478">
                  <c:v>146.154</c:v>
                </c:pt>
                <c:pt idx="1479">
                  <c:v>146.2346</c:v>
                </c:pt>
                <c:pt idx="1480">
                  <c:v>146.3219</c:v>
                </c:pt>
                <c:pt idx="1481">
                  <c:v>146.4014</c:v>
                </c:pt>
                <c:pt idx="1482">
                  <c:v>146.4871</c:v>
                </c:pt>
                <c:pt idx="1483">
                  <c:v>146.5703</c:v>
                </c:pt>
                <c:pt idx="1484">
                  <c:v>146.6549</c:v>
                </c:pt>
                <c:pt idx="1485">
                  <c:v>146.73650000000001</c:v>
                </c:pt>
                <c:pt idx="1486">
                  <c:v>146.81890000000001</c:v>
                </c:pt>
                <c:pt idx="1487">
                  <c:v>146.90350000000001</c:v>
                </c:pt>
                <c:pt idx="1488">
                  <c:v>146.9863</c:v>
                </c:pt>
                <c:pt idx="1489">
                  <c:v>147.06960000000001</c:v>
                </c:pt>
                <c:pt idx="1490">
                  <c:v>147.15180000000001</c:v>
                </c:pt>
                <c:pt idx="1491">
                  <c:v>147.2345</c:v>
                </c:pt>
                <c:pt idx="1492">
                  <c:v>147.3201</c:v>
                </c:pt>
                <c:pt idx="1493">
                  <c:v>147.40119999999999</c:v>
                </c:pt>
                <c:pt idx="1494">
                  <c:v>147.48390000000001</c:v>
                </c:pt>
                <c:pt idx="1495">
                  <c:v>147.5685</c:v>
                </c:pt>
                <c:pt idx="1496">
                  <c:v>147.64959999999999</c:v>
                </c:pt>
                <c:pt idx="1497">
                  <c:v>147.7328</c:v>
                </c:pt>
                <c:pt idx="1498">
                  <c:v>147.81610000000001</c:v>
                </c:pt>
                <c:pt idx="1499">
                  <c:v>147.90129999999999</c:v>
                </c:pt>
                <c:pt idx="1500">
                  <c:v>147.982</c:v>
                </c:pt>
                <c:pt idx="1501">
                  <c:v>148.06379999999999</c:v>
                </c:pt>
                <c:pt idx="1502">
                  <c:v>148.1491</c:v>
                </c:pt>
                <c:pt idx="1503">
                  <c:v>148.23099999999999</c:v>
                </c:pt>
                <c:pt idx="1504">
                  <c:v>148.315</c:v>
                </c:pt>
                <c:pt idx="1505">
                  <c:v>148.39840000000001</c:v>
                </c:pt>
                <c:pt idx="1506">
                  <c:v>148.48159999999999</c:v>
                </c:pt>
                <c:pt idx="1507">
                  <c:v>148.5626</c:v>
                </c:pt>
                <c:pt idx="1508">
                  <c:v>148.64590000000001</c:v>
                </c:pt>
                <c:pt idx="1509">
                  <c:v>148.7304</c:v>
                </c:pt>
                <c:pt idx="1510">
                  <c:v>148.81399999999999</c:v>
                </c:pt>
                <c:pt idx="1511">
                  <c:v>148.89490000000001</c:v>
                </c:pt>
                <c:pt idx="1512">
                  <c:v>148.9786</c:v>
                </c:pt>
                <c:pt idx="1513">
                  <c:v>149.06139999999999</c:v>
                </c:pt>
                <c:pt idx="1514">
                  <c:v>149.14689999999999</c:v>
                </c:pt>
                <c:pt idx="1515">
                  <c:v>149.22919999999999</c:v>
                </c:pt>
                <c:pt idx="1516">
                  <c:v>149.31399999999999</c:v>
                </c:pt>
                <c:pt idx="1517">
                  <c:v>149.39599999999999</c:v>
                </c:pt>
                <c:pt idx="1518">
                  <c:v>149.4786</c:v>
                </c:pt>
                <c:pt idx="1519">
                  <c:v>149.5608</c:v>
                </c:pt>
                <c:pt idx="1520">
                  <c:v>149.64410000000001</c:v>
                </c:pt>
                <c:pt idx="1521">
                  <c:v>149.72739999999999</c:v>
                </c:pt>
                <c:pt idx="1522">
                  <c:v>149.8109</c:v>
                </c:pt>
                <c:pt idx="1523">
                  <c:v>149.89240000000001</c:v>
                </c:pt>
                <c:pt idx="1524">
                  <c:v>149.97739999999999</c:v>
                </c:pt>
                <c:pt idx="1525">
                  <c:v>150.0608</c:v>
                </c:pt>
                <c:pt idx="1526">
                  <c:v>150.14439999999999</c:v>
                </c:pt>
                <c:pt idx="1527">
                  <c:v>150.227</c:v>
                </c:pt>
                <c:pt idx="1528">
                  <c:v>150.3115</c:v>
                </c:pt>
                <c:pt idx="1529">
                  <c:v>150.39320000000001</c:v>
                </c:pt>
                <c:pt idx="1530">
                  <c:v>150.477</c:v>
                </c:pt>
                <c:pt idx="1531">
                  <c:v>150.56100000000001</c:v>
                </c:pt>
                <c:pt idx="1532">
                  <c:v>150.64259999999999</c:v>
                </c:pt>
                <c:pt idx="1533">
                  <c:v>150.72649999999999</c:v>
                </c:pt>
                <c:pt idx="1534">
                  <c:v>150.80959999999999</c:v>
                </c:pt>
                <c:pt idx="1535">
                  <c:v>150.89320000000001</c:v>
                </c:pt>
                <c:pt idx="1536">
                  <c:v>150.9753</c:v>
                </c:pt>
                <c:pt idx="1537">
                  <c:v>151.0599</c:v>
                </c:pt>
                <c:pt idx="1538">
                  <c:v>151.1396</c:v>
                </c:pt>
                <c:pt idx="1539">
                  <c:v>151.22380000000001</c:v>
                </c:pt>
                <c:pt idx="1540">
                  <c:v>151.30869999999999</c:v>
                </c:pt>
                <c:pt idx="1541">
                  <c:v>151.3914</c:v>
                </c:pt>
                <c:pt idx="1542">
                  <c:v>151.47370000000001</c:v>
                </c:pt>
                <c:pt idx="1543">
                  <c:v>151.55770000000001</c:v>
                </c:pt>
                <c:pt idx="1544">
                  <c:v>151.6403</c:v>
                </c:pt>
                <c:pt idx="1545">
                  <c:v>151.7261</c:v>
                </c:pt>
                <c:pt idx="1546">
                  <c:v>151.80510000000001</c:v>
                </c:pt>
                <c:pt idx="1547">
                  <c:v>151.88929999999999</c:v>
                </c:pt>
                <c:pt idx="1548">
                  <c:v>151.97280000000001</c:v>
                </c:pt>
                <c:pt idx="1549">
                  <c:v>152.0573</c:v>
                </c:pt>
                <c:pt idx="1550">
                  <c:v>152.1386</c:v>
                </c:pt>
                <c:pt idx="1551">
                  <c:v>152.2234</c:v>
                </c:pt>
                <c:pt idx="1552">
                  <c:v>152.30619999999999</c:v>
                </c:pt>
                <c:pt idx="1553">
                  <c:v>152.387</c:v>
                </c:pt>
                <c:pt idx="1554">
                  <c:v>152.4701</c:v>
                </c:pt>
                <c:pt idx="1555">
                  <c:v>152.55420000000001</c:v>
                </c:pt>
                <c:pt idx="1556">
                  <c:v>152.6386</c:v>
                </c:pt>
                <c:pt idx="1557">
                  <c:v>152.72030000000001</c:v>
                </c:pt>
                <c:pt idx="1558">
                  <c:v>152.8039</c:v>
                </c:pt>
                <c:pt idx="1559">
                  <c:v>152.8862</c:v>
                </c:pt>
                <c:pt idx="1560">
                  <c:v>152.9717</c:v>
                </c:pt>
                <c:pt idx="1561">
                  <c:v>153.05240000000001</c:v>
                </c:pt>
                <c:pt idx="1562">
                  <c:v>153.13749999999999</c:v>
                </c:pt>
                <c:pt idx="1563">
                  <c:v>153.21860000000001</c:v>
                </c:pt>
                <c:pt idx="1564">
                  <c:v>153.30189999999999</c:v>
                </c:pt>
                <c:pt idx="1565">
                  <c:v>153.3862</c:v>
                </c:pt>
                <c:pt idx="1566">
                  <c:v>153.47030000000001</c:v>
                </c:pt>
                <c:pt idx="1567">
                  <c:v>153.55199999999999</c:v>
                </c:pt>
                <c:pt idx="1568">
                  <c:v>153.63399999999999</c:v>
                </c:pt>
                <c:pt idx="1569">
                  <c:v>153.7191</c:v>
                </c:pt>
                <c:pt idx="1570">
                  <c:v>153.79929999999999</c:v>
                </c:pt>
                <c:pt idx="1571">
                  <c:v>153.88229999999999</c:v>
                </c:pt>
                <c:pt idx="1572">
                  <c:v>153.96799999999999</c:v>
                </c:pt>
                <c:pt idx="1573">
                  <c:v>154.05019999999999</c:v>
                </c:pt>
                <c:pt idx="1574">
                  <c:v>154.1318</c:v>
                </c:pt>
                <c:pt idx="1575">
                  <c:v>154.21619999999999</c:v>
                </c:pt>
                <c:pt idx="1576">
                  <c:v>154.29939999999999</c:v>
                </c:pt>
                <c:pt idx="1577">
                  <c:v>154.3809</c:v>
                </c:pt>
                <c:pt idx="1578">
                  <c:v>154.46469999999999</c:v>
                </c:pt>
                <c:pt idx="1579">
                  <c:v>154.54640000000001</c:v>
                </c:pt>
                <c:pt idx="1580">
                  <c:v>154.63059999999999</c:v>
                </c:pt>
                <c:pt idx="1581">
                  <c:v>154.7149</c:v>
                </c:pt>
                <c:pt idx="1582">
                  <c:v>154.79859999999999</c:v>
                </c:pt>
                <c:pt idx="1583">
                  <c:v>154.88290000000001</c:v>
                </c:pt>
                <c:pt idx="1584">
                  <c:v>154.96559999999999</c:v>
                </c:pt>
                <c:pt idx="1585">
                  <c:v>155.0479</c:v>
                </c:pt>
                <c:pt idx="1586">
                  <c:v>155.1337</c:v>
                </c:pt>
                <c:pt idx="1587">
                  <c:v>155.2158</c:v>
                </c:pt>
                <c:pt idx="1588">
                  <c:v>155.29839999999999</c:v>
                </c:pt>
                <c:pt idx="1589">
                  <c:v>155.3837</c:v>
                </c:pt>
                <c:pt idx="1590">
                  <c:v>155.46619999999999</c:v>
                </c:pt>
                <c:pt idx="1591">
                  <c:v>155.5496</c:v>
                </c:pt>
                <c:pt idx="1592">
                  <c:v>155.63210000000001</c:v>
                </c:pt>
                <c:pt idx="1593">
                  <c:v>155.71420000000001</c:v>
                </c:pt>
                <c:pt idx="1594">
                  <c:v>155.7988</c:v>
                </c:pt>
                <c:pt idx="1595">
                  <c:v>155.88220000000001</c:v>
                </c:pt>
                <c:pt idx="1596">
                  <c:v>155.96360000000001</c:v>
                </c:pt>
                <c:pt idx="1597">
                  <c:v>156.0461</c:v>
                </c:pt>
                <c:pt idx="1598">
                  <c:v>156.13040000000001</c:v>
                </c:pt>
                <c:pt idx="1599">
                  <c:v>156.2114</c:v>
                </c:pt>
                <c:pt idx="1600">
                  <c:v>156.29599999999999</c:v>
                </c:pt>
                <c:pt idx="1601">
                  <c:v>156.3785</c:v>
                </c:pt>
                <c:pt idx="1602">
                  <c:v>156.4614</c:v>
                </c:pt>
                <c:pt idx="1603">
                  <c:v>156.54490000000001</c:v>
                </c:pt>
                <c:pt idx="1604">
                  <c:v>156.6267</c:v>
                </c:pt>
                <c:pt idx="1605">
                  <c:v>156.70939999999999</c:v>
                </c:pt>
                <c:pt idx="1606">
                  <c:v>156.79339999999999</c:v>
                </c:pt>
                <c:pt idx="1607">
                  <c:v>156.87559999999999</c:v>
                </c:pt>
                <c:pt idx="1608">
                  <c:v>156.9616</c:v>
                </c:pt>
                <c:pt idx="1609">
                  <c:v>157.03960000000001</c:v>
                </c:pt>
                <c:pt idx="1610">
                  <c:v>157.1258</c:v>
                </c:pt>
                <c:pt idx="1611">
                  <c:v>157.20760000000001</c:v>
                </c:pt>
                <c:pt idx="1612">
                  <c:v>157.29249999999999</c:v>
                </c:pt>
                <c:pt idx="1613">
                  <c:v>157.37549999999999</c:v>
                </c:pt>
                <c:pt idx="1614">
                  <c:v>157.4589</c:v>
                </c:pt>
                <c:pt idx="1615">
                  <c:v>157.5436</c:v>
                </c:pt>
                <c:pt idx="1616">
                  <c:v>157.6258</c:v>
                </c:pt>
                <c:pt idx="1617">
                  <c:v>157.70830000000001</c:v>
                </c:pt>
                <c:pt idx="1618">
                  <c:v>157.79259999999999</c:v>
                </c:pt>
                <c:pt idx="1619">
                  <c:v>157.87610000000001</c:v>
                </c:pt>
                <c:pt idx="1620">
                  <c:v>157.95830000000001</c:v>
                </c:pt>
                <c:pt idx="1621">
                  <c:v>158.04089999999999</c:v>
                </c:pt>
                <c:pt idx="1622">
                  <c:v>158.12360000000001</c:v>
                </c:pt>
                <c:pt idx="1623">
                  <c:v>158.20670000000001</c:v>
                </c:pt>
                <c:pt idx="1624">
                  <c:v>158.28710000000001</c:v>
                </c:pt>
                <c:pt idx="1625">
                  <c:v>158.37180000000001</c:v>
                </c:pt>
                <c:pt idx="1626">
                  <c:v>158.4554</c:v>
                </c:pt>
                <c:pt idx="1627">
                  <c:v>158.5378</c:v>
                </c:pt>
                <c:pt idx="1628">
                  <c:v>158.62260000000001</c:v>
                </c:pt>
                <c:pt idx="1629">
                  <c:v>158.70750000000001</c:v>
                </c:pt>
                <c:pt idx="1630">
                  <c:v>158.7894</c:v>
                </c:pt>
                <c:pt idx="1631">
                  <c:v>158.87280000000001</c:v>
                </c:pt>
                <c:pt idx="1632">
                  <c:v>158.9554</c:v>
                </c:pt>
                <c:pt idx="1633">
                  <c:v>159.03980000000001</c:v>
                </c:pt>
                <c:pt idx="1634">
                  <c:v>159.12090000000001</c:v>
                </c:pt>
                <c:pt idx="1635">
                  <c:v>159.20259999999999</c:v>
                </c:pt>
                <c:pt idx="1636">
                  <c:v>159.286</c:v>
                </c:pt>
                <c:pt idx="1637">
                  <c:v>159.36789999999999</c:v>
                </c:pt>
                <c:pt idx="1638">
                  <c:v>159.45160000000001</c:v>
                </c:pt>
                <c:pt idx="1639">
                  <c:v>159.53540000000001</c:v>
                </c:pt>
                <c:pt idx="1640">
                  <c:v>159.61879999999999</c:v>
                </c:pt>
                <c:pt idx="1641">
                  <c:v>159.70160000000001</c:v>
                </c:pt>
                <c:pt idx="1642">
                  <c:v>159.78200000000001</c:v>
                </c:pt>
                <c:pt idx="1643">
                  <c:v>159.86770000000001</c:v>
                </c:pt>
                <c:pt idx="1644">
                  <c:v>159.95050000000001</c:v>
                </c:pt>
                <c:pt idx="1645">
                  <c:v>160.0318</c:v>
                </c:pt>
                <c:pt idx="1646">
                  <c:v>160.11539999999999</c:v>
                </c:pt>
                <c:pt idx="1647">
                  <c:v>160.19800000000001</c:v>
                </c:pt>
                <c:pt idx="1648">
                  <c:v>160.2826</c:v>
                </c:pt>
                <c:pt idx="1649">
                  <c:v>160.36660000000001</c:v>
                </c:pt>
                <c:pt idx="1650">
                  <c:v>160.4486</c:v>
                </c:pt>
                <c:pt idx="1651">
                  <c:v>160.5324</c:v>
                </c:pt>
                <c:pt idx="1652">
                  <c:v>160.61449999999999</c:v>
                </c:pt>
                <c:pt idx="1653">
                  <c:v>160.6978</c:v>
                </c:pt>
                <c:pt idx="1654">
                  <c:v>160.78210000000001</c:v>
                </c:pt>
                <c:pt idx="1655">
                  <c:v>160.86279999999999</c:v>
                </c:pt>
                <c:pt idx="1656">
                  <c:v>160.9478</c:v>
                </c:pt>
                <c:pt idx="1657">
                  <c:v>161.0318</c:v>
                </c:pt>
                <c:pt idx="1658">
                  <c:v>161.11240000000001</c:v>
                </c:pt>
                <c:pt idx="1659">
                  <c:v>161.19749999999999</c:v>
                </c:pt>
                <c:pt idx="1660">
                  <c:v>161.2801</c:v>
                </c:pt>
                <c:pt idx="1661">
                  <c:v>161.36519999999999</c:v>
                </c:pt>
                <c:pt idx="1662">
                  <c:v>161.44489999999999</c:v>
                </c:pt>
                <c:pt idx="1663">
                  <c:v>161.52889999999999</c:v>
                </c:pt>
                <c:pt idx="1664">
                  <c:v>161.61240000000001</c:v>
                </c:pt>
                <c:pt idx="1665">
                  <c:v>161.6952</c:v>
                </c:pt>
                <c:pt idx="1666">
                  <c:v>161.77709999999999</c:v>
                </c:pt>
                <c:pt idx="1667">
                  <c:v>161.86060000000001</c:v>
                </c:pt>
                <c:pt idx="1668">
                  <c:v>161.94479999999999</c:v>
                </c:pt>
                <c:pt idx="1669">
                  <c:v>162.02780000000001</c:v>
                </c:pt>
                <c:pt idx="1670">
                  <c:v>162.11099999999999</c:v>
                </c:pt>
                <c:pt idx="1671">
                  <c:v>162.1952</c:v>
                </c:pt>
                <c:pt idx="1672">
                  <c:v>162.2783</c:v>
                </c:pt>
                <c:pt idx="1673">
                  <c:v>162.36080000000001</c:v>
                </c:pt>
                <c:pt idx="1674">
                  <c:v>162.44399999999999</c:v>
                </c:pt>
                <c:pt idx="1675">
                  <c:v>162.52549999999999</c:v>
                </c:pt>
                <c:pt idx="1676">
                  <c:v>162.60919999999999</c:v>
                </c:pt>
                <c:pt idx="1677">
                  <c:v>162.69159999999999</c:v>
                </c:pt>
                <c:pt idx="1678">
                  <c:v>162.77420000000001</c:v>
                </c:pt>
                <c:pt idx="1679">
                  <c:v>162.85810000000001</c:v>
                </c:pt>
                <c:pt idx="1680">
                  <c:v>162.9426</c:v>
                </c:pt>
                <c:pt idx="1681">
                  <c:v>163.02379999999999</c:v>
                </c:pt>
                <c:pt idx="1682">
                  <c:v>163.1087</c:v>
                </c:pt>
                <c:pt idx="1683">
                  <c:v>163.1936</c:v>
                </c:pt>
                <c:pt idx="1684">
                  <c:v>163.27520000000001</c:v>
                </c:pt>
                <c:pt idx="1685">
                  <c:v>163.3587</c:v>
                </c:pt>
                <c:pt idx="1686">
                  <c:v>163.44130000000001</c:v>
                </c:pt>
                <c:pt idx="1687">
                  <c:v>163.52539999999999</c:v>
                </c:pt>
                <c:pt idx="1688">
                  <c:v>163.61019999999999</c:v>
                </c:pt>
                <c:pt idx="1689">
                  <c:v>163.69239999999999</c:v>
                </c:pt>
                <c:pt idx="1690">
                  <c:v>163.77500000000001</c:v>
                </c:pt>
                <c:pt idx="1691">
                  <c:v>163.8571</c:v>
                </c:pt>
                <c:pt idx="1692">
                  <c:v>163.94229999999999</c:v>
                </c:pt>
                <c:pt idx="1693">
                  <c:v>164.02250000000001</c:v>
                </c:pt>
                <c:pt idx="1694">
                  <c:v>164.10720000000001</c:v>
                </c:pt>
                <c:pt idx="1695">
                  <c:v>164.191</c:v>
                </c:pt>
                <c:pt idx="1696">
                  <c:v>164.27369999999999</c:v>
                </c:pt>
                <c:pt idx="1697">
                  <c:v>164.35720000000001</c:v>
                </c:pt>
                <c:pt idx="1698">
                  <c:v>164.44120000000001</c:v>
                </c:pt>
                <c:pt idx="1699">
                  <c:v>164.52369999999999</c:v>
                </c:pt>
                <c:pt idx="1700">
                  <c:v>164.60730000000001</c:v>
                </c:pt>
                <c:pt idx="1701">
                  <c:v>164.68790000000001</c:v>
                </c:pt>
                <c:pt idx="1702">
                  <c:v>164.76929999999999</c:v>
                </c:pt>
                <c:pt idx="1703">
                  <c:v>164.85499999999999</c:v>
                </c:pt>
                <c:pt idx="1704">
                  <c:v>164.94120000000001</c:v>
                </c:pt>
                <c:pt idx="1705">
                  <c:v>165.02170000000001</c:v>
                </c:pt>
                <c:pt idx="1706">
                  <c:v>165.10470000000001</c:v>
                </c:pt>
                <c:pt idx="1707">
                  <c:v>165.1848</c:v>
                </c:pt>
                <c:pt idx="1708">
                  <c:v>165.27019999999999</c:v>
                </c:pt>
                <c:pt idx="1709">
                  <c:v>165.35329999999999</c:v>
                </c:pt>
                <c:pt idx="1710">
                  <c:v>165.43639999999999</c:v>
                </c:pt>
                <c:pt idx="1711">
                  <c:v>165.51939999999999</c:v>
                </c:pt>
                <c:pt idx="1712">
                  <c:v>165.60239999999999</c:v>
                </c:pt>
                <c:pt idx="1713">
                  <c:v>165.68549999999999</c:v>
                </c:pt>
                <c:pt idx="1714">
                  <c:v>165.76920000000001</c:v>
                </c:pt>
                <c:pt idx="1715">
                  <c:v>165.8528</c:v>
                </c:pt>
                <c:pt idx="1716">
                  <c:v>165.93610000000001</c:v>
                </c:pt>
                <c:pt idx="1717">
                  <c:v>166.01679999999999</c:v>
                </c:pt>
                <c:pt idx="1718">
                  <c:v>166.101</c:v>
                </c:pt>
                <c:pt idx="1719">
                  <c:v>166.1865</c:v>
                </c:pt>
                <c:pt idx="1720">
                  <c:v>166.26650000000001</c:v>
                </c:pt>
                <c:pt idx="1721">
                  <c:v>166.35140000000001</c:v>
                </c:pt>
                <c:pt idx="1722">
                  <c:v>166.4366</c:v>
                </c:pt>
                <c:pt idx="1723">
                  <c:v>166.51669999999999</c:v>
                </c:pt>
                <c:pt idx="1724">
                  <c:v>166.602</c:v>
                </c:pt>
                <c:pt idx="1725">
                  <c:v>166.6849</c:v>
                </c:pt>
                <c:pt idx="1726">
                  <c:v>166.768</c:v>
                </c:pt>
                <c:pt idx="1727">
                  <c:v>166.84780000000001</c:v>
                </c:pt>
                <c:pt idx="1728">
                  <c:v>166.93190000000001</c:v>
                </c:pt>
                <c:pt idx="1729">
                  <c:v>167.01740000000001</c:v>
                </c:pt>
                <c:pt idx="1730">
                  <c:v>167.09979999999999</c:v>
                </c:pt>
                <c:pt idx="1731">
                  <c:v>167.18299999999999</c:v>
                </c:pt>
                <c:pt idx="1732">
                  <c:v>167.26599999999999</c:v>
                </c:pt>
                <c:pt idx="1733">
                  <c:v>167.3494</c:v>
                </c:pt>
                <c:pt idx="1734">
                  <c:v>167.43350000000001</c:v>
                </c:pt>
                <c:pt idx="1735">
                  <c:v>167.51570000000001</c:v>
                </c:pt>
                <c:pt idx="1736">
                  <c:v>167.60040000000001</c:v>
                </c:pt>
                <c:pt idx="1737">
                  <c:v>167.68010000000001</c:v>
                </c:pt>
                <c:pt idx="1738">
                  <c:v>167.76429999999999</c:v>
                </c:pt>
                <c:pt idx="1739">
                  <c:v>167.8477</c:v>
                </c:pt>
                <c:pt idx="1740">
                  <c:v>167.93010000000001</c:v>
                </c:pt>
                <c:pt idx="1741">
                  <c:v>168.0137</c:v>
                </c:pt>
                <c:pt idx="1742">
                  <c:v>168.0966</c:v>
                </c:pt>
                <c:pt idx="1743">
                  <c:v>168.18090000000001</c:v>
                </c:pt>
                <c:pt idx="1744">
                  <c:v>168.26240000000001</c:v>
                </c:pt>
                <c:pt idx="1745">
                  <c:v>168.34800000000001</c:v>
                </c:pt>
                <c:pt idx="1746">
                  <c:v>168.4307</c:v>
                </c:pt>
                <c:pt idx="1747">
                  <c:v>168.5111</c:v>
                </c:pt>
                <c:pt idx="1748">
                  <c:v>168.5967</c:v>
                </c:pt>
                <c:pt idx="1749">
                  <c:v>168.67949999999999</c:v>
                </c:pt>
                <c:pt idx="1750">
                  <c:v>168.76439999999999</c:v>
                </c:pt>
                <c:pt idx="1751">
                  <c:v>168.84569999999999</c:v>
                </c:pt>
                <c:pt idx="1752">
                  <c:v>168.9306</c:v>
                </c:pt>
                <c:pt idx="1753">
                  <c:v>169.012</c:v>
                </c:pt>
                <c:pt idx="1754">
                  <c:v>169.09549999999999</c:v>
                </c:pt>
                <c:pt idx="1755">
                  <c:v>169.1781</c:v>
                </c:pt>
                <c:pt idx="1756">
                  <c:v>169.26</c:v>
                </c:pt>
                <c:pt idx="1757">
                  <c:v>169.3433</c:v>
                </c:pt>
                <c:pt idx="1758">
                  <c:v>169.42850000000001</c:v>
                </c:pt>
                <c:pt idx="1759">
                  <c:v>169.51130000000001</c:v>
                </c:pt>
                <c:pt idx="1760">
                  <c:v>169.59229999999999</c:v>
                </c:pt>
                <c:pt idx="1761">
                  <c:v>169.67830000000001</c:v>
                </c:pt>
                <c:pt idx="1762">
                  <c:v>169.76179999999999</c:v>
                </c:pt>
                <c:pt idx="1763">
                  <c:v>169.8426</c:v>
                </c:pt>
                <c:pt idx="1764">
                  <c:v>169.9246</c:v>
                </c:pt>
                <c:pt idx="1765">
                  <c:v>170.0078</c:v>
                </c:pt>
                <c:pt idx="1766">
                  <c:v>170.0924</c:v>
                </c:pt>
                <c:pt idx="1767">
                  <c:v>170.1756</c:v>
                </c:pt>
                <c:pt idx="1768">
                  <c:v>170.26060000000001</c:v>
                </c:pt>
                <c:pt idx="1769">
                  <c:v>170.34389999999999</c:v>
                </c:pt>
                <c:pt idx="1770">
                  <c:v>170.4263</c:v>
                </c:pt>
                <c:pt idx="1771">
                  <c:v>170.51009999999999</c:v>
                </c:pt>
                <c:pt idx="1772">
                  <c:v>170.59280000000001</c:v>
                </c:pt>
                <c:pt idx="1773">
                  <c:v>170.6771</c:v>
                </c:pt>
                <c:pt idx="1774">
                  <c:v>170.75970000000001</c:v>
                </c:pt>
                <c:pt idx="1775">
                  <c:v>170.8426</c:v>
                </c:pt>
                <c:pt idx="1776">
                  <c:v>170.9263</c:v>
                </c:pt>
                <c:pt idx="1777">
                  <c:v>171.00739999999999</c:v>
                </c:pt>
                <c:pt idx="1778">
                  <c:v>171.09209999999999</c:v>
                </c:pt>
                <c:pt idx="1779">
                  <c:v>171.17509999999999</c:v>
                </c:pt>
                <c:pt idx="1780">
                  <c:v>171.25880000000001</c:v>
                </c:pt>
                <c:pt idx="1781">
                  <c:v>171.34020000000001</c:v>
                </c:pt>
                <c:pt idx="1782">
                  <c:v>171.42529999999999</c:v>
                </c:pt>
                <c:pt idx="1783">
                  <c:v>171.50790000000001</c:v>
                </c:pt>
                <c:pt idx="1784">
                  <c:v>171.58959999999999</c:v>
                </c:pt>
                <c:pt idx="1785">
                  <c:v>171.67410000000001</c:v>
                </c:pt>
                <c:pt idx="1786">
                  <c:v>171.75489999999999</c:v>
                </c:pt>
                <c:pt idx="1787">
                  <c:v>171.83779999999999</c:v>
                </c:pt>
                <c:pt idx="1788">
                  <c:v>171.9221</c:v>
                </c:pt>
                <c:pt idx="1789">
                  <c:v>172.00579999999999</c:v>
                </c:pt>
                <c:pt idx="1790">
                  <c:v>172.08770000000001</c:v>
                </c:pt>
                <c:pt idx="1791">
                  <c:v>172.17150000000001</c:v>
                </c:pt>
                <c:pt idx="1792">
                  <c:v>172.25559999999999</c:v>
                </c:pt>
                <c:pt idx="1793">
                  <c:v>172.33860000000001</c:v>
                </c:pt>
                <c:pt idx="1794">
                  <c:v>172.42140000000001</c:v>
                </c:pt>
                <c:pt idx="1795">
                  <c:v>172.5052</c:v>
                </c:pt>
                <c:pt idx="1796">
                  <c:v>172.5864</c:v>
                </c:pt>
                <c:pt idx="1797">
                  <c:v>172.66929999999999</c:v>
                </c:pt>
                <c:pt idx="1798">
                  <c:v>172.75280000000001</c:v>
                </c:pt>
                <c:pt idx="1799">
                  <c:v>172.83420000000001</c:v>
                </c:pt>
                <c:pt idx="1800">
                  <c:v>172.91929999999999</c:v>
                </c:pt>
                <c:pt idx="1801">
                  <c:v>173.0034</c:v>
                </c:pt>
                <c:pt idx="1802">
                  <c:v>173.08459999999999</c:v>
                </c:pt>
                <c:pt idx="1803">
                  <c:v>173.16839999999999</c:v>
                </c:pt>
                <c:pt idx="1804">
                  <c:v>173.25290000000001</c:v>
                </c:pt>
                <c:pt idx="1805">
                  <c:v>173.33459999999999</c:v>
                </c:pt>
                <c:pt idx="1806">
                  <c:v>173.4171</c:v>
                </c:pt>
                <c:pt idx="1807">
                  <c:v>173.49959999999999</c:v>
                </c:pt>
                <c:pt idx="1808">
                  <c:v>173.58439999999999</c:v>
                </c:pt>
                <c:pt idx="1809">
                  <c:v>173.6651</c:v>
                </c:pt>
                <c:pt idx="1810">
                  <c:v>173.7491</c:v>
                </c:pt>
                <c:pt idx="1811">
                  <c:v>173.83430000000001</c:v>
                </c:pt>
                <c:pt idx="1812">
                  <c:v>173.91560000000001</c:v>
                </c:pt>
                <c:pt idx="1813">
                  <c:v>173.99950000000001</c:v>
                </c:pt>
                <c:pt idx="1814">
                  <c:v>174.08199999999999</c:v>
                </c:pt>
                <c:pt idx="1815">
                  <c:v>174.16589999999999</c:v>
                </c:pt>
                <c:pt idx="1816">
                  <c:v>174.24860000000001</c:v>
                </c:pt>
                <c:pt idx="1817">
                  <c:v>174.33170000000001</c:v>
                </c:pt>
                <c:pt idx="1818">
                  <c:v>174.4136</c:v>
                </c:pt>
                <c:pt idx="1819">
                  <c:v>174.49449999999999</c:v>
                </c:pt>
                <c:pt idx="1820">
                  <c:v>174.5814</c:v>
                </c:pt>
                <c:pt idx="1821">
                  <c:v>174.6636</c:v>
                </c:pt>
                <c:pt idx="1822">
                  <c:v>174.74610000000001</c:v>
                </c:pt>
                <c:pt idx="1823">
                  <c:v>174.82900000000001</c:v>
                </c:pt>
                <c:pt idx="1824">
                  <c:v>174.91329999999999</c:v>
                </c:pt>
                <c:pt idx="1825">
                  <c:v>174.99870000000001</c:v>
                </c:pt>
                <c:pt idx="1826">
                  <c:v>175.08109999999999</c:v>
                </c:pt>
                <c:pt idx="1827">
                  <c:v>175.1635</c:v>
                </c:pt>
                <c:pt idx="1828">
                  <c:v>175.24639999999999</c:v>
                </c:pt>
                <c:pt idx="1829">
                  <c:v>175.32980000000001</c:v>
                </c:pt>
                <c:pt idx="1830">
                  <c:v>175.4126</c:v>
                </c:pt>
                <c:pt idx="1831">
                  <c:v>175.49420000000001</c:v>
                </c:pt>
                <c:pt idx="1832">
                  <c:v>175.57910000000001</c:v>
                </c:pt>
                <c:pt idx="1833">
                  <c:v>175.66249999999999</c:v>
                </c:pt>
                <c:pt idx="1834">
                  <c:v>175.74539999999999</c:v>
                </c:pt>
                <c:pt idx="1835">
                  <c:v>175.8279</c:v>
                </c:pt>
                <c:pt idx="1836">
                  <c:v>175.91079999999999</c:v>
                </c:pt>
                <c:pt idx="1837">
                  <c:v>175.9958</c:v>
                </c:pt>
                <c:pt idx="1838">
                  <c:v>176.0796</c:v>
                </c:pt>
                <c:pt idx="1839">
                  <c:v>176.15979999999999</c:v>
                </c:pt>
                <c:pt idx="1840">
                  <c:v>176.2439</c:v>
                </c:pt>
                <c:pt idx="1841">
                  <c:v>176.32490000000001</c:v>
                </c:pt>
                <c:pt idx="1842">
                  <c:v>176.4109</c:v>
                </c:pt>
                <c:pt idx="1843">
                  <c:v>176.49299999999999</c:v>
                </c:pt>
                <c:pt idx="1844">
                  <c:v>176.57650000000001</c:v>
                </c:pt>
                <c:pt idx="1845">
                  <c:v>176.6591</c:v>
                </c:pt>
                <c:pt idx="1846">
                  <c:v>176.74270000000001</c:v>
                </c:pt>
                <c:pt idx="1847">
                  <c:v>176.82570000000001</c:v>
                </c:pt>
                <c:pt idx="1848">
                  <c:v>176.90729999999999</c:v>
                </c:pt>
                <c:pt idx="1849">
                  <c:v>176.99340000000001</c:v>
                </c:pt>
                <c:pt idx="1850">
                  <c:v>177.07429999999999</c:v>
                </c:pt>
                <c:pt idx="1851">
                  <c:v>177.15710000000001</c:v>
                </c:pt>
                <c:pt idx="1852">
                  <c:v>177.2406</c:v>
                </c:pt>
                <c:pt idx="1853">
                  <c:v>177.32759999999999</c:v>
                </c:pt>
                <c:pt idx="1854">
                  <c:v>177.40969999999999</c:v>
                </c:pt>
                <c:pt idx="1855">
                  <c:v>177.49279999999999</c:v>
                </c:pt>
                <c:pt idx="1856">
                  <c:v>177.5752</c:v>
                </c:pt>
                <c:pt idx="1857">
                  <c:v>177.65809999999999</c:v>
                </c:pt>
                <c:pt idx="1858">
                  <c:v>177.73949999999999</c:v>
                </c:pt>
                <c:pt idx="1859">
                  <c:v>177.822</c:v>
                </c:pt>
                <c:pt idx="1860">
                  <c:v>177.90710000000001</c:v>
                </c:pt>
                <c:pt idx="1861">
                  <c:v>177.9898</c:v>
                </c:pt>
                <c:pt idx="1862">
                  <c:v>178.07220000000001</c:v>
                </c:pt>
                <c:pt idx="1863">
                  <c:v>178.15719999999999</c:v>
                </c:pt>
                <c:pt idx="1864">
                  <c:v>178.23840000000001</c:v>
                </c:pt>
                <c:pt idx="1865">
                  <c:v>178.32210000000001</c:v>
                </c:pt>
                <c:pt idx="1866">
                  <c:v>178.40690000000001</c:v>
                </c:pt>
                <c:pt idx="1867">
                  <c:v>178.49019999999999</c:v>
                </c:pt>
                <c:pt idx="1868">
                  <c:v>178.57409999999999</c:v>
                </c:pt>
                <c:pt idx="1869">
                  <c:v>178.65440000000001</c:v>
                </c:pt>
                <c:pt idx="1870">
                  <c:v>178.73939999999999</c:v>
                </c:pt>
                <c:pt idx="1871">
                  <c:v>178.82230000000001</c:v>
                </c:pt>
                <c:pt idx="1872">
                  <c:v>178.90350000000001</c:v>
                </c:pt>
                <c:pt idx="1873">
                  <c:v>178.98769999999999</c:v>
                </c:pt>
                <c:pt idx="1874">
                  <c:v>179.07050000000001</c:v>
                </c:pt>
                <c:pt idx="1875">
                  <c:v>179.1549</c:v>
                </c:pt>
                <c:pt idx="1876">
                  <c:v>179.23830000000001</c:v>
                </c:pt>
                <c:pt idx="1877">
                  <c:v>179.32069999999999</c:v>
                </c:pt>
                <c:pt idx="1878">
                  <c:v>179.4066</c:v>
                </c:pt>
                <c:pt idx="1879">
                  <c:v>179.48910000000001</c:v>
                </c:pt>
                <c:pt idx="1880">
                  <c:v>179.5712</c:v>
                </c:pt>
                <c:pt idx="1881">
                  <c:v>179.65360000000001</c:v>
                </c:pt>
                <c:pt idx="1882">
                  <c:v>179.73699999999999</c:v>
                </c:pt>
                <c:pt idx="1883">
                  <c:v>179.82040000000001</c:v>
                </c:pt>
                <c:pt idx="1884">
                  <c:v>179.9041</c:v>
                </c:pt>
                <c:pt idx="1885">
                  <c:v>179.98560000000001</c:v>
                </c:pt>
                <c:pt idx="1886">
                  <c:v>180.07050000000001</c:v>
                </c:pt>
                <c:pt idx="1887">
                  <c:v>180.15450000000001</c:v>
                </c:pt>
                <c:pt idx="1888">
                  <c:v>180.2372</c:v>
                </c:pt>
                <c:pt idx="1889">
                  <c:v>180.3203</c:v>
                </c:pt>
                <c:pt idx="1890">
                  <c:v>180.40520000000001</c:v>
                </c:pt>
                <c:pt idx="1891">
                  <c:v>180.48609999999999</c:v>
                </c:pt>
                <c:pt idx="1892">
                  <c:v>180.56829999999999</c:v>
                </c:pt>
                <c:pt idx="1893">
                  <c:v>180.65190000000001</c:v>
                </c:pt>
                <c:pt idx="1894">
                  <c:v>180.73599999999999</c:v>
                </c:pt>
                <c:pt idx="1895">
                  <c:v>180.8167</c:v>
                </c:pt>
                <c:pt idx="1896">
                  <c:v>180.90100000000001</c:v>
                </c:pt>
                <c:pt idx="1897">
                  <c:v>180.9846</c:v>
                </c:pt>
                <c:pt idx="1898">
                  <c:v>181.06780000000001</c:v>
                </c:pt>
                <c:pt idx="1899">
                  <c:v>181.15049999999999</c:v>
                </c:pt>
                <c:pt idx="1900">
                  <c:v>181.23159999999999</c:v>
                </c:pt>
                <c:pt idx="1901">
                  <c:v>181.3192</c:v>
                </c:pt>
                <c:pt idx="1902">
                  <c:v>181.39959999999999</c:v>
                </c:pt>
                <c:pt idx="1903">
                  <c:v>181.482</c:v>
                </c:pt>
                <c:pt idx="1904">
                  <c:v>181.56610000000001</c:v>
                </c:pt>
                <c:pt idx="1905">
                  <c:v>181.649</c:v>
                </c:pt>
                <c:pt idx="1906">
                  <c:v>181.73249999999999</c:v>
                </c:pt>
                <c:pt idx="1907">
                  <c:v>181.81630000000001</c:v>
                </c:pt>
                <c:pt idx="1908">
                  <c:v>181.89769999999999</c:v>
                </c:pt>
                <c:pt idx="1909">
                  <c:v>181.982</c:v>
                </c:pt>
                <c:pt idx="1910">
                  <c:v>182.0642</c:v>
                </c:pt>
                <c:pt idx="1911">
                  <c:v>182.14769999999999</c:v>
                </c:pt>
                <c:pt idx="1912">
                  <c:v>182.23009999999999</c:v>
                </c:pt>
                <c:pt idx="1913">
                  <c:v>182.31389999999999</c:v>
                </c:pt>
                <c:pt idx="1914">
                  <c:v>182.39619999999999</c:v>
                </c:pt>
                <c:pt idx="1915">
                  <c:v>182.48150000000001</c:v>
                </c:pt>
                <c:pt idx="1916">
                  <c:v>182.5643</c:v>
                </c:pt>
                <c:pt idx="1917">
                  <c:v>182.64619999999999</c:v>
                </c:pt>
                <c:pt idx="1918">
                  <c:v>182.73099999999999</c:v>
                </c:pt>
                <c:pt idx="1919">
                  <c:v>182.81270000000001</c:v>
                </c:pt>
                <c:pt idx="1920">
                  <c:v>182.89760000000001</c:v>
                </c:pt>
                <c:pt idx="1921">
                  <c:v>182.9802</c:v>
                </c:pt>
                <c:pt idx="1922">
                  <c:v>183.06219999999999</c:v>
                </c:pt>
                <c:pt idx="1923">
                  <c:v>183.14519999999999</c:v>
                </c:pt>
                <c:pt idx="1924">
                  <c:v>183.2287</c:v>
                </c:pt>
                <c:pt idx="1925">
                  <c:v>183.31059999999999</c:v>
                </c:pt>
                <c:pt idx="1926">
                  <c:v>183.3938</c:v>
                </c:pt>
                <c:pt idx="1927">
                  <c:v>183.477</c:v>
                </c:pt>
                <c:pt idx="1928">
                  <c:v>183.56129999999999</c:v>
                </c:pt>
                <c:pt idx="1929">
                  <c:v>183.64439999999999</c:v>
                </c:pt>
                <c:pt idx="1930">
                  <c:v>183.72800000000001</c:v>
                </c:pt>
                <c:pt idx="1931">
                  <c:v>183.81110000000001</c:v>
                </c:pt>
                <c:pt idx="1932">
                  <c:v>183.89179999999999</c:v>
                </c:pt>
                <c:pt idx="1933">
                  <c:v>183.97669999999999</c:v>
                </c:pt>
                <c:pt idx="1934">
                  <c:v>184.059</c:v>
                </c:pt>
                <c:pt idx="1935">
                  <c:v>184.14320000000001</c:v>
                </c:pt>
                <c:pt idx="1936">
                  <c:v>184.227</c:v>
                </c:pt>
                <c:pt idx="1937">
                  <c:v>184.31049999999999</c:v>
                </c:pt>
                <c:pt idx="1938">
                  <c:v>184.39109999999999</c:v>
                </c:pt>
                <c:pt idx="1939">
                  <c:v>184.47620000000001</c:v>
                </c:pt>
                <c:pt idx="1940">
                  <c:v>184.55799999999999</c:v>
                </c:pt>
                <c:pt idx="1941">
                  <c:v>184.63939999999999</c:v>
                </c:pt>
                <c:pt idx="1942">
                  <c:v>184.72550000000001</c:v>
                </c:pt>
                <c:pt idx="1943">
                  <c:v>184.80779999999999</c:v>
                </c:pt>
                <c:pt idx="1944">
                  <c:v>184.89089999999999</c:v>
                </c:pt>
                <c:pt idx="1945">
                  <c:v>184.97470000000001</c:v>
                </c:pt>
                <c:pt idx="1946">
                  <c:v>185.05619999999999</c:v>
                </c:pt>
                <c:pt idx="1947">
                  <c:v>185.1403</c:v>
                </c:pt>
                <c:pt idx="1948">
                  <c:v>185.22569999999999</c:v>
                </c:pt>
                <c:pt idx="1949">
                  <c:v>185.3073</c:v>
                </c:pt>
                <c:pt idx="1950">
                  <c:v>185.39099999999999</c:v>
                </c:pt>
                <c:pt idx="1951">
                  <c:v>185.476</c:v>
                </c:pt>
                <c:pt idx="1952">
                  <c:v>185.55699999999999</c:v>
                </c:pt>
                <c:pt idx="1953">
                  <c:v>185.63900000000001</c:v>
                </c:pt>
                <c:pt idx="1954">
                  <c:v>185.72479999999999</c:v>
                </c:pt>
                <c:pt idx="1955">
                  <c:v>185.80629999999999</c:v>
                </c:pt>
                <c:pt idx="1956">
                  <c:v>185.88910000000001</c:v>
                </c:pt>
                <c:pt idx="1957">
                  <c:v>185.97190000000001</c:v>
                </c:pt>
                <c:pt idx="1958">
                  <c:v>186.05539999999999</c:v>
                </c:pt>
                <c:pt idx="1959">
                  <c:v>186.13839999999999</c:v>
                </c:pt>
                <c:pt idx="1960">
                  <c:v>186.221</c:v>
                </c:pt>
                <c:pt idx="1961">
                  <c:v>186.30340000000001</c:v>
                </c:pt>
                <c:pt idx="1962">
                  <c:v>186.38560000000001</c:v>
                </c:pt>
                <c:pt idx="1963">
                  <c:v>186.47059999999999</c:v>
                </c:pt>
                <c:pt idx="1964">
                  <c:v>186.55359999999999</c:v>
                </c:pt>
                <c:pt idx="1965">
                  <c:v>186.63560000000001</c:v>
                </c:pt>
                <c:pt idx="1966">
                  <c:v>186.7182</c:v>
                </c:pt>
                <c:pt idx="1967">
                  <c:v>186.803</c:v>
                </c:pt>
                <c:pt idx="1968">
                  <c:v>186.886</c:v>
                </c:pt>
                <c:pt idx="1969">
                  <c:v>186.96770000000001</c:v>
                </c:pt>
                <c:pt idx="1970">
                  <c:v>187.05019999999999</c:v>
                </c:pt>
                <c:pt idx="1971">
                  <c:v>187.1336</c:v>
                </c:pt>
                <c:pt idx="1972">
                  <c:v>187.21799999999999</c:v>
                </c:pt>
                <c:pt idx="1973">
                  <c:v>187.30099999999999</c:v>
                </c:pt>
                <c:pt idx="1974">
                  <c:v>187.38460000000001</c:v>
                </c:pt>
                <c:pt idx="1975">
                  <c:v>187.4699</c:v>
                </c:pt>
                <c:pt idx="1976">
                  <c:v>187.5521</c:v>
                </c:pt>
                <c:pt idx="1977">
                  <c:v>187.63650000000001</c:v>
                </c:pt>
                <c:pt idx="1978">
                  <c:v>187.7199</c:v>
                </c:pt>
                <c:pt idx="1979">
                  <c:v>187.80410000000001</c:v>
                </c:pt>
                <c:pt idx="1980">
                  <c:v>187.88740000000001</c:v>
                </c:pt>
                <c:pt idx="1981">
                  <c:v>187.96960000000001</c:v>
                </c:pt>
                <c:pt idx="1982">
                  <c:v>188.0521</c:v>
                </c:pt>
                <c:pt idx="1983">
                  <c:v>188.1343</c:v>
                </c:pt>
                <c:pt idx="1984">
                  <c:v>188.21629999999999</c:v>
                </c:pt>
                <c:pt idx="1985">
                  <c:v>188.29910000000001</c:v>
                </c:pt>
                <c:pt idx="1986">
                  <c:v>188.3818</c:v>
                </c:pt>
                <c:pt idx="1987">
                  <c:v>188.46700000000001</c:v>
                </c:pt>
                <c:pt idx="1988">
                  <c:v>188.54939999999999</c:v>
                </c:pt>
                <c:pt idx="1989">
                  <c:v>188.63319999999999</c:v>
                </c:pt>
                <c:pt idx="1990">
                  <c:v>188.71539999999999</c:v>
                </c:pt>
                <c:pt idx="1991">
                  <c:v>188.7989</c:v>
                </c:pt>
                <c:pt idx="1992">
                  <c:v>188.87889999999999</c:v>
                </c:pt>
                <c:pt idx="1993">
                  <c:v>188.96369999999999</c:v>
                </c:pt>
                <c:pt idx="1994">
                  <c:v>189.04740000000001</c:v>
                </c:pt>
                <c:pt idx="1995">
                  <c:v>189.12989999999999</c:v>
                </c:pt>
                <c:pt idx="1996">
                  <c:v>189.2132</c:v>
                </c:pt>
                <c:pt idx="1997">
                  <c:v>189.298</c:v>
                </c:pt>
                <c:pt idx="1998">
                  <c:v>189.37960000000001</c:v>
                </c:pt>
                <c:pt idx="1999">
                  <c:v>189.46379999999999</c:v>
                </c:pt>
                <c:pt idx="2000">
                  <c:v>189.548</c:v>
                </c:pt>
                <c:pt idx="2001">
                  <c:v>189.63079999999999</c:v>
                </c:pt>
                <c:pt idx="2002">
                  <c:v>189.7114</c:v>
                </c:pt>
                <c:pt idx="2003">
                  <c:v>189.79429999999999</c:v>
                </c:pt>
                <c:pt idx="2004">
                  <c:v>189.87819999999999</c:v>
                </c:pt>
                <c:pt idx="2005">
                  <c:v>189.9632</c:v>
                </c:pt>
                <c:pt idx="2006">
                  <c:v>190.04640000000001</c:v>
                </c:pt>
                <c:pt idx="2007">
                  <c:v>190.1302</c:v>
                </c:pt>
                <c:pt idx="2008">
                  <c:v>190.2114</c:v>
                </c:pt>
                <c:pt idx="2009">
                  <c:v>190.2961</c:v>
                </c:pt>
                <c:pt idx="2010">
                  <c:v>190.3802</c:v>
                </c:pt>
                <c:pt idx="2011">
                  <c:v>190.46250000000001</c:v>
                </c:pt>
                <c:pt idx="2012">
                  <c:v>190.54470000000001</c:v>
                </c:pt>
                <c:pt idx="2013">
                  <c:v>190.62899999999999</c:v>
                </c:pt>
                <c:pt idx="2014">
                  <c:v>190.71260000000001</c:v>
                </c:pt>
                <c:pt idx="2015">
                  <c:v>190.79689999999999</c:v>
                </c:pt>
                <c:pt idx="2016">
                  <c:v>190.87809999999999</c:v>
                </c:pt>
                <c:pt idx="2017">
                  <c:v>190.9623</c:v>
                </c:pt>
                <c:pt idx="2018">
                  <c:v>191.0454</c:v>
                </c:pt>
                <c:pt idx="2019">
                  <c:v>191.1284</c:v>
                </c:pt>
                <c:pt idx="2020">
                  <c:v>191.20939999999999</c:v>
                </c:pt>
                <c:pt idx="2021">
                  <c:v>191.29339999999999</c:v>
                </c:pt>
                <c:pt idx="2022">
                  <c:v>191.37639999999999</c:v>
                </c:pt>
                <c:pt idx="2023">
                  <c:v>191.45920000000001</c:v>
                </c:pt>
                <c:pt idx="2024">
                  <c:v>191.5446</c:v>
                </c:pt>
                <c:pt idx="2025">
                  <c:v>191.6266</c:v>
                </c:pt>
                <c:pt idx="2026">
                  <c:v>191.70840000000001</c:v>
                </c:pt>
                <c:pt idx="2027">
                  <c:v>191.79310000000001</c:v>
                </c:pt>
                <c:pt idx="2028">
                  <c:v>191.87540000000001</c:v>
                </c:pt>
                <c:pt idx="2029">
                  <c:v>191.96029999999999</c:v>
                </c:pt>
                <c:pt idx="2030">
                  <c:v>192.0412</c:v>
                </c:pt>
                <c:pt idx="2031">
                  <c:v>192.12629999999999</c:v>
                </c:pt>
                <c:pt idx="2032">
                  <c:v>192.2089</c:v>
                </c:pt>
                <c:pt idx="2033">
                  <c:v>192.29179999999999</c:v>
                </c:pt>
                <c:pt idx="2034">
                  <c:v>192.37459999999999</c:v>
                </c:pt>
                <c:pt idx="2035">
                  <c:v>192.4588</c:v>
                </c:pt>
                <c:pt idx="2036">
                  <c:v>192.54300000000001</c:v>
                </c:pt>
                <c:pt idx="2037">
                  <c:v>192.62459999999999</c:v>
                </c:pt>
                <c:pt idx="2038">
                  <c:v>192.70869999999999</c:v>
                </c:pt>
                <c:pt idx="2039">
                  <c:v>192.79159999999999</c:v>
                </c:pt>
                <c:pt idx="2040">
                  <c:v>192.87559999999999</c:v>
                </c:pt>
                <c:pt idx="2041">
                  <c:v>192.95750000000001</c:v>
                </c:pt>
                <c:pt idx="2042">
                  <c:v>193.0412</c:v>
                </c:pt>
                <c:pt idx="2043">
                  <c:v>193.1266</c:v>
                </c:pt>
                <c:pt idx="2044">
                  <c:v>193.20760000000001</c:v>
                </c:pt>
                <c:pt idx="2045">
                  <c:v>193.2903</c:v>
                </c:pt>
                <c:pt idx="2046">
                  <c:v>193.37389999999999</c:v>
                </c:pt>
                <c:pt idx="2047">
                  <c:v>193.4581</c:v>
                </c:pt>
                <c:pt idx="2048">
                  <c:v>193.54069999999999</c:v>
                </c:pt>
                <c:pt idx="2049">
                  <c:v>193.62520000000001</c:v>
                </c:pt>
                <c:pt idx="2050">
                  <c:v>193.7064</c:v>
                </c:pt>
                <c:pt idx="2051">
                  <c:v>193.7895</c:v>
                </c:pt>
                <c:pt idx="2052">
                  <c:v>193.8724</c:v>
                </c:pt>
                <c:pt idx="2053">
                  <c:v>193.95859999999999</c:v>
                </c:pt>
                <c:pt idx="2054">
                  <c:v>194.0384</c:v>
                </c:pt>
                <c:pt idx="2055">
                  <c:v>194.12270000000001</c:v>
                </c:pt>
                <c:pt idx="2056">
                  <c:v>194.20740000000001</c:v>
                </c:pt>
                <c:pt idx="2057">
                  <c:v>194.28960000000001</c:v>
                </c:pt>
                <c:pt idx="2058">
                  <c:v>194.37219999999999</c:v>
                </c:pt>
                <c:pt idx="2059">
                  <c:v>194.45689999999999</c:v>
                </c:pt>
                <c:pt idx="2060">
                  <c:v>194.54040000000001</c:v>
                </c:pt>
                <c:pt idx="2061">
                  <c:v>194.62289999999999</c:v>
                </c:pt>
                <c:pt idx="2062">
                  <c:v>194.70609999999999</c:v>
                </c:pt>
                <c:pt idx="2063">
                  <c:v>194.78919999999999</c:v>
                </c:pt>
                <c:pt idx="2064">
                  <c:v>194.8723</c:v>
                </c:pt>
                <c:pt idx="2065">
                  <c:v>194.95590000000001</c:v>
                </c:pt>
                <c:pt idx="2066">
                  <c:v>195.03649999999999</c:v>
                </c:pt>
                <c:pt idx="2067">
                  <c:v>195.1223</c:v>
                </c:pt>
                <c:pt idx="2068">
                  <c:v>195.2047</c:v>
                </c:pt>
                <c:pt idx="2069">
                  <c:v>195.28909999999999</c:v>
                </c:pt>
                <c:pt idx="2070">
                  <c:v>195.37209999999999</c:v>
                </c:pt>
                <c:pt idx="2071">
                  <c:v>195.45500000000001</c:v>
                </c:pt>
                <c:pt idx="2072">
                  <c:v>195.53919999999999</c:v>
                </c:pt>
                <c:pt idx="2073">
                  <c:v>195.62209999999999</c:v>
                </c:pt>
                <c:pt idx="2074">
                  <c:v>195.70519999999999</c:v>
                </c:pt>
                <c:pt idx="2075">
                  <c:v>195.78720000000001</c:v>
                </c:pt>
                <c:pt idx="2076">
                  <c:v>195.86940000000001</c:v>
                </c:pt>
                <c:pt idx="2077">
                  <c:v>195.95400000000001</c:v>
                </c:pt>
                <c:pt idx="2078">
                  <c:v>196.036</c:v>
                </c:pt>
                <c:pt idx="2079">
                  <c:v>196.11920000000001</c:v>
                </c:pt>
                <c:pt idx="2080">
                  <c:v>196.20330000000001</c:v>
                </c:pt>
                <c:pt idx="2081">
                  <c:v>196.28659999999999</c:v>
                </c:pt>
                <c:pt idx="2082">
                  <c:v>196.3689</c:v>
                </c:pt>
                <c:pt idx="2083">
                  <c:v>196.452</c:v>
                </c:pt>
                <c:pt idx="2084">
                  <c:v>196.53540000000001</c:v>
                </c:pt>
                <c:pt idx="2085">
                  <c:v>196.61859999999999</c:v>
                </c:pt>
                <c:pt idx="2086">
                  <c:v>196.69980000000001</c:v>
                </c:pt>
                <c:pt idx="2087">
                  <c:v>196.78280000000001</c:v>
                </c:pt>
                <c:pt idx="2088">
                  <c:v>196.8656</c:v>
                </c:pt>
                <c:pt idx="2089">
                  <c:v>196.9495</c:v>
                </c:pt>
                <c:pt idx="2090">
                  <c:v>197.0318</c:v>
                </c:pt>
                <c:pt idx="2091">
                  <c:v>197.11320000000001</c:v>
                </c:pt>
                <c:pt idx="2092">
                  <c:v>197.1996</c:v>
                </c:pt>
                <c:pt idx="2093">
                  <c:v>197.2834</c:v>
                </c:pt>
                <c:pt idx="2094">
                  <c:v>197.3674</c:v>
                </c:pt>
                <c:pt idx="2095">
                  <c:v>197.44919999999999</c:v>
                </c:pt>
                <c:pt idx="2096">
                  <c:v>197.53219999999999</c:v>
                </c:pt>
                <c:pt idx="2097">
                  <c:v>197.61490000000001</c:v>
                </c:pt>
                <c:pt idx="2098">
                  <c:v>197.69829999999999</c:v>
                </c:pt>
                <c:pt idx="2099">
                  <c:v>197.7834</c:v>
                </c:pt>
                <c:pt idx="2100">
                  <c:v>197.86580000000001</c:v>
                </c:pt>
                <c:pt idx="2101">
                  <c:v>197.9494</c:v>
                </c:pt>
                <c:pt idx="2102">
                  <c:v>198.03309999999999</c:v>
                </c:pt>
                <c:pt idx="2103">
                  <c:v>198.11500000000001</c:v>
                </c:pt>
                <c:pt idx="2104">
                  <c:v>198.20089999999999</c:v>
                </c:pt>
                <c:pt idx="2105">
                  <c:v>198.2809</c:v>
                </c:pt>
                <c:pt idx="2106">
                  <c:v>198.36590000000001</c:v>
                </c:pt>
                <c:pt idx="2107">
                  <c:v>198.4512</c:v>
                </c:pt>
                <c:pt idx="2108">
                  <c:v>198.53309999999999</c:v>
                </c:pt>
                <c:pt idx="2109">
                  <c:v>198.6164</c:v>
                </c:pt>
                <c:pt idx="2110">
                  <c:v>198.6977</c:v>
                </c:pt>
                <c:pt idx="2111">
                  <c:v>198.78110000000001</c:v>
                </c:pt>
                <c:pt idx="2112">
                  <c:v>198.86510000000001</c:v>
                </c:pt>
                <c:pt idx="2113">
                  <c:v>198.94980000000001</c:v>
                </c:pt>
                <c:pt idx="2114">
                  <c:v>199.03190000000001</c:v>
                </c:pt>
                <c:pt idx="2115">
                  <c:v>199.1156</c:v>
                </c:pt>
                <c:pt idx="2116">
                  <c:v>199.1969</c:v>
                </c:pt>
                <c:pt idx="2117">
                  <c:v>199.28110000000001</c:v>
                </c:pt>
                <c:pt idx="2118">
                  <c:v>199.3647</c:v>
                </c:pt>
                <c:pt idx="2119">
                  <c:v>199.4496</c:v>
                </c:pt>
                <c:pt idx="2120">
                  <c:v>199.53190000000001</c:v>
                </c:pt>
                <c:pt idx="2121">
                  <c:v>199.6146</c:v>
                </c:pt>
                <c:pt idx="2122">
                  <c:v>199.6977</c:v>
                </c:pt>
                <c:pt idx="2123">
                  <c:v>199.78100000000001</c:v>
                </c:pt>
                <c:pt idx="2124">
                  <c:v>199.86529999999999</c:v>
                </c:pt>
                <c:pt idx="2125">
                  <c:v>199.9469</c:v>
                </c:pt>
                <c:pt idx="2126">
                  <c:v>200.0301</c:v>
                </c:pt>
                <c:pt idx="2127">
                  <c:v>200.11420000000001</c:v>
                </c:pt>
                <c:pt idx="2128">
                  <c:v>200.19720000000001</c:v>
                </c:pt>
                <c:pt idx="2129">
                  <c:v>200.27979999999999</c:v>
                </c:pt>
                <c:pt idx="2130">
                  <c:v>200.36359999999999</c:v>
                </c:pt>
                <c:pt idx="2131">
                  <c:v>200.44569999999999</c:v>
                </c:pt>
                <c:pt idx="2132">
                  <c:v>200.5299</c:v>
                </c:pt>
                <c:pt idx="2133">
                  <c:v>200.61369999999999</c:v>
                </c:pt>
                <c:pt idx="2134">
                  <c:v>200.69569999999999</c:v>
                </c:pt>
                <c:pt idx="2135">
                  <c:v>200.77950000000001</c:v>
                </c:pt>
                <c:pt idx="2136">
                  <c:v>200.86240000000001</c:v>
                </c:pt>
                <c:pt idx="2137">
                  <c:v>200.94479999999999</c:v>
                </c:pt>
                <c:pt idx="2138">
                  <c:v>201.02879999999999</c:v>
                </c:pt>
                <c:pt idx="2139">
                  <c:v>201.1122</c:v>
                </c:pt>
                <c:pt idx="2140">
                  <c:v>201.19589999999999</c:v>
                </c:pt>
                <c:pt idx="2141">
                  <c:v>201.2784</c:v>
                </c:pt>
                <c:pt idx="2142">
                  <c:v>201.36099999999999</c:v>
                </c:pt>
                <c:pt idx="2143">
                  <c:v>201.44380000000001</c:v>
                </c:pt>
                <c:pt idx="2144">
                  <c:v>201.53</c:v>
                </c:pt>
                <c:pt idx="2145">
                  <c:v>201.6113</c:v>
                </c:pt>
                <c:pt idx="2146">
                  <c:v>201.696</c:v>
                </c:pt>
                <c:pt idx="2147">
                  <c:v>201.77780000000001</c:v>
                </c:pt>
                <c:pt idx="2148">
                  <c:v>201.8612</c:v>
                </c:pt>
                <c:pt idx="2149">
                  <c:v>201.94409999999999</c:v>
                </c:pt>
                <c:pt idx="2150">
                  <c:v>202.0273</c:v>
                </c:pt>
                <c:pt idx="2151">
                  <c:v>202.11070000000001</c:v>
                </c:pt>
                <c:pt idx="2152">
                  <c:v>202.19229999999999</c:v>
                </c:pt>
                <c:pt idx="2153">
                  <c:v>202.27709999999999</c:v>
                </c:pt>
                <c:pt idx="2154">
                  <c:v>202.3604</c:v>
                </c:pt>
                <c:pt idx="2155">
                  <c:v>202.44390000000001</c:v>
                </c:pt>
                <c:pt idx="2156">
                  <c:v>202.52610000000001</c:v>
                </c:pt>
                <c:pt idx="2157">
                  <c:v>202.60980000000001</c:v>
                </c:pt>
                <c:pt idx="2158">
                  <c:v>202.69139999999999</c:v>
                </c:pt>
                <c:pt idx="2159">
                  <c:v>202.7765</c:v>
                </c:pt>
                <c:pt idx="2160">
                  <c:v>202.8587</c:v>
                </c:pt>
                <c:pt idx="2161">
                  <c:v>202.94370000000001</c:v>
                </c:pt>
                <c:pt idx="2162">
                  <c:v>203.02600000000001</c:v>
                </c:pt>
                <c:pt idx="2163">
                  <c:v>203.1097</c:v>
                </c:pt>
                <c:pt idx="2164">
                  <c:v>203.19319999999999</c:v>
                </c:pt>
                <c:pt idx="2165">
                  <c:v>203.27709999999999</c:v>
                </c:pt>
                <c:pt idx="2166">
                  <c:v>203.36060000000001</c:v>
                </c:pt>
                <c:pt idx="2167">
                  <c:v>203.44560000000001</c:v>
                </c:pt>
                <c:pt idx="2168">
                  <c:v>203.52539999999999</c:v>
                </c:pt>
                <c:pt idx="2169">
                  <c:v>203.60830000000001</c:v>
                </c:pt>
                <c:pt idx="2170">
                  <c:v>203.69210000000001</c:v>
                </c:pt>
                <c:pt idx="2171">
                  <c:v>203.77440000000001</c:v>
                </c:pt>
                <c:pt idx="2172">
                  <c:v>203.85830000000001</c:v>
                </c:pt>
                <c:pt idx="2173">
                  <c:v>203.94120000000001</c:v>
                </c:pt>
                <c:pt idx="2174">
                  <c:v>204.0248</c:v>
                </c:pt>
                <c:pt idx="2175">
                  <c:v>204.10720000000001</c:v>
                </c:pt>
                <c:pt idx="2176">
                  <c:v>204.19069999999999</c:v>
                </c:pt>
                <c:pt idx="2177">
                  <c:v>204.2741</c:v>
                </c:pt>
                <c:pt idx="2178">
                  <c:v>204.35720000000001</c:v>
                </c:pt>
                <c:pt idx="2179">
                  <c:v>204.4384</c:v>
                </c:pt>
                <c:pt idx="2180">
                  <c:v>204.52459999999999</c:v>
                </c:pt>
                <c:pt idx="2181">
                  <c:v>204.6063</c:v>
                </c:pt>
                <c:pt idx="2182">
                  <c:v>204.6909</c:v>
                </c:pt>
                <c:pt idx="2183">
                  <c:v>204.77199999999999</c:v>
                </c:pt>
                <c:pt idx="2184">
                  <c:v>204.85470000000001</c:v>
                </c:pt>
                <c:pt idx="2185">
                  <c:v>204.93940000000001</c:v>
                </c:pt>
                <c:pt idx="2186">
                  <c:v>205.02160000000001</c:v>
                </c:pt>
                <c:pt idx="2187">
                  <c:v>205.1045</c:v>
                </c:pt>
                <c:pt idx="2188">
                  <c:v>205.18790000000001</c:v>
                </c:pt>
                <c:pt idx="2189">
                  <c:v>205.2698</c:v>
                </c:pt>
                <c:pt idx="2190">
                  <c:v>205.35489999999999</c:v>
                </c:pt>
                <c:pt idx="2191">
                  <c:v>205.43700000000001</c:v>
                </c:pt>
                <c:pt idx="2192">
                  <c:v>205.5222</c:v>
                </c:pt>
                <c:pt idx="2193">
                  <c:v>205.60429999999999</c:v>
                </c:pt>
                <c:pt idx="2194">
                  <c:v>205.68639999999999</c:v>
                </c:pt>
                <c:pt idx="2195">
                  <c:v>205.7706</c:v>
                </c:pt>
                <c:pt idx="2196">
                  <c:v>205.8526</c:v>
                </c:pt>
                <c:pt idx="2197">
                  <c:v>205.93620000000001</c:v>
                </c:pt>
                <c:pt idx="2198">
                  <c:v>206.0196</c:v>
                </c:pt>
                <c:pt idx="2199">
                  <c:v>206.1026</c:v>
                </c:pt>
                <c:pt idx="2200">
                  <c:v>206.18680000000001</c:v>
                </c:pt>
                <c:pt idx="2201">
                  <c:v>206.2681</c:v>
                </c:pt>
                <c:pt idx="2202">
                  <c:v>206.35339999999999</c:v>
                </c:pt>
                <c:pt idx="2203">
                  <c:v>206.4358</c:v>
                </c:pt>
                <c:pt idx="2204">
                  <c:v>206.52090000000001</c:v>
                </c:pt>
                <c:pt idx="2205">
                  <c:v>206.60310000000001</c:v>
                </c:pt>
                <c:pt idx="2206">
                  <c:v>206.68600000000001</c:v>
                </c:pt>
                <c:pt idx="2207">
                  <c:v>206.7697</c:v>
                </c:pt>
                <c:pt idx="2208">
                  <c:v>206.85239999999999</c:v>
                </c:pt>
                <c:pt idx="2209">
                  <c:v>206.9359</c:v>
                </c:pt>
                <c:pt idx="2210">
                  <c:v>207.01840000000001</c:v>
                </c:pt>
                <c:pt idx="2211">
                  <c:v>207.10140000000001</c:v>
                </c:pt>
                <c:pt idx="2212">
                  <c:v>207.18459999999999</c:v>
                </c:pt>
                <c:pt idx="2213">
                  <c:v>207.26769999999999</c:v>
                </c:pt>
                <c:pt idx="2214">
                  <c:v>207.35069999999999</c:v>
                </c:pt>
                <c:pt idx="2215">
                  <c:v>207.43360000000001</c:v>
                </c:pt>
                <c:pt idx="2216">
                  <c:v>207.51609999999999</c:v>
                </c:pt>
                <c:pt idx="2217">
                  <c:v>207.59950000000001</c:v>
                </c:pt>
                <c:pt idx="2218">
                  <c:v>207.68340000000001</c:v>
                </c:pt>
                <c:pt idx="2219">
                  <c:v>207.767</c:v>
                </c:pt>
                <c:pt idx="2220">
                  <c:v>207.8485</c:v>
                </c:pt>
                <c:pt idx="2221">
                  <c:v>207.9308</c:v>
                </c:pt>
                <c:pt idx="2222">
                  <c:v>208.01480000000001</c:v>
                </c:pt>
                <c:pt idx="2223">
                  <c:v>208.09739999999999</c:v>
                </c:pt>
                <c:pt idx="2224">
                  <c:v>208.1797</c:v>
                </c:pt>
                <c:pt idx="2225">
                  <c:v>208.26400000000001</c:v>
                </c:pt>
                <c:pt idx="2226">
                  <c:v>208.3475</c:v>
                </c:pt>
                <c:pt idx="2227">
                  <c:v>208.43450000000001</c:v>
                </c:pt>
                <c:pt idx="2228">
                  <c:v>208.51730000000001</c:v>
                </c:pt>
                <c:pt idx="2229">
                  <c:v>208.59809999999999</c:v>
                </c:pt>
                <c:pt idx="2230">
                  <c:v>208.68049999999999</c:v>
                </c:pt>
                <c:pt idx="2231">
                  <c:v>208.7646</c:v>
                </c:pt>
                <c:pt idx="2232">
                  <c:v>208.84700000000001</c:v>
                </c:pt>
                <c:pt idx="2233">
                  <c:v>208.93109999999999</c:v>
                </c:pt>
                <c:pt idx="2234">
                  <c:v>209.01609999999999</c:v>
                </c:pt>
                <c:pt idx="2235">
                  <c:v>209.09719999999999</c:v>
                </c:pt>
                <c:pt idx="2236">
                  <c:v>209.17939999999999</c:v>
                </c:pt>
                <c:pt idx="2237">
                  <c:v>209.26169999999999</c:v>
                </c:pt>
                <c:pt idx="2238">
                  <c:v>209.34610000000001</c:v>
                </c:pt>
                <c:pt idx="2239">
                  <c:v>209.42930000000001</c:v>
                </c:pt>
                <c:pt idx="2240">
                  <c:v>209.51339999999999</c:v>
                </c:pt>
                <c:pt idx="2241">
                  <c:v>209.59530000000001</c:v>
                </c:pt>
                <c:pt idx="2242">
                  <c:v>209.68039999999999</c:v>
                </c:pt>
                <c:pt idx="2243">
                  <c:v>209.76249999999999</c:v>
                </c:pt>
                <c:pt idx="2244">
                  <c:v>209.8458</c:v>
                </c:pt>
                <c:pt idx="2245">
                  <c:v>209.9299</c:v>
                </c:pt>
                <c:pt idx="2246">
                  <c:v>210.01140000000001</c:v>
                </c:pt>
                <c:pt idx="2247">
                  <c:v>210.09350000000001</c:v>
                </c:pt>
                <c:pt idx="2248">
                  <c:v>210.1781</c:v>
                </c:pt>
                <c:pt idx="2249">
                  <c:v>210.26130000000001</c:v>
                </c:pt>
                <c:pt idx="2250">
                  <c:v>210.34370000000001</c:v>
                </c:pt>
                <c:pt idx="2251">
                  <c:v>210.42920000000001</c:v>
                </c:pt>
                <c:pt idx="2252">
                  <c:v>210.51150000000001</c:v>
                </c:pt>
                <c:pt idx="2253">
                  <c:v>210.5959</c:v>
                </c:pt>
                <c:pt idx="2254">
                  <c:v>210.67830000000001</c:v>
                </c:pt>
                <c:pt idx="2255">
                  <c:v>210.75980000000001</c:v>
                </c:pt>
                <c:pt idx="2256">
                  <c:v>210.84370000000001</c:v>
                </c:pt>
                <c:pt idx="2257">
                  <c:v>210.92740000000001</c:v>
                </c:pt>
                <c:pt idx="2258">
                  <c:v>211.0111</c:v>
                </c:pt>
                <c:pt idx="2259">
                  <c:v>211.09299999999999</c:v>
                </c:pt>
                <c:pt idx="2260">
                  <c:v>211.1746</c:v>
                </c:pt>
                <c:pt idx="2261">
                  <c:v>211.26060000000001</c:v>
                </c:pt>
                <c:pt idx="2262">
                  <c:v>211.3432</c:v>
                </c:pt>
                <c:pt idx="2263">
                  <c:v>211.4256</c:v>
                </c:pt>
                <c:pt idx="2264">
                  <c:v>211.50899999999999</c:v>
                </c:pt>
                <c:pt idx="2265">
                  <c:v>211.59190000000001</c:v>
                </c:pt>
                <c:pt idx="2266">
                  <c:v>211.67400000000001</c:v>
                </c:pt>
                <c:pt idx="2267">
                  <c:v>211.7585</c:v>
                </c:pt>
                <c:pt idx="2268">
                  <c:v>211.84280000000001</c:v>
                </c:pt>
                <c:pt idx="2269">
                  <c:v>211.9254</c:v>
                </c:pt>
                <c:pt idx="2270">
                  <c:v>212.00579999999999</c:v>
                </c:pt>
                <c:pt idx="2271">
                  <c:v>212.09100000000001</c:v>
                </c:pt>
                <c:pt idx="2272">
                  <c:v>212.1746</c:v>
                </c:pt>
                <c:pt idx="2273">
                  <c:v>212.25810000000001</c:v>
                </c:pt>
                <c:pt idx="2274">
                  <c:v>212.34100000000001</c:v>
                </c:pt>
                <c:pt idx="2275">
                  <c:v>212.4239</c:v>
                </c:pt>
                <c:pt idx="2276">
                  <c:v>212.5078</c:v>
                </c:pt>
                <c:pt idx="2277">
                  <c:v>212.59</c:v>
                </c:pt>
                <c:pt idx="2278">
                  <c:v>212.67400000000001</c:v>
                </c:pt>
                <c:pt idx="2279">
                  <c:v>212.7568</c:v>
                </c:pt>
                <c:pt idx="2280">
                  <c:v>212.84059999999999</c:v>
                </c:pt>
                <c:pt idx="2281">
                  <c:v>212.9222</c:v>
                </c:pt>
                <c:pt idx="2282">
                  <c:v>213.00749999999999</c:v>
                </c:pt>
                <c:pt idx="2283">
                  <c:v>213.08969999999999</c:v>
                </c:pt>
                <c:pt idx="2284">
                  <c:v>213.17150000000001</c:v>
                </c:pt>
                <c:pt idx="2285">
                  <c:v>213.25640000000001</c:v>
                </c:pt>
                <c:pt idx="2286">
                  <c:v>213.339</c:v>
                </c:pt>
                <c:pt idx="2287">
                  <c:v>213.4238</c:v>
                </c:pt>
                <c:pt idx="2288">
                  <c:v>213.50550000000001</c:v>
                </c:pt>
                <c:pt idx="2289">
                  <c:v>213.58680000000001</c:v>
                </c:pt>
                <c:pt idx="2290">
                  <c:v>213.673</c:v>
                </c:pt>
                <c:pt idx="2291">
                  <c:v>213.7542</c:v>
                </c:pt>
                <c:pt idx="2292">
                  <c:v>213.83699999999999</c:v>
                </c:pt>
                <c:pt idx="2293">
                  <c:v>213.9203</c:v>
                </c:pt>
                <c:pt idx="2294">
                  <c:v>214.00540000000001</c:v>
                </c:pt>
                <c:pt idx="2295">
                  <c:v>214.08709999999999</c:v>
                </c:pt>
                <c:pt idx="2296">
                  <c:v>214.1711</c:v>
                </c:pt>
                <c:pt idx="2297">
                  <c:v>214.2518</c:v>
                </c:pt>
                <c:pt idx="2298">
                  <c:v>214.33619999999999</c:v>
                </c:pt>
                <c:pt idx="2299">
                  <c:v>214.4195</c:v>
                </c:pt>
                <c:pt idx="2300">
                  <c:v>214.50200000000001</c:v>
                </c:pt>
                <c:pt idx="2301">
                  <c:v>214.58500000000001</c:v>
                </c:pt>
                <c:pt idx="2302">
                  <c:v>214.66800000000001</c:v>
                </c:pt>
                <c:pt idx="2303">
                  <c:v>214.7499</c:v>
                </c:pt>
                <c:pt idx="2304">
                  <c:v>214.8338</c:v>
                </c:pt>
                <c:pt idx="2305">
                  <c:v>214.9179</c:v>
                </c:pt>
                <c:pt idx="2306">
                  <c:v>214.9992</c:v>
                </c:pt>
                <c:pt idx="2307">
                  <c:v>215.08439999999999</c:v>
                </c:pt>
                <c:pt idx="2308">
                  <c:v>215.1694</c:v>
                </c:pt>
                <c:pt idx="2309">
                  <c:v>215.2518</c:v>
                </c:pt>
                <c:pt idx="2310">
                  <c:v>215.3355</c:v>
                </c:pt>
                <c:pt idx="2311">
                  <c:v>215.41890000000001</c:v>
                </c:pt>
                <c:pt idx="2312">
                  <c:v>215.4991</c:v>
                </c:pt>
                <c:pt idx="2313">
                  <c:v>215.5829</c:v>
                </c:pt>
                <c:pt idx="2314">
                  <c:v>215.66800000000001</c:v>
                </c:pt>
                <c:pt idx="2315">
                  <c:v>215.74979999999999</c:v>
                </c:pt>
                <c:pt idx="2316">
                  <c:v>215.83160000000001</c:v>
                </c:pt>
                <c:pt idx="2317">
                  <c:v>215.9162</c:v>
                </c:pt>
                <c:pt idx="2318">
                  <c:v>215.99879999999999</c:v>
                </c:pt>
                <c:pt idx="2319">
                  <c:v>216.08199999999999</c:v>
                </c:pt>
                <c:pt idx="2320">
                  <c:v>216.16579999999999</c:v>
                </c:pt>
                <c:pt idx="2321">
                  <c:v>216.24940000000001</c:v>
                </c:pt>
                <c:pt idx="2322">
                  <c:v>216.3314</c:v>
                </c:pt>
                <c:pt idx="2323">
                  <c:v>216.41659999999999</c:v>
                </c:pt>
                <c:pt idx="2324">
                  <c:v>216.49979999999999</c:v>
                </c:pt>
                <c:pt idx="2325">
                  <c:v>216.58369999999999</c:v>
                </c:pt>
                <c:pt idx="2326">
                  <c:v>216.66579999999999</c:v>
                </c:pt>
                <c:pt idx="2327">
                  <c:v>216.74799999999999</c:v>
                </c:pt>
                <c:pt idx="2328">
                  <c:v>216.83099999999999</c:v>
                </c:pt>
                <c:pt idx="2329">
                  <c:v>216.9143</c:v>
                </c:pt>
                <c:pt idx="2330">
                  <c:v>216.99870000000001</c:v>
                </c:pt>
                <c:pt idx="2331">
                  <c:v>217.0814</c:v>
                </c:pt>
                <c:pt idx="2332">
                  <c:v>217.1653</c:v>
                </c:pt>
                <c:pt idx="2333">
                  <c:v>217.24879999999999</c:v>
                </c:pt>
                <c:pt idx="2334">
                  <c:v>217.33240000000001</c:v>
                </c:pt>
                <c:pt idx="2335">
                  <c:v>217.4145</c:v>
                </c:pt>
                <c:pt idx="2336">
                  <c:v>217.4992</c:v>
                </c:pt>
                <c:pt idx="2337">
                  <c:v>217.5805</c:v>
                </c:pt>
                <c:pt idx="2338">
                  <c:v>217.66300000000001</c:v>
                </c:pt>
                <c:pt idx="2339">
                  <c:v>217.74870000000001</c:v>
                </c:pt>
                <c:pt idx="2340">
                  <c:v>217.83099999999999</c:v>
                </c:pt>
                <c:pt idx="2341">
                  <c:v>217.91390000000001</c:v>
                </c:pt>
                <c:pt idx="2342">
                  <c:v>217.99629999999999</c:v>
                </c:pt>
                <c:pt idx="2343">
                  <c:v>218.0804</c:v>
                </c:pt>
                <c:pt idx="2344">
                  <c:v>218.1627</c:v>
                </c:pt>
                <c:pt idx="2345">
                  <c:v>218.24610000000001</c:v>
                </c:pt>
                <c:pt idx="2346">
                  <c:v>218.32929999999999</c:v>
                </c:pt>
                <c:pt idx="2347">
                  <c:v>218.41290000000001</c:v>
                </c:pt>
                <c:pt idx="2348">
                  <c:v>218.4956</c:v>
                </c:pt>
                <c:pt idx="2349">
                  <c:v>218.5812</c:v>
                </c:pt>
                <c:pt idx="2350">
                  <c:v>218.6661</c:v>
                </c:pt>
                <c:pt idx="2351">
                  <c:v>218.74809999999999</c:v>
                </c:pt>
                <c:pt idx="2352">
                  <c:v>218.82980000000001</c:v>
                </c:pt>
                <c:pt idx="2353">
                  <c:v>218.91399999999999</c:v>
                </c:pt>
                <c:pt idx="2354">
                  <c:v>218.99610000000001</c:v>
                </c:pt>
                <c:pt idx="2355">
                  <c:v>219.0805</c:v>
                </c:pt>
                <c:pt idx="2356">
                  <c:v>219.16329999999999</c:v>
                </c:pt>
                <c:pt idx="2357">
                  <c:v>219.24700000000001</c:v>
                </c:pt>
                <c:pt idx="2358">
                  <c:v>219.32759999999999</c:v>
                </c:pt>
                <c:pt idx="2359">
                  <c:v>219.41239999999999</c:v>
                </c:pt>
                <c:pt idx="2360">
                  <c:v>219.4966</c:v>
                </c:pt>
                <c:pt idx="2361">
                  <c:v>219.57859999999999</c:v>
                </c:pt>
                <c:pt idx="2362">
                  <c:v>219.66239999999999</c:v>
                </c:pt>
                <c:pt idx="2363">
                  <c:v>219.74510000000001</c:v>
                </c:pt>
                <c:pt idx="2364">
                  <c:v>219.83</c:v>
                </c:pt>
                <c:pt idx="2365">
                  <c:v>219.911</c:v>
                </c:pt>
                <c:pt idx="2366">
                  <c:v>219.99440000000001</c:v>
                </c:pt>
                <c:pt idx="2367">
                  <c:v>220.0796</c:v>
                </c:pt>
                <c:pt idx="2368">
                  <c:v>220.1617</c:v>
                </c:pt>
                <c:pt idx="2369">
                  <c:v>220.24449999999999</c:v>
                </c:pt>
                <c:pt idx="2370">
                  <c:v>220.3287</c:v>
                </c:pt>
                <c:pt idx="2371">
                  <c:v>220.40989999999999</c:v>
                </c:pt>
                <c:pt idx="2372">
                  <c:v>220.4932</c:v>
                </c:pt>
                <c:pt idx="2373">
                  <c:v>220.5762</c:v>
                </c:pt>
                <c:pt idx="2374">
                  <c:v>220.65950000000001</c:v>
                </c:pt>
                <c:pt idx="2375">
                  <c:v>220.74199999999999</c:v>
                </c:pt>
                <c:pt idx="2376">
                  <c:v>220.82679999999999</c:v>
                </c:pt>
                <c:pt idx="2377">
                  <c:v>220.90899999999999</c:v>
                </c:pt>
                <c:pt idx="2378">
                  <c:v>220.99289999999999</c:v>
                </c:pt>
                <c:pt idx="2379">
                  <c:v>221.07550000000001</c:v>
                </c:pt>
                <c:pt idx="2380">
                  <c:v>221.15860000000001</c:v>
                </c:pt>
                <c:pt idx="2381">
                  <c:v>221.24299999999999</c:v>
                </c:pt>
                <c:pt idx="2382">
                  <c:v>221.32400000000001</c:v>
                </c:pt>
                <c:pt idx="2383">
                  <c:v>221.40809999999999</c:v>
                </c:pt>
                <c:pt idx="2384">
                  <c:v>221.49250000000001</c:v>
                </c:pt>
                <c:pt idx="2385">
                  <c:v>221.57579999999999</c:v>
                </c:pt>
                <c:pt idx="2386">
                  <c:v>221.65979999999999</c:v>
                </c:pt>
                <c:pt idx="2387">
                  <c:v>221.7413</c:v>
                </c:pt>
                <c:pt idx="2388">
                  <c:v>221.82470000000001</c:v>
                </c:pt>
                <c:pt idx="2389">
                  <c:v>221.90979999999999</c:v>
                </c:pt>
                <c:pt idx="2390">
                  <c:v>221.99119999999999</c:v>
                </c:pt>
                <c:pt idx="2391">
                  <c:v>222.07390000000001</c:v>
                </c:pt>
                <c:pt idx="2392">
                  <c:v>222.1568</c:v>
                </c:pt>
                <c:pt idx="2393">
                  <c:v>222.24080000000001</c:v>
                </c:pt>
                <c:pt idx="2394">
                  <c:v>222.3235</c:v>
                </c:pt>
                <c:pt idx="2395">
                  <c:v>222.4066</c:v>
                </c:pt>
                <c:pt idx="2396">
                  <c:v>222.4889</c:v>
                </c:pt>
                <c:pt idx="2397">
                  <c:v>222.57220000000001</c:v>
                </c:pt>
                <c:pt idx="2398">
                  <c:v>222.65639999999999</c:v>
                </c:pt>
                <c:pt idx="2399">
                  <c:v>222.73849999999999</c:v>
                </c:pt>
                <c:pt idx="2400">
                  <c:v>222.8228</c:v>
                </c:pt>
                <c:pt idx="2401">
                  <c:v>222.9057</c:v>
                </c:pt>
                <c:pt idx="2402">
                  <c:v>222.98990000000001</c:v>
                </c:pt>
                <c:pt idx="2403">
                  <c:v>223.07400000000001</c:v>
                </c:pt>
                <c:pt idx="2404">
                  <c:v>223.15539999999999</c:v>
                </c:pt>
                <c:pt idx="2405">
                  <c:v>223.23910000000001</c:v>
                </c:pt>
                <c:pt idx="2406">
                  <c:v>223.32320000000001</c:v>
                </c:pt>
                <c:pt idx="2407">
                  <c:v>223.4068</c:v>
                </c:pt>
                <c:pt idx="2408">
                  <c:v>223.488</c:v>
                </c:pt>
                <c:pt idx="2409">
                  <c:v>223.57259999999999</c:v>
                </c:pt>
                <c:pt idx="2410">
                  <c:v>223.65610000000001</c:v>
                </c:pt>
                <c:pt idx="2411">
                  <c:v>223.73949999999999</c:v>
                </c:pt>
                <c:pt idx="2412">
                  <c:v>223.82220000000001</c:v>
                </c:pt>
                <c:pt idx="2413">
                  <c:v>223.90620000000001</c:v>
                </c:pt>
                <c:pt idx="2414">
                  <c:v>223.9898</c:v>
                </c:pt>
                <c:pt idx="2415">
                  <c:v>224.07130000000001</c:v>
                </c:pt>
                <c:pt idx="2416">
                  <c:v>224.15520000000001</c:v>
                </c:pt>
                <c:pt idx="2417">
                  <c:v>224.2373</c:v>
                </c:pt>
                <c:pt idx="2418">
                  <c:v>224.31979999999999</c:v>
                </c:pt>
                <c:pt idx="2419">
                  <c:v>224.40389999999999</c:v>
                </c:pt>
                <c:pt idx="2420">
                  <c:v>224.48740000000001</c:v>
                </c:pt>
                <c:pt idx="2421">
                  <c:v>224.57159999999999</c:v>
                </c:pt>
                <c:pt idx="2422">
                  <c:v>224.6542</c:v>
                </c:pt>
                <c:pt idx="2423">
                  <c:v>224.73689999999999</c:v>
                </c:pt>
                <c:pt idx="2424">
                  <c:v>224.8186</c:v>
                </c:pt>
                <c:pt idx="2425">
                  <c:v>224.90199999999999</c:v>
                </c:pt>
                <c:pt idx="2426">
                  <c:v>224.98670000000001</c:v>
                </c:pt>
                <c:pt idx="2427">
                  <c:v>225.07140000000001</c:v>
                </c:pt>
                <c:pt idx="2428">
                  <c:v>225.15270000000001</c:v>
                </c:pt>
                <c:pt idx="2429">
                  <c:v>225.2347</c:v>
                </c:pt>
                <c:pt idx="2430">
                  <c:v>225.31989999999999</c:v>
                </c:pt>
                <c:pt idx="2431">
                  <c:v>225.40280000000001</c:v>
                </c:pt>
                <c:pt idx="2432">
                  <c:v>225.4854</c:v>
                </c:pt>
                <c:pt idx="2433">
                  <c:v>225.5711</c:v>
                </c:pt>
                <c:pt idx="2434">
                  <c:v>225.65520000000001</c:v>
                </c:pt>
                <c:pt idx="2435">
                  <c:v>225.7362</c:v>
                </c:pt>
                <c:pt idx="2436">
                  <c:v>225.81899999999999</c:v>
                </c:pt>
                <c:pt idx="2437">
                  <c:v>225.9016</c:v>
                </c:pt>
                <c:pt idx="2438">
                  <c:v>225.9845</c:v>
                </c:pt>
                <c:pt idx="2439">
                  <c:v>226.06989999999999</c:v>
                </c:pt>
                <c:pt idx="2440">
                  <c:v>226.1524</c:v>
                </c:pt>
                <c:pt idx="2441">
                  <c:v>226.2354</c:v>
                </c:pt>
                <c:pt idx="2442">
                  <c:v>226.3169</c:v>
                </c:pt>
                <c:pt idx="2443">
                  <c:v>226.3997</c:v>
                </c:pt>
                <c:pt idx="2444">
                  <c:v>226.4854</c:v>
                </c:pt>
                <c:pt idx="2445">
                  <c:v>226.56890000000001</c:v>
                </c:pt>
                <c:pt idx="2446">
                  <c:v>226.6506</c:v>
                </c:pt>
                <c:pt idx="2447">
                  <c:v>226.73490000000001</c:v>
                </c:pt>
                <c:pt idx="2448">
                  <c:v>226.81659999999999</c:v>
                </c:pt>
                <c:pt idx="2449">
                  <c:v>226.9008</c:v>
                </c:pt>
                <c:pt idx="2450">
                  <c:v>226.98320000000001</c:v>
                </c:pt>
                <c:pt idx="2451">
                  <c:v>227.0658</c:v>
                </c:pt>
                <c:pt idx="2452">
                  <c:v>227.149</c:v>
                </c:pt>
                <c:pt idx="2453">
                  <c:v>227.23419999999999</c:v>
                </c:pt>
                <c:pt idx="2454">
                  <c:v>227.31700000000001</c:v>
                </c:pt>
                <c:pt idx="2455">
                  <c:v>227.40029999999999</c:v>
                </c:pt>
                <c:pt idx="2456">
                  <c:v>227.48509999999999</c:v>
                </c:pt>
                <c:pt idx="2457">
                  <c:v>227.5677</c:v>
                </c:pt>
                <c:pt idx="2458">
                  <c:v>227.65090000000001</c:v>
                </c:pt>
                <c:pt idx="2459">
                  <c:v>227.7362</c:v>
                </c:pt>
                <c:pt idx="2460">
                  <c:v>227.81890000000001</c:v>
                </c:pt>
                <c:pt idx="2461">
                  <c:v>227.9014</c:v>
                </c:pt>
                <c:pt idx="2462">
                  <c:v>227.98320000000001</c:v>
                </c:pt>
                <c:pt idx="2463">
                  <c:v>228.06720000000001</c:v>
                </c:pt>
                <c:pt idx="2464">
                  <c:v>228.1499</c:v>
                </c:pt>
                <c:pt idx="2465">
                  <c:v>228.23220000000001</c:v>
                </c:pt>
                <c:pt idx="2466">
                  <c:v>228.31549999999999</c:v>
                </c:pt>
                <c:pt idx="2467">
                  <c:v>228.40180000000001</c:v>
                </c:pt>
                <c:pt idx="2468">
                  <c:v>228.483</c:v>
                </c:pt>
                <c:pt idx="2469">
                  <c:v>228.5668</c:v>
                </c:pt>
                <c:pt idx="2470">
                  <c:v>228.65039999999999</c:v>
                </c:pt>
                <c:pt idx="2471">
                  <c:v>228.7355</c:v>
                </c:pt>
                <c:pt idx="2472">
                  <c:v>228.8168</c:v>
                </c:pt>
                <c:pt idx="2473">
                  <c:v>228.90049999999999</c:v>
                </c:pt>
                <c:pt idx="2474">
                  <c:v>228.98269999999999</c:v>
                </c:pt>
                <c:pt idx="2475">
                  <c:v>229.0668</c:v>
                </c:pt>
                <c:pt idx="2476">
                  <c:v>229.15029999999999</c:v>
                </c:pt>
                <c:pt idx="2477">
                  <c:v>229.23320000000001</c:v>
                </c:pt>
                <c:pt idx="2478">
                  <c:v>229.31739999999999</c:v>
                </c:pt>
                <c:pt idx="2479">
                  <c:v>229.39940000000001</c:v>
                </c:pt>
                <c:pt idx="2480">
                  <c:v>229.483</c:v>
                </c:pt>
                <c:pt idx="2481">
                  <c:v>229.56659999999999</c:v>
                </c:pt>
                <c:pt idx="2482">
                  <c:v>229.65</c:v>
                </c:pt>
                <c:pt idx="2483">
                  <c:v>229.7312</c:v>
                </c:pt>
                <c:pt idx="2484">
                  <c:v>229.8159</c:v>
                </c:pt>
                <c:pt idx="2485">
                  <c:v>229.8997</c:v>
                </c:pt>
                <c:pt idx="2486">
                  <c:v>229.983</c:v>
                </c:pt>
                <c:pt idx="2487">
                  <c:v>230.0658</c:v>
                </c:pt>
                <c:pt idx="2488">
                  <c:v>230.1508</c:v>
                </c:pt>
                <c:pt idx="2489">
                  <c:v>230.233</c:v>
                </c:pt>
                <c:pt idx="2490">
                  <c:v>230.315</c:v>
                </c:pt>
                <c:pt idx="2491">
                  <c:v>230.39830000000001</c:v>
                </c:pt>
                <c:pt idx="2492">
                  <c:v>230.48240000000001</c:v>
                </c:pt>
                <c:pt idx="2493">
                  <c:v>230.56370000000001</c:v>
                </c:pt>
                <c:pt idx="2494">
                  <c:v>230.64580000000001</c:v>
                </c:pt>
                <c:pt idx="2495">
                  <c:v>230.73099999999999</c:v>
                </c:pt>
                <c:pt idx="2496">
                  <c:v>230.8152</c:v>
                </c:pt>
                <c:pt idx="2497">
                  <c:v>230.8956</c:v>
                </c:pt>
                <c:pt idx="2498">
                  <c:v>230.9796</c:v>
                </c:pt>
                <c:pt idx="2499">
                  <c:v>231.06440000000001</c:v>
                </c:pt>
                <c:pt idx="2500">
                  <c:v>231.1472</c:v>
                </c:pt>
                <c:pt idx="2501">
                  <c:v>231.23079999999999</c:v>
                </c:pt>
                <c:pt idx="2502">
                  <c:v>231.315</c:v>
                </c:pt>
                <c:pt idx="2503">
                  <c:v>231.39580000000001</c:v>
                </c:pt>
                <c:pt idx="2504">
                  <c:v>231.4803</c:v>
                </c:pt>
                <c:pt idx="2505">
                  <c:v>231.5633</c:v>
                </c:pt>
                <c:pt idx="2506">
                  <c:v>231.6438</c:v>
                </c:pt>
                <c:pt idx="2507">
                  <c:v>231.72909999999999</c:v>
                </c:pt>
                <c:pt idx="2508">
                  <c:v>231.8115</c:v>
                </c:pt>
                <c:pt idx="2509">
                  <c:v>231.8963</c:v>
                </c:pt>
                <c:pt idx="2510">
                  <c:v>231.97819999999999</c:v>
                </c:pt>
                <c:pt idx="2511">
                  <c:v>232.0609</c:v>
                </c:pt>
                <c:pt idx="2512">
                  <c:v>232.14670000000001</c:v>
                </c:pt>
                <c:pt idx="2513">
                  <c:v>232.22900000000001</c:v>
                </c:pt>
                <c:pt idx="2514">
                  <c:v>232.31020000000001</c:v>
                </c:pt>
                <c:pt idx="2515">
                  <c:v>232.39250000000001</c:v>
                </c:pt>
                <c:pt idx="2516">
                  <c:v>232.4768</c:v>
                </c:pt>
                <c:pt idx="2517">
                  <c:v>232.56100000000001</c:v>
                </c:pt>
                <c:pt idx="2518">
                  <c:v>232.643</c:v>
                </c:pt>
                <c:pt idx="2519">
                  <c:v>232.727</c:v>
                </c:pt>
                <c:pt idx="2520">
                  <c:v>232.8108</c:v>
                </c:pt>
                <c:pt idx="2521">
                  <c:v>232.8938</c:v>
                </c:pt>
                <c:pt idx="2522">
                  <c:v>232.97720000000001</c:v>
                </c:pt>
                <c:pt idx="2523">
                  <c:v>233.06059999999999</c:v>
                </c:pt>
                <c:pt idx="2524">
                  <c:v>233.1429</c:v>
                </c:pt>
                <c:pt idx="2525">
                  <c:v>233.22659999999999</c:v>
                </c:pt>
                <c:pt idx="2526">
                  <c:v>233.3098</c:v>
                </c:pt>
                <c:pt idx="2527">
                  <c:v>233.3931</c:v>
                </c:pt>
                <c:pt idx="2528">
                  <c:v>233.47569999999999</c:v>
                </c:pt>
                <c:pt idx="2529">
                  <c:v>233.5582</c:v>
                </c:pt>
                <c:pt idx="2530">
                  <c:v>233.64160000000001</c:v>
                </c:pt>
                <c:pt idx="2531">
                  <c:v>233.7251</c:v>
                </c:pt>
                <c:pt idx="2532">
                  <c:v>233.8073</c:v>
                </c:pt>
                <c:pt idx="2533">
                  <c:v>233.8931</c:v>
                </c:pt>
                <c:pt idx="2534">
                  <c:v>233.97659999999999</c:v>
                </c:pt>
                <c:pt idx="2535">
                  <c:v>234.05840000000001</c:v>
                </c:pt>
                <c:pt idx="2536">
                  <c:v>234.1404</c:v>
                </c:pt>
                <c:pt idx="2537">
                  <c:v>234.2235</c:v>
                </c:pt>
                <c:pt idx="2538">
                  <c:v>234.3074</c:v>
                </c:pt>
                <c:pt idx="2539">
                  <c:v>234.39019999999999</c:v>
                </c:pt>
                <c:pt idx="2540">
                  <c:v>234.4736</c:v>
                </c:pt>
                <c:pt idx="2541">
                  <c:v>234.55680000000001</c:v>
                </c:pt>
                <c:pt idx="2542">
                  <c:v>234.63980000000001</c:v>
                </c:pt>
                <c:pt idx="2543">
                  <c:v>234.72370000000001</c:v>
                </c:pt>
                <c:pt idx="2544">
                  <c:v>234.80510000000001</c:v>
                </c:pt>
                <c:pt idx="2545">
                  <c:v>234.8897</c:v>
                </c:pt>
                <c:pt idx="2546">
                  <c:v>234.9716</c:v>
                </c:pt>
                <c:pt idx="2547">
                  <c:v>235.0574</c:v>
                </c:pt>
                <c:pt idx="2548">
                  <c:v>235.14</c:v>
                </c:pt>
                <c:pt idx="2549">
                  <c:v>235.2217</c:v>
                </c:pt>
                <c:pt idx="2550">
                  <c:v>235.3065</c:v>
                </c:pt>
                <c:pt idx="2551">
                  <c:v>235.3886</c:v>
                </c:pt>
                <c:pt idx="2552">
                  <c:v>235.4716</c:v>
                </c:pt>
                <c:pt idx="2553">
                  <c:v>235.5547</c:v>
                </c:pt>
                <c:pt idx="2554">
                  <c:v>235.6378</c:v>
                </c:pt>
                <c:pt idx="2555">
                  <c:v>235.71969999999999</c:v>
                </c:pt>
                <c:pt idx="2556">
                  <c:v>235.80430000000001</c:v>
                </c:pt>
                <c:pt idx="2557">
                  <c:v>235.88810000000001</c:v>
                </c:pt>
                <c:pt idx="2558">
                  <c:v>235.97130000000001</c:v>
                </c:pt>
                <c:pt idx="2559">
                  <c:v>236.0548</c:v>
                </c:pt>
                <c:pt idx="2560">
                  <c:v>236.13579999999999</c:v>
                </c:pt>
                <c:pt idx="2561">
                  <c:v>236.21860000000001</c:v>
                </c:pt>
                <c:pt idx="2562">
                  <c:v>236.30170000000001</c:v>
                </c:pt>
                <c:pt idx="2563">
                  <c:v>236.38579999999999</c:v>
                </c:pt>
                <c:pt idx="2564">
                  <c:v>236.4691</c:v>
                </c:pt>
                <c:pt idx="2565">
                  <c:v>236.5523</c:v>
                </c:pt>
                <c:pt idx="2566">
                  <c:v>236.63300000000001</c:v>
                </c:pt>
                <c:pt idx="2567">
                  <c:v>236.7184</c:v>
                </c:pt>
                <c:pt idx="2568">
                  <c:v>236.80119999999999</c:v>
                </c:pt>
                <c:pt idx="2569">
                  <c:v>236.88550000000001</c:v>
                </c:pt>
                <c:pt idx="2570">
                  <c:v>236.96700000000001</c:v>
                </c:pt>
                <c:pt idx="2571">
                  <c:v>237.0514</c:v>
                </c:pt>
                <c:pt idx="2572">
                  <c:v>237.1328</c:v>
                </c:pt>
                <c:pt idx="2573">
                  <c:v>237.21700000000001</c:v>
                </c:pt>
                <c:pt idx="2574">
                  <c:v>237.3013</c:v>
                </c:pt>
                <c:pt idx="2575">
                  <c:v>237.3844</c:v>
                </c:pt>
                <c:pt idx="2576">
                  <c:v>237.46629999999999</c:v>
                </c:pt>
                <c:pt idx="2577">
                  <c:v>237.55080000000001</c:v>
                </c:pt>
                <c:pt idx="2578">
                  <c:v>237.6353</c:v>
                </c:pt>
                <c:pt idx="2579">
                  <c:v>237.71789999999999</c:v>
                </c:pt>
                <c:pt idx="2580">
                  <c:v>237.80179999999999</c:v>
                </c:pt>
                <c:pt idx="2581">
                  <c:v>237.8836</c:v>
                </c:pt>
                <c:pt idx="2582">
                  <c:v>237.9676</c:v>
                </c:pt>
                <c:pt idx="2583">
                  <c:v>238.0506</c:v>
                </c:pt>
                <c:pt idx="2584">
                  <c:v>238.1318</c:v>
                </c:pt>
                <c:pt idx="2585">
                  <c:v>238.2158</c:v>
                </c:pt>
                <c:pt idx="2586">
                  <c:v>238.29910000000001</c:v>
                </c:pt>
                <c:pt idx="2587">
                  <c:v>238.38300000000001</c:v>
                </c:pt>
                <c:pt idx="2588">
                  <c:v>238.4675</c:v>
                </c:pt>
                <c:pt idx="2589">
                  <c:v>238.55099999999999</c:v>
                </c:pt>
                <c:pt idx="2590">
                  <c:v>238.63210000000001</c:v>
                </c:pt>
                <c:pt idx="2591">
                  <c:v>238.71530000000001</c:v>
                </c:pt>
                <c:pt idx="2592">
                  <c:v>238.79920000000001</c:v>
                </c:pt>
                <c:pt idx="2593">
                  <c:v>238.88220000000001</c:v>
                </c:pt>
                <c:pt idx="2594">
                  <c:v>238.96449999999999</c:v>
                </c:pt>
                <c:pt idx="2595">
                  <c:v>239.0488</c:v>
                </c:pt>
                <c:pt idx="2596">
                  <c:v>239.1327</c:v>
                </c:pt>
                <c:pt idx="2597">
                  <c:v>239.2158</c:v>
                </c:pt>
                <c:pt idx="2598">
                  <c:v>239.29920000000001</c:v>
                </c:pt>
                <c:pt idx="2599">
                  <c:v>239.3826</c:v>
                </c:pt>
                <c:pt idx="2600">
                  <c:v>239.46449999999999</c:v>
                </c:pt>
                <c:pt idx="2601">
                  <c:v>239.54830000000001</c:v>
                </c:pt>
                <c:pt idx="2602">
                  <c:v>239.63200000000001</c:v>
                </c:pt>
                <c:pt idx="2603">
                  <c:v>239.7148</c:v>
                </c:pt>
                <c:pt idx="2604">
                  <c:v>239.798</c:v>
                </c:pt>
                <c:pt idx="2605">
                  <c:v>239.88040000000001</c:v>
                </c:pt>
                <c:pt idx="2606">
                  <c:v>239.96420000000001</c:v>
                </c:pt>
                <c:pt idx="2607">
                  <c:v>240.04839999999999</c:v>
                </c:pt>
                <c:pt idx="2608">
                  <c:v>240.1317</c:v>
                </c:pt>
                <c:pt idx="2609">
                  <c:v>240.21250000000001</c:v>
                </c:pt>
                <c:pt idx="2610">
                  <c:v>240.29740000000001</c:v>
                </c:pt>
                <c:pt idx="2611">
                  <c:v>240.37979999999999</c:v>
                </c:pt>
                <c:pt idx="2612">
                  <c:v>240.46379999999999</c:v>
                </c:pt>
                <c:pt idx="2613">
                  <c:v>240.54759999999999</c:v>
                </c:pt>
                <c:pt idx="2614">
                  <c:v>240.62870000000001</c:v>
                </c:pt>
                <c:pt idx="2615">
                  <c:v>240.71170000000001</c:v>
                </c:pt>
                <c:pt idx="2616">
                  <c:v>240.79589999999999</c:v>
                </c:pt>
                <c:pt idx="2617">
                  <c:v>240.87860000000001</c:v>
                </c:pt>
                <c:pt idx="2618">
                  <c:v>240.9606</c:v>
                </c:pt>
                <c:pt idx="2619">
                  <c:v>241.04560000000001</c:v>
                </c:pt>
                <c:pt idx="2620">
                  <c:v>241.1277</c:v>
                </c:pt>
                <c:pt idx="2621">
                  <c:v>241.2114</c:v>
                </c:pt>
                <c:pt idx="2622">
                  <c:v>241.29300000000001</c:v>
                </c:pt>
                <c:pt idx="2623">
                  <c:v>241.3775</c:v>
                </c:pt>
                <c:pt idx="2624">
                  <c:v>241.4606</c:v>
                </c:pt>
                <c:pt idx="2625">
                  <c:v>241.5428</c:v>
                </c:pt>
                <c:pt idx="2626">
                  <c:v>241.62610000000001</c:v>
                </c:pt>
                <c:pt idx="2627">
                  <c:v>241.70869999999999</c:v>
                </c:pt>
                <c:pt idx="2628">
                  <c:v>241.792</c:v>
                </c:pt>
                <c:pt idx="2629">
                  <c:v>241.87739999999999</c:v>
                </c:pt>
                <c:pt idx="2630">
                  <c:v>241.96</c:v>
                </c:pt>
                <c:pt idx="2631">
                  <c:v>242.04300000000001</c:v>
                </c:pt>
                <c:pt idx="2632">
                  <c:v>242.12479999999999</c:v>
                </c:pt>
                <c:pt idx="2633">
                  <c:v>242.20650000000001</c:v>
                </c:pt>
                <c:pt idx="2634">
                  <c:v>242.29239999999999</c:v>
                </c:pt>
                <c:pt idx="2635">
                  <c:v>242.37620000000001</c:v>
                </c:pt>
                <c:pt idx="2636">
                  <c:v>242.46039999999999</c:v>
                </c:pt>
                <c:pt idx="2637">
                  <c:v>242.5437</c:v>
                </c:pt>
                <c:pt idx="2638">
                  <c:v>242.62610000000001</c:v>
                </c:pt>
                <c:pt idx="2639">
                  <c:v>242.71</c:v>
                </c:pt>
                <c:pt idx="2640">
                  <c:v>242.7953</c:v>
                </c:pt>
                <c:pt idx="2641">
                  <c:v>242.87620000000001</c:v>
                </c:pt>
                <c:pt idx="2642">
                  <c:v>242.9599</c:v>
                </c:pt>
                <c:pt idx="2643">
                  <c:v>243.0445</c:v>
                </c:pt>
                <c:pt idx="2644">
                  <c:v>243.12700000000001</c:v>
                </c:pt>
                <c:pt idx="2645">
                  <c:v>243.2106</c:v>
                </c:pt>
                <c:pt idx="2646">
                  <c:v>243.29419999999999</c:v>
                </c:pt>
                <c:pt idx="2647">
                  <c:v>243.37620000000001</c:v>
                </c:pt>
                <c:pt idx="2648">
                  <c:v>243.46029999999999</c:v>
                </c:pt>
                <c:pt idx="2649">
                  <c:v>243.54239999999999</c:v>
                </c:pt>
                <c:pt idx="2650">
                  <c:v>243.62799999999999</c:v>
                </c:pt>
                <c:pt idx="2651">
                  <c:v>243.71</c:v>
                </c:pt>
                <c:pt idx="2652">
                  <c:v>243.79320000000001</c:v>
                </c:pt>
                <c:pt idx="2653">
                  <c:v>243.87729999999999</c:v>
                </c:pt>
                <c:pt idx="2654">
                  <c:v>243.959</c:v>
                </c:pt>
                <c:pt idx="2655">
                  <c:v>244.04329999999999</c:v>
                </c:pt>
                <c:pt idx="2656">
                  <c:v>244.12819999999999</c:v>
                </c:pt>
                <c:pt idx="2657">
                  <c:v>244.21109999999999</c:v>
                </c:pt>
                <c:pt idx="2658">
                  <c:v>244.29339999999999</c:v>
                </c:pt>
                <c:pt idx="2659">
                  <c:v>244.37610000000001</c:v>
                </c:pt>
                <c:pt idx="2660">
                  <c:v>244.4606</c:v>
                </c:pt>
                <c:pt idx="2661">
                  <c:v>244.5437</c:v>
                </c:pt>
                <c:pt idx="2662">
                  <c:v>244.62629999999999</c:v>
                </c:pt>
                <c:pt idx="2663">
                  <c:v>244.7106</c:v>
                </c:pt>
                <c:pt idx="2664">
                  <c:v>244.7953</c:v>
                </c:pt>
                <c:pt idx="2665">
                  <c:v>244.8766</c:v>
                </c:pt>
                <c:pt idx="2666">
                  <c:v>244.96170000000001</c:v>
                </c:pt>
                <c:pt idx="2667">
                  <c:v>245.0453</c:v>
                </c:pt>
                <c:pt idx="2668">
                  <c:v>245.1294</c:v>
                </c:pt>
                <c:pt idx="2669">
                  <c:v>245.2124</c:v>
                </c:pt>
                <c:pt idx="2670">
                  <c:v>245.2972</c:v>
                </c:pt>
                <c:pt idx="2671">
                  <c:v>245.3784</c:v>
                </c:pt>
                <c:pt idx="2672">
                  <c:v>245.46180000000001</c:v>
                </c:pt>
                <c:pt idx="2673">
                  <c:v>245.5436</c:v>
                </c:pt>
                <c:pt idx="2674">
                  <c:v>245.62870000000001</c:v>
                </c:pt>
                <c:pt idx="2675">
                  <c:v>245.71180000000001</c:v>
                </c:pt>
                <c:pt idx="2676">
                  <c:v>245.79419999999999</c:v>
                </c:pt>
                <c:pt idx="2677">
                  <c:v>245.87739999999999</c:v>
                </c:pt>
                <c:pt idx="2678">
                  <c:v>245.9606</c:v>
                </c:pt>
                <c:pt idx="2679">
                  <c:v>246.04599999999999</c:v>
                </c:pt>
                <c:pt idx="2680">
                  <c:v>246.1284</c:v>
                </c:pt>
                <c:pt idx="2681">
                  <c:v>246.21080000000001</c:v>
                </c:pt>
                <c:pt idx="2682">
                  <c:v>246.29480000000001</c:v>
                </c:pt>
                <c:pt idx="2683">
                  <c:v>246.37809999999999</c:v>
                </c:pt>
                <c:pt idx="2684">
                  <c:v>246.4631</c:v>
                </c:pt>
                <c:pt idx="2685">
                  <c:v>246.5444</c:v>
                </c:pt>
                <c:pt idx="2686">
                  <c:v>246.62700000000001</c:v>
                </c:pt>
                <c:pt idx="2687">
                  <c:v>246.70939999999999</c:v>
                </c:pt>
                <c:pt idx="2688">
                  <c:v>246.79300000000001</c:v>
                </c:pt>
                <c:pt idx="2689">
                  <c:v>246.876</c:v>
                </c:pt>
                <c:pt idx="2690">
                  <c:v>246.95840000000001</c:v>
                </c:pt>
                <c:pt idx="2691">
                  <c:v>247.04259999999999</c:v>
                </c:pt>
                <c:pt idx="2692">
                  <c:v>247.12459999999999</c:v>
                </c:pt>
                <c:pt idx="2693">
                  <c:v>247.2089</c:v>
                </c:pt>
                <c:pt idx="2694">
                  <c:v>247.29320000000001</c:v>
                </c:pt>
                <c:pt idx="2695">
                  <c:v>247.37440000000001</c:v>
                </c:pt>
                <c:pt idx="2696">
                  <c:v>247.46299999999999</c:v>
                </c:pt>
                <c:pt idx="2697">
                  <c:v>247.547</c:v>
                </c:pt>
                <c:pt idx="2698">
                  <c:v>247.6276</c:v>
                </c:pt>
                <c:pt idx="2699">
                  <c:v>247.7115</c:v>
                </c:pt>
                <c:pt idx="2700">
                  <c:v>247.7946</c:v>
                </c:pt>
                <c:pt idx="2701">
                  <c:v>247.8775</c:v>
                </c:pt>
                <c:pt idx="2702">
                  <c:v>247.96199999999999</c:v>
                </c:pt>
                <c:pt idx="2703">
                  <c:v>248.0461</c:v>
                </c:pt>
                <c:pt idx="2704">
                  <c:v>248.1277</c:v>
                </c:pt>
                <c:pt idx="2705">
                  <c:v>248.21279999999999</c:v>
                </c:pt>
                <c:pt idx="2706">
                  <c:v>248.2946</c:v>
                </c:pt>
                <c:pt idx="2707">
                  <c:v>248.37899999999999</c:v>
                </c:pt>
                <c:pt idx="2708">
                  <c:v>248.46119999999999</c:v>
                </c:pt>
                <c:pt idx="2709">
                  <c:v>248.5444</c:v>
                </c:pt>
                <c:pt idx="2710">
                  <c:v>248.62880000000001</c:v>
                </c:pt>
                <c:pt idx="2711">
                  <c:v>248.71080000000001</c:v>
                </c:pt>
                <c:pt idx="2712">
                  <c:v>248.79419999999999</c:v>
                </c:pt>
                <c:pt idx="2713">
                  <c:v>248.8776</c:v>
                </c:pt>
                <c:pt idx="2714">
                  <c:v>248.96170000000001</c:v>
                </c:pt>
                <c:pt idx="2715">
                  <c:v>249.04480000000001</c:v>
                </c:pt>
                <c:pt idx="2716">
                  <c:v>249.1276</c:v>
                </c:pt>
                <c:pt idx="2717">
                  <c:v>249.21019999999999</c:v>
                </c:pt>
                <c:pt idx="2718">
                  <c:v>249.29320000000001</c:v>
                </c:pt>
                <c:pt idx="2719">
                  <c:v>249.37549999999999</c:v>
                </c:pt>
                <c:pt idx="2720">
                  <c:v>249.45920000000001</c:v>
                </c:pt>
                <c:pt idx="2721">
                  <c:v>249.54320000000001</c:v>
                </c:pt>
                <c:pt idx="2722">
                  <c:v>249.62540000000001</c:v>
                </c:pt>
                <c:pt idx="2723">
                  <c:v>249.71010000000001</c:v>
                </c:pt>
                <c:pt idx="2724">
                  <c:v>249.79179999999999</c:v>
                </c:pt>
                <c:pt idx="2725">
                  <c:v>249.87459999999999</c:v>
                </c:pt>
                <c:pt idx="2726">
                  <c:v>249.958</c:v>
                </c:pt>
                <c:pt idx="2727">
                  <c:v>250.04239999999999</c:v>
                </c:pt>
                <c:pt idx="2728">
                  <c:v>250.12440000000001</c:v>
                </c:pt>
                <c:pt idx="2729">
                  <c:v>250.2088</c:v>
                </c:pt>
                <c:pt idx="2730">
                  <c:v>250.292</c:v>
                </c:pt>
                <c:pt idx="2731">
                  <c:v>250.37620000000001</c:v>
                </c:pt>
                <c:pt idx="2732">
                  <c:v>250.4588</c:v>
                </c:pt>
                <c:pt idx="2733">
                  <c:v>250.54</c:v>
                </c:pt>
                <c:pt idx="2734">
                  <c:v>250.6225</c:v>
                </c:pt>
                <c:pt idx="2735">
                  <c:v>250.7062</c:v>
                </c:pt>
                <c:pt idx="2736">
                  <c:v>250.7878</c:v>
                </c:pt>
                <c:pt idx="2737">
                  <c:v>250.87200000000001</c:v>
                </c:pt>
                <c:pt idx="2738">
                  <c:v>250.9579</c:v>
                </c:pt>
                <c:pt idx="2739">
                  <c:v>251.0393</c:v>
                </c:pt>
                <c:pt idx="2740">
                  <c:v>251.12350000000001</c:v>
                </c:pt>
                <c:pt idx="2741">
                  <c:v>251.20820000000001</c:v>
                </c:pt>
                <c:pt idx="2742">
                  <c:v>251.2893</c:v>
                </c:pt>
                <c:pt idx="2743">
                  <c:v>251.3742</c:v>
                </c:pt>
                <c:pt idx="2744">
                  <c:v>251.45869999999999</c:v>
                </c:pt>
                <c:pt idx="2745">
                  <c:v>251.542</c:v>
                </c:pt>
                <c:pt idx="2746">
                  <c:v>251.62540000000001</c:v>
                </c:pt>
                <c:pt idx="2747">
                  <c:v>251.70849999999999</c:v>
                </c:pt>
                <c:pt idx="2748">
                  <c:v>251.79249999999999</c:v>
                </c:pt>
                <c:pt idx="2749">
                  <c:v>251.876</c:v>
                </c:pt>
                <c:pt idx="2750">
                  <c:v>251.96129999999999</c:v>
                </c:pt>
                <c:pt idx="2751">
                  <c:v>252.04480000000001</c:v>
                </c:pt>
                <c:pt idx="2752">
                  <c:v>252.1268</c:v>
                </c:pt>
                <c:pt idx="2753">
                  <c:v>252.20920000000001</c:v>
                </c:pt>
                <c:pt idx="2754">
                  <c:v>252.2912</c:v>
                </c:pt>
                <c:pt idx="2755">
                  <c:v>252.37469999999999</c:v>
                </c:pt>
                <c:pt idx="2756">
                  <c:v>252.4588</c:v>
                </c:pt>
                <c:pt idx="2757">
                  <c:v>252.54259999999999</c:v>
                </c:pt>
                <c:pt idx="2758">
                  <c:v>252.62540000000001</c:v>
                </c:pt>
                <c:pt idx="2759">
                  <c:v>252.7098</c:v>
                </c:pt>
                <c:pt idx="2760">
                  <c:v>252.7936</c:v>
                </c:pt>
                <c:pt idx="2761">
                  <c:v>252.8766</c:v>
                </c:pt>
                <c:pt idx="2762">
                  <c:v>252.95949999999999</c:v>
                </c:pt>
                <c:pt idx="2763">
                  <c:v>253.04239999999999</c:v>
                </c:pt>
                <c:pt idx="2764">
                  <c:v>253.1258</c:v>
                </c:pt>
                <c:pt idx="2765">
                  <c:v>253.2079</c:v>
                </c:pt>
                <c:pt idx="2766">
                  <c:v>253.29179999999999</c:v>
                </c:pt>
                <c:pt idx="2767">
                  <c:v>253.37389999999999</c:v>
                </c:pt>
                <c:pt idx="2768">
                  <c:v>253.45679999999999</c:v>
                </c:pt>
                <c:pt idx="2769">
                  <c:v>253.54079999999999</c:v>
                </c:pt>
                <c:pt idx="2770">
                  <c:v>253.62389999999999</c:v>
                </c:pt>
                <c:pt idx="2771">
                  <c:v>253.7063</c:v>
                </c:pt>
                <c:pt idx="2772">
                  <c:v>253.79140000000001</c:v>
                </c:pt>
                <c:pt idx="2773">
                  <c:v>253.87270000000001</c:v>
                </c:pt>
                <c:pt idx="2774">
                  <c:v>253.95699999999999</c:v>
                </c:pt>
                <c:pt idx="2775">
                  <c:v>254.03989999999999</c:v>
                </c:pt>
                <c:pt idx="2776">
                  <c:v>254.1233</c:v>
                </c:pt>
                <c:pt idx="2777">
                  <c:v>254.20580000000001</c:v>
                </c:pt>
                <c:pt idx="2778">
                  <c:v>254.28890000000001</c:v>
                </c:pt>
                <c:pt idx="2779">
                  <c:v>254.37180000000001</c:v>
                </c:pt>
                <c:pt idx="2780">
                  <c:v>254.45570000000001</c:v>
                </c:pt>
                <c:pt idx="2781">
                  <c:v>254.53890000000001</c:v>
                </c:pt>
                <c:pt idx="2782">
                  <c:v>254.6225</c:v>
                </c:pt>
                <c:pt idx="2783">
                  <c:v>254.7047</c:v>
                </c:pt>
                <c:pt idx="2784">
                  <c:v>254.78890000000001</c:v>
                </c:pt>
                <c:pt idx="2785">
                  <c:v>254.8708</c:v>
                </c:pt>
                <c:pt idx="2786">
                  <c:v>254.95500000000001</c:v>
                </c:pt>
                <c:pt idx="2787">
                  <c:v>255.03829999999999</c:v>
                </c:pt>
                <c:pt idx="2788">
                  <c:v>255.1208</c:v>
                </c:pt>
                <c:pt idx="2789">
                  <c:v>255.20500000000001</c:v>
                </c:pt>
                <c:pt idx="2790">
                  <c:v>255.2884</c:v>
                </c:pt>
                <c:pt idx="2791">
                  <c:v>255.3717</c:v>
                </c:pt>
                <c:pt idx="2792">
                  <c:v>255.45529999999999</c:v>
                </c:pt>
                <c:pt idx="2793">
                  <c:v>255.5384</c:v>
                </c:pt>
                <c:pt idx="2794">
                  <c:v>255.6234</c:v>
                </c:pt>
                <c:pt idx="2795">
                  <c:v>255.7073</c:v>
                </c:pt>
                <c:pt idx="2796">
                  <c:v>255.7894</c:v>
                </c:pt>
                <c:pt idx="2797">
                  <c:v>255.87450000000001</c:v>
                </c:pt>
                <c:pt idx="2798">
                  <c:v>255.95699999999999</c:v>
                </c:pt>
                <c:pt idx="2799">
                  <c:v>256.04109999999997</c:v>
                </c:pt>
                <c:pt idx="2800">
                  <c:v>256.1223</c:v>
                </c:pt>
                <c:pt idx="2801">
                  <c:v>256.20800000000003</c:v>
                </c:pt>
                <c:pt idx="2802">
                  <c:v>256.29039999999998</c:v>
                </c:pt>
                <c:pt idx="2803">
                  <c:v>256.37670000000003</c:v>
                </c:pt>
                <c:pt idx="2804">
                  <c:v>256.45920000000001</c:v>
                </c:pt>
                <c:pt idx="2805">
                  <c:v>256.54059999999998</c:v>
                </c:pt>
                <c:pt idx="2806">
                  <c:v>256.62580000000003</c:v>
                </c:pt>
                <c:pt idx="2807">
                  <c:v>256.70729999999998</c:v>
                </c:pt>
                <c:pt idx="2808">
                  <c:v>256.79169999999999</c:v>
                </c:pt>
                <c:pt idx="2809">
                  <c:v>256.87729999999999</c:v>
                </c:pt>
                <c:pt idx="2810">
                  <c:v>256.96010000000001</c:v>
                </c:pt>
                <c:pt idx="2811">
                  <c:v>257.04239999999999</c:v>
                </c:pt>
                <c:pt idx="2812">
                  <c:v>257.12540000000001</c:v>
                </c:pt>
                <c:pt idx="2813">
                  <c:v>257.20929999999998</c:v>
                </c:pt>
                <c:pt idx="2814">
                  <c:v>257.29230000000001</c:v>
                </c:pt>
                <c:pt idx="2815">
                  <c:v>257.37619999999998</c:v>
                </c:pt>
                <c:pt idx="2816">
                  <c:v>257.46129999999999</c:v>
                </c:pt>
                <c:pt idx="2817">
                  <c:v>257.54750000000001</c:v>
                </c:pt>
                <c:pt idx="2818">
                  <c:v>257.63200000000001</c:v>
                </c:pt>
                <c:pt idx="2819">
                  <c:v>257.71690000000001</c:v>
                </c:pt>
                <c:pt idx="2820">
                  <c:v>257.80099999999999</c:v>
                </c:pt>
                <c:pt idx="2821">
                  <c:v>257.88209999999998</c:v>
                </c:pt>
                <c:pt idx="2822">
                  <c:v>257.96539999999999</c:v>
                </c:pt>
                <c:pt idx="2823">
                  <c:v>258.04899999999998</c:v>
                </c:pt>
                <c:pt idx="2824">
                  <c:v>258.13499999999999</c:v>
                </c:pt>
                <c:pt idx="2825">
                  <c:v>258.21749999999997</c:v>
                </c:pt>
                <c:pt idx="2826">
                  <c:v>258.3</c:v>
                </c:pt>
                <c:pt idx="2827">
                  <c:v>258.38499999999999</c:v>
                </c:pt>
                <c:pt idx="2828">
                  <c:v>258.46570000000003</c:v>
                </c:pt>
                <c:pt idx="2829">
                  <c:v>258.55079999999998</c:v>
                </c:pt>
                <c:pt idx="2830">
                  <c:v>258.63380000000001</c:v>
                </c:pt>
                <c:pt idx="2831">
                  <c:v>258.7174</c:v>
                </c:pt>
                <c:pt idx="2832">
                  <c:v>258.79899999999998</c:v>
                </c:pt>
                <c:pt idx="2833">
                  <c:v>258.8827</c:v>
                </c:pt>
                <c:pt idx="2834">
                  <c:v>258.96559999999999</c:v>
                </c:pt>
                <c:pt idx="2835">
                  <c:v>259.0478</c:v>
                </c:pt>
                <c:pt idx="2836">
                  <c:v>259.1318</c:v>
                </c:pt>
                <c:pt idx="2837">
                  <c:v>259.21409999999997</c:v>
                </c:pt>
                <c:pt idx="2838">
                  <c:v>259.29910000000001</c:v>
                </c:pt>
                <c:pt idx="2839">
                  <c:v>259.3854</c:v>
                </c:pt>
                <c:pt idx="2840">
                  <c:v>259.46870000000001</c:v>
                </c:pt>
                <c:pt idx="2841">
                  <c:v>259.55029999999999</c:v>
                </c:pt>
                <c:pt idx="2842">
                  <c:v>259.63380000000001</c:v>
                </c:pt>
                <c:pt idx="2843">
                  <c:v>259.71679999999998</c:v>
                </c:pt>
                <c:pt idx="2844">
                  <c:v>259.8</c:v>
                </c:pt>
                <c:pt idx="2845">
                  <c:v>259.88170000000002</c:v>
                </c:pt>
                <c:pt idx="2846">
                  <c:v>259.96519999999998</c:v>
                </c:pt>
                <c:pt idx="2847">
                  <c:v>260.0498</c:v>
                </c:pt>
                <c:pt idx="2848">
                  <c:v>260.1336</c:v>
                </c:pt>
                <c:pt idx="2849">
                  <c:v>260.2174</c:v>
                </c:pt>
                <c:pt idx="2850">
                  <c:v>260.3</c:v>
                </c:pt>
                <c:pt idx="2851">
                  <c:v>260.38229999999999</c:v>
                </c:pt>
                <c:pt idx="2852">
                  <c:v>260.46539999999999</c:v>
                </c:pt>
                <c:pt idx="2853">
                  <c:v>260.54880000000003</c:v>
                </c:pt>
                <c:pt idx="2854">
                  <c:v>260.6302</c:v>
                </c:pt>
                <c:pt idx="2855">
                  <c:v>260.71300000000002</c:v>
                </c:pt>
                <c:pt idx="2856">
                  <c:v>260.79759999999999</c:v>
                </c:pt>
                <c:pt idx="2857">
                  <c:v>260.88220000000001</c:v>
                </c:pt>
                <c:pt idx="2858">
                  <c:v>260.96339999999998</c:v>
                </c:pt>
                <c:pt idx="2859">
                  <c:v>261.04770000000002</c:v>
                </c:pt>
                <c:pt idx="2860">
                  <c:v>261.12970000000001</c:v>
                </c:pt>
                <c:pt idx="2861">
                  <c:v>261.21280000000002</c:v>
                </c:pt>
                <c:pt idx="2862">
                  <c:v>261.2953</c:v>
                </c:pt>
                <c:pt idx="2863">
                  <c:v>261.37979999999999</c:v>
                </c:pt>
                <c:pt idx="2864">
                  <c:v>261.46199999999999</c:v>
                </c:pt>
                <c:pt idx="2865">
                  <c:v>261.54559999999998</c:v>
                </c:pt>
                <c:pt idx="2866">
                  <c:v>261.62860000000001</c:v>
                </c:pt>
                <c:pt idx="2867">
                  <c:v>261.71129999999999</c:v>
                </c:pt>
                <c:pt idx="2868">
                  <c:v>261.79500000000002</c:v>
                </c:pt>
                <c:pt idx="2869">
                  <c:v>261.87599999999998</c:v>
                </c:pt>
                <c:pt idx="2870">
                  <c:v>261.96080000000001</c:v>
                </c:pt>
                <c:pt idx="2871">
                  <c:v>262.0428</c:v>
                </c:pt>
                <c:pt idx="2872">
                  <c:v>262.125</c:v>
                </c:pt>
                <c:pt idx="2873">
                  <c:v>262.2097</c:v>
                </c:pt>
                <c:pt idx="2874">
                  <c:v>262.29329999999999</c:v>
                </c:pt>
                <c:pt idx="2875">
                  <c:v>262.37540000000001</c:v>
                </c:pt>
                <c:pt idx="2876">
                  <c:v>262.45909999999998</c:v>
                </c:pt>
                <c:pt idx="2877">
                  <c:v>262.541</c:v>
                </c:pt>
                <c:pt idx="2878">
                  <c:v>262.62599999999998</c:v>
                </c:pt>
                <c:pt idx="2879">
                  <c:v>262.7088</c:v>
                </c:pt>
                <c:pt idx="2880">
                  <c:v>262.79239999999999</c:v>
                </c:pt>
                <c:pt idx="2881">
                  <c:v>262.87439999999998</c:v>
                </c:pt>
                <c:pt idx="2882">
                  <c:v>262.95699999999999</c:v>
                </c:pt>
                <c:pt idx="2883">
                  <c:v>263.04140000000001</c:v>
                </c:pt>
                <c:pt idx="2884">
                  <c:v>263.12459999999999</c:v>
                </c:pt>
                <c:pt idx="2885">
                  <c:v>263.20690000000002</c:v>
                </c:pt>
                <c:pt idx="2886">
                  <c:v>263.29059999999998</c:v>
                </c:pt>
                <c:pt idx="2887">
                  <c:v>263.37290000000002</c:v>
                </c:pt>
                <c:pt idx="2888">
                  <c:v>263.45400000000001</c:v>
                </c:pt>
                <c:pt idx="2889">
                  <c:v>263.5376</c:v>
                </c:pt>
                <c:pt idx="2890">
                  <c:v>263.6232</c:v>
                </c:pt>
                <c:pt idx="2891">
                  <c:v>263.70679999999999</c:v>
                </c:pt>
                <c:pt idx="2892">
                  <c:v>263.78859999999997</c:v>
                </c:pt>
                <c:pt idx="2893">
                  <c:v>263.87360000000001</c:v>
                </c:pt>
                <c:pt idx="2894">
                  <c:v>263.95499999999998</c:v>
                </c:pt>
                <c:pt idx="2895">
                  <c:v>264.03899999999999</c:v>
                </c:pt>
                <c:pt idx="2896">
                  <c:v>264.12189999999998</c:v>
                </c:pt>
                <c:pt idx="2897">
                  <c:v>264.20409999999998</c:v>
                </c:pt>
                <c:pt idx="2898">
                  <c:v>264.28800000000001</c:v>
                </c:pt>
                <c:pt idx="2899">
                  <c:v>264.37240000000003</c:v>
                </c:pt>
                <c:pt idx="2900">
                  <c:v>264.4547</c:v>
                </c:pt>
                <c:pt idx="2901">
                  <c:v>264.53899999999999</c:v>
                </c:pt>
                <c:pt idx="2902">
                  <c:v>264.62079999999997</c:v>
                </c:pt>
                <c:pt idx="2903">
                  <c:v>264.70409999999998</c:v>
                </c:pt>
                <c:pt idx="2904">
                  <c:v>264.78800000000001</c:v>
                </c:pt>
                <c:pt idx="2905">
                  <c:v>264.87049999999999</c:v>
                </c:pt>
                <c:pt idx="2906">
                  <c:v>264.95460000000003</c:v>
                </c:pt>
                <c:pt idx="2907">
                  <c:v>265.03769999999997</c:v>
                </c:pt>
                <c:pt idx="2908">
                  <c:v>265.11930000000001</c:v>
                </c:pt>
                <c:pt idx="2909">
                  <c:v>265.20310000000001</c:v>
                </c:pt>
                <c:pt idx="2910">
                  <c:v>265.28519999999997</c:v>
                </c:pt>
                <c:pt idx="2911">
                  <c:v>265.36880000000002</c:v>
                </c:pt>
                <c:pt idx="2912">
                  <c:v>265.4502</c:v>
                </c:pt>
                <c:pt idx="2913">
                  <c:v>265.53629999999998</c:v>
                </c:pt>
                <c:pt idx="2914">
                  <c:v>265.61849999999998</c:v>
                </c:pt>
                <c:pt idx="2915">
                  <c:v>265.70240000000001</c:v>
                </c:pt>
                <c:pt idx="2916">
                  <c:v>265.78460000000001</c:v>
                </c:pt>
                <c:pt idx="2917">
                  <c:v>265.86919999999998</c:v>
                </c:pt>
                <c:pt idx="2918">
                  <c:v>265.95240000000001</c:v>
                </c:pt>
                <c:pt idx="2919">
                  <c:v>266.03530000000001</c:v>
                </c:pt>
                <c:pt idx="2920">
                  <c:v>266.11860000000001</c:v>
                </c:pt>
                <c:pt idx="2921">
                  <c:v>266.2013</c:v>
                </c:pt>
                <c:pt idx="2922">
                  <c:v>266.2835</c:v>
                </c:pt>
                <c:pt idx="2923">
                  <c:v>266.36619999999999</c:v>
                </c:pt>
                <c:pt idx="2924">
                  <c:v>266.44940000000003</c:v>
                </c:pt>
                <c:pt idx="2925">
                  <c:v>266.53320000000002</c:v>
                </c:pt>
                <c:pt idx="2926">
                  <c:v>266.61759999999998</c:v>
                </c:pt>
                <c:pt idx="2927">
                  <c:v>266.7</c:v>
                </c:pt>
                <c:pt idx="2928">
                  <c:v>266.78410000000002</c:v>
                </c:pt>
                <c:pt idx="2929">
                  <c:v>266.86880000000002</c:v>
                </c:pt>
                <c:pt idx="2930">
                  <c:v>266.94830000000002</c:v>
                </c:pt>
                <c:pt idx="2931">
                  <c:v>267.03320000000002</c:v>
                </c:pt>
                <c:pt idx="2932">
                  <c:v>267.11700000000002</c:v>
                </c:pt>
                <c:pt idx="2933">
                  <c:v>267.20100000000002</c:v>
                </c:pt>
                <c:pt idx="2934">
                  <c:v>267.28300000000002</c:v>
                </c:pt>
                <c:pt idx="2935">
                  <c:v>267.3664</c:v>
                </c:pt>
                <c:pt idx="2936">
                  <c:v>267.44959999999998</c:v>
                </c:pt>
                <c:pt idx="2937">
                  <c:v>267.53309999999999</c:v>
                </c:pt>
                <c:pt idx="2938">
                  <c:v>267.6155</c:v>
                </c:pt>
                <c:pt idx="2939">
                  <c:v>267.70060000000001</c:v>
                </c:pt>
                <c:pt idx="2940">
                  <c:v>267.78500000000003</c:v>
                </c:pt>
                <c:pt idx="2941">
                  <c:v>267.86649999999997</c:v>
                </c:pt>
                <c:pt idx="2942">
                  <c:v>267.95100000000002</c:v>
                </c:pt>
                <c:pt idx="2943">
                  <c:v>268.03390000000002</c:v>
                </c:pt>
                <c:pt idx="2944">
                  <c:v>268.1155</c:v>
                </c:pt>
                <c:pt idx="2945">
                  <c:v>268.20100000000002</c:v>
                </c:pt>
                <c:pt idx="2946">
                  <c:v>268.28339999999997</c:v>
                </c:pt>
                <c:pt idx="2947">
                  <c:v>268.36410000000001</c:v>
                </c:pt>
                <c:pt idx="2948">
                  <c:v>268.44839999999999</c:v>
                </c:pt>
                <c:pt idx="2949">
                  <c:v>268.53179999999998</c:v>
                </c:pt>
                <c:pt idx="2950">
                  <c:v>268.61320000000001</c:v>
                </c:pt>
                <c:pt idx="2951">
                  <c:v>268.69600000000003</c:v>
                </c:pt>
                <c:pt idx="2952">
                  <c:v>268.78039999999999</c:v>
                </c:pt>
                <c:pt idx="2953">
                  <c:v>268.86329999999998</c:v>
                </c:pt>
                <c:pt idx="2954">
                  <c:v>268.94630000000001</c:v>
                </c:pt>
                <c:pt idx="2955">
                  <c:v>269.02960000000002</c:v>
                </c:pt>
                <c:pt idx="2956">
                  <c:v>269.11320000000001</c:v>
                </c:pt>
                <c:pt idx="2957">
                  <c:v>269.19659999999999</c:v>
                </c:pt>
                <c:pt idx="2958">
                  <c:v>269.2792</c:v>
                </c:pt>
                <c:pt idx="2959">
                  <c:v>269.36489999999998</c:v>
                </c:pt>
                <c:pt idx="2960">
                  <c:v>269.44619999999998</c:v>
                </c:pt>
                <c:pt idx="2961">
                  <c:v>269.529</c:v>
                </c:pt>
                <c:pt idx="2962">
                  <c:v>269.61200000000002</c:v>
                </c:pt>
                <c:pt idx="2963">
                  <c:v>269.69659999999999</c:v>
                </c:pt>
                <c:pt idx="2964">
                  <c:v>269.78050000000002</c:v>
                </c:pt>
                <c:pt idx="2965">
                  <c:v>269.86219999999997</c:v>
                </c:pt>
                <c:pt idx="2966">
                  <c:v>269.94749999999999</c:v>
                </c:pt>
                <c:pt idx="2967">
                  <c:v>270.03030000000001</c:v>
                </c:pt>
                <c:pt idx="2968">
                  <c:v>270.1114</c:v>
                </c:pt>
                <c:pt idx="2969">
                  <c:v>270.19709999999998</c:v>
                </c:pt>
                <c:pt idx="2970">
                  <c:v>270.27890000000002</c:v>
                </c:pt>
                <c:pt idx="2971">
                  <c:v>270.36160000000001</c:v>
                </c:pt>
                <c:pt idx="2972">
                  <c:v>270.447</c:v>
                </c:pt>
                <c:pt idx="2973">
                  <c:v>270.52940000000001</c:v>
                </c:pt>
                <c:pt idx="2974">
                  <c:v>270.61040000000003</c:v>
                </c:pt>
                <c:pt idx="2975">
                  <c:v>270.69439999999997</c:v>
                </c:pt>
                <c:pt idx="2976">
                  <c:v>270.77820000000003</c:v>
                </c:pt>
                <c:pt idx="2977">
                  <c:v>270.86020000000002</c:v>
                </c:pt>
                <c:pt idx="2978">
                  <c:v>270.9461</c:v>
                </c:pt>
                <c:pt idx="2979">
                  <c:v>271.02859999999998</c:v>
                </c:pt>
                <c:pt idx="2980">
                  <c:v>271.11250000000001</c:v>
                </c:pt>
                <c:pt idx="2981">
                  <c:v>271.19319999999999</c:v>
                </c:pt>
                <c:pt idx="2982">
                  <c:v>271.27809999999999</c:v>
                </c:pt>
                <c:pt idx="2983">
                  <c:v>271.3623</c:v>
                </c:pt>
                <c:pt idx="2984">
                  <c:v>271.44470000000001</c:v>
                </c:pt>
                <c:pt idx="2985">
                  <c:v>271.52999999999997</c:v>
                </c:pt>
                <c:pt idx="2986">
                  <c:v>271.61340000000001</c:v>
                </c:pt>
                <c:pt idx="2987">
                  <c:v>271.69619999999998</c:v>
                </c:pt>
                <c:pt idx="2988">
                  <c:v>271.78059999999999</c:v>
                </c:pt>
                <c:pt idx="2989">
                  <c:v>271.86399999999998</c:v>
                </c:pt>
                <c:pt idx="2990">
                  <c:v>271.94600000000003</c:v>
                </c:pt>
                <c:pt idx="2991">
                  <c:v>272.03089999999997</c:v>
                </c:pt>
                <c:pt idx="2992">
                  <c:v>272.11450000000002</c:v>
                </c:pt>
                <c:pt idx="2993">
                  <c:v>272.1961</c:v>
                </c:pt>
                <c:pt idx="2994">
                  <c:v>272.27960000000002</c:v>
                </c:pt>
                <c:pt idx="2995">
                  <c:v>272.36369999999999</c:v>
                </c:pt>
                <c:pt idx="2996">
                  <c:v>272.44799999999998</c:v>
                </c:pt>
                <c:pt idx="2997">
                  <c:v>272.529</c:v>
                </c:pt>
                <c:pt idx="2998">
                  <c:v>272.61399999999998</c:v>
                </c:pt>
                <c:pt idx="2999">
                  <c:v>272.69850000000002</c:v>
                </c:pt>
                <c:pt idx="3000">
                  <c:v>272.78059999999999</c:v>
                </c:pt>
                <c:pt idx="3001">
                  <c:v>272.86419999999998</c:v>
                </c:pt>
                <c:pt idx="3002">
                  <c:v>272.94630000000001</c:v>
                </c:pt>
                <c:pt idx="3003">
                  <c:v>273.02999999999997</c:v>
                </c:pt>
                <c:pt idx="3004">
                  <c:v>273.11419999999998</c:v>
                </c:pt>
                <c:pt idx="3005">
                  <c:v>273.19589999999999</c:v>
                </c:pt>
                <c:pt idx="3006">
                  <c:v>273.28210000000001</c:v>
                </c:pt>
                <c:pt idx="3007">
                  <c:v>273.36540000000002</c:v>
                </c:pt>
                <c:pt idx="3008">
                  <c:v>273.44779999999997</c:v>
                </c:pt>
                <c:pt idx="3009">
                  <c:v>273.53100000000001</c:v>
                </c:pt>
                <c:pt idx="3010">
                  <c:v>273.6146</c:v>
                </c:pt>
                <c:pt idx="3011">
                  <c:v>273.69650000000001</c:v>
                </c:pt>
                <c:pt idx="3012">
                  <c:v>273.78050000000002</c:v>
                </c:pt>
                <c:pt idx="3013">
                  <c:v>273.86279999999999</c:v>
                </c:pt>
                <c:pt idx="3014">
                  <c:v>273.94720000000001</c:v>
                </c:pt>
                <c:pt idx="3015">
                  <c:v>274.02839999999998</c:v>
                </c:pt>
                <c:pt idx="3016">
                  <c:v>274.11250000000001</c:v>
                </c:pt>
                <c:pt idx="3017">
                  <c:v>274.19720000000001</c:v>
                </c:pt>
                <c:pt idx="3018">
                  <c:v>274.28109999999998</c:v>
                </c:pt>
                <c:pt idx="3019">
                  <c:v>274.36419999999998</c:v>
                </c:pt>
                <c:pt idx="3020">
                  <c:v>274.44659999999999</c:v>
                </c:pt>
                <c:pt idx="3021">
                  <c:v>274.53120000000001</c:v>
                </c:pt>
                <c:pt idx="3022">
                  <c:v>274.6139</c:v>
                </c:pt>
                <c:pt idx="3023">
                  <c:v>274.69630000000001</c:v>
                </c:pt>
                <c:pt idx="3024">
                  <c:v>274.77940000000001</c:v>
                </c:pt>
                <c:pt idx="3025">
                  <c:v>274.86180000000002</c:v>
                </c:pt>
                <c:pt idx="3026">
                  <c:v>274.94690000000003</c:v>
                </c:pt>
                <c:pt idx="3027">
                  <c:v>275.03019999999998</c:v>
                </c:pt>
                <c:pt idx="3028">
                  <c:v>275.11340000000001</c:v>
                </c:pt>
                <c:pt idx="3029">
                  <c:v>275.19720000000001</c:v>
                </c:pt>
                <c:pt idx="3030">
                  <c:v>275.2835</c:v>
                </c:pt>
                <c:pt idx="3031">
                  <c:v>275.3648</c:v>
                </c:pt>
                <c:pt idx="3032">
                  <c:v>275.447</c:v>
                </c:pt>
                <c:pt idx="3033">
                  <c:v>275.53030000000001</c:v>
                </c:pt>
                <c:pt idx="3034">
                  <c:v>275.61399999999998</c:v>
                </c:pt>
                <c:pt idx="3035">
                  <c:v>275.69659999999999</c:v>
                </c:pt>
                <c:pt idx="3036">
                  <c:v>275.78039999999999</c:v>
                </c:pt>
                <c:pt idx="3037">
                  <c:v>275.86419999999998</c:v>
                </c:pt>
                <c:pt idx="3038">
                  <c:v>275.94720000000001</c:v>
                </c:pt>
                <c:pt idx="3039">
                  <c:v>276.03059999999999</c:v>
                </c:pt>
                <c:pt idx="3040">
                  <c:v>276.11320000000001</c:v>
                </c:pt>
                <c:pt idx="3041">
                  <c:v>276.19729999999998</c:v>
                </c:pt>
                <c:pt idx="3042">
                  <c:v>276.28070000000002</c:v>
                </c:pt>
                <c:pt idx="3043">
                  <c:v>276.36360000000002</c:v>
                </c:pt>
                <c:pt idx="3044">
                  <c:v>276.44749999999999</c:v>
                </c:pt>
                <c:pt idx="3045">
                  <c:v>276.53179999999998</c:v>
                </c:pt>
                <c:pt idx="3046">
                  <c:v>276.61470000000003</c:v>
                </c:pt>
                <c:pt idx="3047">
                  <c:v>276.69799999999998</c:v>
                </c:pt>
                <c:pt idx="3048">
                  <c:v>276.78039999999999</c:v>
                </c:pt>
                <c:pt idx="3049">
                  <c:v>276.8646</c:v>
                </c:pt>
                <c:pt idx="3050">
                  <c:v>276.94799999999998</c:v>
                </c:pt>
                <c:pt idx="3051">
                  <c:v>277.03059999999999</c:v>
                </c:pt>
                <c:pt idx="3052">
                  <c:v>277.11559999999997</c:v>
                </c:pt>
                <c:pt idx="3053">
                  <c:v>277.19690000000003</c:v>
                </c:pt>
                <c:pt idx="3054">
                  <c:v>277.28109999999998</c:v>
                </c:pt>
                <c:pt idx="3055">
                  <c:v>277.36720000000003</c:v>
                </c:pt>
                <c:pt idx="3056">
                  <c:v>277.44970000000001</c:v>
                </c:pt>
                <c:pt idx="3057">
                  <c:v>277.53199999999998</c:v>
                </c:pt>
                <c:pt idx="3058">
                  <c:v>277.61599999999999</c:v>
                </c:pt>
                <c:pt idx="3059">
                  <c:v>277.70030000000003</c:v>
                </c:pt>
                <c:pt idx="3060">
                  <c:v>277.78469999999999</c:v>
                </c:pt>
                <c:pt idx="3061">
                  <c:v>277.86860000000001</c:v>
                </c:pt>
                <c:pt idx="3062">
                  <c:v>277.95100000000002</c:v>
                </c:pt>
                <c:pt idx="3063">
                  <c:v>278.03379999999999</c:v>
                </c:pt>
                <c:pt idx="3064">
                  <c:v>278.1182</c:v>
                </c:pt>
                <c:pt idx="3065">
                  <c:v>278.19979999999998</c:v>
                </c:pt>
                <c:pt idx="3066">
                  <c:v>278.28460000000001</c:v>
                </c:pt>
                <c:pt idx="3067">
                  <c:v>278.36700000000002</c:v>
                </c:pt>
                <c:pt idx="3068">
                  <c:v>278.45100000000002</c:v>
                </c:pt>
                <c:pt idx="3069">
                  <c:v>278.53500000000003</c:v>
                </c:pt>
                <c:pt idx="3070">
                  <c:v>278.61779999999999</c:v>
                </c:pt>
                <c:pt idx="3071">
                  <c:v>278.70119999999997</c:v>
                </c:pt>
                <c:pt idx="3072">
                  <c:v>278.78539999999998</c:v>
                </c:pt>
                <c:pt idx="3073">
                  <c:v>278.86970000000002</c:v>
                </c:pt>
                <c:pt idx="3074">
                  <c:v>278.95100000000002</c:v>
                </c:pt>
                <c:pt idx="3075">
                  <c:v>279.03500000000003</c:v>
                </c:pt>
                <c:pt idx="3076">
                  <c:v>279.11779999999999</c:v>
                </c:pt>
                <c:pt idx="3077">
                  <c:v>279.20179999999999</c:v>
                </c:pt>
                <c:pt idx="3078">
                  <c:v>279.28539999999998</c:v>
                </c:pt>
                <c:pt idx="3079">
                  <c:v>279.36900000000003</c:v>
                </c:pt>
                <c:pt idx="3080">
                  <c:v>279.45229999999998</c:v>
                </c:pt>
                <c:pt idx="3081">
                  <c:v>279.53379999999999</c:v>
                </c:pt>
                <c:pt idx="3082">
                  <c:v>279.61959999999999</c:v>
                </c:pt>
                <c:pt idx="3083">
                  <c:v>279.70260000000002</c:v>
                </c:pt>
                <c:pt idx="3084">
                  <c:v>279.78609999999998</c:v>
                </c:pt>
                <c:pt idx="3085">
                  <c:v>279.86900000000003</c:v>
                </c:pt>
                <c:pt idx="3086">
                  <c:v>279.95249999999999</c:v>
                </c:pt>
                <c:pt idx="3087">
                  <c:v>280.03480000000002</c:v>
                </c:pt>
                <c:pt idx="3088">
                  <c:v>280.12119999999999</c:v>
                </c:pt>
                <c:pt idx="3089">
                  <c:v>280.20359999999999</c:v>
                </c:pt>
                <c:pt idx="3090">
                  <c:v>280.28609999999998</c:v>
                </c:pt>
                <c:pt idx="3091">
                  <c:v>280.36900000000003</c:v>
                </c:pt>
                <c:pt idx="3092">
                  <c:v>280.45280000000002</c:v>
                </c:pt>
                <c:pt idx="3093">
                  <c:v>280.53559999999999</c:v>
                </c:pt>
                <c:pt idx="3094">
                  <c:v>280.61869999999999</c:v>
                </c:pt>
                <c:pt idx="3095">
                  <c:v>280.7022</c:v>
                </c:pt>
                <c:pt idx="3096">
                  <c:v>280.78620000000001</c:v>
                </c:pt>
                <c:pt idx="3097">
                  <c:v>280.86779999999999</c:v>
                </c:pt>
                <c:pt idx="3098">
                  <c:v>280.95179999999999</c:v>
                </c:pt>
                <c:pt idx="3099">
                  <c:v>281.03590000000003</c:v>
                </c:pt>
                <c:pt idx="3100">
                  <c:v>281.11810000000003</c:v>
                </c:pt>
                <c:pt idx="3101">
                  <c:v>281.2022</c:v>
                </c:pt>
                <c:pt idx="3102">
                  <c:v>281.28519999999997</c:v>
                </c:pt>
                <c:pt idx="3103">
                  <c:v>281.36799999999999</c:v>
                </c:pt>
                <c:pt idx="3104">
                  <c:v>281.4504</c:v>
                </c:pt>
                <c:pt idx="3105">
                  <c:v>281.53359999999998</c:v>
                </c:pt>
                <c:pt idx="3106">
                  <c:v>281.61790000000002</c:v>
                </c:pt>
                <c:pt idx="3107">
                  <c:v>281.7</c:v>
                </c:pt>
                <c:pt idx="3108">
                  <c:v>281.78280000000001</c:v>
                </c:pt>
                <c:pt idx="3109">
                  <c:v>281.86799999999999</c:v>
                </c:pt>
                <c:pt idx="3110">
                  <c:v>281.94959999999998</c:v>
                </c:pt>
                <c:pt idx="3111">
                  <c:v>282.03390000000002</c:v>
                </c:pt>
                <c:pt idx="3112">
                  <c:v>282.11590000000001</c:v>
                </c:pt>
                <c:pt idx="3113">
                  <c:v>282.19819999999999</c:v>
                </c:pt>
                <c:pt idx="3114">
                  <c:v>282.2835</c:v>
                </c:pt>
                <c:pt idx="3115">
                  <c:v>282.3646</c:v>
                </c:pt>
                <c:pt idx="3116">
                  <c:v>282.4511</c:v>
                </c:pt>
                <c:pt idx="3117">
                  <c:v>282.53460000000001</c:v>
                </c:pt>
                <c:pt idx="3118">
                  <c:v>282.61689999999999</c:v>
                </c:pt>
                <c:pt idx="3119">
                  <c:v>282.7</c:v>
                </c:pt>
                <c:pt idx="3120">
                  <c:v>282.7801</c:v>
                </c:pt>
                <c:pt idx="3121">
                  <c:v>282.86799999999999</c:v>
                </c:pt>
                <c:pt idx="3122">
                  <c:v>282.94880000000001</c:v>
                </c:pt>
                <c:pt idx="3123">
                  <c:v>283.0317</c:v>
                </c:pt>
                <c:pt idx="3124">
                  <c:v>283.11500000000001</c:v>
                </c:pt>
                <c:pt idx="3125">
                  <c:v>283.19760000000002</c:v>
                </c:pt>
                <c:pt idx="3126">
                  <c:v>283.28179999999998</c:v>
                </c:pt>
                <c:pt idx="3127">
                  <c:v>283.36430000000001</c:v>
                </c:pt>
                <c:pt idx="3128">
                  <c:v>283.44540000000001</c:v>
                </c:pt>
                <c:pt idx="3129">
                  <c:v>283.52949999999998</c:v>
                </c:pt>
                <c:pt idx="3130">
                  <c:v>283.61470000000003</c:v>
                </c:pt>
                <c:pt idx="3131">
                  <c:v>283.6952</c:v>
                </c:pt>
                <c:pt idx="3132">
                  <c:v>283.77910000000003</c:v>
                </c:pt>
                <c:pt idx="3133">
                  <c:v>283.86200000000002</c:v>
                </c:pt>
                <c:pt idx="3134">
                  <c:v>283.9452</c:v>
                </c:pt>
                <c:pt idx="3135">
                  <c:v>284.029</c:v>
                </c:pt>
                <c:pt idx="3136">
                  <c:v>284.10980000000001</c:v>
                </c:pt>
                <c:pt idx="3137">
                  <c:v>284.1934</c:v>
                </c:pt>
                <c:pt idx="3138">
                  <c:v>284.27679999999998</c:v>
                </c:pt>
                <c:pt idx="3139">
                  <c:v>284.36270000000002</c:v>
                </c:pt>
                <c:pt idx="3140">
                  <c:v>284.4468</c:v>
                </c:pt>
                <c:pt idx="3141">
                  <c:v>284.52710000000002</c:v>
                </c:pt>
                <c:pt idx="3142">
                  <c:v>284.61219999999997</c:v>
                </c:pt>
                <c:pt idx="3143">
                  <c:v>284.69380000000001</c:v>
                </c:pt>
                <c:pt idx="3144">
                  <c:v>284.77760000000001</c:v>
                </c:pt>
                <c:pt idx="3145">
                  <c:v>284.86009999999999</c:v>
                </c:pt>
                <c:pt idx="3146">
                  <c:v>284.94510000000002</c:v>
                </c:pt>
                <c:pt idx="3147">
                  <c:v>285.0283</c:v>
                </c:pt>
                <c:pt idx="3148">
                  <c:v>285.11130000000003</c:v>
                </c:pt>
                <c:pt idx="3149">
                  <c:v>285.19319999999999</c:v>
                </c:pt>
                <c:pt idx="3150">
                  <c:v>285.27800000000002</c:v>
                </c:pt>
                <c:pt idx="3151">
                  <c:v>285.3621</c:v>
                </c:pt>
                <c:pt idx="3152">
                  <c:v>285.44560000000001</c:v>
                </c:pt>
                <c:pt idx="3153">
                  <c:v>285.52749999999997</c:v>
                </c:pt>
                <c:pt idx="3154">
                  <c:v>285.61189999999999</c:v>
                </c:pt>
                <c:pt idx="3155">
                  <c:v>285.69479999999999</c:v>
                </c:pt>
                <c:pt idx="3156">
                  <c:v>285.77789999999999</c:v>
                </c:pt>
                <c:pt idx="3157">
                  <c:v>285.86200000000002</c:v>
                </c:pt>
                <c:pt idx="3158">
                  <c:v>285.94409999999999</c:v>
                </c:pt>
                <c:pt idx="3159">
                  <c:v>286.0283</c:v>
                </c:pt>
                <c:pt idx="3160">
                  <c:v>286.11090000000002</c:v>
                </c:pt>
                <c:pt idx="3161">
                  <c:v>286.19540000000001</c:v>
                </c:pt>
                <c:pt idx="3162">
                  <c:v>286.28089999999997</c:v>
                </c:pt>
                <c:pt idx="3163">
                  <c:v>286.36470000000003</c:v>
                </c:pt>
                <c:pt idx="3164">
                  <c:v>286.44690000000003</c:v>
                </c:pt>
                <c:pt idx="3165">
                  <c:v>286.53019999999998</c:v>
                </c:pt>
                <c:pt idx="3166">
                  <c:v>286.61219999999997</c:v>
                </c:pt>
                <c:pt idx="3167">
                  <c:v>286.69619999999998</c:v>
                </c:pt>
                <c:pt idx="3168">
                  <c:v>286.77850000000001</c:v>
                </c:pt>
                <c:pt idx="3169">
                  <c:v>286.86320000000001</c:v>
                </c:pt>
                <c:pt idx="3170">
                  <c:v>286.94589999999999</c:v>
                </c:pt>
                <c:pt idx="3171">
                  <c:v>287.0308</c:v>
                </c:pt>
                <c:pt idx="3172">
                  <c:v>287.11520000000002</c:v>
                </c:pt>
                <c:pt idx="3173">
                  <c:v>287.19819999999999</c:v>
                </c:pt>
                <c:pt idx="3174">
                  <c:v>287.28320000000002</c:v>
                </c:pt>
                <c:pt idx="3175">
                  <c:v>287.36500000000001</c:v>
                </c:pt>
                <c:pt idx="3176">
                  <c:v>287.45100000000002</c:v>
                </c:pt>
                <c:pt idx="3177">
                  <c:v>287.53210000000001</c:v>
                </c:pt>
                <c:pt idx="3178">
                  <c:v>287.61759999999998</c:v>
                </c:pt>
                <c:pt idx="3179">
                  <c:v>287.70060000000001</c:v>
                </c:pt>
                <c:pt idx="3180">
                  <c:v>287.78460000000001</c:v>
                </c:pt>
                <c:pt idx="3181">
                  <c:v>287.86860000000001</c:v>
                </c:pt>
                <c:pt idx="3182">
                  <c:v>287.95209999999997</c:v>
                </c:pt>
                <c:pt idx="3183">
                  <c:v>288.03469999999999</c:v>
                </c:pt>
                <c:pt idx="3184">
                  <c:v>288.11950000000002</c:v>
                </c:pt>
                <c:pt idx="3185">
                  <c:v>288.20139999999998</c:v>
                </c:pt>
                <c:pt idx="3186">
                  <c:v>288.2851</c:v>
                </c:pt>
                <c:pt idx="3187">
                  <c:v>288.36829999999998</c:v>
                </c:pt>
                <c:pt idx="3188">
                  <c:v>288.45359999999999</c:v>
                </c:pt>
                <c:pt idx="3189">
                  <c:v>288.53359999999998</c:v>
                </c:pt>
                <c:pt idx="3190">
                  <c:v>288.61739999999998</c:v>
                </c:pt>
                <c:pt idx="3191">
                  <c:v>288.70179999999999</c:v>
                </c:pt>
                <c:pt idx="3192">
                  <c:v>288.78550000000001</c:v>
                </c:pt>
                <c:pt idx="3193">
                  <c:v>288.86900000000003</c:v>
                </c:pt>
                <c:pt idx="3194">
                  <c:v>288.95100000000002</c:v>
                </c:pt>
                <c:pt idx="3195">
                  <c:v>289.03559999999999</c:v>
                </c:pt>
                <c:pt idx="3196">
                  <c:v>289.11700000000002</c:v>
                </c:pt>
                <c:pt idx="3197">
                  <c:v>289.20119999999997</c:v>
                </c:pt>
                <c:pt idx="3198">
                  <c:v>289.28570000000002</c:v>
                </c:pt>
                <c:pt idx="3199">
                  <c:v>289.36829999999998</c:v>
                </c:pt>
                <c:pt idx="3200">
                  <c:v>289.45100000000002</c:v>
                </c:pt>
                <c:pt idx="3201">
                  <c:v>289.53530000000001</c:v>
                </c:pt>
                <c:pt idx="3202">
                  <c:v>289.61860000000001</c:v>
                </c:pt>
                <c:pt idx="3203">
                  <c:v>289.70100000000002</c:v>
                </c:pt>
                <c:pt idx="3204">
                  <c:v>289.7842</c:v>
                </c:pt>
                <c:pt idx="3205">
                  <c:v>289.86739999999998</c:v>
                </c:pt>
                <c:pt idx="3206">
                  <c:v>289.95170000000002</c:v>
                </c:pt>
                <c:pt idx="3207">
                  <c:v>290.03399999999999</c:v>
                </c:pt>
                <c:pt idx="3208">
                  <c:v>290.11829999999998</c:v>
                </c:pt>
                <c:pt idx="3209">
                  <c:v>290.20100000000002</c:v>
                </c:pt>
                <c:pt idx="3210">
                  <c:v>290.28530000000001</c:v>
                </c:pt>
                <c:pt idx="3211">
                  <c:v>290.36840000000001</c:v>
                </c:pt>
                <c:pt idx="3212">
                  <c:v>290.45119999999997</c:v>
                </c:pt>
                <c:pt idx="3213">
                  <c:v>290.53309999999999</c:v>
                </c:pt>
                <c:pt idx="3214">
                  <c:v>290.61739999999998</c:v>
                </c:pt>
                <c:pt idx="3215">
                  <c:v>290.70139999999998</c:v>
                </c:pt>
                <c:pt idx="3216">
                  <c:v>290.78379999999999</c:v>
                </c:pt>
                <c:pt idx="3217">
                  <c:v>290.86829999999998</c:v>
                </c:pt>
                <c:pt idx="3218">
                  <c:v>290.95080000000002</c:v>
                </c:pt>
                <c:pt idx="3219">
                  <c:v>291.03559999999999</c:v>
                </c:pt>
                <c:pt idx="3220">
                  <c:v>291.11619999999999</c:v>
                </c:pt>
                <c:pt idx="3221">
                  <c:v>291.19979999999998</c:v>
                </c:pt>
                <c:pt idx="3222">
                  <c:v>291.2835</c:v>
                </c:pt>
                <c:pt idx="3223">
                  <c:v>291.36840000000001</c:v>
                </c:pt>
                <c:pt idx="3224">
                  <c:v>291.45100000000002</c:v>
                </c:pt>
                <c:pt idx="3225">
                  <c:v>291.536</c:v>
                </c:pt>
                <c:pt idx="3226">
                  <c:v>291.61700000000002</c:v>
                </c:pt>
                <c:pt idx="3227">
                  <c:v>291.70089999999999</c:v>
                </c:pt>
                <c:pt idx="3228">
                  <c:v>291.78320000000002</c:v>
                </c:pt>
                <c:pt idx="3229">
                  <c:v>291.86619999999999</c:v>
                </c:pt>
                <c:pt idx="3230">
                  <c:v>291.9495</c:v>
                </c:pt>
                <c:pt idx="3231">
                  <c:v>292.03280000000001</c:v>
                </c:pt>
                <c:pt idx="3232">
                  <c:v>292.1155</c:v>
                </c:pt>
                <c:pt idx="3233">
                  <c:v>292.2004</c:v>
                </c:pt>
                <c:pt idx="3234">
                  <c:v>292.28199999999998</c:v>
                </c:pt>
                <c:pt idx="3235">
                  <c:v>292.36599999999999</c:v>
                </c:pt>
                <c:pt idx="3236">
                  <c:v>292.44920000000002</c:v>
                </c:pt>
                <c:pt idx="3237">
                  <c:v>292.53250000000003</c:v>
                </c:pt>
                <c:pt idx="3238">
                  <c:v>292.61520000000002</c:v>
                </c:pt>
                <c:pt idx="3239">
                  <c:v>292.6986</c:v>
                </c:pt>
                <c:pt idx="3240">
                  <c:v>292.78149999999999</c:v>
                </c:pt>
                <c:pt idx="3241">
                  <c:v>292.86399999999998</c:v>
                </c:pt>
                <c:pt idx="3242">
                  <c:v>292.9486</c:v>
                </c:pt>
                <c:pt idx="3243">
                  <c:v>293.03190000000001</c:v>
                </c:pt>
                <c:pt idx="3244">
                  <c:v>293.11559999999997</c:v>
                </c:pt>
                <c:pt idx="3245">
                  <c:v>293.19920000000002</c:v>
                </c:pt>
                <c:pt idx="3246">
                  <c:v>293.28219999999999</c:v>
                </c:pt>
                <c:pt idx="3247">
                  <c:v>293.36559999999997</c:v>
                </c:pt>
                <c:pt idx="3248">
                  <c:v>293.4477</c:v>
                </c:pt>
                <c:pt idx="3249">
                  <c:v>293.53190000000001</c:v>
                </c:pt>
                <c:pt idx="3250">
                  <c:v>293.61540000000002</c:v>
                </c:pt>
                <c:pt idx="3251">
                  <c:v>293.69900000000001</c:v>
                </c:pt>
                <c:pt idx="3252">
                  <c:v>293.78230000000002</c:v>
                </c:pt>
                <c:pt idx="3253">
                  <c:v>293.8639</c:v>
                </c:pt>
                <c:pt idx="3254">
                  <c:v>293.94740000000002</c:v>
                </c:pt>
                <c:pt idx="3255">
                  <c:v>294.02969999999999</c:v>
                </c:pt>
                <c:pt idx="3256">
                  <c:v>294.1139</c:v>
                </c:pt>
                <c:pt idx="3257">
                  <c:v>294.1968</c:v>
                </c:pt>
                <c:pt idx="3258">
                  <c:v>294.2792</c:v>
                </c:pt>
                <c:pt idx="3259">
                  <c:v>294.363</c:v>
                </c:pt>
                <c:pt idx="3260">
                  <c:v>294.44720000000001</c:v>
                </c:pt>
                <c:pt idx="3261">
                  <c:v>294.52850000000001</c:v>
                </c:pt>
                <c:pt idx="3262">
                  <c:v>294.61329999999998</c:v>
                </c:pt>
                <c:pt idx="3263">
                  <c:v>294.69690000000003</c:v>
                </c:pt>
                <c:pt idx="3264">
                  <c:v>294.77879999999999</c:v>
                </c:pt>
                <c:pt idx="3265">
                  <c:v>294.86259999999999</c:v>
                </c:pt>
                <c:pt idx="3266">
                  <c:v>294.94470000000001</c:v>
                </c:pt>
                <c:pt idx="3267">
                  <c:v>295.02870000000001</c:v>
                </c:pt>
                <c:pt idx="3268">
                  <c:v>295.11320000000001</c:v>
                </c:pt>
                <c:pt idx="3269">
                  <c:v>295.19630000000001</c:v>
                </c:pt>
                <c:pt idx="3270">
                  <c:v>295.279</c:v>
                </c:pt>
                <c:pt idx="3271">
                  <c:v>295.36279999999999</c:v>
                </c:pt>
                <c:pt idx="3272">
                  <c:v>295.44600000000003</c:v>
                </c:pt>
                <c:pt idx="3273">
                  <c:v>295.5283</c:v>
                </c:pt>
                <c:pt idx="3274">
                  <c:v>295.6096</c:v>
                </c:pt>
                <c:pt idx="3275">
                  <c:v>295.69510000000002</c:v>
                </c:pt>
                <c:pt idx="3276">
                  <c:v>295.77910000000003</c:v>
                </c:pt>
                <c:pt idx="3277">
                  <c:v>295.86169999999998</c:v>
                </c:pt>
                <c:pt idx="3278">
                  <c:v>295.94450000000001</c:v>
                </c:pt>
                <c:pt idx="3279">
                  <c:v>296.02800000000002</c:v>
                </c:pt>
                <c:pt idx="3280">
                  <c:v>296.11</c:v>
                </c:pt>
                <c:pt idx="3281">
                  <c:v>296.19319999999999</c:v>
                </c:pt>
                <c:pt idx="3282">
                  <c:v>296.27550000000002</c:v>
                </c:pt>
                <c:pt idx="3283">
                  <c:v>296.35820000000001</c:v>
                </c:pt>
                <c:pt idx="3284">
                  <c:v>296.44099999999997</c:v>
                </c:pt>
                <c:pt idx="3285">
                  <c:v>296.5256</c:v>
                </c:pt>
                <c:pt idx="3286">
                  <c:v>296.60890000000001</c:v>
                </c:pt>
                <c:pt idx="3287">
                  <c:v>296.6909</c:v>
                </c:pt>
                <c:pt idx="3288">
                  <c:v>296.77530000000002</c:v>
                </c:pt>
                <c:pt idx="3289">
                  <c:v>296.85610000000003</c:v>
                </c:pt>
                <c:pt idx="3290">
                  <c:v>296.94209999999998</c:v>
                </c:pt>
                <c:pt idx="3291">
                  <c:v>297.02420000000001</c:v>
                </c:pt>
                <c:pt idx="3292">
                  <c:v>297.10680000000002</c:v>
                </c:pt>
                <c:pt idx="3293">
                  <c:v>297.19139999999999</c:v>
                </c:pt>
                <c:pt idx="3294">
                  <c:v>297.27319999999997</c:v>
                </c:pt>
                <c:pt idx="3295">
                  <c:v>297.35700000000003</c:v>
                </c:pt>
                <c:pt idx="3296">
                  <c:v>297.44119999999998</c:v>
                </c:pt>
                <c:pt idx="3297">
                  <c:v>297.52409999999998</c:v>
                </c:pt>
                <c:pt idx="3298">
                  <c:v>297.60809999999998</c:v>
                </c:pt>
                <c:pt idx="3299">
                  <c:v>297.69220000000001</c:v>
                </c:pt>
                <c:pt idx="3300">
                  <c:v>297.77760000000001</c:v>
                </c:pt>
                <c:pt idx="3301">
                  <c:v>297.86020000000002</c:v>
                </c:pt>
                <c:pt idx="3302">
                  <c:v>297.94240000000002</c:v>
                </c:pt>
                <c:pt idx="3303">
                  <c:v>298.02600000000001</c:v>
                </c:pt>
                <c:pt idx="3304">
                  <c:v>298.10890000000001</c:v>
                </c:pt>
                <c:pt idx="3305">
                  <c:v>298.1934</c:v>
                </c:pt>
                <c:pt idx="3306">
                  <c:v>298.27550000000002</c:v>
                </c:pt>
                <c:pt idx="3307">
                  <c:v>298.36059999999998</c:v>
                </c:pt>
                <c:pt idx="3308">
                  <c:v>298.44369999999998</c:v>
                </c:pt>
                <c:pt idx="3309">
                  <c:v>298.5274</c:v>
                </c:pt>
                <c:pt idx="3310">
                  <c:v>298.61</c:v>
                </c:pt>
                <c:pt idx="3311">
                  <c:v>298.69260000000003</c:v>
                </c:pt>
                <c:pt idx="3312">
                  <c:v>298.77620000000002</c:v>
                </c:pt>
                <c:pt idx="3313">
                  <c:v>298.8605</c:v>
                </c:pt>
                <c:pt idx="3314">
                  <c:v>298.94529999999997</c:v>
                </c:pt>
                <c:pt idx="3315">
                  <c:v>299.02980000000002</c:v>
                </c:pt>
                <c:pt idx="3316">
                  <c:v>299.11259999999999</c:v>
                </c:pt>
                <c:pt idx="3317">
                  <c:v>299.1952</c:v>
                </c:pt>
                <c:pt idx="3318">
                  <c:v>299.2783</c:v>
                </c:pt>
                <c:pt idx="3319">
                  <c:v>299.36259999999999</c:v>
                </c:pt>
                <c:pt idx="3320">
                  <c:v>299.44499999999999</c:v>
                </c:pt>
                <c:pt idx="3321">
                  <c:v>299.53030000000001</c:v>
                </c:pt>
                <c:pt idx="3322">
                  <c:v>299.61320000000001</c:v>
                </c:pt>
                <c:pt idx="3323">
                  <c:v>299.69740000000002</c:v>
                </c:pt>
                <c:pt idx="3324">
                  <c:v>299.77999999999997</c:v>
                </c:pt>
                <c:pt idx="3325">
                  <c:v>299.86489999999998</c:v>
                </c:pt>
                <c:pt idx="3326">
                  <c:v>299.9477</c:v>
                </c:pt>
                <c:pt idx="3327">
                  <c:v>300.03100000000001</c:v>
                </c:pt>
                <c:pt idx="3328">
                  <c:v>300.11599999999999</c:v>
                </c:pt>
                <c:pt idx="3329">
                  <c:v>300.19850000000002</c:v>
                </c:pt>
                <c:pt idx="3330">
                  <c:v>300.28120000000001</c:v>
                </c:pt>
                <c:pt idx="3331">
                  <c:v>300.3655</c:v>
                </c:pt>
                <c:pt idx="3332">
                  <c:v>300.44749999999999</c:v>
                </c:pt>
                <c:pt idx="3333">
                  <c:v>300.53140000000002</c:v>
                </c:pt>
                <c:pt idx="3334">
                  <c:v>300.61489999999998</c:v>
                </c:pt>
                <c:pt idx="3335">
                  <c:v>300.69850000000002</c:v>
                </c:pt>
                <c:pt idx="3336">
                  <c:v>300.78129999999999</c:v>
                </c:pt>
                <c:pt idx="3337">
                  <c:v>300.8648</c:v>
                </c:pt>
                <c:pt idx="3338">
                  <c:v>300.94850000000002</c:v>
                </c:pt>
                <c:pt idx="3339">
                  <c:v>301.03140000000002</c:v>
                </c:pt>
                <c:pt idx="3340">
                  <c:v>301.11410000000001</c:v>
                </c:pt>
                <c:pt idx="3341">
                  <c:v>301.19900000000001</c:v>
                </c:pt>
                <c:pt idx="3342">
                  <c:v>301.28289999999998</c:v>
                </c:pt>
                <c:pt idx="3343">
                  <c:v>301.36579999999998</c:v>
                </c:pt>
                <c:pt idx="3344">
                  <c:v>301.44900000000001</c:v>
                </c:pt>
                <c:pt idx="3345">
                  <c:v>301.5324</c:v>
                </c:pt>
                <c:pt idx="3346">
                  <c:v>301.61439999999999</c:v>
                </c:pt>
                <c:pt idx="3347">
                  <c:v>301.69779999999997</c:v>
                </c:pt>
                <c:pt idx="3348">
                  <c:v>301.78160000000003</c:v>
                </c:pt>
                <c:pt idx="3349">
                  <c:v>301.86450000000002</c:v>
                </c:pt>
                <c:pt idx="3350">
                  <c:v>301.94900000000001</c:v>
                </c:pt>
                <c:pt idx="3351">
                  <c:v>302.03129999999999</c:v>
                </c:pt>
                <c:pt idx="3352">
                  <c:v>302.11340000000001</c:v>
                </c:pt>
                <c:pt idx="3353">
                  <c:v>302.20069999999998</c:v>
                </c:pt>
                <c:pt idx="3354">
                  <c:v>302.28339999999997</c:v>
                </c:pt>
                <c:pt idx="3355">
                  <c:v>302.3655</c:v>
                </c:pt>
                <c:pt idx="3356">
                  <c:v>302.44839999999999</c:v>
                </c:pt>
                <c:pt idx="3357">
                  <c:v>302.53199999999998</c:v>
                </c:pt>
                <c:pt idx="3358">
                  <c:v>302.61700000000002</c:v>
                </c:pt>
                <c:pt idx="3359">
                  <c:v>302.69819999999999</c:v>
                </c:pt>
                <c:pt idx="3360">
                  <c:v>302.78489999999999</c:v>
                </c:pt>
                <c:pt idx="3361">
                  <c:v>302.86779999999999</c:v>
                </c:pt>
                <c:pt idx="3362">
                  <c:v>302.95119999999997</c:v>
                </c:pt>
                <c:pt idx="3363">
                  <c:v>303.03519999999997</c:v>
                </c:pt>
                <c:pt idx="3364">
                  <c:v>303.11840000000001</c:v>
                </c:pt>
                <c:pt idx="3365">
                  <c:v>303.20240000000001</c:v>
                </c:pt>
                <c:pt idx="3366">
                  <c:v>303.28680000000003</c:v>
                </c:pt>
                <c:pt idx="3367">
                  <c:v>303.36900000000003</c:v>
                </c:pt>
                <c:pt idx="3368">
                  <c:v>303.4522</c:v>
                </c:pt>
                <c:pt idx="3369">
                  <c:v>303.53440000000001</c:v>
                </c:pt>
                <c:pt idx="3370">
                  <c:v>303.61939999999998</c:v>
                </c:pt>
                <c:pt idx="3371">
                  <c:v>303.70119999999997</c:v>
                </c:pt>
                <c:pt idx="3372">
                  <c:v>303.78629999999998</c:v>
                </c:pt>
                <c:pt idx="3373">
                  <c:v>303.87049999999999</c:v>
                </c:pt>
                <c:pt idx="3374">
                  <c:v>303.952</c:v>
                </c:pt>
                <c:pt idx="3375">
                  <c:v>304.03559999999999</c:v>
                </c:pt>
                <c:pt idx="3376">
                  <c:v>304.11829999999998</c:v>
                </c:pt>
                <c:pt idx="3377">
                  <c:v>304.2022</c:v>
                </c:pt>
                <c:pt idx="3378">
                  <c:v>304.28379999999999</c:v>
                </c:pt>
                <c:pt idx="3379">
                  <c:v>304.36869999999999</c:v>
                </c:pt>
                <c:pt idx="3380">
                  <c:v>304.45260000000002</c:v>
                </c:pt>
                <c:pt idx="3381">
                  <c:v>304.53500000000003</c:v>
                </c:pt>
                <c:pt idx="3382">
                  <c:v>304.61900000000003</c:v>
                </c:pt>
                <c:pt idx="3383">
                  <c:v>304.70330000000001</c:v>
                </c:pt>
                <c:pt idx="3384">
                  <c:v>304.78359999999998</c:v>
                </c:pt>
                <c:pt idx="3385">
                  <c:v>304.86680000000001</c:v>
                </c:pt>
                <c:pt idx="3386">
                  <c:v>304.95330000000001</c:v>
                </c:pt>
                <c:pt idx="3387">
                  <c:v>305.03460000000001</c:v>
                </c:pt>
                <c:pt idx="3388">
                  <c:v>305.11860000000001</c:v>
                </c:pt>
                <c:pt idx="3389">
                  <c:v>305.2022</c:v>
                </c:pt>
                <c:pt idx="3390">
                  <c:v>305.28579999999999</c:v>
                </c:pt>
                <c:pt idx="3391">
                  <c:v>305.36669999999998</c:v>
                </c:pt>
                <c:pt idx="3392">
                  <c:v>305.45060000000001</c:v>
                </c:pt>
                <c:pt idx="3393">
                  <c:v>305.53460000000001</c:v>
                </c:pt>
                <c:pt idx="3394">
                  <c:v>305.61700000000002</c:v>
                </c:pt>
                <c:pt idx="3395">
                  <c:v>305.702</c:v>
                </c:pt>
                <c:pt idx="3396">
                  <c:v>305.78460000000001</c:v>
                </c:pt>
                <c:pt idx="3397">
                  <c:v>305.8691</c:v>
                </c:pt>
                <c:pt idx="3398">
                  <c:v>305.952</c:v>
                </c:pt>
                <c:pt idx="3399">
                  <c:v>306.03440000000001</c:v>
                </c:pt>
                <c:pt idx="3400">
                  <c:v>306.11720000000003</c:v>
                </c:pt>
                <c:pt idx="3401">
                  <c:v>306.20209999999997</c:v>
                </c:pt>
                <c:pt idx="3402">
                  <c:v>306.28280000000001</c:v>
                </c:pt>
                <c:pt idx="3403">
                  <c:v>306.3691</c:v>
                </c:pt>
                <c:pt idx="3404">
                  <c:v>306.45159999999998</c:v>
                </c:pt>
                <c:pt idx="3405">
                  <c:v>306.53280000000001</c:v>
                </c:pt>
                <c:pt idx="3406">
                  <c:v>306.61540000000002</c:v>
                </c:pt>
                <c:pt idx="3407">
                  <c:v>306.69779999999997</c:v>
                </c:pt>
                <c:pt idx="3408">
                  <c:v>306.78199999999998</c:v>
                </c:pt>
                <c:pt idx="3409">
                  <c:v>306.86419999999998</c:v>
                </c:pt>
                <c:pt idx="3410">
                  <c:v>306.94940000000003</c:v>
                </c:pt>
                <c:pt idx="3411">
                  <c:v>307.03199999999998</c:v>
                </c:pt>
                <c:pt idx="3412">
                  <c:v>307.1157</c:v>
                </c:pt>
                <c:pt idx="3413">
                  <c:v>307.19940000000003</c:v>
                </c:pt>
                <c:pt idx="3414">
                  <c:v>307.28289999999998</c:v>
                </c:pt>
                <c:pt idx="3415">
                  <c:v>307.36750000000001</c:v>
                </c:pt>
                <c:pt idx="3416">
                  <c:v>307.452</c:v>
                </c:pt>
                <c:pt idx="3417">
                  <c:v>307.53379999999999</c:v>
                </c:pt>
                <c:pt idx="3418">
                  <c:v>307.61720000000003</c:v>
                </c:pt>
                <c:pt idx="3419">
                  <c:v>307.7002</c:v>
                </c:pt>
                <c:pt idx="3420">
                  <c:v>307.78339999999997</c:v>
                </c:pt>
                <c:pt idx="3421">
                  <c:v>307.86790000000002</c:v>
                </c:pt>
                <c:pt idx="3422">
                  <c:v>307.95089999999999</c:v>
                </c:pt>
                <c:pt idx="3423">
                  <c:v>308.03539999999998</c:v>
                </c:pt>
                <c:pt idx="3424">
                  <c:v>308.12009999999998</c:v>
                </c:pt>
                <c:pt idx="3425">
                  <c:v>308.20260000000002</c:v>
                </c:pt>
                <c:pt idx="3426">
                  <c:v>308.28460000000001</c:v>
                </c:pt>
                <c:pt idx="3427">
                  <c:v>308.3689</c:v>
                </c:pt>
                <c:pt idx="3428">
                  <c:v>308.4513</c:v>
                </c:pt>
                <c:pt idx="3429">
                  <c:v>308.53620000000001</c:v>
                </c:pt>
                <c:pt idx="3430">
                  <c:v>308.6182</c:v>
                </c:pt>
                <c:pt idx="3431">
                  <c:v>308.70170000000002</c:v>
                </c:pt>
                <c:pt idx="3432">
                  <c:v>308.78489999999999</c:v>
                </c:pt>
                <c:pt idx="3433">
                  <c:v>308.8682</c:v>
                </c:pt>
                <c:pt idx="3434">
                  <c:v>308.9502</c:v>
                </c:pt>
                <c:pt idx="3435">
                  <c:v>309.03440000000001</c:v>
                </c:pt>
                <c:pt idx="3436">
                  <c:v>309.11700000000002</c:v>
                </c:pt>
                <c:pt idx="3437">
                  <c:v>309.20119999999997</c:v>
                </c:pt>
                <c:pt idx="3438">
                  <c:v>309.28359999999998</c:v>
                </c:pt>
                <c:pt idx="3439">
                  <c:v>309.36739999999998</c:v>
                </c:pt>
                <c:pt idx="3440">
                  <c:v>309.45</c:v>
                </c:pt>
                <c:pt idx="3441">
                  <c:v>309.53379999999999</c:v>
                </c:pt>
                <c:pt idx="3442">
                  <c:v>309.61759999999998</c:v>
                </c:pt>
                <c:pt idx="3443">
                  <c:v>309.70060000000001</c:v>
                </c:pt>
                <c:pt idx="3444">
                  <c:v>309.78399999999999</c:v>
                </c:pt>
                <c:pt idx="3445">
                  <c:v>309.86700000000002</c:v>
                </c:pt>
                <c:pt idx="3446">
                  <c:v>309.95</c:v>
                </c:pt>
                <c:pt idx="3447">
                  <c:v>310.03379999999999</c:v>
                </c:pt>
                <c:pt idx="3448">
                  <c:v>310.11799999999999</c:v>
                </c:pt>
                <c:pt idx="3449">
                  <c:v>310.202</c:v>
                </c:pt>
                <c:pt idx="3450">
                  <c:v>310.28500000000003</c:v>
                </c:pt>
                <c:pt idx="3451">
                  <c:v>310.36840000000001</c:v>
                </c:pt>
                <c:pt idx="3452">
                  <c:v>310.45209999999997</c:v>
                </c:pt>
                <c:pt idx="3453">
                  <c:v>310.53379999999999</c:v>
                </c:pt>
                <c:pt idx="3454">
                  <c:v>310.61720000000003</c:v>
                </c:pt>
                <c:pt idx="3455">
                  <c:v>310.70010000000002</c:v>
                </c:pt>
                <c:pt idx="3456">
                  <c:v>310.78559999999999</c:v>
                </c:pt>
                <c:pt idx="3457">
                  <c:v>310.8682</c:v>
                </c:pt>
                <c:pt idx="3458">
                  <c:v>310.95089999999999</c:v>
                </c:pt>
                <c:pt idx="3459">
                  <c:v>311.03539999999998</c:v>
                </c:pt>
                <c:pt idx="3460">
                  <c:v>311.1189</c:v>
                </c:pt>
                <c:pt idx="3461">
                  <c:v>311.20260000000002</c:v>
                </c:pt>
                <c:pt idx="3462">
                  <c:v>311.2842</c:v>
                </c:pt>
                <c:pt idx="3463">
                  <c:v>311.36799999999999</c:v>
                </c:pt>
                <c:pt idx="3464">
                  <c:v>311.4545</c:v>
                </c:pt>
                <c:pt idx="3465">
                  <c:v>311.53620000000001</c:v>
                </c:pt>
                <c:pt idx="3466">
                  <c:v>311.61860000000001</c:v>
                </c:pt>
                <c:pt idx="3467">
                  <c:v>311.7013</c:v>
                </c:pt>
                <c:pt idx="3468">
                  <c:v>311.78590000000003</c:v>
                </c:pt>
                <c:pt idx="3469">
                  <c:v>311.86970000000002</c:v>
                </c:pt>
                <c:pt idx="3470">
                  <c:v>311.9522</c:v>
                </c:pt>
                <c:pt idx="3471">
                  <c:v>312.03680000000003</c:v>
                </c:pt>
                <c:pt idx="3472">
                  <c:v>312.12040000000002</c:v>
                </c:pt>
                <c:pt idx="3473">
                  <c:v>312.2047</c:v>
                </c:pt>
                <c:pt idx="3474">
                  <c:v>312.28699999999998</c:v>
                </c:pt>
                <c:pt idx="3475">
                  <c:v>312.36880000000002</c:v>
                </c:pt>
                <c:pt idx="3476">
                  <c:v>312.45350000000002</c:v>
                </c:pt>
                <c:pt idx="3477">
                  <c:v>312.53919999999999</c:v>
                </c:pt>
                <c:pt idx="3478">
                  <c:v>312.62470000000002</c:v>
                </c:pt>
                <c:pt idx="3479">
                  <c:v>312.70490000000001</c:v>
                </c:pt>
                <c:pt idx="3480">
                  <c:v>312.78640000000001</c:v>
                </c:pt>
                <c:pt idx="3481">
                  <c:v>312.87060000000002</c:v>
                </c:pt>
                <c:pt idx="3482">
                  <c:v>312.9538</c:v>
                </c:pt>
                <c:pt idx="3483">
                  <c:v>313.03789999999998</c:v>
                </c:pt>
                <c:pt idx="3484">
                  <c:v>313.1207</c:v>
                </c:pt>
                <c:pt idx="3485">
                  <c:v>313.20600000000002</c:v>
                </c:pt>
                <c:pt idx="3486">
                  <c:v>313.29020000000003</c:v>
                </c:pt>
                <c:pt idx="3487">
                  <c:v>313.3734</c:v>
                </c:pt>
                <c:pt idx="3488">
                  <c:v>313.4547</c:v>
                </c:pt>
                <c:pt idx="3489">
                  <c:v>313.53879999999998</c:v>
                </c:pt>
                <c:pt idx="3490">
                  <c:v>313.6232</c:v>
                </c:pt>
                <c:pt idx="3491">
                  <c:v>313.70639999999997</c:v>
                </c:pt>
                <c:pt idx="3492">
                  <c:v>313.78859999999997</c:v>
                </c:pt>
                <c:pt idx="3493">
                  <c:v>313.87200000000001</c:v>
                </c:pt>
                <c:pt idx="3494">
                  <c:v>313.9572</c:v>
                </c:pt>
                <c:pt idx="3495">
                  <c:v>314.0394</c:v>
                </c:pt>
                <c:pt idx="3496">
                  <c:v>314.12169999999998</c:v>
                </c:pt>
                <c:pt idx="3497">
                  <c:v>314.202</c:v>
                </c:pt>
                <c:pt idx="3498">
                  <c:v>314.28930000000003</c:v>
                </c:pt>
                <c:pt idx="3499">
                  <c:v>314.37110000000001</c:v>
                </c:pt>
                <c:pt idx="3500">
                  <c:v>314.45389999999998</c:v>
                </c:pt>
                <c:pt idx="3501">
                  <c:v>314.53539999999998</c:v>
                </c:pt>
                <c:pt idx="3502">
                  <c:v>314.6198</c:v>
                </c:pt>
                <c:pt idx="3503">
                  <c:v>314.70409999999998</c:v>
                </c:pt>
                <c:pt idx="3504">
                  <c:v>314.7878</c:v>
                </c:pt>
                <c:pt idx="3505">
                  <c:v>314.87</c:v>
                </c:pt>
                <c:pt idx="3506">
                  <c:v>314.95370000000003</c:v>
                </c:pt>
                <c:pt idx="3507">
                  <c:v>315.03879999999998</c:v>
                </c:pt>
                <c:pt idx="3508">
                  <c:v>315.12180000000001</c:v>
                </c:pt>
                <c:pt idx="3509">
                  <c:v>315.202</c:v>
                </c:pt>
                <c:pt idx="3510">
                  <c:v>315.28629999999998</c:v>
                </c:pt>
                <c:pt idx="3511">
                  <c:v>315.37090000000001</c:v>
                </c:pt>
                <c:pt idx="3512">
                  <c:v>315.45269999999999</c:v>
                </c:pt>
                <c:pt idx="3513">
                  <c:v>315.53500000000003</c:v>
                </c:pt>
                <c:pt idx="3514">
                  <c:v>315.61709999999999</c:v>
                </c:pt>
                <c:pt idx="3515">
                  <c:v>315.70280000000002</c:v>
                </c:pt>
                <c:pt idx="3516">
                  <c:v>315.78699999999998</c:v>
                </c:pt>
                <c:pt idx="3517">
                  <c:v>315.86900000000003</c:v>
                </c:pt>
                <c:pt idx="3518">
                  <c:v>315.95100000000002</c:v>
                </c:pt>
                <c:pt idx="3519">
                  <c:v>316.03480000000002</c:v>
                </c:pt>
                <c:pt idx="3520">
                  <c:v>316.1198</c:v>
                </c:pt>
                <c:pt idx="3521">
                  <c:v>316.20159999999998</c:v>
                </c:pt>
                <c:pt idx="3522">
                  <c:v>316.2824</c:v>
                </c:pt>
                <c:pt idx="3523">
                  <c:v>316.36399999999998</c:v>
                </c:pt>
                <c:pt idx="3524">
                  <c:v>316.45100000000002</c:v>
                </c:pt>
                <c:pt idx="3525">
                  <c:v>316.53429999999997</c:v>
                </c:pt>
                <c:pt idx="3526">
                  <c:v>316.61590000000001</c:v>
                </c:pt>
                <c:pt idx="3527">
                  <c:v>316.70089999999999</c:v>
                </c:pt>
                <c:pt idx="3528">
                  <c:v>316.78359999999998</c:v>
                </c:pt>
                <c:pt idx="3529">
                  <c:v>316.86779999999999</c:v>
                </c:pt>
                <c:pt idx="3530">
                  <c:v>316.95069999999998</c:v>
                </c:pt>
                <c:pt idx="3531">
                  <c:v>317.0326</c:v>
                </c:pt>
                <c:pt idx="3532">
                  <c:v>317.11700000000002</c:v>
                </c:pt>
                <c:pt idx="3533">
                  <c:v>317.20190000000002</c:v>
                </c:pt>
                <c:pt idx="3534">
                  <c:v>317.28370000000001</c:v>
                </c:pt>
                <c:pt idx="3535">
                  <c:v>317.36599999999999</c:v>
                </c:pt>
                <c:pt idx="3536">
                  <c:v>317.45080000000002</c:v>
                </c:pt>
                <c:pt idx="3537">
                  <c:v>317.53680000000003</c:v>
                </c:pt>
                <c:pt idx="3538">
                  <c:v>317.61849999999998</c:v>
                </c:pt>
                <c:pt idx="3539">
                  <c:v>317.70319999999998</c:v>
                </c:pt>
                <c:pt idx="3540">
                  <c:v>317.7851</c:v>
                </c:pt>
                <c:pt idx="3541">
                  <c:v>317.87009999999998</c:v>
                </c:pt>
                <c:pt idx="3542">
                  <c:v>317.95350000000002</c:v>
                </c:pt>
                <c:pt idx="3543">
                  <c:v>318.03800000000001</c:v>
                </c:pt>
                <c:pt idx="3544">
                  <c:v>318.11880000000002</c:v>
                </c:pt>
                <c:pt idx="3545">
                  <c:v>318.20350000000002</c:v>
                </c:pt>
                <c:pt idx="3546">
                  <c:v>318.28899999999999</c:v>
                </c:pt>
                <c:pt idx="3547">
                  <c:v>318.37169999999998</c:v>
                </c:pt>
                <c:pt idx="3548">
                  <c:v>318.45479999999998</c:v>
                </c:pt>
                <c:pt idx="3549">
                  <c:v>318.5378</c:v>
                </c:pt>
                <c:pt idx="3550">
                  <c:v>318.6234</c:v>
                </c:pt>
                <c:pt idx="3551">
                  <c:v>318.70569999999998</c:v>
                </c:pt>
                <c:pt idx="3552">
                  <c:v>318.78980000000001</c:v>
                </c:pt>
                <c:pt idx="3553">
                  <c:v>318.87400000000002</c:v>
                </c:pt>
                <c:pt idx="3554">
                  <c:v>318.95999999999998</c:v>
                </c:pt>
                <c:pt idx="3555">
                  <c:v>319.04270000000002</c:v>
                </c:pt>
                <c:pt idx="3556">
                  <c:v>319.125</c:v>
                </c:pt>
                <c:pt idx="3557">
                  <c:v>319.20870000000002</c:v>
                </c:pt>
                <c:pt idx="3558">
                  <c:v>319.29320000000001</c:v>
                </c:pt>
                <c:pt idx="3559">
                  <c:v>319.37799999999999</c:v>
                </c:pt>
                <c:pt idx="3560">
                  <c:v>319.45940000000002</c:v>
                </c:pt>
                <c:pt idx="3561">
                  <c:v>319.54300000000001</c:v>
                </c:pt>
                <c:pt idx="3562">
                  <c:v>319.6268</c:v>
                </c:pt>
                <c:pt idx="3563">
                  <c:v>319.71280000000002</c:v>
                </c:pt>
                <c:pt idx="3564">
                  <c:v>319.79500000000002</c:v>
                </c:pt>
                <c:pt idx="3565">
                  <c:v>319.8784</c:v>
                </c:pt>
                <c:pt idx="3566">
                  <c:v>319.96339999999998</c:v>
                </c:pt>
                <c:pt idx="3567">
                  <c:v>320.04649999999998</c:v>
                </c:pt>
                <c:pt idx="3568">
                  <c:v>320.1302</c:v>
                </c:pt>
                <c:pt idx="3569">
                  <c:v>320.21249999999998</c:v>
                </c:pt>
                <c:pt idx="3570">
                  <c:v>320.29599999999999</c:v>
                </c:pt>
                <c:pt idx="3571">
                  <c:v>320.38119999999998</c:v>
                </c:pt>
                <c:pt idx="3572">
                  <c:v>320.46460000000002</c:v>
                </c:pt>
                <c:pt idx="3573">
                  <c:v>320.54750000000001</c:v>
                </c:pt>
                <c:pt idx="3574">
                  <c:v>320.6293</c:v>
                </c:pt>
                <c:pt idx="3575">
                  <c:v>320.71319999999997</c:v>
                </c:pt>
                <c:pt idx="3576">
                  <c:v>320.79820000000001</c:v>
                </c:pt>
                <c:pt idx="3577">
                  <c:v>320.88339999999999</c:v>
                </c:pt>
                <c:pt idx="3578">
                  <c:v>320.96409999999997</c:v>
                </c:pt>
                <c:pt idx="3579">
                  <c:v>321.05020000000002</c:v>
                </c:pt>
                <c:pt idx="3580">
                  <c:v>321.13440000000003</c:v>
                </c:pt>
                <c:pt idx="3581">
                  <c:v>321.2165</c:v>
                </c:pt>
                <c:pt idx="3582">
                  <c:v>321.2989</c:v>
                </c:pt>
                <c:pt idx="3583">
                  <c:v>321.38409999999999</c:v>
                </c:pt>
                <c:pt idx="3584">
                  <c:v>321.46690000000001</c:v>
                </c:pt>
                <c:pt idx="3585">
                  <c:v>321.54919999999998</c:v>
                </c:pt>
                <c:pt idx="3586">
                  <c:v>321.63159999999999</c:v>
                </c:pt>
                <c:pt idx="3587">
                  <c:v>321.71499999999997</c:v>
                </c:pt>
                <c:pt idx="3588">
                  <c:v>321.79910000000001</c:v>
                </c:pt>
                <c:pt idx="3589">
                  <c:v>321.88159999999999</c:v>
                </c:pt>
                <c:pt idx="3590">
                  <c:v>321.9649</c:v>
                </c:pt>
                <c:pt idx="3591">
                  <c:v>322.0478</c:v>
                </c:pt>
                <c:pt idx="3592">
                  <c:v>322.13150000000002</c:v>
                </c:pt>
                <c:pt idx="3593">
                  <c:v>322.21629999999999</c:v>
                </c:pt>
                <c:pt idx="3594">
                  <c:v>322.29820000000001</c:v>
                </c:pt>
                <c:pt idx="3595">
                  <c:v>322.38260000000002</c:v>
                </c:pt>
                <c:pt idx="3596">
                  <c:v>322.46499999999997</c:v>
                </c:pt>
                <c:pt idx="3597">
                  <c:v>322.55</c:v>
                </c:pt>
                <c:pt idx="3598">
                  <c:v>322.63279999999997</c:v>
                </c:pt>
                <c:pt idx="3599">
                  <c:v>322.71539999999999</c:v>
                </c:pt>
                <c:pt idx="3600">
                  <c:v>322.79919999999998</c:v>
                </c:pt>
                <c:pt idx="3601">
                  <c:v>322.88249999999999</c:v>
                </c:pt>
                <c:pt idx="3602">
                  <c:v>322.96600000000001</c:v>
                </c:pt>
                <c:pt idx="3603">
                  <c:v>323.05020000000002</c:v>
                </c:pt>
                <c:pt idx="3604">
                  <c:v>323.13319999999999</c:v>
                </c:pt>
                <c:pt idx="3605">
                  <c:v>323.21679999999998</c:v>
                </c:pt>
                <c:pt idx="3606">
                  <c:v>323.30020000000002</c:v>
                </c:pt>
                <c:pt idx="3607">
                  <c:v>323.38440000000003</c:v>
                </c:pt>
                <c:pt idx="3608">
                  <c:v>323.46629999999999</c:v>
                </c:pt>
                <c:pt idx="3609">
                  <c:v>323.55</c:v>
                </c:pt>
                <c:pt idx="3610">
                  <c:v>323.63459999999998</c:v>
                </c:pt>
                <c:pt idx="3611">
                  <c:v>323.71839999999997</c:v>
                </c:pt>
                <c:pt idx="3612">
                  <c:v>323.80119999999999</c:v>
                </c:pt>
                <c:pt idx="3613">
                  <c:v>323.88319999999999</c:v>
                </c:pt>
                <c:pt idx="3614">
                  <c:v>323.96699999999998</c:v>
                </c:pt>
                <c:pt idx="3615">
                  <c:v>324.05</c:v>
                </c:pt>
                <c:pt idx="3616">
                  <c:v>324.13200000000001</c:v>
                </c:pt>
                <c:pt idx="3617">
                  <c:v>324.2174</c:v>
                </c:pt>
                <c:pt idx="3618">
                  <c:v>324.29939999999999</c:v>
                </c:pt>
                <c:pt idx="3619">
                  <c:v>324.38389999999998</c:v>
                </c:pt>
                <c:pt idx="3620">
                  <c:v>324.46679999999998</c:v>
                </c:pt>
                <c:pt idx="3621">
                  <c:v>324.55149999999998</c:v>
                </c:pt>
                <c:pt idx="3622">
                  <c:v>324.6343</c:v>
                </c:pt>
                <c:pt idx="3623">
                  <c:v>324.71839999999997</c:v>
                </c:pt>
                <c:pt idx="3624">
                  <c:v>324.80200000000002</c:v>
                </c:pt>
                <c:pt idx="3625">
                  <c:v>324.88589999999999</c:v>
                </c:pt>
                <c:pt idx="3626">
                  <c:v>324.97019999999998</c:v>
                </c:pt>
                <c:pt idx="3627">
                  <c:v>325.05380000000002</c:v>
                </c:pt>
                <c:pt idx="3628">
                  <c:v>325.1377</c:v>
                </c:pt>
                <c:pt idx="3629">
                  <c:v>325.2199</c:v>
                </c:pt>
                <c:pt idx="3630">
                  <c:v>325.30489999999998</c:v>
                </c:pt>
                <c:pt idx="3631">
                  <c:v>325.38920000000002</c:v>
                </c:pt>
                <c:pt idx="3632">
                  <c:v>325.4735</c:v>
                </c:pt>
                <c:pt idx="3633">
                  <c:v>325.55579999999998</c:v>
                </c:pt>
                <c:pt idx="3634">
                  <c:v>325.64010000000002</c:v>
                </c:pt>
                <c:pt idx="3635">
                  <c:v>325.72399999999999</c:v>
                </c:pt>
                <c:pt idx="3636">
                  <c:v>325.80739999999997</c:v>
                </c:pt>
                <c:pt idx="3637">
                  <c:v>325.89150000000001</c:v>
                </c:pt>
                <c:pt idx="3638">
                  <c:v>325.97340000000003</c:v>
                </c:pt>
                <c:pt idx="3639">
                  <c:v>326.05680000000001</c:v>
                </c:pt>
                <c:pt idx="3640">
                  <c:v>326.1404</c:v>
                </c:pt>
                <c:pt idx="3641">
                  <c:v>326.22699999999998</c:v>
                </c:pt>
                <c:pt idx="3642">
                  <c:v>326.30810000000002</c:v>
                </c:pt>
                <c:pt idx="3643">
                  <c:v>326.39120000000003</c:v>
                </c:pt>
                <c:pt idx="3644">
                  <c:v>326.47559999999999</c:v>
                </c:pt>
                <c:pt idx="3645">
                  <c:v>326.5582</c:v>
                </c:pt>
                <c:pt idx="3646">
                  <c:v>326.64179999999999</c:v>
                </c:pt>
                <c:pt idx="3647">
                  <c:v>326.72579999999999</c:v>
                </c:pt>
                <c:pt idx="3648">
                  <c:v>326.80720000000002</c:v>
                </c:pt>
                <c:pt idx="3649">
                  <c:v>326.892</c:v>
                </c:pt>
                <c:pt idx="3650">
                  <c:v>326.97539999999998</c:v>
                </c:pt>
                <c:pt idx="3651">
                  <c:v>327.05770000000001</c:v>
                </c:pt>
                <c:pt idx="3652">
                  <c:v>327.14109999999999</c:v>
                </c:pt>
                <c:pt idx="3653">
                  <c:v>327.22539999999998</c:v>
                </c:pt>
                <c:pt idx="3654">
                  <c:v>327.30900000000003</c:v>
                </c:pt>
                <c:pt idx="3655">
                  <c:v>327.39139999999998</c:v>
                </c:pt>
                <c:pt idx="3656">
                  <c:v>327.47539999999998</c:v>
                </c:pt>
                <c:pt idx="3657">
                  <c:v>327.55900000000003</c:v>
                </c:pt>
                <c:pt idx="3658">
                  <c:v>327.64139999999998</c:v>
                </c:pt>
                <c:pt idx="3659">
                  <c:v>327.72500000000002</c:v>
                </c:pt>
                <c:pt idx="3660">
                  <c:v>327.81020000000001</c:v>
                </c:pt>
                <c:pt idx="3661">
                  <c:v>327.89490000000001</c:v>
                </c:pt>
                <c:pt idx="3662">
                  <c:v>327.97730000000001</c:v>
                </c:pt>
                <c:pt idx="3663">
                  <c:v>328.06040000000002</c:v>
                </c:pt>
                <c:pt idx="3664">
                  <c:v>328.14240000000001</c:v>
                </c:pt>
                <c:pt idx="3665">
                  <c:v>328.22699999999998</c:v>
                </c:pt>
                <c:pt idx="3666">
                  <c:v>328.31099999999998</c:v>
                </c:pt>
                <c:pt idx="3667">
                  <c:v>328.3938</c:v>
                </c:pt>
                <c:pt idx="3668">
                  <c:v>328.47660000000002</c:v>
                </c:pt>
                <c:pt idx="3669">
                  <c:v>328.55860000000001</c:v>
                </c:pt>
                <c:pt idx="3670">
                  <c:v>328.6422</c:v>
                </c:pt>
                <c:pt idx="3671">
                  <c:v>328.72649999999999</c:v>
                </c:pt>
                <c:pt idx="3672">
                  <c:v>328.80840000000001</c:v>
                </c:pt>
                <c:pt idx="3673">
                  <c:v>328.89159999999998</c:v>
                </c:pt>
                <c:pt idx="3674">
                  <c:v>328.97460000000001</c:v>
                </c:pt>
                <c:pt idx="3675">
                  <c:v>329.05790000000002</c:v>
                </c:pt>
                <c:pt idx="3676">
                  <c:v>329.1404</c:v>
                </c:pt>
                <c:pt idx="3677">
                  <c:v>329.22519999999997</c:v>
                </c:pt>
                <c:pt idx="3678">
                  <c:v>329.3075</c:v>
                </c:pt>
                <c:pt idx="3679">
                  <c:v>329.39260000000002</c:v>
                </c:pt>
                <c:pt idx="3680">
                  <c:v>329.4744</c:v>
                </c:pt>
                <c:pt idx="3681">
                  <c:v>329.55790000000002</c:v>
                </c:pt>
                <c:pt idx="3682">
                  <c:v>329.64179999999999</c:v>
                </c:pt>
                <c:pt idx="3683">
                  <c:v>329.7244</c:v>
                </c:pt>
                <c:pt idx="3684">
                  <c:v>329.80739999999997</c:v>
                </c:pt>
                <c:pt idx="3685">
                  <c:v>329.89030000000002</c:v>
                </c:pt>
                <c:pt idx="3686">
                  <c:v>329.97399999999999</c:v>
                </c:pt>
                <c:pt idx="3687">
                  <c:v>330.05739999999997</c:v>
                </c:pt>
                <c:pt idx="3688">
                  <c:v>330.13979999999998</c:v>
                </c:pt>
                <c:pt idx="3689">
                  <c:v>330.22250000000003</c:v>
                </c:pt>
                <c:pt idx="3690">
                  <c:v>330.3066</c:v>
                </c:pt>
                <c:pt idx="3691">
                  <c:v>330.38889999999998</c:v>
                </c:pt>
                <c:pt idx="3692">
                  <c:v>330.47359999999998</c:v>
                </c:pt>
                <c:pt idx="3693">
                  <c:v>330.55560000000003</c:v>
                </c:pt>
                <c:pt idx="3694">
                  <c:v>330.6388</c:v>
                </c:pt>
                <c:pt idx="3695">
                  <c:v>330.72129999999999</c:v>
                </c:pt>
                <c:pt idx="3696">
                  <c:v>330.80590000000001</c:v>
                </c:pt>
                <c:pt idx="3697">
                  <c:v>330.88760000000002</c:v>
                </c:pt>
                <c:pt idx="3698">
                  <c:v>330.97120000000001</c:v>
                </c:pt>
                <c:pt idx="3699">
                  <c:v>331.05459999999999</c:v>
                </c:pt>
                <c:pt idx="3700">
                  <c:v>331.1386</c:v>
                </c:pt>
                <c:pt idx="3701">
                  <c:v>331.21879999999999</c:v>
                </c:pt>
                <c:pt idx="3702">
                  <c:v>331.30239999999998</c:v>
                </c:pt>
                <c:pt idx="3703">
                  <c:v>331.38389999999998</c:v>
                </c:pt>
                <c:pt idx="3704">
                  <c:v>331.4683</c:v>
                </c:pt>
                <c:pt idx="3705">
                  <c:v>331.55259999999998</c:v>
                </c:pt>
                <c:pt idx="3706">
                  <c:v>331.63569999999999</c:v>
                </c:pt>
                <c:pt idx="3707">
                  <c:v>331.71699999999998</c:v>
                </c:pt>
                <c:pt idx="3708">
                  <c:v>331.80239999999998</c:v>
                </c:pt>
                <c:pt idx="3709">
                  <c:v>331.88260000000002</c:v>
                </c:pt>
                <c:pt idx="3710">
                  <c:v>331.96710000000002</c:v>
                </c:pt>
                <c:pt idx="3711">
                  <c:v>332.05160000000001</c:v>
                </c:pt>
                <c:pt idx="3712">
                  <c:v>332.13380000000001</c:v>
                </c:pt>
                <c:pt idx="3713">
                  <c:v>332.21699999999998</c:v>
                </c:pt>
                <c:pt idx="3714">
                  <c:v>332.29899999999998</c:v>
                </c:pt>
                <c:pt idx="3715">
                  <c:v>332.38200000000001</c:v>
                </c:pt>
                <c:pt idx="3716">
                  <c:v>332.46719999999999</c:v>
                </c:pt>
                <c:pt idx="3717">
                  <c:v>332.54860000000002</c:v>
                </c:pt>
                <c:pt idx="3718">
                  <c:v>332.6311</c:v>
                </c:pt>
                <c:pt idx="3719">
                  <c:v>332.71539999999999</c:v>
                </c:pt>
                <c:pt idx="3720">
                  <c:v>332.79840000000002</c:v>
                </c:pt>
                <c:pt idx="3721">
                  <c:v>332.88200000000001</c:v>
                </c:pt>
                <c:pt idx="3722">
                  <c:v>332.96460000000002</c:v>
                </c:pt>
                <c:pt idx="3723">
                  <c:v>333.04860000000002</c:v>
                </c:pt>
                <c:pt idx="3724">
                  <c:v>333.1318</c:v>
                </c:pt>
                <c:pt idx="3725">
                  <c:v>333.21440000000001</c:v>
                </c:pt>
                <c:pt idx="3726">
                  <c:v>333.29719999999998</c:v>
                </c:pt>
                <c:pt idx="3727">
                  <c:v>333.37909999999999</c:v>
                </c:pt>
                <c:pt idx="3728">
                  <c:v>333.4624</c:v>
                </c:pt>
                <c:pt idx="3729">
                  <c:v>333.54739999999998</c:v>
                </c:pt>
                <c:pt idx="3730">
                  <c:v>333.62869999999998</c:v>
                </c:pt>
                <c:pt idx="3731">
                  <c:v>333.71319999999997</c:v>
                </c:pt>
                <c:pt idx="3732">
                  <c:v>333.79660000000001</c:v>
                </c:pt>
                <c:pt idx="3733">
                  <c:v>333.88099999999997</c:v>
                </c:pt>
                <c:pt idx="3734">
                  <c:v>333.9624</c:v>
                </c:pt>
                <c:pt idx="3735">
                  <c:v>334.04599999999999</c:v>
                </c:pt>
                <c:pt idx="3736">
                  <c:v>334.12970000000001</c:v>
                </c:pt>
                <c:pt idx="3737">
                  <c:v>334.21230000000003</c:v>
                </c:pt>
                <c:pt idx="3738">
                  <c:v>334.29790000000003</c:v>
                </c:pt>
                <c:pt idx="3739">
                  <c:v>334.3811</c:v>
                </c:pt>
                <c:pt idx="3740">
                  <c:v>334.46339999999998</c:v>
                </c:pt>
                <c:pt idx="3741">
                  <c:v>334.54919999999998</c:v>
                </c:pt>
                <c:pt idx="3742">
                  <c:v>334.6311</c:v>
                </c:pt>
                <c:pt idx="3743">
                  <c:v>334.71449999999999</c:v>
                </c:pt>
                <c:pt idx="3744">
                  <c:v>334.79719999999998</c:v>
                </c:pt>
                <c:pt idx="3745">
                  <c:v>334.88220000000001</c:v>
                </c:pt>
                <c:pt idx="3746">
                  <c:v>334.96359999999999</c:v>
                </c:pt>
                <c:pt idx="3747">
                  <c:v>335.04969999999997</c:v>
                </c:pt>
                <c:pt idx="3748">
                  <c:v>335.13139999999999</c:v>
                </c:pt>
                <c:pt idx="3749">
                  <c:v>335.21530000000001</c:v>
                </c:pt>
                <c:pt idx="3750">
                  <c:v>335.29730000000001</c:v>
                </c:pt>
                <c:pt idx="3751">
                  <c:v>335.38069999999999</c:v>
                </c:pt>
                <c:pt idx="3752">
                  <c:v>335.46319999999997</c:v>
                </c:pt>
                <c:pt idx="3753">
                  <c:v>335.54759999999999</c:v>
                </c:pt>
                <c:pt idx="3754">
                  <c:v>335.63200000000001</c:v>
                </c:pt>
                <c:pt idx="3755">
                  <c:v>335.71230000000003</c:v>
                </c:pt>
                <c:pt idx="3756">
                  <c:v>335.79660000000001</c:v>
                </c:pt>
                <c:pt idx="3757">
                  <c:v>335.8809</c:v>
                </c:pt>
                <c:pt idx="3758">
                  <c:v>335.96559999999999</c:v>
                </c:pt>
                <c:pt idx="3759">
                  <c:v>336.04759999999999</c:v>
                </c:pt>
                <c:pt idx="3760">
                  <c:v>336.13170000000002</c:v>
                </c:pt>
                <c:pt idx="3761">
                  <c:v>336.21570000000003</c:v>
                </c:pt>
                <c:pt idx="3762">
                  <c:v>336.3</c:v>
                </c:pt>
                <c:pt idx="3763">
                  <c:v>336.38240000000002</c:v>
                </c:pt>
                <c:pt idx="3764">
                  <c:v>336.46600000000001</c:v>
                </c:pt>
                <c:pt idx="3765">
                  <c:v>336.54939999999999</c:v>
                </c:pt>
                <c:pt idx="3766">
                  <c:v>336.63350000000003</c:v>
                </c:pt>
                <c:pt idx="3767">
                  <c:v>336.71859999999998</c:v>
                </c:pt>
                <c:pt idx="3768">
                  <c:v>336.80099999999999</c:v>
                </c:pt>
                <c:pt idx="3769">
                  <c:v>336.88440000000003</c:v>
                </c:pt>
                <c:pt idx="3770">
                  <c:v>336.96780000000001</c:v>
                </c:pt>
                <c:pt idx="3771">
                  <c:v>337.05099999999999</c:v>
                </c:pt>
                <c:pt idx="3772">
                  <c:v>337.13459999999998</c:v>
                </c:pt>
                <c:pt idx="3773">
                  <c:v>337.21809999999999</c:v>
                </c:pt>
                <c:pt idx="3774">
                  <c:v>337.30220000000003</c:v>
                </c:pt>
                <c:pt idx="3775">
                  <c:v>337.38619999999997</c:v>
                </c:pt>
                <c:pt idx="3776">
                  <c:v>337.46929999999998</c:v>
                </c:pt>
                <c:pt idx="3777">
                  <c:v>337.55040000000002</c:v>
                </c:pt>
                <c:pt idx="3778">
                  <c:v>337.6354</c:v>
                </c:pt>
                <c:pt idx="3779">
                  <c:v>337.71899999999999</c:v>
                </c:pt>
                <c:pt idx="3780">
                  <c:v>337.80029999999999</c:v>
                </c:pt>
                <c:pt idx="3781">
                  <c:v>337.88589999999999</c:v>
                </c:pt>
                <c:pt idx="3782">
                  <c:v>337.9683</c:v>
                </c:pt>
                <c:pt idx="3783">
                  <c:v>338.05259999999998</c:v>
                </c:pt>
                <c:pt idx="3784">
                  <c:v>338.13549999999998</c:v>
                </c:pt>
                <c:pt idx="3785">
                  <c:v>338.21730000000002</c:v>
                </c:pt>
                <c:pt idx="3786">
                  <c:v>338.30149999999998</c:v>
                </c:pt>
                <c:pt idx="3787">
                  <c:v>338.38350000000003</c:v>
                </c:pt>
                <c:pt idx="3788">
                  <c:v>338.46749999999997</c:v>
                </c:pt>
                <c:pt idx="3789">
                  <c:v>338.54919999999998</c:v>
                </c:pt>
                <c:pt idx="3790">
                  <c:v>338.63220000000001</c:v>
                </c:pt>
                <c:pt idx="3791">
                  <c:v>338.71850000000001</c:v>
                </c:pt>
                <c:pt idx="3792">
                  <c:v>338.80130000000003</c:v>
                </c:pt>
                <c:pt idx="3793">
                  <c:v>338.8836</c:v>
                </c:pt>
                <c:pt idx="3794">
                  <c:v>338.9676</c:v>
                </c:pt>
                <c:pt idx="3795">
                  <c:v>339.05160000000001</c:v>
                </c:pt>
                <c:pt idx="3796">
                  <c:v>339.13420000000002</c:v>
                </c:pt>
                <c:pt idx="3797">
                  <c:v>339.21749999999997</c:v>
                </c:pt>
                <c:pt idx="3798">
                  <c:v>339.30099999999999</c:v>
                </c:pt>
                <c:pt idx="3799">
                  <c:v>339.38380000000001</c:v>
                </c:pt>
                <c:pt idx="3800">
                  <c:v>339.46820000000002</c:v>
                </c:pt>
                <c:pt idx="3801">
                  <c:v>339.55079999999998</c:v>
                </c:pt>
                <c:pt idx="3802">
                  <c:v>339.63499999999999</c:v>
                </c:pt>
                <c:pt idx="3803">
                  <c:v>339.71789999999999</c:v>
                </c:pt>
                <c:pt idx="3804">
                  <c:v>339.80149999999998</c:v>
                </c:pt>
                <c:pt idx="3805">
                  <c:v>339.88420000000002</c:v>
                </c:pt>
                <c:pt idx="3806">
                  <c:v>339.96679999999998</c:v>
                </c:pt>
                <c:pt idx="3807">
                  <c:v>340.05130000000003</c:v>
                </c:pt>
                <c:pt idx="3808">
                  <c:v>340.13630000000001</c:v>
                </c:pt>
                <c:pt idx="3809">
                  <c:v>340.2183</c:v>
                </c:pt>
                <c:pt idx="3810">
                  <c:v>340.30180000000001</c:v>
                </c:pt>
                <c:pt idx="3811">
                  <c:v>340.38440000000003</c:v>
                </c:pt>
                <c:pt idx="3812">
                  <c:v>340.46719999999999</c:v>
                </c:pt>
                <c:pt idx="3813">
                  <c:v>340.55149999999998</c:v>
                </c:pt>
                <c:pt idx="3814">
                  <c:v>340.63479999999998</c:v>
                </c:pt>
                <c:pt idx="3815">
                  <c:v>340.71780000000001</c:v>
                </c:pt>
                <c:pt idx="3816">
                  <c:v>340.80130000000003</c:v>
                </c:pt>
                <c:pt idx="3817">
                  <c:v>340.88479999999998</c:v>
                </c:pt>
                <c:pt idx="3818">
                  <c:v>340.96899999999999</c:v>
                </c:pt>
                <c:pt idx="3819">
                  <c:v>341.04910000000001</c:v>
                </c:pt>
                <c:pt idx="3820">
                  <c:v>341.13229999999999</c:v>
                </c:pt>
                <c:pt idx="3821">
                  <c:v>341.21690000000001</c:v>
                </c:pt>
                <c:pt idx="3822">
                  <c:v>341.2978</c:v>
                </c:pt>
                <c:pt idx="3823">
                  <c:v>341.38069999999999</c:v>
                </c:pt>
                <c:pt idx="3824">
                  <c:v>341.46319999999997</c:v>
                </c:pt>
                <c:pt idx="3825">
                  <c:v>341.55020000000002</c:v>
                </c:pt>
                <c:pt idx="3826">
                  <c:v>341.63310000000001</c:v>
                </c:pt>
                <c:pt idx="3827">
                  <c:v>341.71600000000001</c:v>
                </c:pt>
                <c:pt idx="3828">
                  <c:v>341.79880000000003</c:v>
                </c:pt>
                <c:pt idx="3829">
                  <c:v>341.88119999999998</c:v>
                </c:pt>
                <c:pt idx="3830">
                  <c:v>341.96679999999998</c:v>
                </c:pt>
                <c:pt idx="3831">
                  <c:v>342.04899999999998</c:v>
                </c:pt>
                <c:pt idx="3832">
                  <c:v>342.13339999999999</c:v>
                </c:pt>
                <c:pt idx="3833">
                  <c:v>342.21800000000002</c:v>
                </c:pt>
                <c:pt idx="3834">
                  <c:v>342.30099999999999</c:v>
                </c:pt>
                <c:pt idx="3835">
                  <c:v>342.38470000000001</c:v>
                </c:pt>
                <c:pt idx="3836">
                  <c:v>342.46719999999999</c:v>
                </c:pt>
                <c:pt idx="3837">
                  <c:v>342.55</c:v>
                </c:pt>
                <c:pt idx="3838">
                  <c:v>342.63319999999999</c:v>
                </c:pt>
                <c:pt idx="3839">
                  <c:v>342.7165</c:v>
                </c:pt>
                <c:pt idx="3840">
                  <c:v>342.8005</c:v>
                </c:pt>
                <c:pt idx="3841">
                  <c:v>342.88220000000001</c:v>
                </c:pt>
                <c:pt idx="3842">
                  <c:v>342.9674</c:v>
                </c:pt>
                <c:pt idx="3843">
                  <c:v>343.0514</c:v>
                </c:pt>
                <c:pt idx="3844">
                  <c:v>343.13279999999997</c:v>
                </c:pt>
                <c:pt idx="3845">
                  <c:v>343.21589999999998</c:v>
                </c:pt>
                <c:pt idx="3846">
                  <c:v>343.3</c:v>
                </c:pt>
                <c:pt idx="3847">
                  <c:v>343.38260000000002</c:v>
                </c:pt>
                <c:pt idx="3848">
                  <c:v>343.46499999999997</c:v>
                </c:pt>
                <c:pt idx="3849">
                  <c:v>343.54880000000003</c:v>
                </c:pt>
                <c:pt idx="3850">
                  <c:v>343.63139999999999</c:v>
                </c:pt>
                <c:pt idx="3851">
                  <c:v>343.71660000000003</c:v>
                </c:pt>
                <c:pt idx="3852">
                  <c:v>343.80029999999999</c:v>
                </c:pt>
                <c:pt idx="3853">
                  <c:v>343.88200000000001</c:v>
                </c:pt>
                <c:pt idx="3854">
                  <c:v>343.96600000000001</c:v>
                </c:pt>
                <c:pt idx="3855">
                  <c:v>344.04840000000002</c:v>
                </c:pt>
                <c:pt idx="3856">
                  <c:v>344.1336</c:v>
                </c:pt>
                <c:pt idx="3857">
                  <c:v>344.21719999999999</c:v>
                </c:pt>
                <c:pt idx="3858">
                  <c:v>344.29899999999998</c:v>
                </c:pt>
                <c:pt idx="3859">
                  <c:v>344.38260000000002</c:v>
                </c:pt>
                <c:pt idx="3860">
                  <c:v>344.46719999999999</c:v>
                </c:pt>
                <c:pt idx="3861">
                  <c:v>344.55</c:v>
                </c:pt>
                <c:pt idx="3862">
                  <c:v>344.63150000000002</c:v>
                </c:pt>
                <c:pt idx="3863">
                  <c:v>344.71350000000001</c:v>
                </c:pt>
                <c:pt idx="3864">
                  <c:v>344.79860000000002</c:v>
                </c:pt>
                <c:pt idx="3865">
                  <c:v>344.88139999999999</c:v>
                </c:pt>
                <c:pt idx="3866">
                  <c:v>344.96559999999999</c:v>
                </c:pt>
                <c:pt idx="3867">
                  <c:v>345.04750000000001</c:v>
                </c:pt>
                <c:pt idx="3868">
                  <c:v>345.1354</c:v>
                </c:pt>
                <c:pt idx="3869">
                  <c:v>345.21620000000001</c:v>
                </c:pt>
                <c:pt idx="3870">
                  <c:v>345.2978</c:v>
                </c:pt>
                <c:pt idx="3871">
                  <c:v>345.3802</c:v>
                </c:pt>
                <c:pt idx="3872">
                  <c:v>345.46260000000001</c:v>
                </c:pt>
                <c:pt idx="3873">
                  <c:v>345.54520000000002</c:v>
                </c:pt>
                <c:pt idx="3874">
                  <c:v>345.63060000000002</c:v>
                </c:pt>
                <c:pt idx="3875">
                  <c:v>345.7131</c:v>
                </c:pt>
                <c:pt idx="3876">
                  <c:v>345.79860000000002</c:v>
                </c:pt>
                <c:pt idx="3877">
                  <c:v>345.8845</c:v>
                </c:pt>
                <c:pt idx="3878">
                  <c:v>345.96679999999998</c:v>
                </c:pt>
                <c:pt idx="3879">
                  <c:v>346.04899999999998</c:v>
                </c:pt>
                <c:pt idx="3880">
                  <c:v>346.13229999999999</c:v>
                </c:pt>
                <c:pt idx="3881">
                  <c:v>346.21870000000001</c:v>
                </c:pt>
                <c:pt idx="3882">
                  <c:v>346.3</c:v>
                </c:pt>
                <c:pt idx="3883">
                  <c:v>346.38299999999998</c:v>
                </c:pt>
                <c:pt idx="3884">
                  <c:v>346.46640000000002</c:v>
                </c:pt>
                <c:pt idx="3885">
                  <c:v>346.55020000000002</c:v>
                </c:pt>
                <c:pt idx="3886">
                  <c:v>346.63339999999999</c:v>
                </c:pt>
                <c:pt idx="3887">
                  <c:v>346.71710000000002</c:v>
                </c:pt>
                <c:pt idx="3888">
                  <c:v>346.80040000000002</c:v>
                </c:pt>
                <c:pt idx="3889">
                  <c:v>346.88060000000002</c:v>
                </c:pt>
                <c:pt idx="3890">
                  <c:v>346.96899999999999</c:v>
                </c:pt>
                <c:pt idx="3891">
                  <c:v>347.05059999999997</c:v>
                </c:pt>
                <c:pt idx="3892">
                  <c:v>347.13330000000002</c:v>
                </c:pt>
                <c:pt idx="3893">
                  <c:v>347.21589999999998</c:v>
                </c:pt>
                <c:pt idx="3894">
                  <c:v>347.30130000000003</c:v>
                </c:pt>
                <c:pt idx="3895">
                  <c:v>347.38330000000002</c:v>
                </c:pt>
                <c:pt idx="3896">
                  <c:v>347.46719999999999</c:v>
                </c:pt>
                <c:pt idx="3897">
                  <c:v>347.55099999999999</c:v>
                </c:pt>
                <c:pt idx="3898">
                  <c:v>347.63639999999998</c:v>
                </c:pt>
                <c:pt idx="3899">
                  <c:v>347.71809999999999</c:v>
                </c:pt>
                <c:pt idx="3900">
                  <c:v>347.8021</c:v>
                </c:pt>
                <c:pt idx="3901">
                  <c:v>347.88420000000002</c:v>
                </c:pt>
                <c:pt idx="3902">
                  <c:v>347.96890000000002</c:v>
                </c:pt>
                <c:pt idx="3903">
                  <c:v>348.05439999999999</c:v>
                </c:pt>
                <c:pt idx="3904">
                  <c:v>348.13650000000001</c:v>
                </c:pt>
                <c:pt idx="3905">
                  <c:v>348.22059999999999</c:v>
                </c:pt>
                <c:pt idx="3906">
                  <c:v>348.30239999999998</c:v>
                </c:pt>
                <c:pt idx="3907">
                  <c:v>348.38749999999999</c:v>
                </c:pt>
                <c:pt idx="3908">
                  <c:v>348.4708</c:v>
                </c:pt>
                <c:pt idx="3909">
                  <c:v>348.55439999999999</c:v>
                </c:pt>
                <c:pt idx="3910">
                  <c:v>348.6386</c:v>
                </c:pt>
                <c:pt idx="3911">
                  <c:v>348.72379999999998</c:v>
                </c:pt>
                <c:pt idx="3912">
                  <c:v>348.80650000000003</c:v>
                </c:pt>
                <c:pt idx="3913">
                  <c:v>348.89089999999999</c:v>
                </c:pt>
                <c:pt idx="3914">
                  <c:v>348.97460000000001</c:v>
                </c:pt>
                <c:pt idx="3915">
                  <c:v>349.05939999999998</c:v>
                </c:pt>
                <c:pt idx="3916">
                  <c:v>349.14400000000001</c:v>
                </c:pt>
                <c:pt idx="3917">
                  <c:v>349.22680000000003</c:v>
                </c:pt>
                <c:pt idx="3918">
                  <c:v>349.3125</c:v>
                </c:pt>
                <c:pt idx="3919">
                  <c:v>349.39749999999998</c:v>
                </c:pt>
                <c:pt idx="3920">
                  <c:v>349.4812</c:v>
                </c:pt>
                <c:pt idx="3921">
                  <c:v>349.56380000000001</c:v>
                </c:pt>
                <c:pt idx="3922">
                  <c:v>349.64850000000001</c:v>
                </c:pt>
                <c:pt idx="3923">
                  <c:v>349.73320000000001</c:v>
                </c:pt>
                <c:pt idx="3924">
                  <c:v>349.81599999999997</c:v>
                </c:pt>
                <c:pt idx="3925">
                  <c:v>349.89890000000003</c:v>
                </c:pt>
                <c:pt idx="3926">
                  <c:v>349.98379999999997</c:v>
                </c:pt>
                <c:pt idx="3927">
                  <c:v>350.06830000000002</c:v>
                </c:pt>
                <c:pt idx="3928">
                  <c:v>350.15410000000003</c:v>
                </c:pt>
                <c:pt idx="3929">
                  <c:v>350.2362</c:v>
                </c:pt>
                <c:pt idx="3930">
                  <c:v>350.31799999999998</c:v>
                </c:pt>
                <c:pt idx="3931">
                  <c:v>350.40219999999999</c:v>
                </c:pt>
                <c:pt idx="3932">
                  <c:v>350.48779999999999</c:v>
                </c:pt>
                <c:pt idx="3933">
                  <c:v>350.57080000000002</c:v>
                </c:pt>
                <c:pt idx="3934">
                  <c:v>350.65100000000001</c:v>
                </c:pt>
                <c:pt idx="3935">
                  <c:v>350.73719999999997</c:v>
                </c:pt>
                <c:pt idx="3936">
                  <c:v>350.82130000000001</c:v>
                </c:pt>
                <c:pt idx="3937">
                  <c:v>350.90600000000001</c:v>
                </c:pt>
                <c:pt idx="3938">
                  <c:v>350.98950000000002</c:v>
                </c:pt>
                <c:pt idx="3939">
                  <c:v>351.07350000000002</c:v>
                </c:pt>
                <c:pt idx="3940">
                  <c:v>351.15629999999999</c:v>
                </c:pt>
                <c:pt idx="3941">
                  <c:v>351.23919999999998</c:v>
                </c:pt>
                <c:pt idx="3942">
                  <c:v>351.32389999999998</c:v>
                </c:pt>
                <c:pt idx="3943">
                  <c:v>351.40809999999999</c:v>
                </c:pt>
                <c:pt idx="3944">
                  <c:v>351.49349999999998</c:v>
                </c:pt>
                <c:pt idx="3945">
                  <c:v>351.5772</c:v>
                </c:pt>
                <c:pt idx="3946">
                  <c:v>351.66090000000003</c:v>
                </c:pt>
                <c:pt idx="3947">
                  <c:v>351.74279999999999</c:v>
                </c:pt>
                <c:pt idx="3948">
                  <c:v>351.82780000000002</c:v>
                </c:pt>
                <c:pt idx="3949">
                  <c:v>351.91199999999998</c:v>
                </c:pt>
                <c:pt idx="3950">
                  <c:v>351.99560000000002</c:v>
                </c:pt>
                <c:pt idx="3951">
                  <c:v>352.07850000000002</c:v>
                </c:pt>
                <c:pt idx="3952">
                  <c:v>352.1617</c:v>
                </c:pt>
                <c:pt idx="3953">
                  <c:v>352.24740000000003</c:v>
                </c:pt>
                <c:pt idx="3954">
                  <c:v>352.3297</c:v>
                </c:pt>
                <c:pt idx="3955">
                  <c:v>352.41340000000002</c:v>
                </c:pt>
                <c:pt idx="3956">
                  <c:v>352.49669999999998</c:v>
                </c:pt>
                <c:pt idx="3957">
                  <c:v>352.5806</c:v>
                </c:pt>
                <c:pt idx="3958">
                  <c:v>352.66329999999999</c:v>
                </c:pt>
                <c:pt idx="3959">
                  <c:v>352.74610000000001</c:v>
                </c:pt>
                <c:pt idx="3960">
                  <c:v>352.83069999999998</c:v>
                </c:pt>
                <c:pt idx="3961">
                  <c:v>352.91320000000002</c:v>
                </c:pt>
                <c:pt idx="3962">
                  <c:v>352.99419999999998</c:v>
                </c:pt>
                <c:pt idx="3963">
                  <c:v>353.07839999999999</c:v>
                </c:pt>
                <c:pt idx="3964">
                  <c:v>353.1628</c:v>
                </c:pt>
                <c:pt idx="3965">
                  <c:v>353.24239999999998</c:v>
                </c:pt>
                <c:pt idx="3966">
                  <c:v>353.32889999999998</c:v>
                </c:pt>
                <c:pt idx="3967">
                  <c:v>353.41019999999997</c:v>
                </c:pt>
                <c:pt idx="3968">
                  <c:v>353.49279999999999</c:v>
                </c:pt>
                <c:pt idx="3969">
                  <c:v>353.5763</c:v>
                </c:pt>
                <c:pt idx="3970">
                  <c:v>353.66120000000001</c:v>
                </c:pt>
                <c:pt idx="3971">
                  <c:v>353.74489999999997</c:v>
                </c:pt>
                <c:pt idx="3972">
                  <c:v>353.82670000000002</c:v>
                </c:pt>
                <c:pt idx="3973">
                  <c:v>353.91090000000003</c:v>
                </c:pt>
                <c:pt idx="3974">
                  <c:v>353.99290000000002</c:v>
                </c:pt>
                <c:pt idx="3975">
                  <c:v>354.07600000000002</c:v>
                </c:pt>
                <c:pt idx="3976">
                  <c:v>354.15899999999999</c:v>
                </c:pt>
                <c:pt idx="3977">
                  <c:v>354.24180000000001</c:v>
                </c:pt>
                <c:pt idx="3978">
                  <c:v>354.32549999999998</c:v>
                </c:pt>
                <c:pt idx="3979">
                  <c:v>354.40699999999998</c:v>
                </c:pt>
                <c:pt idx="3980">
                  <c:v>354.49079999999998</c:v>
                </c:pt>
                <c:pt idx="3981">
                  <c:v>354.57479999999998</c:v>
                </c:pt>
                <c:pt idx="3982">
                  <c:v>354.65750000000003</c:v>
                </c:pt>
                <c:pt idx="3983">
                  <c:v>354.74099999999999</c:v>
                </c:pt>
                <c:pt idx="3984">
                  <c:v>354.8252</c:v>
                </c:pt>
                <c:pt idx="3985">
                  <c:v>354.90620000000001</c:v>
                </c:pt>
                <c:pt idx="3986">
                  <c:v>354.99009999999998</c:v>
                </c:pt>
                <c:pt idx="3987">
                  <c:v>355.07400000000001</c:v>
                </c:pt>
                <c:pt idx="3988">
                  <c:v>355.15780000000001</c:v>
                </c:pt>
                <c:pt idx="3989">
                  <c:v>355.2407</c:v>
                </c:pt>
                <c:pt idx="3990">
                  <c:v>355.32420000000002</c:v>
                </c:pt>
                <c:pt idx="3991">
                  <c:v>355.40699999999998</c:v>
                </c:pt>
                <c:pt idx="3992">
                  <c:v>355.49099999999999</c:v>
                </c:pt>
                <c:pt idx="3993">
                  <c:v>355.57380000000001</c:v>
                </c:pt>
                <c:pt idx="3994">
                  <c:v>355.65679999999998</c:v>
                </c:pt>
                <c:pt idx="3995">
                  <c:v>355.73950000000002</c:v>
                </c:pt>
                <c:pt idx="3996">
                  <c:v>355.82240000000002</c:v>
                </c:pt>
                <c:pt idx="3997">
                  <c:v>355.90640000000002</c:v>
                </c:pt>
                <c:pt idx="3998">
                  <c:v>355.98869999999999</c:v>
                </c:pt>
                <c:pt idx="3999">
                  <c:v>356.0718</c:v>
                </c:pt>
                <c:pt idx="4000">
                  <c:v>356.15519999999998</c:v>
                </c:pt>
                <c:pt idx="4001">
                  <c:v>356.23809999999997</c:v>
                </c:pt>
                <c:pt idx="4002">
                  <c:v>356.32400000000001</c:v>
                </c:pt>
                <c:pt idx="4003">
                  <c:v>356.40519999999998</c:v>
                </c:pt>
                <c:pt idx="4004">
                  <c:v>356.48970000000003</c:v>
                </c:pt>
                <c:pt idx="4005">
                  <c:v>356.57299999999998</c:v>
                </c:pt>
                <c:pt idx="4006">
                  <c:v>356.65620000000001</c:v>
                </c:pt>
                <c:pt idx="4007">
                  <c:v>356.73939999999999</c:v>
                </c:pt>
                <c:pt idx="4008">
                  <c:v>356.82100000000003</c:v>
                </c:pt>
                <c:pt idx="4009">
                  <c:v>356.90589999999997</c:v>
                </c:pt>
                <c:pt idx="4010">
                  <c:v>356.99079999999998</c:v>
                </c:pt>
                <c:pt idx="4011">
                  <c:v>357.07060000000001</c:v>
                </c:pt>
                <c:pt idx="4012">
                  <c:v>357.15379999999999</c:v>
                </c:pt>
                <c:pt idx="4013">
                  <c:v>357.23759999999999</c:v>
                </c:pt>
                <c:pt idx="4014">
                  <c:v>357.3218</c:v>
                </c:pt>
                <c:pt idx="4015">
                  <c:v>357.4042</c:v>
                </c:pt>
                <c:pt idx="4016">
                  <c:v>357.48759999999999</c:v>
                </c:pt>
                <c:pt idx="4017">
                  <c:v>357.57229999999998</c:v>
                </c:pt>
                <c:pt idx="4018">
                  <c:v>357.65370000000001</c:v>
                </c:pt>
                <c:pt idx="4019">
                  <c:v>357.7396</c:v>
                </c:pt>
                <c:pt idx="4020">
                  <c:v>357.82220000000001</c:v>
                </c:pt>
                <c:pt idx="4021">
                  <c:v>357.90499999999997</c:v>
                </c:pt>
                <c:pt idx="4022">
                  <c:v>357.98860000000002</c:v>
                </c:pt>
                <c:pt idx="4023">
                  <c:v>358.0702</c:v>
                </c:pt>
                <c:pt idx="4024">
                  <c:v>358.15219999999999</c:v>
                </c:pt>
                <c:pt idx="4025">
                  <c:v>358.23860000000002</c:v>
                </c:pt>
                <c:pt idx="4026">
                  <c:v>358.32299999999998</c:v>
                </c:pt>
                <c:pt idx="4027">
                  <c:v>358.40620000000001</c:v>
                </c:pt>
                <c:pt idx="4028">
                  <c:v>358.48820000000001</c:v>
                </c:pt>
                <c:pt idx="4029">
                  <c:v>358.57139999999998</c:v>
                </c:pt>
                <c:pt idx="4030">
                  <c:v>358.65559999999999</c:v>
                </c:pt>
                <c:pt idx="4031">
                  <c:v>358.73860000000002</c:v>
                </c:pt>
                <c:pt idx="4032">
                  <c:v>358.82159999999999</c:v>
                </c:pt>
                <c:pt idx="4033">
                  <c:v>358.9042</c:v>
                </c:pt>
                <c:pt idx="4034">
                  <c:v>358.988</c:v>
                </c:pt>
                <c:pt idx="4035">
                  <c:v>359.07499999999999</c:v>
                </c:pt>
                <c:pt idx="4036">
                  <c:v>359.15600000000001</c:v>
                </c:pt>
                <c:pt idx="4037">
                  <c:v>359.2398</c:v>
                </c:pt>
                <c:pt idx="4038">
                  <c:v>359.32319999999999</c:v>
                </c:pt>
                <c:pt idx="4039">
                  <c:v>359.40660000000003</c:v>
                </c:pt>
                <c:pt idx="4040">
                  <c:v>359.49029999999999</c:v>
                </c:pt>
                <c:pt idx="4041">
                  <c:v>359.57369999999997</c:v>
                </c:pt>
                <c:pt idx="4042">
                  <c:v>359.65499999999997</c:v>
                </c:pt>
                <c:pt idx="4043">
                  <c:v>359.73899999999998</c:v>
                </c:pt>
                <c:pt idx="4044">
                  <c:v>359.82330000000002</c:v>
                </c:pt>
                <c:pt idx="4045">
                  <c:v>359.90620000000001</c:v>
                </c:pt>
                <c:pt idx="4046">
                  <c:v>359.98869999999999</c:v>
                </c:pt>
                <c:pt idx="4047">
                  <c:v>360.07380000000001</c:v>
                </c:pt>
                <c:pt idx="4048">
                  <c:v>360.15899999999999</c:v>
                </c:pt>
                <c:pt idx="4049">
                  <c:v>360.24110000000002</c:v>
                </c:pt>
                <c:pt idx="4050">
                  <c:v>360.32470000000001</c:v>
                </c:pt>
                <c:pt idx="4051">
                  <c:v>360.40780000000001</c:v>
                </c:pt>
                <c:pt idx="4052">
                  <c:v>360.48989999999998</c:v>
                </c:pt>
                <c:pt idx="4053">
                  <c:v>360.57339999999999</c:v>
                </c:pt>
                <c:pt idx="4054">
                  <c:v>360.65710000000001</c:v>
                </c:pt>
                <c:pt idx="4055">
                  <c:v>360.74130000000002</c:v>
                </c:pt>
                <c:pt idx="4056">
                  <c:v>360.8236</c:v>
                </c:pt>
                <c:pt idx="4057">
                  <c:v>360.9083</c:v>
                </c:pt>
                <c:pt idx="4058">
                  <c:v>360.99090000000001</c:v>
                </c:pt>
                <c:pt idx="4059">
                  <c:v>361.07249999999999</c:v>
                </c:pt>
                <c:pt idx="4060">
                  <c:v>361.15649999999999</c:v>
                </c:pt>
                <c:pt idx="4061">
                  <c:v>361.2398</c:v>
                </c:pt>
                <c:pt idx="4062">
                  <c:v>361.32229999999998</c:v>
                </c:pt>
                <c:pt idx="4063">
                  <c:v>361.40589999999997</c:v>
                </c:pt>
                <c:pt idx="4064">
                  <c:v>361.48910000000001</c:v>
                </c:pt>
                <c:pt idx="4065">
                  <c:v>361.5718</c:v>
                </c:pt>
                <c:pt idx="4066">
                  <c:v>361.65519999999998</c:v>
                </c:pt>
                <c:pt idx="4067">
                  <c:v>361.738</c:v>
                </c:pt>
                <c:pt idx="4068">
                  <c:v>361.82240000000002</c:v>
                </c:pt>
                <c:pt idx="4069">
                  <c:v>361.90719999999999</c:v>
                </c:pt>
                <c:pt idx="4070">
                  <c:v>361.98939999999999</c:v>
                </c:pt>
                <c:pt idx="4071">
                  <c:v>362.0752</c:v>
                </c:pt>
                <c:pt idx="4072">
                  <c:v>362.15699999999998</c:v>
                </c:pt>
                <c:pt idx="4073">
                  <c:v>362.24059999999997</c:v>
                </c:pt>
                <c:pt idx="4074">
                  <c:v>362.32319999999999</c:v>
                </c:pt>
                <c:pt idx="4075">
                  <c:v>362.40719999999999</c:v>
                </c:pt>
                <c:pt idx="4076">
                  <c:v>362.4914</c:v>
                </c:pt>
                <c:pt idx="4077">
                  <c:v>362.57760000000002</c:v>
                </c:pt>
                <c:pt idx="4078">
                  <c:v>362.65910000000002</c:v>
                </c:pt>
                <c:pt idx="4079">
                  <c:v>362.74189999999999</c:v>
                </c:pt>
                <c:pt idx="4080">
                  <c:v>362.82619999999997</c:v>
                </c:pt>
                <c:pt idx="4081">
                  <c:v>362.91030000000001</c:v>
                </c:pt>
                <c:pt idx="4082">
                  <c:v>362.99329999999998</c:v>
                </c:pt>
                <c:pt idx="4083">
                  <c:v>363.07799999999997</c:v>
                </c:pt>
                <c:pt idx="4084">
                  <c:v>363.16050000000001</c:v>
                </c:pt>
                <c:pt idx="4085">
                  <c:v>363.24549999999999</c:v>
                </c:pt>
                <c:pt idx="4086">
                  <c:v>363.32909999999998</c:v>
                </c:pt>
                <c:pt idx="4087">
                  <c:v>363.4126</c:v>
                </c:pt>
                <c:pt idx="4088">
                  <c:v>363.49619999999999</c:v>
                </c:pt>
                <c:pt idx="4089">
                  <c:v>363.58</c:v>
                </c:pt>
                <c:pt idx="4090">
                  <c:v>363.66390000000001</c:v>
                </c:pt>
                <c:pt idx="4091">
                  <c:v>363.74650000000003</c:v>
                </c:pt>
                <c:pt idx="4092">
                  <c:v>363.83019999999999</c:v>
                </c:pt>
                <c:pt idx="4093">
                  <c:v>363.91449999999998</c:v>
                </c:pt>
                <c:pt idx="4094">
                  <c:v>363.99759999999998</c:v>
                </c:pt>
                <c:pt idx="4095">
                  <c:v>364.08170000000001</c:v>
                </c:pt>
                <c:pt idx="4096">
                  <c:v>364.16500000000002</c:v>
                </c:pt>
                <c:pt idx="4097">
                  <c:v>364.25049999999999</c:v>
                </c:pt>
                <c:pt idx="4098">
                  <c:v>364.33370000000002</c:v>
                </c:pt>
                <c:pt idx="4099">
                  <c:v>364.41640000000001</c:v>
                </c:pt>
                <c:pt idx="4100">
                  <c:v>364.49979999999999</c:v>
                </c:pt>
                <c:pt idx="4101">
                  <c:v>364.584</c:v>
                </c:pt>
                <c:pt idx="4102">
                  <c:v>364.66699999999997</c:v>
                </c:pt>
                <c:pt idx="4103">
                  <c:v>364.74959999999999</c:v>
                </c:pt>
                <c:pt idx="4104">
                  <c:v>364.8313</c:v>
                </c:pt>
                <c:pt idx="4105">
                  <c:v>364.91500000000002</c:v>
                </c:pt>
                <c:pt idx="4106">
                  <c:v>364.99849999999998</c:v>
                </c:pt>
                <c:pt idx="4107">
                  <c:v>365.084</c:v>
                </c:pt>
                <c:pt idx="4108">
                  <c:v>365.16669999999999</c:v>
                </c:pt>
                <c:pt idx="4109">
                  <c:v>365.25099999999998</c:v>
                </c:pt>
                <c:pt idx="4110">
                  <c:v>365.33499999999998</c:v>
                </c:pt>
                <c:pt idx="4111">
                  <c:v>365.41860000000003</c:v>
                </c:pt>
                <c:pt idx="4112">
                  <c:v>365.50139999999999</c:v>
                </c:pt>
                <c:pt idx="4113">
                  <c:v>365.58429999999998</c:v>
                </c:pt>
                <c:pt idx="4114">
                  <c:v>365.66719999999998</c:v>
                </c:pt>
                <c:pt idx="4115">
                  <c:v>365.74979999999999</c:v>
                </c:pt>
                <c:pt idx="4116">
                  <c:v>365.8347</c:v>
                </c:pt>
                <c:pt idx="4117">
                  <c:v>365.91860000000003</c:v>
                </c:pt>
                <c:pt idx="4118">
                  <c:v>366.00189999999998</c:v>
                </c:pt>
                <c:pt idx="4119">
                  <c:v>366.08499999999998</c:v>
                </c:pt>
                <c:pt idx="4120">
                  <c:v>366.16840000000002</c:v>
                </c:pt>
                <c:pt idx="4121">
                  <c:v>366.2516</c:v>
                </c:pt>
                <c:pt idx="4122">
                  <c:v>366.33499999999998</c:v>
                </c:pt>
                <c:pt idx="4123">
                  <c:v>366.4187</c:v>
                </c:pt>
                <c:pt idx="4124">
                  <c:v>366.50290000000001</c:v>
                </c:pt>
                <c:pt idx="4125">
                  <c:v>366.58670000000001</c:v>
                </c:pt>
                <c:pt idx="4126">
                  <c:v>366.66879999999998</c:v>
                </c:pt>
                <c:pt idx="4127">
                  <c:v>366.75349999999997</c:v>
                </c:pt>
                <c:pt idx="4128">
                  <c:v>366.83679999999998</c:v>
                </c:pt>
                <c:pt idx="4129">
                  <c:v>366.91980000000001</c:v>
                </c:pt>
                <c:pt idx="4130">
                  <c:v>367.00409999999999</c:v>
                </c:pt>
                <c:pt idx="4131">
                  <c:v>367.0874</c:v>
                </c:pt>
                <c:pt idx="4132">
                  <c:v>367.1705</c:v>
                </c:pt>
                <c:pt idx="4133">
                  <c:v>367.25360000000001</c:v>
                </c:pt>
                <c:pt idx="4134">
                  <c:v>367.33550000000002</c:v>
                </c:pt>
                <c:pt idx="4135">
                  <c:v>367.42</c:v>
                </c:pt>
                <c:pt idx="4136">
                  <c:v>367.50569999999999</c:v>
                </c:pt>
                <c:pt idx="4137">
                  <c:v>367.5899</c:v>
                </c:pt>
                <c:pt idx="4138">
                  <c:v>367.67340000000002</c:v>
                </c:pt>
                <c:pt idx="4139">
                  <c:v>367.75549999999998</c:v>
                </c:pt>
                <c:pt idx="4140">
                  <c:v>367.83909999999997</c:v>
                </c:pt>
                <c:pt idx="4141">
                  <c:v>367.92189999999999</c:v>
                </c:pt>
                <c:pt idx="4142">
                  <c:v>368.00659999999999</c:v>
                </c:pt>
                <c:pt idx="4143">
                  <c:v>368.08780000000002</c:v>
                </c:pt>
                <c:pt idx="4144">
                  <c:v>368.17259999999999</c:v>
                </c:pt>
                <c:pt idx="4145">
                  <c:v>368.25639999999999</c:v>
                </c:pt>
                <c:pt idx="4146">
                  <c:v>368.33839999999998</c:v>
                </c:pt>
                <c:pt idx="4147">
                  <c:v>368.42129999999997</c:v>
                </c:pt>
                <c:pt idx="4148">
                  <c:v>368.50560000000002</c:v>
                </c:pt>
                <c:pt idx="4149">
                  <c:v>368.58879999999999</c:v>
                </c:pt>
                <c:pt idx="4150">
                  <c:v>368.67090000000002</c:v>
                </c:pt>
                <c:pt idx="4151">
                  <c:v>368.75549999999998</c:v>
                </c:pt>
                <c:pt idx="4152">
                  <c:v>368.83800000000002</c:v>
                </c:pt>
                <c:pt idx="4153">
                  <c:v>368.92039999999997</c:v>
                </c:pt>
                <c:pt idx="4154">
                  <c:v>369.00400000000002</c:v>
                </c:pt>
                <c:pt idx="4155">
                  <c:v>369.08839999999998</c:v>
                </c:pt>
                <c:pt idx="4156">
                  <c:v>369.17</c:v>
                </c:pt>
                <c:pt idx="4157">
                  <c:v>369.2534</c:v>
                </c:pt>
                <c:pt idx="4158">
                  <c:v>369.3374</c:v>
                </c:pt>
                <c:pt idx="4159">
                  <c:v>369.42</c:v>
                </c:pt>
                <c:pt idx="4160">
                  <c:v>369.50119999999998</c:v>
                </c:pt>
                <c:pt idx="4161">
                  <c:v>369.58580000000001</c:v>
                </c:pt>
                <c:pt idx="4162">
                  <c:v>369.67059999999998</c:v>
                </c:pt>
                <c:pt idx="4163">
                  <c:v>369.75220000000002</c:v>
                </c:pt>
                <c:pt idx="4164">
                  <c:v>369.83530000000002</c:v>
                </c:pt>
                <c:pt idx="4165">
                  <c:v>369.91770000000002</c:v>
                </c:pt>
                <c:pt idx="4166">
                  <c:v>370.005</c:v>
                </c:pt>
                <c:pt idx="4167">
                  <c:v>370.08449999999999</c:v>
                </c:pt>
                <c:pt idx="4168">
                  <c:v>370.16770000000002</c:v>
                </c:pt>
                <c:pt idx="4169">
                  <c:v>370.25049999999999</c:v>
                </c:pt>
                <c:pt idx="4170">
                  <c:v>370.33440000000002</c:v>
                </c:pt>
                <c:pt idx="4171">
                  <c:v>370.4171</c:v>
                </c:pt>
                <c:pt idx="4172">
                  <c:v>370.50119999999998</c:v>
                </c:pt>
                <c:pt idx="4173">
                  <c:v>370.58390000000003</c:v>
                </c:pt>
                <c:pt idx="4174">
                  <c:v>370.66590000000002</c:v>
                </c:pt>
                <c:pt idx="4175">
                  <c:v>370.75139999999999</c:v>
                </c:pt>
                <c:pt idx="4176">
                  <c:v>370.83339999999998</c:v>
                </c:pt>
                <c:pt idx="4177">
                  <c:v>370.91660000000002</c:v>
                </c:pt>
                <c:pt idx="4178">
                  <c:v>371.00080000000003</c:v>
                </c:pt>
                <c:pt idx="4179">
                  <c:v>371.08440000000002</c:v>
                </c:pt>
                <c:pt idx="4180">
                  <c:v>371.16640000000001</c:v>
                </c:pt>
                <c:pt idx="4181">
                  <c:v>371.24880000000002</c:v>
                </c:pt>
                <c:pt idx="4182">
                  <c:v>371.33330000000001</c:v>
                </c:pt>
                <c:pt idx="4183">
                  <c:v>371.41660000000002</c:v>
                </c:pt>
                <c:pt idx="4184">
                  <c:v>371.49939999999998</c:v>
                </c:pt>
                <c:pt idx="4185">
                  <c:v>371.58280000000002</c:v>
                </c:pt>
                <c:pt idx="4186">
                  <c:v>371.66739999999999</c:v>
                </c:pt>
                <c:pt idx="4187">
                  <c:v>371.74900000000002</c:v>
                </c:pt>
                <c:pt idx="4188">
                  <c:v>371.83300000000003</c:v>
                </c:pt>
                <c:pt idx="4189">
                  <c:v>371.91680000000002</c:v>
                </c:pt>
                <c:pt idx="4190">
                  <c:v>372.00069999999999</c:v>
                </c:pt>
                <c:pt idx="4191">
                  <c:v>372.08359999999999</c:v>
                </c:pt>
                <c:pt idx="4192">
                  <c:v>372.16800000000001</c:v>
                </c:pt>
                <c:pt idx="4193">
                  <c:v>372.25170000000003</c:v>
                </c:pt>
                <c:pt idx="4194">
                  <c:v>372.33580000000001</c:v>
                </c:pt>
                <c:pt idx="4195">
                  <c:v>372.41739999999999</c:v>
                </c:pt>
                <c:pt idx="4196">
                  <c:v>372.50060000000002</c:v>
                </c:pt>
                <c:pt idx="4197">
                  <c:v>372.5872</c:v>
                </c:pt>
                <c:pt idx="4198">
                  <c:v>372.6694</c:v>
                </c:pt>
                <c:pt idx="4199">
                  <c:v>372.75420000000003</c:v>
                </c:pt>
                <c:pt idx="4200">
                  <c:v>372.8356</c:v>
                </c:pt>
                <c:pt idx="4201">
                  <c:v>372.91950000000003</c:v>
                </c:pt>
                <c:pt idx="4202">
                  <c:v>373.00360000000001</c:v>
                </c:pt>
                <c:pt idx="4203">
                  <c:v>373.08760000000001</c:v>
                </c:pt>
                <c:pt idx="4204">
                  <c:v>373.1712</c:v>
                </c:pt>
                <c:pt idx="4205">
                  <c:v>373.2534</c:v>
                </c:pt>
                <c:pt idx="4206">
                  <c:v>373.33879999999999</c:v>
                </c:pt>
                <c:pt idx="4207">
                  <c:v>373.42110000000002</c:v>
                </c:pt>
                <c:pt idx="4208">
                  <c:v>373.50560000000002</c:v>
                </c:pt>
                <c:pt idx="4209">
                  <c:v>373.58780000000002</c:v>
                </c:pt>
                <c:pt idx="4210">
                  <c:v>373.67059999999998</c:v>
                </c:pt>
                <c:pt idx="4211">
                  <c:v>373.75549999999998</c:v>
                </c:pt>
                <c:pt idx="4212">
                  <c:v>373.83769999999998</c:v>
                </c:pt>
                <c:pt idx="4213">
                  <c:v>373.92189999999999</c:v>
                </c:pt>
                <c:pt idx="4214">
                  <c:v>374.00409999999999</c:v>
                </c:pt>
                <c:pt idx="4215">
                  <c:v>374.08859999999999</c:v>
                </c:pt>
                <c:pt idx="4216">
                  <c:v>374.17059999999998</c:v>
                </c:pt>
                <c:pt idx="4217">
                  <c:v>374.255</c:v>
                </c:pt>
                <c:pt idx="4218">
                  <c:v>374.33710000000002</c:v>
                </c:pt>
                <c:pt idx="4219">
                  <c:v>374.42189999999999</c:v>
                </c:pt>
                <c:pt idx="4220">
                  <c:v>374.50439999999998</c:v>
                </c:pt>
                <c:pt idx="4221">
                  <c:v>374.58819999999997</c:v>
                </c:pt>
                <c:pt idx="4222">
                  <c:v>374.67059999999998</c:v>
                </c:pt>
                <c:pt idx="4223">
                  <c:v>374.75450000000001</c:v>
                </c:pt>
                <c:pt idx="4224">
                  <c:v>374.8381</c:v>
                </c:pt>
                <c:pt idx="4225">
                  <c:v>374.92219999999998</c:v>
                </c:pt>
                <c:pt idx="4226">
                  <c:v>375.00599999999997</c:v>
                </c:pt>
                <c:pt idx="4227">
                  <c:v>375.0899</c:v>
                </c:pt>
                <c:pt idx="4228">
                  <c:v>375.17329999999998</c:v>
                </c:pt>
                <c:pt idx="4229">
                  <c:v>375.25580000000002</c:v>
                </c:pt>
                <c:pt idx="4230">
                  <c:v>375.33949999999999</c:v>
                </c:pt>
                <c:pt idx="4231">
                  <c:v>375.42309999999998</c:v>
                </c:pt>
                <c:pt idx="4232">
                  <c:v>375.50670000000002</c:v>
                </c:pt>
                <c:pt idx="4233">
                  <c:v>375.58929999999998</c:v>
                </c:pt>
                <c:pt idx="4234">
                  <c:v>375.67320000000001</c:v>
                </c:pt>
                <c:pt idx="4235">
                  <c:v>375.75720000000001</c:v>
                </c:pt>
                <c:pt idx="4236">
                  <c:v>375.83890000000002</c:v>
                </c:pt>
                <c:pt idx="4237">
                  <c:v>375.92320000000001</c:v>
                </c:pt>
                <c:pt idx="4238">
                  <c:v>376.00700000000001</c:v>
                </c:pt>
                <c:pt idx="4239">
                  <c:v>376.09100000000001</c:v>
                </c:pt>
                <c:pt idx="4240">
                  <c:v>376.17340000000002</c:v>
                </c:pt>
                <c:pt idx="4241">
                  <c:v>376.25639999999999</c:v>
                </c:pt>
                <c:pt idx="4242">
                  <c:v>376.339</c:v>
                </c:pt>
                <c:pt idx="4243">
                  <c:v>376.42360000000002</c:v>
                </c:pt>
                <c:pt idx="4244">
                  <c:v>376.50850000000003</c:v>
                </c:pt>
                <c:pt idx="4245">
                  <c:v>376.59179999999998</c:v>
                </c:pt>
                <c:pt idx="4246">
                  <c:v>376.67500000000001</c:v>
                </c:pt>
                <c:pt idx="4247">
                  <c:v>376.75799999999998</c:v>
                </c:pt>
                <c:pt idx="4248">
                  <c:v>376.83960000000002</c:v>
                </c:pt>
                <c:pt idx="4249">
                  <c:v>376.92399999999998</c:v>
                </c:pt>
                <c:pt idx="4250">
                  <c:v>377.00909999999999</c:v>
                </c:pt>
                <c:pt idx="4251">
                  <c:v>377.09120000000001</c:v>
                </c:pt>
                <c:pt idx="4252">
                  <c:v>377.1755</c:v>
                </c:pt>
                <c:pt idx="4253">
                  <c:v>377.2604</c:v>
                </c:pt>
                <c:pt idx="4254">
                  <c:v>377.34679999999997</c:v>
                </c:pt>
                <c:pt idx="4255">
                  <c:v>377.42649999999998</c:v>
                </c:pt>
                <c:pt idx="4256">
                  <c:v>377.51170000000002</c:v>
                </c:pt>
                <c:pt idx="4257">
                  <c:v>377.59440000000001</c:v>
                </c:pt>
                <c:pt idx="4258">
                  <c:v>377.67680000000001</c:v>
                </c:pt>
                <c:pt idx="4259">
                  <c:v>377.76330000000002</c:v>
                </c:pt>
                <c:pt idx="4260">
                  <c:v>377.84780000000001</c:v>
                </c:pt>
                <c:pt idx="4261">
                  <c:v>377.93169999999998</c:v>
                </c:pt>
                <c:pt idx="4262">
                  <c:v>378.01479999999998</c:v>
                </c:pt>
                <c:pt idx="4263">
                  <c:v>378.09620000000001</c:v>
                </c:pt>
                <c:pt idx="4264">
                  <c:v>378.1814</c:v>
                </c:pt>
                <c:pt idx="4265">
                  <c:v>378.26420000000002</c:v>
                </c:pt>
                <c:pt idx="4266">
                  <c:v>378.34739999999999</c:v>
                </c:pt>
                <c:pt idx="4267">
                  <c:v>378.43</c:v>
                </c:pt>
                <c:pt idx="4268">
                  <c:v>378.51479999999998</c:v>
                </c:pt>
                <c:pt idx="4269">
                  <c:v>378.59730000000002</c:v>
                </c:pt>
                <c:pt idx="4270">
                  <c:v>378.68110000000001</c:v>
                </c:pt>
                <c:pt idx="4271">
                  <c:v>378.76440000000002</c:v>
                </c:pt>
                <c:pt idx="4272">
                  <c:v>378.84800000000001</c:v>
                </c:pt>
                <c:pt idx="4273">
                  <c:v>378.93259999999998</c:v>
                </c:pt>
                <c:pt idx="4274">
                  <c:v>379.01560000000001</c:v>
                </c:pt>
                <c:pt idx="4275">
                  <c:v>379.09859999999998</c:v>
                </c:pt>
                <c:pt idx="4276">
                  <c:v>379.18180000000001</c:v>
                </c:pt>
                <c:pt idx="4277">
                  <c:v>379.26740000000001</c:v>
                </c:pt>
                <c:pt idx="4278">
                  <c:v>379.35079999999999</c:v>
                </c:pt>
                <c:pt idx="4279">
                  <c:v>379.43209999999999</c:v>
                </c:pt>
                <c:pt idx="4280">
                  <c:v>379.51609999999999</c:v>
                </c:pt>
                <c:pt idx="4281">
                  <c:v>379.60140000000001</c:v>
                </c:pt>
                <c:pt idx="4282">
                  <c:v>379.68380000000002</c:v>
                </c:pt>
                <c:pt idx="4283">
                  <c:v>379.7672</c:v>
                </c:pt>
                <c:pt idx="4284">
                  <c:v>379.8501</c:v>
                </c:pt>
                <c:pt idx="4285">
                  <c:v>379.93470000000002</c:v>
                </c:pt>
                <c:pt idx="4286">
                  <c:v>380.0163</c:v>
                </c:pt>
                <c:pt idx="4287">
                  <c:v>380.10059999999999</c:v>
                </c:pt>
                <c:pt idx="4288">
                  <c:v>380.18439999999998</c:v>
                </c:pt>
                <c:pt idx="4289">
                  <c:v>380.267</c:v>
                </c:pt>
                <c:pt idx="4290">
                  <c:v>380.35039999999998</c:v>
                </c:pt>
                <c:pt idx="4291">
                  <c:v>380.43459999999999</c:v>
                </c:pt>
                <c:pt idx="4292">
                  <c:v>380.51819999999998</c:v>
                </c:pt>
                <c:pt idx="4293">
                  <c:v>380.59949999999998</c:v>
                </c:pt>
                <c:pt idx="4294">
                  <c:v>380.68439999999998</c:v>
                </c:pt>
                <c:pt idx="4295">
                  <c:v>380.767</c:v>
                </c:pt>
                <c:pt idx="4296">
                  <c:v>380.84960000000001</c:v>
                </c:pt>
                <c:pt idx="4297">
                  <c:v>380.93279999999999</c:v>
                </c:pt>
                <c:pt idx="4298">
                  <c:v>381.0163</c:v>
                </c:pt>
                <c:pt idx="4299">
                  <c:v>381.09930000000003</c:v>
                </c:pt>
                <c:pt idx="4300">
                  <c:v>381.18419999999998</c:v>
                </c:pt>
                <c:pt idx="4301">
                  <c:v>381.26740000000001</c:v>
                </c:pt>
                <c:pt idx="4302">
                  <c:v>381.35079999999999</c:v>
                </c:pt>
                <c:pt idx="4303">
                  <c:v>381.43400000000003</c:v>
                </c:pt>
                <c:pt idx="4304">
                  <c:v>381.517</c:v>
                </c:pt>
                <c:pt idx="4305">
                  <c:v>381.59930000000003</c:v>
                </c:pt>
                <c:pt idx="4306">
                  <c:v>381.68509999999998</c:v>
                </c:pt>
                <c:pt idx="4307">
                  <c:v>381.76839999999999</c:v>
                </c:pt>
                <c:pt idx="4308">
                  <c:v>381.85</c:v>
                </c:pt>
                <c:pt idx="4309">
                  <c:v>381.93540000000002</c:v>
                </c:pt>
                <c:pt idx="4310">
                  <c:v>382.01799999999997</c:v>
                </c:pt>
                <c:pt idx="4311">
                  <c:v>382.10149999999999</c:v>
                </c:pt>
                <c:pt idx="4312">
                  <c:v>382.18509999999998</c:v>
                </c:pt>
                <c:pt idx="4313">
                  <c:v>382.2681</c:v>
                </c:pt>
                <c:pt idx="4314">
                  <c:v>382.35239999999999</c:v>
                </c:pt>
                <c:pt idx="4315">
                  <c:v>382.435</c:v>
                </c:pt>
                <c:pt idx="4316">
                  <c:v>382.51839999999999</c:v>
                </c:pt>
                <c:pt idx="4317">
                  <c:v>382.6044</c:v>
                </c:pt>
                <c:pt idx="4318">
                  <c:v>382.68720000000002</c:v>
                </c:pt>
                <c:pt idx="4319">
                  <c:v>382.7722</c:v>
                </c:pt>
                <c:pt idx="4320">
                  <c:v>382.85500000000002</c:v>
                </c:pt>
                <c:pt idx="4321">
                  <c:v>382.93869999999998</c:v>
                </c:pt>
                <c:pt idx="4322">
                  <c:v>383.0224</c:v>
                </c:pt>
                <c:pt idx="4323">
                  <c:v>383.1062</c:v>
                </c:pt>
                <c:pt idx="4324">
                  <c:v>383.18990000000002</c:v>
                </c:pt>
                <c:pt idx="4325">
                  <c:v>383.27210000000002</c:v>
                </c:pt>
                <c:pt idx="4326">
                  <c:v>383.35820000000001</c:v>
                </c:pt>
                <c:pt idx="4327">
                  <c:v>383.4393</c:v>
                </c:pt>
                <c:pt idx="4328">
                  <c:v>383.52370000000002</c:v>
                </c:pt>
                <c:pt idx="4329">
                  <c:v>383.6078</c:v>
                </c:pt>
                <c:pt idx="4330">
                  <c:v>383.69159999999999</c:v>
                </c:pt>
                <c:pt idx="4331">
                  <c:v>383.7758</c:v>
                </c:pt>
                <c:pt idx="4332">
                  <c:v>383.85700000000003</c:v>
                </c:pt>
                <c:pt idx="4333">
                  <c:v>383.94159999999999</c:v>
                </c:pt>
                <c:pt idx="4334">
                  <c:v>384.02769999999998</c:v>
                </c:pt>
                <c:pt idx="4335">
                  <c:v>384.10980000000001</c:v>
                </c:pt>
                <c:pt idx="4336">
                  <c:v>384.19220000000001</c:v>
                </c:pt>
                <c:pt idx="4337">
                  <c:v>384.27659999999997</c:v>
                </c:pt>
                <c:pt idx="4338">
                  <c:v>384.36099999999999</c:v>
                </c:pt>
                <c:pt idx="4339">
                  <c:v>384.44479999999999</c:v>
                </c:pt>
                <c:pt idx="4340">
                  <c:v>384.52699999999999</c:v>
                </c:pt>
                <c:pt idx="4341">
                  <c:v>384.61309999999997</c:v>
                </c:pt>
                <c:pt idx="4342">
                  <c:v>384.6961</c:v>
                </c:pt>
                <c:pt idx="4343">
                  <c:v>384.77870000000001</c:v>
                </c:pt>
                <c:pt idx="4344">
                  <c:v>384.86360000000002</c:v>
                </c:pt>
                <c:pt idx="4345">
                  <c:v>384.9461</c:v>
                </c:pt>
                <c:pt idx="4346">
                  <c:v>385.03100000000001</c:v>
                </c:pt>
                <c:pt idx="4347">
                  <c:v>385.11500000000001</c:v>
                </c:pt>
                <c:pt idx="4348">
                  <c:v>385.19920000000002</c:v>
                </c:pt>
                <c:pt idx="4349">
                  <c:v>385.2824</c:v>
                </c:pt>
                <c:pt idx="4350">
                  <c:v>385.3648</c:v>
                </c:pt>
                <c:pt idx="4351">
                  <c:v>385.44920000000002</c:v>
                </c:pt>
                <c:pt idx="4352">
                  <c:v>385.53149999999999</c:v>
                </c:pt>
                <c:pt idx="4353">
                  <c:v>385.61529999999999</c:v>
                </c:pt>
                <c:pt idx="4354">
                  <c:v>385.69940000000003</c:v>
                </c:pt>
                <c:pt idx="4355">
                  <c:v>385.78210000000001</c:v>
                </c:pt>
                <c:pt idx="4356">
                  <c:v>385.86619999999999</c:v>
                </c:pt>
                <c:pt idx="4357">
                  <c:v>385.94900000000001</c:v>
                </c:pt>
                <c:pt idx="4358">
                  <c:v>386.03300000000002</c:v>
                </c:pt>
                <c:pt idx="4359">
                  <c:v>386.11759999999998</c:v>
                </c:pt>
                <c:pt idx="4360">
                  <c:v>386.2</c:v>
                </c:pt>
                <c:pt idx="4361">
                  <c:v>386.28219999999999</c:v>
                </c:pt>
                <c:pt idx="4362">
                  <c:v>386.36790000000002</c:v>
                </c:pt>
                <c:pt idx="4363">
                  <c:v>386.4504</c:v>
                </c:pt>
                <c:pt idx="4364">
                  <c:v>386.53559999999999</c:v>
                </c:pt>
                <c:pt idx="4365">
                  <c:v>386.61799999999999</c:v>
                </c:pt>
                <c:pt idx="4366">
                  <c:v>386.7011</c:v>
                </c:pt>
                <c:pt idx="4367">
                  <c:v>386.78629999999998</c:v>
                </c:pt>
                <c:pt idx="4368">
                  <c:v>386.87040000000002</c:v>
                </c:pt>
                <c:pt idx="4369">
                  <c:v>386.95280000000002</c:v>
                </c:pt>
                <c:pt idx="4370">
                  <c:v>387.03800000000001</c:v>
                </c:pt>
                <c:pt idx="4371">
                  <c:v>387.12189999999998</c:v>
                </c:pt>
                <c:pt idx="4372">
                  <c:v>387.2054</c:v>
                </c:pt>
                <c:pt idx="4373">
                  <c:v>387.28910000000002</c:v>
                </c:pt>
                <c:pt idx="4374">
                  <c:v>387.37299999999999</c:v>
                </c:pt>
                <c:pt idx="4375">
                  <c:v>387.4563</c:v>
                </c:pt>
                <c:pt idx="4376">
                  <c:v>387.54020000000003</c:v>
                </c:pt>
                <c:pt idx="4377">
                  <c:v>387.62329999999997</c:v>
                </c:pt>
                <c:pt idx="4378">
                  <c:v>387.70659999999998</c:v>
                </c:pt>
                <c:pt idx="4379">
                  <c:v>387.78859999999997</c:v>
                </c:pt>
                <c:pt idx="4380">
                  <c:v>387.87380000000002</c:v>
                </c:pt>
                <c:pt idx="4381">
                  <c:v>387.95659999999998</c:v>
                </c:pt>
                <c:pt idx="4382">
                  <c:v>388.03829999999999</c:v>
                </c:pt>
                <c:pt idx="4383">
                  <c:v>388.12299999999999</c:v>
                </c:pt>
                <c:pt idx="4384">
                  <c:v>388.20699999999999</c:v>
                </c:pt>
                <c:pt idx="4385">
                  <c:v>388.29020000000003</c:v>
                </c:pt>
                <c:pt idx="4386">
                  <c:v>388.37400000000002</c:v>
                </c:pt>
                <c:pt idx="4387">
                  <c:v>388.45659999999998</c:v>
                </c:pt>
                <c:pt idx="4388">
                  <c:v>388.5376</c:v>
                </c:pt>
                <c:pt idx="4389">
                  <c:v>388.6232</c:v>
                </c:pt>
                <c:pt idx="4390">
                  <c:v>388.7063</c:v>
                </c:pt>
                <c:pt idx="4391">
                  <c:v>388.78800000000001</c:v>
                </c:pt>
                <c:pt idx="4392">
                  <c:v>388.87200000000001</c:v>
                </c:pt>
                <c:pt idx="4393">
                  <c:v>388.95580000000001</c:v>
                </c:pt>
                <c:pt idx="4394">
                  <c:v>389.03840000000002</c:v>
                </c:pt>
                <c:pt idx="4395">
                  <c:v>389.12380000000002</c:v>
                </c:pt>
                <c:pt idx="4396">
                  <c:v>389.20760000000001</c:v>
                </c:pt>
                <c:pt idx="4397">
                  <c:v>389.291</c:v>
                </c:pt>
                <c:pt idx="4398">
                  <c:v>389.37419999999997</c:v>
                </c:pt>
                <c:pt idx="4399">
                  <c:v>389.45920000000001</c:v>
                </c:pt>
                <c:pt idx="4400">
                  <c:v>389.54309999999998</c:v>
                </c:pt>
                <c:pt idx="4401">
                  <c:v>389.62580000000003</c:v>
                </c:pt>
                <c:pt idx="4402">
                  <c:v>389.70859999999999</c:v>
                </c:pt>
                <c:pt idx="4403">
                  <c:v>389.79149999999998</c:v>
                </c:pt>
                <c:pt idx="4404">
                  <c:v>389.875</c:v>
                </c:pt>
                <c:pt idx="4405">
                  <c:v>389.95819999999998</c:v>
                </c:pt>
                <c:pt idx="4406">
                  <c:v>390.04239999999999</c:v>
                </c:pt>
                <c:pt idx="4407">
                  <c:v>390.12599999999998</c:v>
                </c:pt>
                <c:pt idx="4408">
                  <c:v>390.20890000000003</c:v>
                </c:pt>
                <c:pt idx="4409">
                  <c:v>390.29140000000001</c:v>
                </c:pt>
                <c:pt idx="4410">
                  <c:v>390.37639999999999</c:v>
                </c:pt>
                <c:pt idx="4411">
                  <c:v>390.4597</c:v>
                </c:pt>
                <c:pt idx="4412">
                  <c:v>390.54309999999998</c:v>
                </c:pt>
                <c:pt idx="4413">
                  <c:v>390.6311</c:v>
                </c:pt>
                <c:pt idx="4414">
                  <c:v>390.71100000000001</c:v>
                </c:pt>
                <c:pt idx="4415">
                  <c:v>390.79599999999999</c:v>
                </c:pt>
                <c:pt idx="4416">
                  <c:v>390.87729999999999</c:v>
                </c:pt>
                <c:pt idx="4417">
                  <c:v>390.96269999999998</c:v>
                </c:pt>
                <c:pt idx="4418">
                  <c:v>391.04559999999998</c:v>
                </c:pt>
                <c:pt idx="4419">
                  <c:v>391.12959999999998</c:v>
                </c:pt>
                <c:pt idx="4420">
                  <c:v>391.21199999999999</c:v>
                </c:pt>
                <c:pt idx="4421">
                  <c:v>391.29680000000002</c:v>
                </c:pt>
                <c:pt idx="4422">
                  <c:v>391.37920000000003</c:v>
                </c:pt>
                <c:pt idx="4423">
                  <c:v>391.46319999999997</c:v>
                </c:pt>
                <c:pt idx="4424">
                  <c:v>391.54739999999998</c:v>
                </c:pt>
                <c:pt idx="4425">
                  <c:v>391.63200000000001</c:v>
                </c:pt>
                <c:pt idx="4426">
                  <c:v>391.71420000000001</c:v>
                </c:pt>
                <c:pt idx="4427">
                  <c:v>391.79640000000001</c:v>
                </c:pt>
                <c:pt idx="4428">
                  <c:v>391.88170000000002</c:v>
                </c:pt>
                <c:pt idx="4429">
                  <c:v>391.96620000000001</c:v>
                </c:pt>
                <c:pt idx="4430">
                  <c:v>392.05059999999997</c:v>
                </c:pt>
                <c:pt idx="4431">
                  <c:v>392.13339999999999</c:v>
                </c:pt>
                <c:pt idx="4432">
                  <c:v>392.21449999999999</c:v>
                </c:pt>
                <c:pt idx="4433">
                  <c:v>392.3</c:v>
                </c:pt>
                <c:pt idx="4434">
                  <c:v>392.38279999999997</c:v>
                </c:pt>
                <c:pt idx="4435">
                  <c:v>392.46780000000001</c:v>
                </c:pt>
                <c:pt idx="4436">
                  <c:v>392.55040000000002</c:v>
                </c:pt>
                <c:pt idx="4437">
                  <c:v>392.63319999999999</c:v>
                </c:pt>
                <c:pt idx="4438">
                  <c:v>392.71789999999999</c:v>
                </c:pt>
                <c:pt idx="4439">
                  <c:v>392.80059999999997</c:v>
                </c:pt>
                <c:pt idx="4440">
                  <c:v>392.88389999999998</c:v>
                </c:pt>
                <c:pt idx="4441">
                  <c:v>392.9674</c:v>
                </c:pt>
                <c:pt idx="4442">
                  <c:v>393.05099999999999</c:v>
                </c:pt>
                <c:pt idx="4443">
                  <c:v>393.13400000000001</c:v>
                </c:pt>
                <c:pt idx="4444">
                  <c:v>393.21719999999999</c:v>
                </c:pt>
                <c:pt idx="4445">
                  <c:v>393.2998</c:v>
                </c:pt>
                <c:pt idx="4446">
                  <c:v>393.38279999999997</c:v>
                </c:pt>
                <c:pt idx="4447">
                  <c:v>393.46600000000001</c:v>
                </c:pt>
                <c:pt idx="4448">
                  <c:v>393.55029999999999</c:v>
                </c:pt>
                <c:pt idx="4449">
                  <c:v>393.63279999999997</c:v>
                </c:pt>
                <c:pt idx="4450">
                  <c:v>393.7165</c:v>
                </c:pt>
                <c:pt idx="4451">
                  <c:v>393.7987</c:v>
                </c:pt>
                <c:pt idx="4452">
                  <c:v>393.88330000000002</c:v>
                </c:pt>
                <c:pt idx="4453">
                  <c:v>393.964</c:v>
                </c:pt>
                <c:pt idx="4454">
                  <c:v>394.04849999999999</c:v>
                </c:pt>
                <c:pt idx="4455">
                  <c:v>394.13</c:v>
                </c:pt>
                <c:pt idx="4456">
                  <c:v>394.21440000000001</c:v>
                </c:pt>
                <c:pt idx="4457">
                  <c:v>394.2989</c:v>
                </c:pt>
                <c:pt idx="4458">
                  <c:v>394.38200000000001</c:v>
                </c:pt>
                <c:pt idx="4459">
                  <c:v>394.4658</c:v>
                </c:pt>
                <c:pt idx="4460">
                  <c:v>394.54899999999998</c:v>
                </c:pt>
                <c:pt idx="4461">
                  <c:v>394.63159999999999</c:v>
                </c:pt>
                <c:pt idx="4462">
                  <c:v>394.71499999999997</c:v>
                </c:pt>
                <c:pt idx="4463">
                  <c:v>394.79770000000002</c:v>
                </c:pt>
                <c:pt idx="4464">
                  <c:v>394.87810000000002</c:v>
                </c:pt>
                <c:pt idx="4465">
                  <c:v>394.964</c:v>
                </c:pt>
                <c:pt idx="4466">
                  <c:v>395.0446</c:v>
                </c:pt>
                <c:pt idx="4467">
                  <c:v>395.12889999999999</c:v>
                </c:pt>
                <c:pt idx="4468">
                  <c:v>395.21120000000002</c:v>
                </c:pt>
                <c:pt idx="4469">
                  <c:v>395.2953</c:v>
                </c:pt>
                <c:pt idx="4470">
                  <c:v>395.37740000000002</c:v>
                </c:pt>
                <c:pt idx="4471">
                  <c:v>395.46100000000001</c:v>
                </c:pt>
                <c:pt idx="4472">
                  <c:v>395.54500000000002</c:v>
                </c:pt>
                <c:pt idx="4473">
                  <c:v>395.62670000000003</c:v>
                </c:pt>
                <c:pt idx="4474">
                  <c:v>395.7106</c:v>
                </c:pt>
                <c:pt idx="4475">
                  <c:v>395.79349999999999</c:v>
                </c:pt>
                <c:pt idx="4476">
                  <c:v>395.87619999999998</c:v>
                </c:pt>
                <c:pt idx="4477">
                  <c:v>395.96</c:v>
                </c:pt>
                <c:pt idx="4478">
                  <c:v>396.04379999999998</c:v>
                </c:pt>
                <c:pt idx="4479">
                  <c:v>396.12729999999999</c:v>
                </c:pt>
                <c:pt idx="4480">
                  <c:v>396.21050000000002</c:v>
                </c:pt>
                <c:pt idx="4481">
                  <c:v>396.2946</c:v>
                </c:pt>
                <c:pt idx="4482">
                  <c:v>396.37599999999998</c:v>
                </c:pt>
                <c:pt idx="4483">
                  <c:v>396.46080000000001</c:v>
                </c:pt>
                <c:pt idx="4484">
                  <c:v>396.54399999999998</c:v>
                </c:pt>
                <c:pt idx="4485">
                  <c:v>396.62520000000001</c:v>
                </c:pt>
                <c:pt idx="4486">
                  <c:v>396.70819999999998</c:v>
                </c:pt>
                <c:pt idx="4487">
                  <c:v>396.79309999999998</c:v>
                </c:pt>
                <c:pt idx="4488">
                  <c:v>396.87569999999999</c:v>
                </c:pt>
                <c:pt idx="4489">
                  <c:v>396.95859999999999</c:v>
                </c:pt>
                <c:pt idx="4490">
                  <c:v>397.04539999999997</c:v>
                </c:pt>
                <c:pt idx="4491">
                  <c:v>397.1284</c:v>
                </c:pt>
                <c:pt idx="4492">
                  <c:v>397.21100000000001</c:v>
                </c:pt>
                <c:pt idx="4493">
                  <c:v>397.29680000000002</c:v>
                </c:pt>
                <c:pt idx="4494">
                  <c:v>397.38</c:v>
                </c:pt>
                <c:pt idx="4495">
                  <c:v>397.46379999999999</c:v>
                </c:pt>
                <c:pt idx="4496">
                  <c:v>397.54899999999998</c:v>
                </c:pt>
                <c:pt idx="4497">
                  <c:v>397.63479999999998</c:v>
                </c:pt>
                <c:pt idx="4498">
                  <c:v>397.71899999999999</c:v>
                </c:pt>
                <c:pt idx="4499">
                  <c:v>397.80279999999999</c:v>
                </c:pt>
                <c:pt idx="4500">
                  <c:v>397.88639999999998</c:v>
                </c:pt>
                <c:pt idx="4501">
                  <c:v>397.9701</c:v>
                </c:pt>
                <c:pt idx="4502">
                  <c:v>398.05560000000003</c:v>
                </c:pt>
                <c:pt idx="4503">
                  <c:v>398.13780000000003</c:v>
                </c:pt>
                <c:pt idx="4504">
                  <c:v>398.22370000000001</c:v>
                </c:pt>
                <c:pt idx="4505">
                  <c:v>398.30840000000001</c:v>
                </c:pt>
                <c:pt idx="4506">
                  <c:v>398.3922</c:v>
                </c:pt>
                <c:pt idx="4507">
                  <c:v>398.47559999999999</c:v>
                </c:pt>
                <c:pt idx="4508">
                  <c:v>398.55790000000002</c:v>
                </c:pt>
                <c:pt idx="4509">
                  <c:v>398.64120000000003</c:v>
                </c:pt>
                <c:pt idx="4510">
                  <c:v>398.72699999999998</c:v>
                </c:pt>
                <c:pt idx="4511">
                  <c:v>398.80970000000002</c:v>
                </c:pt>
                <c:pt idx="4512">
                  <c:v>398.89240000000001</c:v>
                </c:pt>
                <c:pt idx="4513">
                  <c:v>398.97460000000001</c:v>
                </c:pt>
                <c:pt idx="4514">
                  <c:v>399.05759999999998</c:v>
                </c:pt>
                <c:pt idx="4515">
                  <c:v>399.14100000000002</c:v>
                </c:pt>
                <c:pt idx="4516">
                  <c:v>399.22539999999998</c:v>
                </c:pt>
                <c:pt idx="4517">
                  <c:v>399.31180000000001</c:v>
                </c:pt>
                <c:pt idx="4518">
                  <c:v>399.39640000000003</c:v>
                </c:pt>
                <c:pt idx="4519">
                  <c:v>399.47899999999998</c:v>
                </c:pt>
                <c:pt idx="4520">
                  <c:v>399.56099999999998</c:v>
                </c:pt>
                <c:pt idx="4521">
                  <c:v>399.64330000000001</c:v>
                </c:pt>
                <c:pt idx="4522">
                  <c:v>399.72719999999998</c:v>
                </c:pt>
                <c:pt idx="4523">
                  <c:v>399.81029999999998</c:v>
                </c:pt>
                <c:pt idx="4524">
                  <c:v>399.89400000000001</c:v>
                </c:pt>
                <c:pt idx="4525">
                  <c:v>399.9776</c:v>
                </c:pt>
                <c:pt idx="4526">
                  <c:v>400.06439999999998</c:v>
                </c:pt>
                <c:pt idx="4527">
                  <c:v>400.14600000000002</c:v>
                </c:pt>
                <c:pt idx="4528">
                  <c:v>400.23079999999999</c:v>
                </c:pt>
                <c:pt idx="4529">
                  <c:v>400.31299999999999</c:v>
                </c:pt>
                <c:pt idx="4530">
                  <c:v>400.39859999999999</c:v>
                </c:pt>
                <c:pt idx="4531">
                  <c:v>400.48050000000001</c:v>
                </c:pt>
                <c:pt idx="4532">
                  <c:v>400.56319999999999</c:v>
                </c:pt>
                <c:pt idx="4533">
                  <c:v>400.64640000000003</c:v>
                </c:pt>
                <c:pt idx="4534">
                  <c:v>400.73059999999998</c:v>
                </c:pt>
                <c:pt idx="4535">
                  <c:v>400.8141</c:v>
                </c:pt>
                <c:pt idx="4536">
                  <c:v>400.89429999999999</c:v>
                </c:pt>
                <c:pt idx="4537">
                  <c:v>400.97899999999998</c:v>
                </c:pt>
                <c:pt idx="4538">
                  <c:v>401.06240000000003</c:v>
                </c:pt>
                <c:pt idx="4539">
                  <c:v>401.14510000000001</c:v>
                </c:pt>
                <c:pt idx="4540">
                  <c:v>401.22800000000001</c:v>
                </c:pt>
                <c:pt idx="4541">
                  <c:v>401.31060000000002</c:v>
                </c:pt>
                <c:pt idx="4542">
                  <c:v>401.39499999999998</c:v>
                </c:pt>
                <c:pt idx="4543">
                  <c:v>401.47949999999997</c:v>
                </c:pt>
                <c:pt idx="4544">
                  <c:v>401.56319999999999</c:v>
                </c:pt>
                <c:pt idx="4545">
                  <c:v>401.64499999999998</c:v>
                </c:pt>
                <c:pt idx="4546">
                  <c:v>401.72919999999999</c:v>
                </c:pt>
                <c:pt idx="4547">
                  <c:v>401.81369999999998</c:v>
                </c:pt>
                <c:pt idx="4548">
                  <c:v>401.8972</c:v>
                </c:pt>
                <c:pt idx="4549">
                  <c:v>401.9794</c:v>
                </c:pt>
                <c:pt idx="4550">
                  <c:v>402.06470000000002</c:v>
                </c:pt>
                <c:pt idx="4551">
                  <c:v>402.1472</c:v>
                </c:pt>
                <c:pt idx="4552">
                  <c:v>402.23</c:v>
                </c:pt>
                <c:pt idx="4553">
                  <c:v>402.31439999999998</c:v>
                </c:pt>
                <c:pt idx="4554">
                  <c:v>402.39780000000002</c:v>
                </c:pt>
                <c:pt idx="4555">
                  <c:v>402.48</c:v>
                </c:pt>
                <c:pt idx="4556">
                  <c:v>402.56420000000003</c:v>
                </c:pt>
                <c:pt idx="4557">
                  <c:v>402.6472</c:v>
                </c:pt>
                <c:pt idx="4558">
                  <c:v>402.73200000000003</c:v>
                </c:pt>
                <c:pt idx="4559">
                  <c:v>402.815</c:v>
                </c:pt>
                <c:pt idx="4560">
                  <c:v>402.899</c:v>
                </c:pt>
                <c:pt idx="4561">
                  <c:v>402.98219999999998</c:v>
                </c:pt>
                <c:pt idx="4562">
                  <c:v>403.06560000000002</c:v>
                </c:pt>
                <c:pt idx="4563">
                  <c:v>403.1481</c:v>
                </c:pt>
                <c:pt idx="4564">
                  <c:v>403.23140000000001</c:v>
                </c:pt>
                <c:pt idx="4565">
                  <c:v>403.31619999999998</c:v>
                </c:pt>
                <c:pt idx="4566">
                  <c:v>403.3972</c:v>
                </c:pt>
                <c:pt idx="4567">
                  <c:v>403.4803</c:v>
                </c:pt>
                <c:pt idx="4568">
                  <c:v>403.5643</c:v>
                </c:pt>
                <c:pt idx="4569">
                  <c:v>403.64920000000001</c:v>
                </c:pt>
                <c:pt idx="4570">
                  <c:v>403.73309999999998</c:v>
                </c:pt>
                <c:pt idx="4571">
                  <c:v>403.81650000000002</c:v>
                </c:pt>
                <c:pt idx="4572">
                  <c:v>403.89780000000002</c:v>
                </c:pt>
                <c:pt idx="4573">
                  <c:v>403.98050000000001</c:v>
                </c:pt>
                <c:pt idx="4574">
                  <c:v>404.0641</c:v>
                </c:pt>
                <c:pt idx="4575">
                  <c:v>404.14800000000002</c:v>
                </c:pt>
                <c:pt idx="4576">
                  <c:v>404.23009999999999</c:v>
                </c:pt>
                <c:pt idx="4577">
                  <c:v>404.31360000000001</c:v>
                </c:pt>
                <c:pt idx="4578">
                  <c:v>404.40019999999998</c:v>
                </c:pt>
                <c:pt idx="4579">
                  <c:v>404.4846</c:v>
                </c:pt>
                <c:pt idx="4580">
                  <c:v>404.565</c:v>
                </c:pt>
                <c:pt idx="4581">
                  <c:v>404.64420000000001</c:v>
                </c:pt>
                <c:pt idx="4582">
                  <c:v>404.7294</c:v>
                </c:pt>
                <c:pt idx="4583">
                  <c:v>404.815</c:v>
                </c:pt>
                <c:pt idx="4584">
                  <c:v>404.89690000000002</c:v>
                </c:pt>
                <c:pt idx="4585">
                  <c:v>404.98099999999999</c:v>
                </c:pt>
                <c:pt idx="4586">
                  <c:v>405.06470000000002</c:v>
                </c:pt>
                <c:pt idx="4587">
                  <c:v>405.15199999999999</c:v>
                </c:pt>
                <c:pt idx="4588">
                  <c:v>405.23399999999998</c:v>
                </c:pt>
                <c:pt idx="4589">
                  <c:v>405.31790000000001</c:v>
                </c:pt>
                <c:pt idx="4590">
                  <c:v>405.40210000000002</c:v>
                </c:pt>
                <c:pt idx="4591">
                  <c:v>405.48379999999997</c:v>
                </c:pt>
                <c:pt idx="4592">
                  <c:v>405.5668</c:v>
                </c:pt>
                <c:pt idx="4593">
                  <c:v>405.65050000000002</c:v>
                </c:pt>
                <c:pt idx="4594">
                  <c:v>405.73219999999998</c:v>
                </c:pt>
                <c:pt idx="4595">
                  <c:v>405.81849999999997</c:v>
                </c:pt>
                <c:pt idx="4596">
                  <c:v>405.9008</c:v>
                </c:pt>
                <c:pt idx="4597">
                  <c:v>405.9828</c:v>
                </c:pt>
                <c:pt idx="4598">
                  <c:v>406.0668</c:v>
                </c:pt>
                <c:pt idx="4599">
                  <c:v>406.15039999999999</c:v>
                </c:pt>
                <c:pt idx="4600">
                  <c:v>406.23250000000002</c:v>
                </c:pt>
                <c:pt idx="4601">
                  <c:v>406.31420000000003</c:v>
                </c:pt>
                <c:pt idx="4602">
                  <c:v>406.39780000000002</c:v>
                </c:pt>
                <c:pt idx="4603">
                  <c:v>406.483</c:v>
                </c:pt>
                <c:pt idx="4604">
                  <c:v>406.56630000000001</c:v>
                </c:pt>
                <c:pt idx="4605">
                  <c:v>406.6497</c:v>
                </c:pt>
                <c:pt idx="4606">
                  <c:v>406.73239999999998</c:v>
                </c:pt>
                <c:pt idx="4607">
                  <c:v>406.8152</c:v>
                </c:pt>
                <c:pt idx="4608">
                  <c:v>406.89920000000001</c:v>
                </c:pt>
                <c:pt idx="4609">
                  <c:v>406.98259999999999</c:v>
                </c:pt>
                <c:pt idx="4610">
                  <c:v>407.06540000000001</c:v>
                </c:pt>
                <c:pt idx="4611">
                  <c:v>407.14980000000003</c:v>
                </c:pt>
                <c:pt idx="4612">
                  <c:v>407.23129999999998</c:v>
                </c:pt>
                <c:pt idx="4613">
                  <c:v>407.31420000000003</c:v>
                </c:pt>
                <c:pt idx="4614">
                  <c:v>407.39859999999999</c:v>
                </c:pt>
                <c:pt idx="4615">
                  <c:v>407.48039999999997</c:v>
                </c:pt>
                <c:pt idx="4616">
                  <c:v>407.56200000000001</c:v>
                </c:pt>
                <c:pt idx="4617">
                  <c:v>407.6472</c:v>
                </c:pt>
                <c:pt idx="4618">
                  <c:v>407.73099999999999</c:v>
                </c:pt>
                <c:pt idx="4619">
                  <c:v>407.81310000000002</c:v>
                </c:pt>
                <c:pt idx="4620">
                  <c:v>407.89839999999998</c:v>
                </c:pt>
                <c:pt idx="4621">
                  <c:v>407.98039999999997</c:v>
                </c:pt>
                <c:pt idx="4622">
                  <c:v>408.0641</c:v>
                </c:pt>
                <c:pt idx="4623">
                  <c:v>408.14659999999998</c:v>
                </c:pt>
                <c:pt idx="4624">
                  <c:v>408.22980000000001</c:v>
                </c:pt>
                <c:pt idx="4625">
                  <c:v>408.31479999999999</c:v>
                </c:pt>
                <c:pt idx="4626">
                  <c:v>408.39580000000001</c:v>
                </c:pt>
                <c:pt idx="4627">
                  <c:v>408.4794</c:v>
                </c:pt>
                <c:pt idx="4628">
                  <c:v>408.56439999999998</c:v>
                </c:pt>
                <c:pt idx="4629">
                  <c:v>408.64670000000001</c:v>
                </c:pt>
                <c:pt idx="4630">
                  <c:v>408.7278</c:v>
                </c:pt>
                <c:pt idx="4631">
                  <c:v>408.81360000000001</c:v>
                </c:pt>
                <c:pt idx="4632">
                  <c:v>408.89600000000002</c:v>
                </c:pt>
                <c:pt idx="4633">
                  <c:v>408.98020000000002</c:v>
                </c:pt>
                <c:pt idx="4634">
                  <c:v>409.06439999999998</c:v>
                </c:pt>
                <c:pt idx="4635">
                  <c:v>409.14640000000003</c:v>
                </c:pt>
                <c:pt idx="4636">
                  <c:v>409.23149999999998</c:v>
                </c:pt>
                <c:pt idx="4637">
                  <c:v>409.31560000000002</c:v>
                </c:pt>
                <c:pt idx="4638">
                  <c:v>409.39940000000001</c:v>
                </c:pt>
                <c:pt idx="4639">
                  <c:v>409.48160000000001</c:v>
                </c:pt>
                <c:pt idx="4640">
                  <c:v>409.56599999999997</c:v>
                </c:pt>
                <c:pt idx="4641">
                  <c:v>409.64980000000003</c:v>
                </c:pt>
                <c:pt idx="4642">
                  <c:v>409.73320000000001</c:v>
                </c:pt>
                <c:pt idx="4643">
                  <c:v>409.81720000000001</c:v>
                </c:pt>
                <c:pt idx="4644">
                  <c:v>409.90109999999999</c:v>
                </c:pt>
                <c:pt idx="4645">
                  <c:v>409.98520000000002</c:v>
                </c:pt>
                <c:pt idx="4646">
                  <c:v>410.06950000000001</c:v>
                </c:pt>
                <c:pt idx="4647">
                  <c:v>410.15320000000003</c:v>
                </c:pt>
                <c:pt idx="4648">
                  <c:v>410.23779999999999</c:v>
                </c:pt>
                <c:pt idx="4649">
                  <c:v>410.32040000000001</c:v>
                </c:pt>
                <c:pt idx="4650">
                  <c:v>410.40440000000001</c:v>
                </c:pt>
                <c:pt idx="4651">
                  <c:v>410.48849999999999</c:v>
                </c:pt>
                <c:pt idx="4652">
                  <c:v>410.57429999999999</c:v>
                </c:pt>
                <c:pt idx="4653">
                  <c:v>410.65589999999997</c:v>
                </c:pt>
                <c:pt idx="4654">
                  <c:v>410.7398</c:v>
                </c:pt>
                <c:pt idx="4655">
                  <c:v>410.82459999999998</c:v>
                </c:pt>
                <c:pt idx="4656">
                  <c:v>410.90460000000002</c:v>
                </c:pt>
                <c:pt idx="4657">
                  <c:v>410.99130000000002</c:v>
                </c:pt>
                <c:pt idx="4658">
                  <c:v>411.0754</c:v>
                </c:pt>
                <c:pt idx="4659">
                  <c:v>411.16</c:v>
                </c:pt>
                <c:pt idx="4660">
                  <c:v>411.24279999999999</c:v>
                </c:pt>
                <c:pt idx="4661">
                  <c:v>411.32569999999998</c:v>
                </c:pt>
                <c:pt idx="4662">
                  <c:v>411.41140000000001</c:v>
                </c:pt>
                <c:pt idx="4663">
                  <c:v>411.49439999999998</c:v>
                </c:pt>
                <c:pt idx="4664">
                  <c:v>411.57690000000002</c:v>
                </c:pt>
                <c:pt idx="4665">
                  <c:v>411.661</c:v>
                </c:pt>
                <c:pt idx="4666">
                  <c:v>411.74540000000002</c:v>
                </c:pt>
                <c:pt idx="4667">
                  <c:v>411.8288</c:v>
                </c:pt>
                <c:pt idx="4668">
                  <c:v>411.91070000000002</c:v>
                </c:pt>
                <c:pt idx="4669">
                  <c:v>411.99680000000001</c:v>
                </c:pt>
                <c:pt idx="4670">
                  <c:v>412.08100000000002</c:v>
                </c:pt>
                <c:pt idx="4671">
                  <c:v>412.16410000000002</c:v>
                </c:pt>
                <c:pt idx="4672">
                  <c:v>412.24799999999999</c:v>
                </c:pt>
                <c:pt idx="4673">
                  <c:v>412.33030000000002</c:v>
                </c:pt>
                <c:pt idx="4674">
                  <c:v>412.41390000000001</c:v>
                </c:pt>
                <c:pt idx="4675">
                  <c:v>412.4966</c:v>
                </c:pt>
                <c:pt idx="4676">
                  <c:v>412.58</c:v>
                </c:pt>
                <c:pt idx="4677">
                  <c:v>412.6653</c:v>
                </c:pt>
                <c:pt idx="4678">
                  <c:v>412.74880000000002</c:v>
                </c:pt>
                <c:pt idx="4679">
                  <c:v>412.83359999999999</c:v>
                </c:pt>
                <c:pt idx="4680">
                  <c:v>412.91559999999998</c:v>
                </c:pt>
                <c:pt idx="4681">
                  <c:v>413.00049999999999</c:v>
                </c:pt>
                <c:pt idx="4682">
                  <c:v>413.08440000000002</c:v>
                </c:pt>
                <c:pt idx="4683">
                  <c:v>413.16640000000001</c:v>
                </c:pt>
                <c:pt idx="4684">
                  <c:v>413.25029999999998</c:v>
                </c:pt>
                <c:pt idx="4685">
                  <c:v>413.33319999999998</c:v>
                </c:pt>
                <c:pt idx="4686">
                  <c:v>413.41750000000002</c:v>
                </c:pt>
                <c:pt idx="4687">
                  <c:v>413.50259999999997</c:v>
                </c:pt>
                <c:pt idx="4688">
                  <c:v>413.58339999999998</c:v>
                </c:pt>
                <c:pt idx="4689">
                  <c:v>413.66699999999997</c:v>
                </c:pt>
                <c:pt idx="4690">
                  <c:v>413.75</c:v>
                </c:pt>
                <c:pt idx="4691">
                  <c:v>413.83420000000001</c:v>
                </c:pt>
                <c:pt idx="4692">
                  <c:v>413.91899999999998</c:v>
                </c:pt>
                <c:pt idx="4693">
                  <c:v>414</c:v>
                </c:pt>
                <c:pt idx="4694">
                  <c:v>414.08199999999999</c:v>
                </c:pt>
                <c:pt idx="4695">
                  <c:v>414.16800000000001</c:v>
                </c:pt>
                <c:pt idx="4696">
                  <c:v>414.25220000000002</c:v>
                </c:pt>
                <c:pt idx="4697">
                  <c:v>414.33409999999998</c:v>
                </c:pt>
                <c:pt idx="4698">
                  <c:v>414.41860000000003</c:v>
                </c:pt>
                <c:pt idx="4699">
                  <c:v>414.50150000000002</c:v>
                </c:pt>
                <c:pt idx="4700">
                  <c:v>414.58370000000002</c:v>
                </c:pt>
                <c:pt idx="4701">
                  <c:v>414.66800000000001</c:v>
                </c:pt>
                <c:pt idx="4702">
                  <c:v>414.74979999999999</c:v>
                </c:pt>
                <c:pt idx="4703">
                  <c:v>414.83359999999999</c:v>
                </c:pt>
                <c:pt idx="4704">
                  <c:v>414.91680000000002</c:v>
                </c:pt>
                <c:pt idx="4705">
                  <c:v>415.00060000000002</c:v>
                </c:pt>
                <c:pt idx="4706">
                  <c:v>415.08519999999999</c:v>
                </c:pt>
                <c:pt idx="4707">
                  <c:v>415.1687</c:v>
                </c:pt>
                <c:pt idx="4708">
                  <c:v>415.25139999999999</c:v>
                </c:pt>
                <c:pt idx="4709">
                  <c:v>415.3365</c:v>
                </c:pt>
                <c:pt idx="4710">
                  <c:v>415.41759999999999</c:v>
                </c:pt>
                <c:pt idx="4711">
                  <c:v>415.50119999999998</c:v>
                </c:pt>
                <c:pt idx="4712">
                  <c:v>415.58629999999999</c:v>
                </c:pt>
                <c:pt idx="4713">
                  <c:v>415.67009999999999</c:v>
                </c:pt>
                <c:pt idx="4714">
                  <c:v>415.7516</c:v>
                </c:pt>
                <c:pt idx="4715">
                  <c:v>415.8356</c:v>
                </c:pt>
                <c:pt idx="4716">
                  <c:v>415.92070000000001</c:v>
                </c:pt>
                <c:pt idx="4717">
                  <c:v>416.00540000000001</c:v>
                </c:pt>
                <c:pt idx="4718">
                  <c:v>416.08940000000001</c:v>
                </c:pt>
                <c:pt idx="4719">
                  <c:v>416.1703</c:v>
                </c:pt>
                <c:pt idx="4720">
                  <c:v>416.25459999999998</c:v>
                </c:pt>
                <c:pt idx="4721">
                  <c:v>416.33890000000002</c:v>
                </c:pt>
                <c:pt idx="4722">
                  <c:v>416.42160000000001</c:v>
                </c:pt>
                <c:pt idx="4723">
                  <c:v>416.50560000000002</c:v>
                </c:pt>
                <c:pt idx="4724">
                  <c:v>416.58760000000001</c:v>
                </c:pt>
                <c:pt idx="4725">
                  <c:v>416.67380000000003</c:v>
                </c:pt>
                <c:pt idx="4726">
                  <c:v>416.75779999999997</c:v>
                </c:pt>
                <c:pt idx="4727">
                  <c:v>416.8408</c:v>
                </c:pt>
                <c:pt idx="4728">
                  <c:v>416.92399999999998</c:v>
                </c:pt>
                <c:pt idx="4729">
                  <c:v>417.00799999999998</c:v>
                </c:pt>
                <c:pt idx="4730">
                  <c:v>417.09280000000001</c:v>
                </c:pt>
                <c:pt idx="4731">
                  <c:v>417.17570000000001</c:v>
                </c:pt>
                <c:pt idx="4732">
                  <c:v>417.25909999999999</c:v>
                </c:pt>
                <c:pt idx="4733">
                  <c:v>417.34399999999999</c:v>
                </c:pt>
                <c:pt idx="4734">
                  <c:v>417.42540000000002</c:v>
                </c:pt>
                <c:pt idx="4735">
                  <c:v>417.50900000000001</c:v>
                </c:pt>
                <c:pt idx="4736">
                  <c:v>417.59390000000002</c:v>
                </c:pt>
                <c:pt idx="4737">
                  <c:v>417.67660000000001</c:v>
                </c:pt>
                <c:pt idx="4738">
                  <c:v>417.76170000000002</c:v>
                </c:pt>
                <c:pt idx="4739">
                  <c:v>417.84480000000002</c:v>
                </c:pt>
                <c:pt idx="4740">
                  <c:v>417.92880000000002</c:v>
                </c:pt>
                <c:pt idx="4741">
                  <c:v>418.01499999999999</c:v>
                </c:pt>
                <c:pt idx="4742">
                  <c:v>418.09820000000002</c:v>
                </c:pt>
                <c:pt idx="4743">
                  <c:v>418.18220000000002</c:v>
                </c:pt>
                <c:pt idx="4744">
                  <c:v>418.26580000000001</c:v>
                </c:pt>
                <c:pt idx="4745">
                  <c:v>418.3494</c:v>
                </c:pt>
                <c:pt idx="4746">
                  <c:v>418.43400000000003</c:v>
                </c:pt>
                <c:pt idx="4747">
                  <c:v>418.51690000000002</c:v>
                </c:pt>
                <c:pt idx="4748">
                  <c:v>418.60300000000001</c:v>
                </c:pt>
                <c:pt idx="4749">
                  <c:v>418.68439999999998</c:v>
                </c:pt>
                <c:pt idx="4750">
                  <c:v>418.76900000000001</c:v>
                </c:pt>
                <c:pt idx="4751">
                  <c:v>418.85309999999998</c:v>
                </c:pt>
                <c:pt idx="4752">
                  <c:v>418.93520000000001</c:v>
                </c:pt>
                <c:pt idx="4753">
                  <c:v>419.0172</c:v>
                </c:pt>
                <c:pt idx="4754">
                  <c:v>419.10300000000001</c:v>
                </c:pt>
                <c:pt idx="4755">
                  <c:v>419.18759999999997</c:v>
                </c:pt>
                <c:pt idx="4756">
                  <c:v>419.27190000000002</c:v>
                </c:pt>
                <c:pt idx="4757">
                  <c:v>419.35579999999999</c:v>
                </c:pt>
                <c:pt idx="4758">
                  <c:v>419.43900000000002</c:v>
                </c:pt>
                <c:pt idx="4759">
                  <c:v>419.52339999999998</c:v>
                </c:pt>
                <c:pt idx="4760">
                  <c:v>419.608</c:v>
                </c:pt>
                <c:pt idx="4761">
                  <c:v>419.69</c:v>
                </c:pt>
                <c:pt idx="4762">
                  <c:v>419.7731</c:v>
                </c:pt>
                <c:pt idx="4763">
                  <c:v>419.85559999999998</c:v>
                </c:pt>
                <c:pt idx="4764">
                  <c:v>419.9409</c:v>
                </c:pt>
                <c:pt idx="4765">
                  <c:v>420.0256</c:v>
                </c:pt>
                <c:pt idx="4766">
                  <c:v>420.11079999999998</c:v>
                </c:pt>
                <c:pt idx="4767">
                  <c:v>420.19139999999999</c:v>
                </c:pt>
                <c:pt idx="4768">
                  <c:v>420.27620000000002</c:v>
                </c:pt>
                <c:pt idx="4769">
                  <c:v>420.358</c:v>
                </c:pt>
                <c:pt idx="4770">
                  <c:v>420.44380000000001</c:v>
                </c:pt>
                <c:pt idx="4771">
                  <c:v>420.5258</c:v>
                </c:pt>
                <c:pt idx="4772">
                  <c:v>420.60899999999998</c:v>
                </c:pt>
                <c:pt idx="4773">
                  <c:v>420.69380000000001</c:v>
                </c:pt>
                <c:pt idx="4774">
                  <c:v>420.77760000000001</c:v>
                </c:pt>
                <c:pt idx="4775">
                  <c:v>420.85980000000001</c:v>
                </c:pt>
                <c:pt idx="4776">
                  <c:v>420.94279999999998</c:v>
                </c:pt>
                <c:pt idx="4777">
                  <c:v>421.02600000000001</c:v>
                </c:pt>
                <c:pt idx="4778">
                  <c:v>421.10809999999998</c:v>
                </c:pt>
                <c:pt idx="4779">
                  <c:v>421.1918</c:v>
                </c:pt>
                <c:pt idx="4780">
                  <c:v>421.27569999999997</c:v>
                </c:pt>
                <c:pt idx="4781">
                  <c:v>421.35980000000001</c:v>
                </c:pt>
                <c:pt idx="4782">
                  <c:v>421.44110000000001</c:v>
                </c:pt>
                <c:pt idx="4783">
                  <c:v>421.52620000000002</c:v>
                </c:pt>
                <c:pt idx="4784">
                  <c:v>421.60980000000001</c:v>
                </c:pt>
                <c:pt idx="4785">
                  <c:v>421.69330000000002</c:v>
                </c:pt>
                <c:pt idx="4786">
                  <c:v>421.7747</c:v>
                </c:pt>
                <c:pt idx="4787">
                  <c:v>421.858</c:v>
                </c:pt>
                <c:pt idx="4788">
                  <c:v>421.94299999999998</c:v>
                </c:pt>
                <c:pt idx="4789">
                  <c:v>422.02620000000002</c:v>
                </c:pt>
                <c:pt idx="4790">
                  <c:v>422.10739999999998</c:v>
                </c:pt>
                <c:pt idx="4791">
                  <c:v>422.19290000000001</c:v>
                </c:pt>
                <c:pt idx="4792">
                  <c:v>422.27480000000003</c:v>
                </c:pt>
                <c:pt idx="4793">
                  <c:v>422.35719999999998</c:v>
                </c:pt>
                <c:pt idx="4794">
                  <c:v>422.4418</c:v>
                </c:pt>
                <c:pt idx="4795">
                  <c:v>422.52539999999999</c:v>
                </c:pt>
                <c:pt idx="4796">
                  <c:v>422.60739999999998</c:v>
                </c:pt>
                <c:pt idx="4797">
                  <c:v>422.69369999999998</c:v>
                </c:pt>
                <c:pt idx="4798">
                  <c:v>422.7756</c:v>
                </c:pt>
                <c:pt idx="4799">
                  <c:v>422.85919999999999</c:v>
                </c:pt>
                <c:pt idx="4800">
                  <c:v>422.94159999999999</c:v>
                </c:pt>
                <c:pt idx="4801">
                  <c:v>423.02460000000002</c:v>
                </c:pt>
                <c:pt idx="4802">
                  <c:v>423.10820000000001</c:v>
                </c:pt>
                <c:pt idx="4803">
                  <c:v>423.19240000000002</c:v>
                </c:pt>
                <c:pt idx="4804">
                  <c:v>423.27350000000001</c:v>
                </c:pt>
                <c:pt idx="4805">
                  <c:v>423.35599999999999</c:v>
                </c:pt>
                <c:pt idx="4806">
                  <c:v>423.43950000000001</c:v>
                </c:pt>
                <c:pt idx="4807">
                  <c:v>423.52199999999999</c:v>
                </c:pt>
                <c:pt idx="4808">
                  <c:v>423.6046</c:v>
                </c:pt>
                <c:pt idx="4809">
                  <c:v>423.68900000000002</c:v>
                </c:pt>
                <c:pt idx="4810">
                  <c:v>423.77109999999999</c:v>
                </c:pt>
                <c:pt idx="4811">
                  <c:v>423.85320000000002</c:v>
                </c:pt>
                <c:pt idx="4812">
                  <c:v>423.93700000000001</c:v>
                </c:pt>
                <c:pt idx="4813">
                  <c:v>424.02019999999999</c:v>
                </c:pt>
                <c:pt idx="4814">
                  <c:v>424.10390000000001</c:v>
                </c:pt>
                <c:pt idx="4815">
                  <c:v>424.1875</c:v>
                </c:pt>
                <c:pt idx="4816">
                  <c:v>424.26960000000003</c:v>
                </c:pt>
                <c:pt idx="4817">
                  <c:v>424.3528</c:v>
                </c:pt>
                <c:pt idx="4818">
                  <c:v>424.43579999999997</c:v>
                </c:pt>
                <c:pt idx="4819">
                  <c:v>424.5197</c:v>
                </c:pt>
                <c:pt idx="4820">
                  <c:v>424.60239999999999</c:v>
                </c:pt>
                <c:pt idx="4821">
                  <c:v>424.68720000000002</c:v>
                </c:pt>
                <c:pt idx="4822">
                  <c:v>424.76819999999998</c:v>
                </c:pt>
                <c:pt idx="4823">
                  <c:v>424.85359999999997</c:v>
                </c:pt>
                <c:pt idx="4824">
                  <c:v>424.93650000000002</c:v>
                </c:pt>
                <c:pt idx="4825">
                  <c:v>425.02019999999999</c:v>
                </c:pt>
                <c:pt idx="4826">
                  <c:v>425.1046</c:v>
                </c:pt>
                <c:pt idx="4827">
                  <c:v>425.18950000000001</c:v>
                </c:pt>
                <c:pt idx="4828">
                  <c:v>425.27300000000002</c:v>
                </c:pt>
                <c:pt idx="4829">
                  <c:v>425.35809999999998</c:v>
                </c:pt>
                <c:pt idx="4830">
                  <c:v>425.44099999999997</c:v>
                </c:pt>
                <c:pt idx="4831">
                  <c:v>425.52519999999998</c:v>
                </c:pt>
                <c:pt idx="4832">
                  <c:v>425.608</c:v>
                </c:pt>
                <c:pt idx="4833">
                  <c:v>425.6936</c:v>
                </c:pt>
                <c:pt idx="4834">
                  <c:v>425.77460000000002</c:v>
                </c:pt>
                <c:pt idx="4835">
                  <c:v>425.85820000000001</c:v>
                </c:pt>
                <c:pt idx="4836">
                  <c:v>425.94260000000003</c:v>
                </c:pt>
                <c:pt idx="4837">
                  <c:v>426.02809999999999</c:v>
                </c:pt>
                <c:pt idx="4838">
                  <c:v>426.11160000000001</c:v>
                </c:pt>
                <c:pt idx="4839">
                  <c:v>426.19369999999998</c:v>
                </c:pt>
                <c:pt idx="4840">
                  <c:v>426.28129999999999</c:v>
                </c:pt>
                <c:pt idx="4841">
                  <c:v>426.36759999999998</c:v>
                </c:pt>
                <c:pt idx="4842">
                  <c:v>426.44720000000001</c:v>
                </c:pt>
                <c:pt idx="4843">
                  <c:v>426.53300000000002</c:v>
                </c:pt>
                <c:pt idx="4844">
                  <c:v>426.61739999999998</c:v>
                </c:pt>
                <c:pt idx="4845">
                  <c:v>426.69920000000002</c:v>
                </c:pt>
                <c:pt idx="4846">
                  <c:v>426.78500000000003</c:v>
                </c:pt>
                <c:pt idx="4847">
                  <c:v>426.87009999999998</c:v>
                </c:pt>
                <c:pt idx="4848">
                  <c:v>426.95400000000001</c:v>
                </c:pt>
                <c:pt idx="4849">
                  <c:v>427.03890000000001</c:v>
                </c:pt>
                <c:pt idx="4850">
                  <c:v>427.1225</c:v>
                </c:pt>
                <c:pt idx="4851">
                  <c:v>427.2081</c:v>
                </c:pt>
                <c:pt idx="4852">
                  <c:v>427.29140000000001</c:v>
                </c:pt>
                <c:pt idx="4853">
                  <c:v>427.37479999999999</c:v>
                </c:pt>
                <c:pt idx="4854">
                  <c:v>427.46050000000002</c:v>
                </c:pt>
                <c:pt idx="4855">
                  <c:v>427.54090000000002</c:v>
                </c:pt>
                <c:pt idx="4856">
                  <c:v>427.62860000000001</c:v>
                </c:pt>
                <c:pt idx="4857">
                  <c:v>427.71190000000001</c:v>
                </c:pt>
                <c:pt idx="4858">
                  <c:v>427.79610000000002</c:v>
                </c:pt>
                <c:pt idx="4859">
                  <c:v>427.87959999999998</c:v>
                </c:pt>
                <c:pt idx="4860">
                  <c:v>427.96230000000003</c:v>
                </c:pt>
                <c:pt idx="4861">
                  <c:v>428.04599999999999</c:v>
                </c:pt>
                <c:pt idx="4862">
                  <c:v>428.13040000000001</c:v>
                </c:pt>
                <c:pt idx="4863">
                  <c:v>428.21559999999999</c:v>
                </c:pt>
                <c:pt idx="4864">
                  <c:v>428.2998</c:v>
                </c:pt>
                <c:pt idx="4865">
                  <c:v>428.38240000000002</c:v>
                </c:pt>
                <c:pt idx="4866">
                  <c:v>428.4649</c:v>
                </c:pt>
                <c:pt idx="4867">
                  <c:v>428.55079999999998</c:v>
                </c:pt>
                <c:pt idx="4868">
                  <c:v>428.63279999999997</c:v>
                </c:pt>
                <c:pt idx="4869">
                  <c:v>428.71519999999998</c:v>
                </c:pt>
                <c:pt idx="4870">
                  <c:v>428.79840000000002</c:v>
                </c:pt>
                <c:pt idx="4871">
                  <c:v>428.88240000000002</c:v>
                </c:pt>
                <c:pt idx="4872">
                  <c:v>428.96640000000002</c:v>
                </c:pt>
                <c:pt idx="4873">
                  <c:v>429.0514</c:v>
                </c:pt>
                <c:pt idx="4874">
                  <c:v>429.13319999999999</c:v>
                </c:pt>
                <c:pt idx="4875">
                  <c:v>429.21660000000003</c:v>
                </c:pt>
                <c:pt idx="4876">
                  <c:v>429.29899999999998</c:v>
                </c:pt>
                <c:pt idx="4877">
                  <c:v>429.38400000000001</c:v>
                </c:pt>
                <c:pt idx="4878">
                  <c:v>429.4683</c:v>
                </c:pt>
                <c:pt idx="4879">
                  <c:v>429.55079999999998</c:v>
                </c:pt>
                <c:pt idx="4880">
                  <c:v>429.63619999999997</c:v>
                </c:pt>
                <c:pt idx="4881">
                  <c:v>429.71899999999999</c:v>
                </c:pt>
                <c:pt idx="4882">
                  <c:v>429.8032</c:v>
                </c:pt>
                <c:pt idx="4883">
                  <c:v>429.88690000000003</c:v>
                </c:pt>
                <c:pt idx="4884">
                  <c:v>429.96890000000002</c:v>
                </c:pt>
                <c:pt idx="4885">
                  <c:v>430.05329999999998</c:v>
                </c:pt>
                <c:pt idx="4886">
                  <c:v>430.13780000000003</c:v>
                </c:pt>
                <c:pt idx="4887">
                  <c:v>430.22120000000001</c:v>
                </c:pt>
                <c:pt idx="4888">
                  <c:v>430.30470000000003</c:v>
                </c:pt>
                <c:pt idx="4889">
                  <c:v>430.38729999999998</c:v>
                </c:pt>
                <c:pt idx="4890">
                  <c:v>430.47199999999998</c:v>
                </c:pt>
                <c:pt idx="4891">
                  <c:v>430.55540000000002</c:v>
                </c:pt>
                <c:pt idx="4892">
                  <c:v>430.63900000000001</c:v>
                </c:pt>
                <c:pt idx="4893">
                  <c:v>430.72199999999998</c:v>
                </c:pt>
                <c:pt idx="4894">
                  <c:v>430.80739999999997</c:v>
                </c:pt>
                <c:pt idx="4895">
                  <c:v>430.88830000000002</c:v>
                </c:pt>
                <c:pt idx="4896">
                  <c:v>430.97059999999999</c:v>
                </c:pt>
                <c:pt idx="4897">
                  <c:v>431.05279999999999</c:v>
                </c:pt>
                <c:pt idx="4898">
                  <c:v>431.1336</c:v>
                </c:pt>
                <c:pt idx="4899">
                  <c:v>431.21800000000002</c:v>
                </c:pt>
                <c:pt idx="4900">
                  <c:v>431.30099999999999</c:v>
                </c:pt>
                <c:pt idx="4901">
                  <c:v>431.38400000000001</c:v>
                </c:pt>
                <c:pt idx="4902">
                  <c:v>431.46839999999997</c:v>
                </c:pt>
                <c:pt idx="4903">
                  <c:v>431.5496</c:v>
                </c:pt>
                <c:pt idx="4904">
                  <c:v>431.63249999999999</c:v>
                </c:pt>
                <c:pt idx="4905">
                  <c:v>431.71559999999999</c:v>
                </c:pt>
                <c:pt idx="4906">
                  <c:v>431.80099999999999</c:v>
                </c:pt>
                <c:pt idx="4907">
                  <c:v>431.88170000000002</c:v>
                </c:pt>
                <c:pt idx="4908">
                  <c:v>431.96319999999997</c:v>
                </c:pt>
                <c:pt idx="4909">
                  <c:v>432.0462</c:v>
                </c:pt>
                <c:pt idx="4910">
                  <c:v>432.12920000000003</c:v>
                </c:pt>
                <c:pt idx="4911">
                  <c:v>432.21129999999999</c:v>
                </c:pt>
                <c:pt idx="4912">
                  <c:v>432.29539999999997</c:v>
                </c:pt>
                <c:pt idx="4913">
                  <c:v>432.37869999999998</c:v>
                </c:pt>
                <c:pt idx="4914">
                  <c:v>432.4606</c:v>
                </c:pt>
                <c:pt idx="4915">
                  <c:v>432.5403</c:v>
                </c:pt>
                <c:pt idx="4916">
                  <c:v>432.62459999999999</c:v>
                </c:pt>
                <c:pt idx="4917">
                  <c:v>432.70600000000002</c:v>
                </c:pt>
                <c:pt idx="4918">
                  <c:v>432.7869</c:v>
                </c:pt>
                <c:pt idx="4919">
                  <c:v>432.87259999999998</c:v>
                </c:pt>
                <c:pt idx="4920">
                  <c:v>432.95780000000002</c:v>
                </c:pt>
                <c:pt idx="4921">
                  <c:v>433.04090000000002</c:v>
                </c:pt>
                <c:pt idx="4922">
                  <c:v>433.12090000000001</c:v>
                </c:pt>
                <c:pt idx="4923">
                  <c:v>433.20659999999998</c:v>
                </c:pt>
                <c:pt idx="4924">
                  <c:v>433.28660000000002</c:v>
                </c:pt>
                <c:pt idx="4925">
                  <c:v>433.3707</c:v>
                </c:pt>
                <c:pt idx="4926">
                  <c:v>433.45339999999999</c:v>
                </c:pt>
                <c:pt idx="4927">
                  <c:v>433.53719999999998</c:v>
                </c:pt>
                <c:pt idx="4928">
                  <c:v>433.6223</c:v>
                </c:pt>
                <c:pt idx="4929">
                  <c:v>433.7038</c:v>
                </c:pt>
                <c:pt idx="4930">
                  <c:v>433.78919999999999</c:v>
                </c:pt>
                <c:pt idx="4931">
                  <c:v>433.87119999999999</c:v>
                </c:pt>
                <c:pt idx="4932">
                  <c:v>433.95350000000002</c:v>
                </c:pt>
                <c:pt idx="4933">
                  <c:v>434.03800000000001</c:v>
                </c:pt>
                <c:pt idx="4934">
                  <c:v>434.12079999999997</c:v>
                </c:pt>
                <c:pt idx="4935">
                  <c:v>434.2047</c:v>
                </c:pt>
                <c:pt idx="4936">
                  <c:v>434.29</c:v>
                </c:pt>
                <c:pt idx="4937">
                  <c:v>434.37270000000001</c:v>
                </c:pt>
                <c:pt idx="4938">
                  <c:v>434.45400000000001</c:v>
                </c:pt>
                <c:pt idx="4939">
                  <c:v>434.53840000000002</c:v>
                </c:pt>
                <c:pt idx="4940">
                  <c:v>434.62119999999999</c:v>
                </c:pt>
                <c:pt idx="4941">
                  <c:v>434.70400000000001</c:v>
                </c:pt>
                <c:pt idx="4942">
                  <c:v>434.7876</c:v>
                </c:pt>
                <c:pt idx="4943">
                  <c:v>434.86919999999998</c:v>
                </c:pt>
                <c:pt idx="4944">
                  <c:v>434.95280000000002</c:v>
                </c:pt>
                <c:pt idx="4945">
                  <c:v>435.03429999999997</c:v>
                </c:pt>
                <c:pt idx="4946">
                  <c:v>435.11759999999998</c:v>
                </c:pt>
                <c:pt idx="4947">
                  <c:v>435.2029</c:v>
                </c:pt>
                <c:pt idx="4948">
                  <c:v>435.28739999999999</c:v>
                </c:pt>
                <c:pt idx="4949">
                  <c:v>435.37060000000002</c:v>
                </c:pt>
                <c:pt idx="4950">
                  <c:v>435.45339999999999</c:v>
                </c:pt>
                <c:pt idx="4951">
                  <c:v>435.53579999999999</c:v>
                </c:pt>
                <c:pt idx="4952">
                  <c:v>435.61880000000002</c:v>
                </c:pt>
                <c:pt idx="4953">
                  <c:v>435.70100000000002</c:v>
                </c:pt>
                <c:pt idx="4954">
                  <c:v>435.78730000000002</c:v>
                </c:pt>
                <c:pt idx="4955">
                  <c:v>435.87009999999998</c:v>
                </c:pt>
                <c:pt idx="4956">
                  <c:v>435.95179999999999</c:v>
                </c:pt>
                <c:pt idx="4957">
                  <c:v>436.03719999999998</c:v>
                </c:pt>
                <c:pt idx="4958">
                  <c:v>436.11970000000002</c:v>
                </c:pt>
                <c:pt idx="4959">
                  <c:v>436.20389999999998</c:v>
                </c:pt>
                <c:pt idx="4960">
                  <c:v>436.28660000000002</c:v>
                </c:pt>
                <c:pt idx="4961">
                  <c:v>436.3707</c:v>
                </c:pt>
                <c:pt idx="4962">
                  <c:v>436.4545</c:v>
                </c:pt>
                <c:pt idx="4963">
                  <c:v>436.53800000000001</c:v>
                </c:pt>
                <c:pt idx="4964">
                  <c:v>436.62020000000001</c:v>
                </c:pt>
                <c:pt idx="4965">
                  <c:v>436.70420000000001</c:v>
                </c:pt>
                <c:pt idx="4966">
                  <c:v>436.78899999999999</c:v>
                </c:pt>
                <c:pt idx="4967">
                  <c:v>436.87139999999999</c:v>
                </c:pt>
                <c:pt idx="4968">
                  <c:v>436.9554</c:v>
                </c:pt>
                <c:pt idx="4969">
                  <c:v>437.03820000000002</c:v>
                </c:pt>
                <c:pt idx="4970">
                  <c:v>437.12310000000002</c:v>
                </c:pt>
                <c:pt idx="4971">
                  <c:v>437.20670000000001</c:v>
                </c:pt>
                <c:pt idx="4972">
                  <c:v>437.28980000000001</c:v>
                </c:pt>
                <c:pt idx="4973">
                  <c:v>437.37</c:v>
                </c:pt>
                <c:pt idx="4974">
                  <c:v>437.45510000000002</c:v>
                </c:pt>
                <c:pt idx="4975">
                  <c:v>437.53960000000001</c:v>
                </c:pt>
                <c:pt idx="4976">
                  <c:v>437.6234</c:v>
                </c:pt>
                <c:pt idx="4977">
                  <c:v>437.70740000000001</c:v>
                </c:pt>
                <c:pt idx="4978">
                  <c:v>437.78800000000001</c:v>
                </c:pt>
                <c:pt idx="4979">
                  <c:v>437.87380000000002</c:v>
                </c:pt>
                <c:pt idx="4980">
                  <c:v>437.95760000000001</c:v>
                </c:pt>
                <c:pt idx="4981">
                  <c:v>438.03910000000002</c:v>
                </c:pt>
                <c:pt idx="4982">
                  <c:v>438.12200000000001</c:v>
                </c:pt>
                <c:pt idx="4983">
                  <c:v>438.20319999999998</c:v>
                </c:pt>
                <c:pt idx="4984">
                  <c:v>438.28609999999998</c:v>
                </c:pt>
                <c:pt idx="4985">
                  <c:v>438.37</c:v>
                </c:pt>
                <c:pt idx="4986">
                  <c:v>438.4563</c:v>
                </c:pt>
                <c:pt idx="4987">
                  <c:v>438.53870000000001</c:v>
                </c:pt>
                <c:pt idx="4988">
                  <c:v>438.62040000000002</c:v>
                </c:pt>
                <c:pt idx="4989">
                  <c:v>438.70310000000001</c:v>
                </c:pt>
                <c:pt idx="4990">
                  <c:v>438.78680000000003</c:v>
                </c:pt>
                <c:pt idx="4991">
                  <c:v>438.8707</c:v>
                </c:pt>
                <c:pt idx="4992">
                  <c:v>438.95310000000001</c:v>
                </c:pt>
                <c:pt idx="4993">
                  <c:v>439.03739999999999</c:v>
                </c:pt>
                <c:pt idx="4994">
                  <c:v>439.12040000000002</c:v>
                </c:pt>
                <c:pt idx="4995">
                  <c:v>439.2002</c:v>
                </c:pt>
                <c:pt idx="4996">
                  <c:v>439.2835</c:v>
                </c:pt>
                <c:pt idx="4997">
                  <c:v>439.36630000000002</c:v>
                </c:pt>
                <c:pt idx="4998">
                  <c:v>439.44839999999999</c:v>
                </c:pt>
                <c:pt idx="4999">
                  <c:v>439.53210000000001</c:v>
                </c:pt>
                <c:pt idx="5000">
                  <c:v>439.61680000000001</c:v>
                </c:pt>
                <c:pt idx="5001">
                  <c:v>439.70280000000002</c:v>
                </c:pt>
                <c:pt idx="5002">
                  <c:v>439.78559999999999</c:v>
                </c:pt>
                <c:pt idx="5003">
                  <c:v>439.86700000000002</c:v>
                </c:pt>
                <c:pt idx="5004">
                  <c:v>439.94880000000001</c:v>
                </c:pt>
                <c:pt idx="5005">
                  <c:v>440.03399999999999</c:v>
                </c:pt>
                <c:pt idx="5006">
                  <c:v>440.11759999999998</c:v>
                </c:pt>
                <c:pt idx="5007">
                  <c:v>440.20229999999998</c:v>
                </c:pt>
                <c:pt idx="5008">
                  <c:v>440.28539999999998</c:v>
                </c:pt>
                <c:pt idx="5009">
                  <c:v>440.3682</c:v>
                </c:pt>
                <c:pt idx="5010">
                  <c:v>440.45080000000002</c:v>
                </c:pt>
                <c:pt idx="5011">
                  <c:v>440.53280000000001</c:v>
                </c:pt>
                <c:pt idx="5012">
                  <c:v>440.61520000000002</c:v>
                </c:pt>
                <c:pt idx="5013">
                  <c:v>440.69819999999999</c:v>
                </c:pt>
                <c:pt idx="5014">
                  <c:v>440.7835</c:v>
                </c:pt>
                <c:pt idx="5015">
                  <c:v>440.86579999999998</c:v>
                </c:pt>
                <c:pt idx="5016">
                  <c:v>440.95080000000002</c:v>
                </c:pt>
                <c:pt idx="5017">
                  <c:v>441.03390000000002</c:v>
                </c:pt>
                <c:pt idx="5018">
                  <c:v>441.11799999999999</c:v>
                </c:pt>
                <c:pt idx="5019">
                  <c:v>441.2</c:v>
                </c:pt>
                <c:pt idx="5020">
                  <c:v>441.28280000000001</c:v>
                </c:pt>
                <c:pt idx="5021">
                  <c:v>441.36619999999999</c:v>
                </c:pt>
                <c:pt idx="5022">
                  <c:v>441.45060000000001</c:v>
                </c:pt>
                <c:pt idx="5023">
                  <c:v>441.53399999999999</c:v>
                </c:pt>
                <c:pt idx="5024">
                  <c:v>441.61759999999998</c:v>
                </c:pt>
                <c:pt idx="5025">
                  <c:v>441.70190000000002</c:v>
                </c:pt>
                <c:pt idx="5026">
                  <c:v>441.78339999999997</c:v>
                </c:pt>
                <c:pt idx="5027">
                  <c:v>441.86950000000002</c:v>
                </c:pt>
                <c:pt idx="5028">
                  <c:v>441.95580000000001</c:v>
                </c:pt>
                <c:pt idx="5029">
                  <c:v>442.03680000000003</c:v>
                </c:pt>
                <c:pt idx="5030">
                  <c:v>442.12060000000002</c:v>
                </c:pt>
                <c:pt idx="5031">
                  <c:v>442.2063</c:v>
                </c:pt>
                <c:pt idx="5032">
                  <c:v>442.28820000000002</c:v>
                </c:pt>
                <c:pt idx="5033">
                  <c:v>442.37259999999998</c:v>
                </c:pt>
                <c:pt idx="5034">
                  <c:v>442.45909999999998</c:v>
                </c:pt>
                <c:pt idx="5035">
                  <c:v>442.54160000000002</c:v>
                </c:pt>
                <c:pt idx="5036">
                  <c:v>442.6266</c:v>
                </c:pt>
                <c:pt idx="5037">
                  <c:v>442.71230000000003</c:v>
                </c:pt>
                <c:pt idx="5038">
                  <c:v>442.79660000000001</c:v>
                </c:pt>
                <c:pt idx="5039">
                  <c:v>442.88029999999998</c:v>
                </c:pt>
                <c:pt idx="5040">
                  <c:v>442.96530000000001</c:v>
                </c:pt>
                <c:pt idx="5041">
                  <c:v>443.05040000000002</c:v>
                </c:pt>
                <c:pt idx="5042">
                  <c:v>443.13479999999998</c:v>
                </c:pt>
                <c:pt idx="5043">
                  <c:v>443.21910000000003</c:v>
                </c:pt>
                <c:pt idx="5044">
                  <c:v>443.30119999999999</c:v>
                </c:pt>
                <c:pt idx="5045">
                  <c:v>443.38400000000001</c:v>
                </c:pt>
                <c:pt idx="5046">
                  <c:v>443.47030000000001</c:v>
                </c:pt>
                <c:pt idx="5047">
                  <c:v>443.55270000000002</c:v>
                </c:pt>
                <c:pt idx="5048">
                  <c:v>443.63810000000001</c:v>
                </c:pt>
                <c:pt idx="5049">
                  <c:v>443.72160000000002</c:v>
                </c:pt>
                <c:pt idx="5050">
                  <c:v>443.80669999999998</c:v>
                </c:pt>
                <c:pt idx="5051">
                  <c:v>443.88889999999998</c:v>
                </c:pt>
                <c:pt idx="5052">
                  <c:v>443.97210000000001</c:v>
                </c:pt>
                <c:pt idx="5053">
                  <c:v>444.05500000000001</c:v>
                </c:pt>
                <c:pt idx="5054">
                  <c:v>444.13900000000001</c:v>
                </c:pt>
                <c:pt idx="5055">
                  <c:v>444.22300000000001</c:v>
                </c:pt>
                <c:pt idx="5056">
                  <c:v>444.30540000000002</c:v>
                </c:pt>
                <c:pt idx="5057">
                  <c:v>444.38869999999997</c:v>
                </c:pt>
                <c:pt idx="5058">
                  <c:v>444.47300000000001</c:v>
                </c:pt>
                <c:pt idx="5059">
                  <c:v>444.55700000000002</c:v>
                </c:pt>
                <c:pt idx="5060">
                  <c:v>444.63959999999997</c:v>
                </c:pt>
                <c:pt idx="5061">
                  <c:v>444.72460000000001</c:v>
                </c:pt>
                <c:pt idx="5062">
                  <c:v>444.80700000000002</c:v>
                </c:pt>
                <c:pt idx="5063">
                  <c:v>444.89139999999998</c:v>
                </c:pt>
                <c:pt idx="5064">
                  <c:v>444.976</c:v>
                </c:pt>
                <c:pt idx="5065">
                  <c:v>445.0591</c:v>
                </c:pt>
                <c:pt idx="5066">
                  <c:v>445.14060000000001</c:v>
                </c:pt>
                <c:pt idx="5067">
                  <c:v>445.22559999999999</c:v>
                </c:pt>
                <c:pt idx="5068">
                  <c:v>445.30900000000003</c:v>
                </c:pt>
                <c:pt idx="5069">
                  <c:v>445.39159999999998</c:v>
                </c:pt>
                <c:pt idx="5070">
                  <c:v>445.47480000000002</c:v>
                </c:pt>
                <c:pt idx="5071">
                  <c:v>445.55970000000002</c:v>
                </c:pt>
                <c:pt idx="5072">
                  <c:v>445.64120000000003</c:v>
                </c:pt>
                <c:pt idx="5073">
                  <c:v>445.72500000000002</c:v>
                </c:pt>
                <c:pt idx="5074">
                  <c:v>445.81</c:v>
                </c:pt>
                <c:pt idx="5075">
                  <c:v>445.89370000000002</c:v>
                </c:pt>
                <c:pt idx="5076">
                  <c:v>445.97680000000003</c:v>
                </c:pt>
                <c:pt idx="5077">
                  <c:v>446.05869999999999</c:v>
                </c:pt>
                <c:pt idx="5078">
                  <c:v>446.14159999999998</c:v>
                </c:pt>
                <c:pt idx="5079">
                  <c:v>446.2244</c:v>
                </c:pt>
                <c:pt idx="5080">
                  <c:v>446.30720000000002</c:v>
                </c:pt>
                <c:pt idx="5081">
                  <c:v>446.39080000000001</c:v>
                </c:pt>
                <c:pt idx="5082">
                  <c:v>446.47379999999998</c:v>
                </c:pt>
                <c:pt idx="5083">
                  <c:v>446.55739999999997</c:v>
                </c:pt>
                <c:pt idx="5084">
                  <c:v>446.63940000000002</c:v>
                </c:pt>
                <c:pt idx="5085">
                  <c:v>446.72370000000001</c:v>
                </c:pt>
                <c:pt idx="5086">
                  <c:v>446.80579999999998</c:v>
                </c:pt>
                <c:pt idx="5087">
                  <c:v>446.88690000000003</c:v>
                </c:pt>
                <c:pt idx="5088">
                  <c:v>446.97160000000002</c:v>
                </c:pt>
                <c:pt idx="5089">
                  <c:v>447.05470000000003</c:v>
                </c:pt>
                <c:pt idx="5090">
                  <c:v>447.14019999999999</c:v>
                </c:pt>
                <c:pt idx="5091">
                  <c:v>447.2226</c:v>
                </c:pt>
                <c:pt idx="5092">
                  <c:v>447.30470000000003</c:v>
                </c:pt>
                <c:pt idx="5093">
                  <c:v>447.3879</c:v>
                </c:pt>
                <c:pt idx="5094">
                  <c:v>447.47219999999999</c:v>
                </c:pt>
                <c:pt idx="5095">
                  <c:v>447.55700000000002</c:v>
                </c:pt>
                <c:pt idx="5096">
                  <c:v>447.63909999999998</c:v>
                </c:pt>
                <c:pt idx="5097">
                  <c:v>447.72340000000003</c:v>
                </c:pt>
                <c:pt idx="5098">
                  <c:v>447.8064</c:v>
                </c:pt>
                <c:pt idx="5099">
                  <c:v>447.89249999999998</c:v>
                </c:pt>
                <c:pt idx="5100">
                  <c:v>447.9744</c:v>
                </c:pt>
                <c:pt idx="5101">
                  <c:v>448.0575</c:v>
                </c:pt>
                <c:pt idx="5102">
                  <c:v>448.14120000000003</c:v>
                </c:pt>
                <c:pt idx="5103">
                  <c:v>448.22579999999999</c:v>
                </c:pt>
                <c:pt idx="5104">
                  <c:v>448.31060000000002</c:v>
                </c:pt>
                <c:pt idx="5105">
                  <c:v>448.39490000000001</c:v>
                </c:pt>
                <c:pt idx="5106">
                  <c:v>448.47800000000001</c:v>
                </c:pt>
                <c:pt idx="5107">
                  <c:v>448.56299999999999</c:v>
                </c:pt>
                <c:pt idx="5108">
                  <c:v>448.64479999999998</c:v>
                </c:pt>
                <c:pt idx="5109">
                  <c:v>448.72739999999999</c:v>
                </c:pt>
                <c:pt idx="5110">
                  <c:v>448.81240000000003</c:v>
                </c:pt>
                <c:pt idx="5111">
                  <c:v>448.89659999999998</c:v>
                </c:pt>
                <c:pt idx="5112">
                  <c:v>448.98</c:v>
                </c:pt>
                <c:pt idx="5113">
                  <c:v>449.0652</c:v>
                </c:pt>
                <c:pt idx="5114">
                  <c:v>449.14859999999999</c:v>
                </c:pt>
                <c:pt idx="5115">
                  <c:v>449.23239999999998</c:v>
                </c:pt>
                <c:pt idx="5116">
                  <c:v>449.31670000000003</c:v>
                </c:pt>
                <c:pt idx="5117">
                  <c:v>449.40219999999999</c:v>
                </c:pt>
                <c:pt idx="5118">
                  <c:v>449.48259999999999</c:v>
                </c:pt>
                <c:pt idx="5119">
                  <c:v>449.5693</c:v>
                </c:pt>
                <c:pt idx="5120">
                  <c:v>449.65460000000002</c:v>
                </c:pt>
                <c:pt idx="5121">
                  <c:v>449.73689999999999</c:v>
                </c:pt>
                <c:pt idx="5122">
                  <c:v>449.82229999999998</c:v>
                </c:pt>
                <c:pt idx="5123">
                  <c:v>449.90679999999998</c:v>
                </c:pt>
                <c:pt idx="5124">
                  <c:v>449.99059999999997</c:v>
                </c:pt>
                <c:pt idx="5125">
                  <c:v>450.07400000000001</c:v>
                </c:pt>
                <c:pt idx="5126">
                  <c:v>450.1592</c:v>
                </c:pt>
                <c:pt idx="5127">
                  <c:v>450.24369999999999</c:v>
                </c:pt>
                <c:pt idx="5128">
                  <c:v>450.32760000000002</c:v>
                </c:pt>
                <c:pt idx="5129">
                  <c:v>450.41109999999998</c:v>
                </c:pt>
                <c:pt idx="5130">
                  <c:v>450.49560000000002</c:v>
                </c:pt>
                <c:pt idx="5131">
                  <c:v>450.58019999999999</c:v>
                </c:pt>
                <c:pt idx="5132">
                  <c:v>450.6644</c:v>
                </c:pt>
                <c:pt idx="5133">
                  <c:v>450.74779999999998</c:v>
                </c:pt>
                <c:pt idx="5134">
                  <c:v>450.83159999999998</c:v>
                </c:pt>
                <c:pt idx="5135">
                  <c:v>450.91340000000002</c:v>
                </c:pt>
                <c:pt idx="5136">
                  <c:v>450.99970000000002</c:v>
                </c:pt>
                <c:pt idx="5137">
                  <c:v>451.084</c:v>
                </c:pt>
                <c:pt idx="5138">
                  <c:v>451.16759999999999</c:v>
                </c:pt>
                <c:pt idx="5139">
                  <c:v>451.25020000000001</c:v>
                </c:pt>
                <c:pt idx="5140">
                  <c:v>451.3331</c:v>
                </c:pt>
                <c:pt idx="5141">
                  <c:v>451.41669999999999</c:v>
                </c:pt>
                <c:pt idx="5142">
                  <c:v>451.50040000000001</c:v>
                </c:pt>
                <c:pt idx="5143">
                  <c:v>451.584</c:v>
                </c:pt>
                <c:pt idx="5144">
                  <c:v>451.66719999999998</c:v>
                </c:pt>
                <c:pt idx="5145">
                  <c:v>451.7516</c:v>
                </c:pt>
                <c:pt idx="5146">
                  <c:v>451.83640000000003</c:v>
                </c:pt>
                <c:pt idx="5147">
                  <c:v>451.91899999999998</c:v>
                </c:pt>
                <c:pt idx="5148">
                  <c:v>452.005</c:v>
                </c:pt>
                <c:pt idx="5149">
                  <c:v>452.0856</c:v>
                </c:pt>
                <c:pt idx="5150">
                  <c:v>452.17200000000003</c:v>
                </c:pt>
                <c:pt idx="5151">
                  <c:v>452.25349999999997</c:v>
                </c:pt>
                <c:pt idx="5152">
                  <c:v>452.33839999999998</c:v>
                </c:pt>
                <c:pt idx="5153">
                  <c:v>452.4237</c:v>
                </c:pt>
                <c:pt idx="5154">
                  <c:v>452.50510000000003</c:v>
                </c:pt>
                <c:pt idx="5155">
                  <c:v>452.58839999999998</c:v>
                </c:pt>
                <c:pt idx="5156">
                  <c:v>452.67239999999998</c:v>
                </c:pt>
                <c:pt idx="5157">
                  <c:v>452.75819999999999</c:v>
                </c:pt>
                <c:pt idx="5158">
                  <c:v>452.83839999999998</c:v>
                </c:pt>
                <c:pt idx="5159">
                  <c:v>452.92380000000003</c:v>
                </c:pt>
                <c:pt idx="5160">
                  <c:v>453.00619999999998</c:v>
                </c:pt>
                <c:pt idx="5161">
                  <c:v>453.08929999999998</c:v>
                </c:pt>
                <c:pt idx="5162">
                  <c:v>453.17140000000001</c:v>
                </c:pt>
                <c:pt idx="5163">
                  <c:v>453.25459999999998</c:v>
                </c:pt>
                <c:pt idx="5164">
                  <c:v>453.33699999999999</c:v>
                </c:pt>
                <c:pt idx="5165">
                  <c:v>453.42189999999999</c:v>
                </c:pt>
                <c:pt idx="5166">
                  <c:v>453.5034</c:v>
                </c:pt>
                <c:pt idx="5167">
                  <c:v>453.5872</c:v>
                </c:pt>
                <c:pt idx="5168">
                  <c:v>453.6705</c:v>
                </c:pt>
                <c:pt idx="5169">
                  <c:v>453.75319999999999</c:v>
                </c:pt>
                <c:pt idx="5170">
                  <c:v>453.83550000000002</c:v>
                </c:pt>
                <c:pt idx="5171">
                  <c:v>453.91840000000002</c:v>
                </c:pt>
                <c:pt idx="5172">
                  <c:v>454.00279999999998</c:v>
                </c:pt>
                <c:pt idx="5173">
                  <c:v>454.08429999999998</c:v>
                </c:pt>
                <c:pt idx="5174">
                  <c:v>454.16559999999998</c:v>
                </c:pt>
                <c:pt idx="5175">
                  <c:v>454.25040000000001</c:v>
                </c:pt>
                <c:pt idx="5176">
                  <c:v>454.33240000000001</c:v>
                </c:pt>
                <c:pt idx="5177">
                  <c:v>454.41669999999999</c:v>
                </c:pt>
                <c:pt idx="5178">
                  <c:v>454.50020000000001</c:v>
                </c:pt>
                <c:pt idx="5179">
                  <c:v>454.58300000000003</c:v>
                </c:pt>
                <c:pt idx="5180">
                  <c:v>454.66559999999998</c:v>
                </c:pt>
                <c:pt idx="5181">
                  <c:v>454.74939999999998</c:v>
                </c:pt>
                <c:pt idx="5182">
                  <c:v>454.83260000000001</c:v>
                </c:pt>
                <c:pt idx="5183">
                  <c:v>454.91520000000003</c:v>
                </c:pt>
                <c:pt idx="5184">
                  <c:v>454.99740000000003</c:v>
                </c:pt>
                <c:pt idx="5185">
                  <c:v>455.08100000000002</c:v>
                </c:pt>
                <c:pt idx="5186">
                  <c:v>455.16370000000001</c:v>
                </c:pt>
                <c:pt idx="5187">
                  <c:v>455.24579999999997</c:v>
                </c:pt>
                <c:pt idx="5188">
                  <c:v>455.33010000000002</c:v>
                </c:pt>
                <c:pt idx="5189">
                  <c:v>455.41379999999998</c:v>
                </c:pt>
                <c:pt idx="5190">
                  <c:v>455.49459999999999</c:v>
                </c:pt>
                <c:pt idx="5191">
                  <c:v>455.57690000000002</c:v>
                </c:pt>
                <c:pt idx="5192">
                  <c:v>455.66</c:v>
                </c:pt>
                <c:pt idx="5193">
                  <c:v>455.74459999999999</c:v>
                </c:pt>
                <c:pt idx="5194">
                  <c:v>455.82639999999998</c:v>
                </c:pt>
                <c:pt idx="5195">
                  <c:v>455.90890000000002</c:v>
                </c:pt>
                <c:pt idx="5196">
                  <c:v>455.99400000000003</c:v>
                </c:pt>
                <c:pt idx="5197">
                  <c:v>456.077</c:v>
                </c:pt>
                <c:pt idx="5198">
                  <c:v>456.15859999999998</c:v>
                </c:pt>
                <c:pt idx="5199">
                  <c:v>456.24430000000001</c:v>
                </c:pt>
                <c:pt idx="5200">
                  <c:v>456.32780000000002</c:v>
                </c:pt>
                <c:pt idx="5201">
                  <c:v>456.4119</c:v>
                </c:pt>
                <c:pt idx="5202">
                  <c:v>456.4948</c:v>
                </c:pt>
                <c:pt idx="5203">
                  <c:v>456.57740000000001</c:v>
                </c:pt>
                <c:pt idx="5204">
                  <c:v>456.66019999999997</c:v>
                </c:pt>
                <c:pt idx="5205">
                  <c:v>456.74200000000002</c:v>
                </c:pt>
                <c:pt idx="5206">
                  <c:v>456.82499999999999</c:v>
                </c:pt>
                <c:pt idx="5207">
                  <c:v>456.91</c:v>
                </c:pt>
                <c:pt idx="5208">
                  <c:v>456.99380000000002</c:v>
                </c:pt>
                <c:pt idx="5209">
                  <c:v>457.0772</c:v>
                </c:pt>
                <c:pt idx="5210">
                  <c:v>457.15960000000001</c:v>
                </c:pt>
                <c:pt idx="5211">
                  <c:v>457.24329999999998</c:v>
                </c:pt>
                <c:pt idx="5212">
                  <c:v>457.32639999999998</c:v>
                </c:pt>
                <c:pt idx="5213">
                  <c:v>457.41120000000001</c:v>
                </c:pt>
                <c:pt idx="5214">
                  <c:v>457.4932</c:v>
                </c:pt>
                <c:pt idx="5215">
                  <c:v>457.5752</c:v>
                </c:pt>
                <c:pt idx="5216">
                  <c:v>457.65980000000002</c:v>
                </c:pt>
                <c:pt idx="5217">
                  <c:v>457.74279999999999</c:v>
                </c:pt>
                <c:pt idx="5218">
                  <c:v>457.8254</c:v>
                </c:pt>
                <c:pt idx="5219">
                  <c:v>457.90809999999999</c:v>
                </c:pt>
                <c:pt idx="5220">
                  <c:v>457.99119999999999</c:v>
                </c:pt>
                <c:pt idx="5221">
                  <c:v>458.07690000000002</c:v>
                </c:pt>
                <c:pt idx="5222">
                  <c:v>458.1576</c:v>
                </c:pt>
                <c:pt idx="5223">
                  <c:v>458.24020000000002</c:v>
                </c:pt>
                <c:pt idx="5224">
                  <c:v>458.32420000000002</c:v>
                </c:pt>
                <c:pt idx="5225">
                  <c:v>458.40699999999998</c:v>
                </c:pt>
                <c:pt idx="5226">
                  <c:v>458.49119999999999</c:v>
                </c:pt>
                <c:pt idx="5227">
                  <c:v>458.57659999999998</c:v>
                </c:pt>
                <c:pt idx="5228">
                  <c:v>458.66019999999997</c:v>
                </c:pt>
                <c:pt idx="5229">
                  <c:v>458.74220000000003</c:v>
                </c:pt>
                <c:pt idx="5230">
                  <c:v>458.82619999999997</c:v>
                </c:pt>
                <c:pt idx="5231">
                  <c:v>458.911</c:v>
                </c:pt>
                <c:pt idx="5232">
                  <c:v>458.99540000000002</c:v>
                </c:pt>
                <c:pt idx="5233">
                  <c:v>459.0797</c:v>
                </c:pt>
                <c:pt idx="5234">
                  <c:v>459.16430000000003</c:v>
                </c:pt>
                <c:pt idx="5235">
                  <c:v>459.24889999999999</c:v>
                </c:pt>
                <c:pt idx="5236">
                  <c:v>459.3313</c:v>
                </c:pt>
                <c:pt idx="5237">
                  <c:v>459.41579999999999</c:v>
                </c:pt>
                <c:pt idx="5238">
                  <c:v>459.5016</c:v>
                </c:pt>
                <c:pt idx="5239">
                  <c:v>459.58339999999998</c:v>
                </c:pt>
                <c:pt idx="5240">
                  <c:v>459.66930000000002</c:v>
                </c:pt>
                <c:pt idx="5241">
                  <c:v>459.7534</c:v>
                </c:pt>
                <c:pt idx="5242">
                  <c:v>459.83699999999999</c:v>
                </c:pt>
                <c:pt idx="5243">
                  <c:v>459.92039999999997</c:v>
                </c:pt>
                <c:pt idx="5244">
                  <c:v>460.00470000000001</c:v>
                </c:pt>
                <c:pt idx="5245">
                  <c:v>460.08819999999997</c:v>
                </c:pt>
                <c:pt idx="5246">
                  <c:v>460.17239999999998</c:v>
                </c:pt>
                <c:pt idx="5247">
                  <c:v>460.25790000000001</c:v>
                </c:pt>
                <c:pt idx="5248">
                  <c:v>460.34039999999999</c:v>
                </c:pt>
                <c:pt idx="5249">
                  <c:v>460.42619999999999</c:v>
                </c:pt>
                <c:pt idx="5250">
                  <c:v>460.51</c:v>
                </c:pt>
                <c:pt idx="5251">
                  <c:v>460.5915</c:v>
                </c:pt>
                <c:pt idx="5252">
                  <c:v>460.678</c:v>
                </c:pt>
                <c:pt idx="5253">
                  <c:v>460.76280000000003</c:v>
                </c:pt>
                <c:pt idx="5254">
                  <c:v>460.84359999999998</c:v>
                </c:pt>
                <c:pt idx="5255">
                  <c:v>460.92880000000002</c:v>
                </c:pt>
                <c:pt idx="5256">
                  <c:v>461.01100000000002</c:v>
                </c:pt>
                <c:pt idx="5257">
                  <c:v>461.09609999999998</c:v>
                </c:pt>
                <c:pt idx="5258">
                  <c:v>461.17829999999998</c:v>
                </c:pt>
                <c:pt idx="5259">
                  <c:v>461.26240000000001</c:v>
                </c:pt>
                <c:pt idx="5260">
                  <c:v>461.34609999999998</c:v>
                </c:pt>
                <c:pt idx="5261">
                  <c:v>461.4271</c:v>
                </c:pt>
                <c:pt idx="5262">
                  <c:v>461.51069999999999</c:v>
                </c:pt>
                <c:pt idx="5263">
                  <c:v>461.59390000000002</c:v>
                </c:pt>
                <c:pt idx="5264">
                  <c:v>461.67689999999999</c:v>
                </c:pt>
                <c:pt idx="5265">
                  <c:v>461.75940000000003</c:v>
                </c:pt>
                <c:pt idx="5266">
                  <c:v>461.84339999999997</c:v>
                </c:pt>
                <c:pt idx="5267">
                  <c:v>461.92649999999998</c:v>
                </c:pt>
                <c:pt idx="5268">
                  <c:v>462.01069999999999</c:v>
                </c:pt>
                <c:pt idx="5269">
                  <c:v>462.09199999999998</c:v>
                </c:pt>
                <c:pt idx="5270">
                  <c:v>462.17520000000002</c:v>
                </c:pt>
                <c:pt idx="5271">
                  <c:v>462.25799999999998</c:v>
                </c:pt>
                <c:pt idx="5272">
                  <c:v>462.3426</c:v>
                </c:pt>
                <c:pt idx="5273">
                  <c:v>462.42540000000002</c:v>
                </c:pt>
                <c:pt idx="5274">
                  <c:v>462.50810000000001</c:v>
                </c:pt>
                <c:pt idx="5275">
                  <c:v>462.59</c:v>
                </c:pt>
                <c:pt idx="5276">
                  <c:v>462.67660000000001</c:v>
                </c:pt>
                <c:pt idx="5277">
                  <c:v>462.75799999999998</c:v>
                </c:pt>
                <c:pt idx="5278">
                  <c:v>462.8424</c:v>
                </c:pt>
                <c:pt idx="5279">
                  <c:v>462.92349999999999</c:v>
                </c:pt>
                <c:pt idx="5280">
                  <c:v>463.00760000000002</c:v>
                </c:pt>
                <c:pt idx="5281">
                  <c:v>463.09100000000001</c:v>
                </c:pt>
                <c:pt idx="5282">
                  <c:v>463.17290000000003</c:v>
                </c:pt>
                <c:pt idx="5283">
                  <c:v>463.25619999999998</c:v>
                </c:pt>
                <c:pt idx="5284">
                  <c:v>463.33769999999998</c:v>
                </c:pt>
                <c:pt idx="5285">
                  <c:v>463.42239999999998</c:v>
                </c:pt>
                <c:pt idx="5286">
                  <c:v>463.50330000000002</c:v>
                </c:pt>
                <c:pt idx="5287">
                  <c:v>463.58519999999999</c:v>
                </c:pt>
                <c:pt idx="5288">
                  <c:v>463.67</c:v>
                </c:pt>
                <c:pt idx="5289">
                  <c:v>463.75220000000002</c:v>
                </c:pt>
                <c:pt idx="5290">
                  <c:v>463.83420000000001</c:v>
                </c:pt>
                <c:pt idx="5291">
                  <c:v>463.91680000000002</c:v>
                </c:pt>
                <c:pt idx="5292">
                  <c:v>463.99919999999997</c:v>
                </c:pt>
                <c:pt idx="5293">
                  <c:v>464.08249999999998</c:v>
                </c:pt>
                <c:pt idx="5294">
                  <c:v>464.1669</c:v>
                </c:pt>
                <c:pt idx="5295">
                  <c:v>464.24970000000002</c:v>
                </c:pt>
                <c:pt idx="5296">
                  <c:v>464.3313</c:v>
                </c:pt>
                <c:pt idx="5297">
                  <c:v>464.41539999999998</c:v>
                </c:pt>
                <c:pt idx="5298">
                  <c:v>464.49740000000003</c:v>
                </c:pt>
                <c:pt idx="5299">
                  <c:v>464.5813</c:v>
                </c:pt>
                <c:pt idx="5300">
                  <c:v>464.66410000000002</c:v>
                </c:pt>
                <c:pt idx="5301">
                  <c:v>464.74680000000001</c:v>
                </c:pt>
                <c:pt idx="5302">
                  <c:v>464.82870000000003</c:v>
                </c:pt>
                <c:pt idx="5303">
                  <c:v>464.91370000000001</c:v>
                </c:pt>
                <c:pt idx="5304">
                  <c:v>464.99419999999998</c:v>
                </c:pt>
                <c:pt idx="5305">
                  <c:v>465.07639999999998</c:v>
                </c:pt>
                <c:pt idx="5306">
                  <c:v>465.15960000000001</c:v>
                </c:pt>
                <c:pt idx="5307">
                  <c:v>465.24380000000002</c:v>
                </c:pt>
                <c:pt idx="5308">
                  <c:v>465.32569999999998</c:v>
                </c:pt>
                <c:pt idx="5309">
                  <c:v>465.40879999999999</c:v>
                </c:pt>
                <c:pt idx="5310">
                  <c:v>465.49160000000001</c:v>
                </c:pt>
                <c:pt idx="5311">
                  <c:v>465.57740000000001</c:v>
                </c:pt>
                <c:pt idx="5312">
                  <c:v>465.65980000000002</c:v>
                </c:pt>
                <c:pt idx="5313">
                  <c:v>465.74439999999998</c:v>
                </c:pt>
                <c:pt idx="5314">
                  <c:v>465.82530000000003</c:v>
                </c:pt>
                <c:pt idx="5315">
                  <c:v>465.90859999999998</c:v>
                </c:pt>
                <c:pt idx="5316">
                  <c:v>465.99349999999998</c:v>
                </c:pt>
                <c:pt idx="5317">
                  <c:v>466.0752</c:v>
                </c:pt>
                <c:pt idx="5318">
                  <c:v>466.15980000000002</c:v>
                </c:pt>
                <c:pt idx="5319">
                  <c:v>466.24540000000002</c:v>
                </c:pt>
                <c:pt idx="5320">
                  <c:v>466.32810000000001</c:v>
                </c:pt>
                <c:pt idx="5321">
                  <c:v>466.41390000000001</c:v>
                </c:pt>
                <c:pt idx="5322">
                  <c:v>466.49599999999998</c:v>
                </c:pt>
                <c:pt idx="5323">
                  <c:v>466.57920000000001</c:v>
                </c:pt>
                <c:pt idx="5324">
                  <c:v>466.66239999999999</c:v>
                </c:pt>
                <c:pt idx="5325">
                  <c:v>466.7484</c:v>
                </c:pt>
                <c:pt idx="5326">
                  <c:v>466.83100000000002</c:v>
                </c:pt>
                <c:pt idx="5327">
                  <c:v>466.9187</c:v>
                </c:pt>
                <c:pt idx="5328">
                  <c:v>467.00110000000001</c:v>
                </c:pt>
                <c:pt idx="5329">
                  <c:v>467.08359999999999</c:v>
                </c:pt>
                <c:pt idx="5330">
                  <c:v>467.1694</c:v>
                </c:pt>
                <c:pt idx="5331">
                  <c:v>467.25389999999999</c:v>
                </c:pt>
                <c:pt idx="5332">
                  <c:v>467.3372</c:v>
                </c:pt>
                <c:pt idx="5333">
                  <c:v>467.42360000000002</c:v>
                </c:pt>
                <c:pt idx="5334">
                  <c:v>467.50869999999998</c:v>
                </c:pt>
                <c:pt idx="5335">
                  <c:v>467.59339999999997</c:v>
                </c:pt>
                <c:pt idx="5336">
                  <c:v>467.67700000000002</c:v>
                </c:pt>
                <c:pt idx="5337">
                  <c:v>467.76179999999999</c:v>
                </c:pt>
                <c:pt idx="5338">
                  <c:v>467.84730000000002</c:v>
                </c:pt>
                <c:pt idx="5339">
                  <c:v>467.93209999999999</c:v>
                </c:pt>
                <c:pt idx="5340">
                  <c:v>468.01780000000002</c:v>
                </c:pt>
                <c:pt idx="5341">
                  <c:v>468.10019999999997</c:v>
                </c:pt>
                <c:pt idx="5342">
                  <c:v>468.18720000000002</c:v>
                </c:pt>
                <c:pt idx="5343">
                  <c:v>468.27069999999998</c:v>
                </c:pt>
                <c:pt idx="5344">
                  <c:v>468.35669999999999</c:v>
                </c:pt>
                <c:pt idx="5345">
                  <c:v>468.44170000000003</c:v>
                </c:pt>
                <c:pt idx="5346">
                  <c:v>468.52699999999999</c:v>
                </c:pt>
                <c:pt idx="5347">
                  <c:v>468.6105</c:v>
                </c:pt>
                <c:pt idx="5348">
                  <c:v>468.6961</c:v>
                </c:pt>
                <c:pt idx="5349">
                  <c:v>468.78019999999998</c:v>
                </c:pt>
                <c:pt idx="5350">
                  <c:v>468.86340000000001</c:v>
                </c:pt>
                <c:pt idx="5351">
                  <c:v>468.9504</c:v>
                </c:pt>
                <c:pt idx="5352">
                  <c:v>469.03440000000001</c:v>
                </c:pt>
                <c:pt idx="5353">
                  <c:v>469.12110000000001</c:v>
                </c:pt>
                <c:pt idx="5354">
                  <c:v>469.20499999999998</c:v>
                </c:pt>
                <c:pt idx="5355">
                  <c:v>469.28829999999999</c:v>
                </c:pt>
                <c:pt idx="5356">
                  <c:v>469.37279999999998</c:v>
                </c:pt>
                <c:pt idx="5357">
                  <c:v>469.45710000000003</c:v>
                </c:pt>
                <c:pt idx="5358">
                  <c:v>469.5394</c:v>
                </c:pt>
                <c:pt idx="5359">
                  <c:v>469.62279999999998</c:v>
                </c:pt>
                <c:pt idx="5360">
                  <c:v>469.70589999999999</c:v>
                </c:pt>
                <c:pt idx="5361">
                  <c:v>469.79</c:v>
                </c:pt>
                <c:pt idx="5362">
                  <c:v>469.87279999999998</c:v>
                </c:pt>
                <c:pt idx="5363">
                  <c:v>469.95659999999998</c:v>
                </c:pt>
                <c:pt idx="5364">
                  <c:v>470.04039999999998</c:v>
                </c:pt>
                <c:pt idx="5365">
                  <c:v>470.12130000000002</c:v>
                </c:pt>
                <c:pt idx="5366">
                  <c:v>470.20650000000001</c:v>
                </c:pt>
                <c:pt idx="5367">
                  <c:v>470.29039999999998</c:v>
                </c:pt>
                <c:pt idx="5368">
                  <c:v>470.37220000000002</c:v>
                </c:pt>
                <c:pt idx="5369">
                  <c:v>470.45699999999999</c:v>
                </c:pt>
                <c:pt idx="5370">
                  <c:v>470.53960000000001</c:v>
                </c:pt>
                <c:pt idx="5371">
                  <c:v>470.62119999999999</c:v>
                </c:pt>
                <c:pt idx="5372">
                  <c:v>470.70580000000001</c:v>
                </c:pt>
                <c:pt idx="5373">
                  <c:v>470.7869</c:v>
                </c:pt>
                <c:pt idx="5374">
                  <c:v>470.8698</c:v>
                </c:pt>
                <c:pt idx="5375">
                  <c:v>470.95499999999998</c:v>
                </c:pt>
                <c:pt idx="5376">
                  <c:v>471.03620000000001</c:v>
                </c:pt>
                <c:pt idx="5377">
                  <c:v>471.11790000000002</c:v>
                </c:pt>
                <c:pt idx="5378">
                  <c:v>471.19970000000001</c:v>
                </c:pt>
                <c:pt idx="5379">
                  <c:v>471.2826</c:v>
                </c:pt>
                <c:pt idx="5380">
                  <c:v>471.36579999999998</c:v>
                </c:pt>
                <c:pt idx="5381">
                  <c:v>471.44760000000002</c:v>
                </c:pt>
                <c:pt idx="5382">
                  <c:v>471.53160000000003</c:v>
                </c:pt>
                <c:pt idx="5383">
                  <c:v>471.61239999999998</c:v>
                </c:pt>
                <c:pt idx="5384">
                  <c:v>471.69409999999999</c:v>
                </c:pt>
                <c:pt idx="5385">
                  <c:v>471.77640000000002</c:v>
                </c:pt>
                <c:pt idx="5386">
                  <c:v>471.86020000000002</c:v>
                </c:pt>
                <c:pt idx="5387">
                  <c:v>471.94220000000001</c:v>
                </c:pt>
                <c:pt idx="5388">
                  <c:v>472.02379999999999</c:v>
                </c:pt>
                <c:pt idx="5389">
                  <c:v>472.1078</c:v>
                </c:pt>
                <c:pt idx="5390">
                  <c:v>472.18959999999998</c:v>
                </c:pt>
                <c:pt idx="5391">
                  <c:v>472.2731</c:v>
                </c:pt>
                <c:pt idx="5392">
                  <c:v>472.35500000000002</c:v>
                </c:pt>
                <c:pt idx="5393">
                  <c:v>472.43779999999998</c:v>
                </c:pt>
                <c:pt idx="5394">
                  <c:v>472.52069999999998</c:v>
                </c:pt>
                <c:pt idx="5395">
                  <c:v>472.60239999999999</c:v>
                </c:pt>
                <c:pt idx="5396">
                  <c:v>472.68900000000002</c:v>
                </c:pt>
                <c:pt idx="5397">
                  <c:v>472.77280000000002</c:v>
                </c:pt>
                <c:pt idx="5398">
                  <c:v>472.8546</c:v>
                </c:pt>
                <c:pt idx="5399">
                  <c:v>472.93740000000003</c:v>
                </c:pt>
                <c:pt idx="5400">
                  <c:v>473.0204</c:v>
                </c:pt>
                <c:pt idx="5401">
                  <c:v>473.10340000000002</c:v>
                </c:pt>
                <c:pt idx="5402">
                  <c:v>473.18779999999998</c:v>
                </c:pt>
                <c:pt idx="5403">
                  <c:v>473.27170000000001</c:v>
                </c:pt>
                <c:pt idx="5404">
                  <c:v>473.3546</c:v>
                </c:pt>
                <c:pt idx="5405">
                  <c:v>473.4384</c:v>
                </c:pt>
                <c:pt idx="5406">
                  <c:v>473.52030000000002</c:v>
                </c:pt>
                <c:pt idx="5407">
                  <c:v>473.6044</c:v>
                </c:pt>
                <c:pt idx="5408">
                  <c:v>473.69060000000002</c:v>
                </c:pt>
                <c:pt idx="5409">
                  <c:v>473.77440000000001</c:v>
                </c:pt>
                <c:pt idx="5410">
                  <c:v>473.85969999999998</c:v>
                </c:pt>
                <c:pt idx="5411">
                  <c:v>473.94319999999999</c:v>
                </c:pt>
                <c:pt idx="5412">
                  <c:v>474.02780000000001</c:v>
                </c:pt>
                <c:pt idx="5413">
                  <c:v>474.11079999999998</c:v>
                </c:pt>
                <c:pt idx="5414">
                  <c:v>474.19600000000003</c:v>
                </c:pt>
                <c:pt idx="5415">
                  <c:v>474.28179999999998</c:v>
                </c:pt>
                <c:pt idx="5416">
                  <c:v>474.36419999999998</c:v>
                </c:pt>
                <c:pt idx="5417">
                  <c:v>474.44880000000001</c:v>
                </c:pt>
                <c:pt idx="5418">
                  <c:v>474.53289999999998</c:v>
                </c:pt>
                <c:pt idx="5419">
                  <c:v>474.61669999999998</c:v>
                </c:pt>
                <c:pt idx="5420">
                  <c:v>474.69959999999998</c:v>
                </c:pt>
                <c:pt idx="5421">
                  <c:v>474.7851</c:v>
                </c:pt>
                <c:pt idx="5422">
                  <c:v>474.86959999999999</c:v>
                </c:pt>
                <c:pt idx="5423">
                  <c:v>474.9502</c:v>
                </c:pt>
                <c:pt idx="5424">
                  <c:v>475.03719999999998</c:v>
                </c:pt>
                <c:pt idx="5425">
                  <c:v>475.12029999999999</c:v>
                </c:pt>
                <c:pt idx="5426">
                  <c:v>475.20519999999999</c:v>
                </c:pt>
                <c:pt idx="5427">
                  <c:v>475.28919999999999</c:v>
                </c:pt>
                <c:pt idx="5428">
                  <c:v>475.37439999999998</c:v>
                </c:pt>
                <c:pt idx="5429">
                  <c:v>475.45499999999998</c:v>
                </c:pt>
                <c:pt idx="5430">
                  <c:v>475.53960000000001</c:v>
                </c:pt>
                <c:pt idx="5431">
                  <c:v>475.62459999999999</c:v>
                </c:pt>
                <c:pt idx="5432">
                  <c:v>475.70549999999997</c:v>
                </c:pt>
                <c:pt idx="5433">
                  <c:v>475.78910000000002</c:v>
                </c:pt>
                <c:pt idx="5434">
                  <c:v>475.87419999999997</c:v>
                </c:pt>
                <c:pt idx="5435">
                  <c:v>475.95510000000002</c:v>
                </c:pt>
                <c:pt idx="5436">
                  <c:v>476.041</c:v>
                </c:pt>
                <c:pt idx="5437">
                  <c:v>476.12400000000002</c:v>
                </c:pt>
                <c:pt idx="5438">
                  <c:v>476.20530000000002</c:v>
                </c:pt>
                <c:pt idx="5439">
                  <c:v>476.28899999999999</c:v>
                </c:pt>
                <c:pt idx="5440">
                  <c:v>476.3732</c:v>
                </c:pt>
                <c:pt idx="5441">
                  <c:v>476.45760000000001</c:v>
                </c:pt>
                <c:pt idx="5442">
                  <c:v>476.5394</c:v>
                </c:pt>
                <c:pt idx="5443">
                  <c:v>476.62310000000002</c:v>
                </c:pt>
                <c:pt idx="5444">
                  <c:v>476.70659999999998</c:v>
                </c:pt>
                <c:pt idx="5445">
                  <c:v>476.78719999999998</c:v>
                </c:pt>
                <c:pt idx="5446">
                  <c:v>476.8716</c:v>
                </c:pt>
                <c:pt idx="5447">
                  <c:v>476.95549999999997</c:v>
                </c:pt>
                <c:pt idx="5448">
                  <c:v>477.04</c:v>
                </c:pt>
                <c:pt idx="5449">
                  <c:v>477.12279999999998</c:v>
                </c:pt>
                <c:pt idx="5450">
                  <c:v>477.2045</c:v>
                </c:pt>
                <c:pt idx="5451">
                  <c:v>477.29039999999998</c:v>
                </c:pt>
                <c:pt idx="5452">
                  <c:v>477.37259999999998</c:v>
                </c:pt>
                <c:pt idx="5453">
                  <c:v>477.45339999999999</c:v>
                </c:pt>
                <c:pt idx="5454">
                  <c:v>477.53910000000002</c:v>
                </c:pt>
                <c:pt idx="5455">
                  <c:v>477.62220000000002</c:v>
                </c:pt>
                <c:pt idx="5456">
                  <c:v>477.70359999999999</c:v>
                </c:pt>
                <c:pt idx="5457">
                  <c:v>477.78879999999998</c:v>
                </c:pt>
                <c:pt idx="5458">
                  <c:v>477.87139999999999</c:v>
                </c:pt>
                <c:pt idx="5459">
                  <c:v>477.95440000000002</c:v>
                </c:pt>
                <c:pt idx="5460">
                  <c:v>478.0378</c:v>
                </c:pt>
                <c:pt idx="5461">
                  <c:v>478.1207</c:v>
                </c:pt>
                <c:pt idx="5462">
                  <c:v>478.20440000000002</c:v>
                </c:pt>
                <c:pt idx="5463">
                  <c:v>478.2894</c:v>
                </c:pt>
                <c:pt idx="5464">
                  <c:v>478.3725</c:v>
                </c:pt>
                <c:pt idx="5465">
                  <c:v>478.4556</c:v>
                </c:pt>
                <c:pt idx="5466">
                  <c:v>478.53899999999999</c:v>
                </c:pt>
                <c:pt idx="5467">
                  <c:v>478.62189999999998</c:v>
                </c:pt>
                <c:pt idx="5468">
                  <c:v>478.7045</c:v>
                </c:pt>
                <c:pt idx="5469">
                  <c:v>478.7876</c:v>
                </c:pt>
                <c:pt idx="5470">
                  <c:v>478.8725</c:v>
                </c:pt>
                <c:pt idx="5471">
                  <c:v>478.95650000000001</c:v>
                </c:pt>
                <c:pt idx="5472">
                  <c:v>479.03829999999999</c:v>
                </c:pt>
                <c:pt idx="5473">
                  <c:v>479.12119999999999</c:v>
                </c:pt>
                <c:pt idx="5474">
                  <c:v>479.2047</c:v>
                </c:pt>
                <c:pt idx="5475">
                  <c:v>479.28809999999999</c:v>
                </c:pt>
                <c:pt idx="5476">
                  <c:v>479.37099999999998</c:v>
                </c:pt>
                <c:pt idx="5477">
                  <c:v>479.45429999999999</c:v>
                </c:pt>
                <c:pt idx="5478">
                  <c:v>479.53699999999998</c:v>
                </c:pt>
                <c:pt idx="5479">
                  <c:v>479.61959999999999</c:v>
                </c:pt>
                <c:pt idx="5480">
                  <c:v>479.70359999999999</c:v>
                </c:pt>
                <c:pt idx="5481">
                  <c:v>479.78660000000002</c:v>
                </c:pt>
                <c:pt idx="5482">
                  <c:v>479.87119999999999</c:v>
                </c:pt>
                <c:pt idx="5483">
                  <c:v>479.9538</c:v>
                </c:pt>
                <c:pt idx="5484">
                  <c:v>480.0367</c:v>
                </c:pt>
                <c:pt idx="5485">
                  <c:v>480.12</c:v>
                </c:pt>
                <c:pt idx="5486">
                  <c:v>480.20339999999999</c:v>
                </c:pt>
                <c:pt idx="5487">
                  <c:v>480.28680000000003</c:v>
                </c:pt>
                <c:pt idx="5488">
                  <c:v>480.3689</c:v>
                </c:pt>
                <c:pt idx="5489">
                  <c:v>480.45269999999999</c:v>
                </c:pt>
                <c:pt idx="5490">
                  <c:v>480.53469999999999</c:v>
                </c:pt>
                <c:pt idx="5491">
                  <c:v>480.61900000000003</c:v>
                </c:pt>
                <c:pt idx="5492">
                  <c:v>480.70240000000001</c:v>
                </c:pt>
                <c:pt idx="5493">
                  <c:v>480.7824</c:v>
                </c:pt>
                <c:pt idx="5494">
                  <c:v>480.86340000000001</c:v>
                </c:pt>
                <c:pt idx="5495">
                  <c:v>480.94670000000002</c:v>
                </c:pt>
                <c:pt idx="5496">
                  <c:v>481.02910000000003</c:v>
                </c:pt>
                <c:pt idx="5497">
                  <c:v>481.11250000000001</c:v>
                </c:pt>
                <c:pt idx="5498">
                  <c:v>481.19589999999999</c:v>
                </c:pt>
                <c:pt idx="5499">
                  <c:v>481.27699999999999</c:v>
                </c:pt>
                <c:pt idx="5500">
                  <c:v>481.35849999999999</c:v>
                </c:pt>
                <c:pt idx="5501">
                  <c:v>481.4461</c:v>
                </c:pt>
                <c:pt idx="5502">
                  <c:v>481.53039999999999</c:v>
                </c:pt>
                <c:pt idx="5503">
                  <c:v>481.61259999999999</c:v>
                </c:pt>
                <c:pt idx="5504">
                  <c:v>481.69499999999999</c:v>
                </c:pt>
                <c:pt idx="5505">
                  <c:v>481.77670000000001</c:v>
                </c:pt>
                <c:pt idx="5506">
                  <c:v>481.86020000000002</c:v>
                </c:pt>
                <c:pt idx="5507">
                  <c:v>481.94439999999997</c:v>
                </c:pt>
                <c:pt idx="5508">
                  <c:v>482.029</c:v>
                </c:pt>
                <c:pt idx="5509">
                  <c:v>482.11200000000002</c:v>
                </c:pt>
                <c:pt idx="5510">
                  <c:v>482.19670000000002</c:v>
                </c:pt>
                <c:pt idx="5511">
                  <c:v>482.27890000000002</c:v>
                </c:pt>
                <c:pt idx="5512">
                  <c:v>482.36559999999997</c:v>
                </c:pt>
                <c:pt idx="5513">
                  <c:v>482.44909999999999</c:v>
                </c:pt>
                <c:pt idx="5514">
                  <c:v>482.53160000000003</c:v>
                </c:pt>
                <c:pt idx="5515">
                  <c:v>482.61610000000002</c:v>
                </c:pt>
                <c:pt idx="5516">
                  <c:v>482.7011</c:v>
                </c:pt>
                <c:pt idx="5517">
                  <c:v>482.78620000000001</c:v>
                </c:pt>
                <c:pt idx="5518">
                  <c:v>482.86810000000003</c:v>
                </c:pt>
                <c:pt idx="5519">
                  <c:v>482.95260000000002</c:v>
                </c:pt>
                <c:pt idx="5520">
                  <c:v>483.03429999999997</c:v>
                </c:pt>
                <c:pt idx="5521">
                  <c:v>483.11790000000002</c:v>
                </c:pt>
                <c:pt idx="5522">
                  <c:v>483.20370000000003</c:v>
                </c:pt>
                <c:pt idx="5523">
                  <c:v>483.28789999999998</c:v>
                </c:pt>
                <c:pt idx="5524">
                  <c:v>483.36959999999999</c:v>
                </c:pt>
                <c:pt idx="5525">
                  <c:v>483.45389999999998</c:v>
                </c:pt>
                <c:pt idx="5526">
                  <c:v>483.53750000000002</c:v>
                </c:pt>
                <c:pt idx="5527">
                  <c:v>483.62040000000002</c:v>
                </c:pt>
                <c:pt idx="5528">
                  <c:v>483.70659999999998</c:v>
                </c:pt>
                <c:pt idx="5529">
                  <c:v>483.78829999999999</c:v>
                </c:pt>
                <c:pt idx="5530">
                  <c:v>483.87279999999998</c:v>
                </c:pt>
                <c:pt idx="5531">
                  <c:v>483.95580000000001</c:v>
                </c:pt>
                <c:pt idx="5532">
                  <c:v>484.03960000000001</c:v>
                </c:pt>
                <c:pt idx="5533">
                  <c:v>484.12380000000002</c:v>
                </c:pt>
                <c:pt idx="5534">
                  <c:v>484.20499999999998</c:v>
                </c:pt>
                <c:pt idx="5535">
                  <c:v>484.29039999999998</c:v>
                </c:pt>
                <c:pt idx="5536">
                  <c:v>484.37099999999998</c:v>
                </c:pt>
                <c:pt idx="5537">
                  <c:v>484.45420000000001</c:v>
                </c:pt>
                <c:pt idx="5538">
                  <c:v>484.53870000000001</c:v>
                </c:pt>
                <c:pt idx="5539">
                  <c:v>484.6216</c:v>
                </c:pt>
                <c:pt idx="5540">
                  <c:v>484.70460000000003</c:v>
                </c:pt>
                <c:pt idx="5541">
                  <c:v>484.78859999999997</c:v>
                </c:pt>
                <c:pt idx="5542">
                  <c:v>484.87110000000001</c:v>
                </c:pt>
                <c:pt idx="5543">
                  <c:v>484.9538</c:v>
                </c:pt>
                <c:pt idx="5544">
                  <c:v>485.03809999999999</c:v>
                </c:pt>
                <c:pt idx="5545">
                  <c:v>485.11860000000001</c:v>
                </c:pt>
                <c:pt idx="5546">
                  <c:v>485.202</c:v>
                </c:pt>
                <c:pt idx="5547">
                  <c:v>485.28680000000003</c:v>
                </c:pt>
                <c:pt idx="5548">
                  <c:v>485.36880000000002</c:v>
                </c:pt>
                <c:pt idx="5549">
                  <c:v>485.45299999999997</c:v>
                </c:pt>
                <c:pt idx="5550">
                  <c:v>485.53800000000001</c:v>
                </c:pt>
                <c:pt idx="5551">
                  <c:v>485.6182</c:v>
                </c:pt>
                <c:pt idx="5552">
                  <c:v>485.70359999999999</c:v>
                </c:pt>
                <c:pt idx="5553">
                  <c:v>485.78320000000002</c:v>
                </c:pt>
                <c:pt idx="5554">
                  <c:v>485.86709999999999</c:v>
                </c:pt>
                <c:pt idx="5555">
                  <c:v>485.94979999999998</c:v>
                </c:pt>
                <c:pt idx="5556">
                  <c:v>486.03120000000001</c:v>
                </c:pt>
                <c:pt idx="5557">
                  <c:v>486.11309999999997</c:v>
                </c:pt>
                <c:pt idx="5558">
                  <c:v>486.19630000000001</c:v>
                </c:pt>
                <c:pt idx="5559">
                  <c:v>486.28</c:v>
                </c:pt>
                <c:pt idx="5560">
                  <c:v>486.36540000000002</c:v>
                </c:pt>
                <c:pt idx="5561">
                  <c:v>486.44690000000003</c:v>
                </c:pt>
                <c:pt idx="5562">
                  <c:v>486.52969999999999</c:v>
                </c:pt>
                <c:pt idx="5563">
                  <c:v>486.6139</c:v>
                </c:pt>
                <c:pt idx="5564">
                  <c:v>486.69830000000002</c:v>
                </c:pt>
                <c:pt idx="5565">
                  <c:v>486.7817</c:v>
                </c:pt>
                <c:pt idx="5566">
                  <c:v>486.86500000000001</c:v>
                </c:pt>
                <c:pt idx="5567">
                  <c:v>486.94580000000002</c:v>
                </c:pt>
                <c:pt idx="5568">
                  <c:v>487.03100000000001</c:v>
                </c:pt>
                <c:pt idx="5569">
                  <c:v>487.11399999999998</c:v>
                </c:pt>
                <c:pt idx="5570">
                  <c:v>487.19569999999999</c:v>
                </c:pt>
                <c:pt idx="5571">
                  <c:v>487.28280000000001</c:v>
                </c:pt>
                <c:pt idx="5572">
                  <c:v>487.36529999999999</c:v>
                </c:pt>
                <c:pt idx="5573">
                  <c:v>487.44799999999998</c:v>
                </c:pt>
                <c:pt idx="5574">
                  <c:v>487.53339999999997</c:v>
                </c:pt>
                <c:pt idx="5575">
                  <c:v>487.61540000000002</c:v>
                </c:pt>
                <c:pt idx="5576">
                  <c:v>487.70319999999998</c:v>
                </c:pt>
                <c:pt idx="5577">
                  <c:v>487.78559999999999</c:v>
                </c:pt>
                <c:pt idx="5578">
                  <c:v>487.8691</c:v>
                </c:pt>
                <c:pt idx="5579">
                  <c:v>487.95310000000001</c:v>
                </c:pt>
                <c:pt idx="5580">
                  <c:v>488.0394</c:v>
                </c:pt>
                <c:pt idx="5581">
                  <c:v>488.12130000000002</c:v>
                </c:pt>
                <c:pt idx="5582">
                  <c:v>488.20620000000002</c:v>
                </c:pt>
                <c:pt idx="5583">
                  <c:v>488.28899999999999</c:v>
                </c:pt>
                <c:pt idx="5584">
                  <c:v>488.37380000000002</c:v>
                </c:pt>
                <c:pt idx="5585">
                  <c:v>488.459</c:v>
                </c:pt>
                <c:pt idx="5586">
                  <c:v>488.54419999999999</c:v>
                </c:pt>
                <c:pt idx="5587">
                  <c:v>488.6266</c:v>
                </c:pt>
                <c:pt idx="5588">
                  <c:v>488.71210000000002</c:v>
                </c:pt>
                <c:pt idx="5589">
                  <c:v>488.79660000000001</c:v>
                </c:pt>
                <c:pt idx="5590">
                  <c:v>488.87909999999999</c:v>
                </c:pt>
                <c:pt idx="5591">
                  <c:v>488.96409999999997</c:v>
                </c:pt>
                <c:pt idx="5592">
                  <c:v>489.04840000000002</c:v>
                </c:pt>
                <c:pt idx="5593">
                  <c:v>489.13029999999998</c:v>
                </c:pt>
                <c:pt idx="5594">
                  <c:v>489.21379999999999</c:v>
                </c:pt>
                <c:pt idx="5595">
                  <c:v>489.29649999999998</c:v>
                </c:pt>
                <c:pt idx="5596">
                  <c:v>489.37970000000001</c:v>
                </c:pt>
                <c:pt idx="5597">
                  <c:v>489.46280000000002</c:v>
                </c:pt>
                <c:pt idx="5598">
                  <c:v>489.54860000000002</c:v>
                </c:pt>
                <c:pt idx="5599">
                  <c:v>489.6318</c:v>
                </c:pt>
                <c:pt idx="5600">
                  <c:v>489.7176</c:v>
                </c:pt>
                <c:pt idx="5601">
                  <c:v>489.80040000000002</c:v>
                </c:pt>
                <c:pt idx="5602">
                  <c:v>489.88499999999999</c:v>
                </c:pt>
                <c:pt idx="5603">
                  <c:v>489.96600000000001</c:v>
                </c:pt>
                <c:pt idx="5604">
                  <c:v>490.04899999999998</c:v>
                </c:pt>
                <c:pt idx="5605">
                  <c:v>490.13459999999998</c:v>
                </c:pt>
                <c:pt idx="5606">
                  <c:v>490.21679999999998</c:v>
                </c:pt>
                <c:pt idx="5607">
                  <c:v>490.298</c:v>
                </c:pt>
                <c:pt idx="5608">
                  <c:v>490.37979999999999</c:v>
                </c:pt>
                <c:pt idx="5609">
                  <c:v>490.4622</c:v>
                </c:pt>
                <c:pt idx="5610">
                  <c:v>490.54329999999999</c:v>
                </c:pt>
                <c:pt idx="5611">
                  <c:v>490.62540000000001</c:v>
                </c:pt>
                <c:pt idx="5612">
                  <c:v>490.71039999999999</c:v>
                </c:pt>
                <c:pt idx="5613">
                  <c:v>490.79219999999998</c:v>
                </c:pt>
                <c:pt idx="5614">
                  <c:v>490.8766</c:v>
                </c:pt>
                <c:pt idx="5615">
                  <c:v>490.95920000000001</c:v>
                </c:pt>
                <c:pt idx="5616">
                  <c:v>491.04399999999998</c:v>
                </c:pt>
                <c:pt idx="5617">
                  <c:v>491.12790000000001</c:v>
                </c:pt>
                <c:pt idx="5618">
                  <c:v>491.21</c:v>
                </c:pt>
                <c:pt idx="5619">
                  <c:v>491.29239999999999</c:v>
                </c:pt>
                <c:pt idx="5620">
                  <c:v>491.3768</c:v>
                </c:pt>
                <c:pt idx="5621">
                  <c:v>491.45800000000003</c:v>
                </c:pt>
                <c:pt idx="5622">
                  <c:v>491.54259999999999</c:v>
                </c:pt>
                <c:pt idx="5623">
                  <c:v>491.62459999999999</c:v>
                </c:pt>
                <c:pt idx="5624">
                  <c:v>491.70589999999999</c:v>
                </c:pt>
                <c:pt idx="5625">
                  <c:v>491.78989999999999</c:v>
                </c:pt>
                <c:pt idx="5626">
                  <c:v>491.87200000000001</c:v>
                </c:pt>
                <c:pt idx="5627">
                  <c:v>491.95530000000002</c:v>
                </c:pt>
                <c:pt idx="5628">
                  <c:v>492.03800000000001</c:v>
                </c:pt>
                <c:pt idx="5629">
                  <c:v>492.1216</c:v>
                </c:pt>
                <c:pt idx="5630">
                  <c:v>492.20339999999999</c:v>
                </c:pt>
                <c:pt idx="5631">
                  <c:v>492.28719999999998</c:v>
                </c:pt>
                <c:pt idx="5632">
                  <c:v>492.37240000000003</c:v>
                </c:pt>
                <c:pt idx="5633">
                  <c:v>492.4556</c:v>
                </c:pt>
                <c:pt idx="5634">
                  <c:v>492.53859999999997</c:v>
                </c:pt>
                <c:pt idx="5635">
                  <c:v>492.62180000000001</c:v>
                </c:pt>
                <c:pt idx="5636">
                  <c:v>492.70620000000002</c:v>
                </c:pt>
                <c:pt idx="5637">
                  <c:v>492.78899999999999</c:v>
                </c:pt>
                <c:pt idx="5638">
                  <c:v>492.8734</c:v>
                </c:pt>
                <c:pt idx="5639">
                  <c:v>492.95479999999998</c:v>
                </c:pt>
                <c:pt idx="5640">
                  <c:v>493.041</c:v>
                </c:pt>
                <c:pt idx="5641">
                  <c:v>493.12459999999999</c:v>
                </c:pt>
                <c:pt idx="5642">
                  <c:v>493.20780000000002</c:v>
                </c:pt>
                <c:pt idx="5643">
                  <c:v>493.29300000000001</c:v>
                </c:pt>
                <c:pt idx="5644">
                  <c:v>493.3768</c:v>
                </c:pt>
                <c:pt idx="5645">
                  <c:v>493.46</c:v>
                </c:pt>
                <c:pt idx="5646">
                  <c:v>493.5444</c:v>
                </c:pt>
                <c:pt idx="5647">
                  <c:v>493.62909999999999</c:v>
                </c:pt>
                <c:pt idx="5648">
                  <c:v>493.71159999999998</c:v>
                </c:pt>
                <c:pt idx="5649">
                  <c:v>493.79660000000001</c:v>
                </c:pt>
                <c:pt idx="5650">
                  <c:v>493.87939999999998</c:v>
                </c:pt>
                <c:pt idx="5651">
                  <c:v>493.96300000000002</c:v>
                </c:pt>
                <c:pt idx="5652">
                  <c:v>494.04579999999999</c:v>
                </c:pt>
                <c:pt idx="5653">
                  <c:v>494.13029999999998</c:v>
                </c:pt>
                <c:pt idx="5654">
                  <c:v>494.21559999999999</c:v>
                </c:pt>
                <c:pt idx="5655">
                  <c:v>494.29649999999998</c:v>
                </c:pt>
                <c:pt idx="5656">
                  <c:v>494.38200000000001</c:v>
                </c:pt>
                <c:pt idx="5657">
                  <c:v>494.46480000000003</c:v>
                </c:pt>
                <c:pt idx="5658">
                  <c:v>494.54969999999997</c:v>
                </c:pt>
                <c:pt idx="5659">
                  <c:v>494.63200000000001</c:v>
                </c:pt>
                <c:pt idx="5660">
                  <c:v>494.71499999999997</c:v>
                </c:pt>
                <c:pt idx="5661">
                  <c:v>494.7998</c:v>
                </c:pt>
                <c:pt idx="5662">
                  <c:v>494.88240000000002</c:v>
                </c:pt>
                <c:pt idx="5663">
                  <c:v>494.96800000000002</c:v>
                </c:pt>
                <c:pt idx="5664">
                  <c:v>495.05020000000002</c:v>
                </c:pt>
                <c:pt idx="5665">
                  <c:v>495.1352</c:v>
                </c:pt>
                <c:pt idx="5666">
                  <c:v>495.21980000000002</c:v>
                </c:pt>
                <c:pt idx="5667">
                  <c:v>495.30399999999997</c:v>
                </c:pt>
                <c:pt idx="5668">
                  <c:v>495.387</c:v>
                </c:pt>
                <c:pt idx="5669">
                  <c:v>495.46929999999998</c:v>
                </c:pt>
                <c:pt idx="5670">
                  <c:v>495.55329999999998</c:v>
                </c:pt>
                <c:pt idx="5671">
                  <c:v>495.63850000000002</c:v>
                </c:pt>
                <c:pt idx="5672">
                  <c:v>495.72059999999999</c:v>
                </c:pt>
                <c:pt idx="5673">
                  <c:v>495.80540000000002</c:v>
                </c:pt>
                <c:pt idx="5674">
                  <c:v>495.88749999999999</c:v>
                </c:pt>
                <c:pt idx="5675">
                  <c:v>495.97160000000002</c:v>
                </c:pt>
                <c:pt idx="5676">
                  <c:v>496.05619999999999</c:v>
                </c:pt>
                <c:pt idx="5677">
                  <c:v>496.14030000000002</c:v>
                </c:pt>
                <c:pt idx="5678">
                  <c:v>496.22410000000002</c:v>
                </c:pt>
                <c:pt idx="5679">
                  <c:v>496.30900000000003</c:v>
                </c:pt>
                <c:pt idx="5680">
                  <c:v>496.39179999999999</c:v>
                </c:pt>
                <c:pt idx="5681">
                  <c:v>496.4735</c:v>
                </c:pt>
                <c:pt idx="5682">
                  <c:v>496.55739999999997</c:v>
                </c:pt>
                <c:pt idx="5683">
                  <c:v>496.64100000000002</c:v>
                </c:pt>
                <c:pt idx="5684">
                  <c:v>496.72519999999997</c:v>
                </c:pt>
                <c:pt idx="5685">
                  <c:v>496.8082</c:v>
                </c:pt>
                <c:pt idx="5686">
                  <c:v>496.8938</c:v>
                </c:pt>
                <c:pt idx="5687">
                  <c:v>496.97519999999997</c:v>
                </c:pt>
                <c:pt idx="5688">
                  <c:v>497.05709999999999</c:v>
                </c:pt>
                <c:pt idx="5689">
                  <c:v>497.14260000000002</c:v>
                </c:pt>
                <c:pt idx="5690">
                  <c:v>497.2276</c:v>
                </c:pt>
                <c:pt idx="5691">
                  <c:v>497.31099999999998</c:v>
                </c:pt>
                <c:pt idx="5692">
                  <c:v>497.39499999999998</c:v>
                </c:pt>
                <c:pt idx="5693">
                  <c:v>497.47879999999998</c:v>
                </c:pt>
                <c:pt idx="5694">
                  <c:v>497.56319999999999</c:v>
                </c:pt>
                <c:pt idx="5695">
                  <c:v>497.64420000000001</c:v>
                </c:pt>
                <c:pt idx="5696">
                  <c:v>497.72719999999998</c:v>
                </c:pt>
                <c:pt idx="5697">
                  <c:v>497.81439999999998</c:v>
                </c:pt>
                <c:pt idx="5698">
                  <c:v>497.89760000000001</c:v>
                </c:pt>
                <c:pt idx="5699">
                  <c:v>497.98219999999998</c:v>
                </c:pt>
                <c:pt idx="5700">
                  <c:v>498.06599999999997</c:v>
                </c:pt>
                <c:pt idx="5701">
                  <c:v>498.15159999999997</c:v>
                </c:pt>
                <c:pt idx="5702">
                  <c:v>498.23360000000002</c:v>
                </c:pt>
                <c:pt idx="5703">
                  <c:v>498.32040000000001</c:v>
                </c:pt>
                <c:pt idx="5704">
                  <c:v>498.40499999999997</c:v>
                </c:pt>
                <c:pt idx="5705">
                  <c:v>498.48930000000001</c:v>
                </c:pt>
                <c:pt idx="5706">
                  <c:v>498.57220000000001</c:v>
                </c:pt>
                <c:pt idx="5707">
                  <c:v>498.65609999999998</c:v>
                </c:pt>
                <c:pt idx="5708">
                  <c:v>498.74209999999999</c:v>
                </c:pt>
                <c:pt idx="5709">
                  <c:v>498.82560000000001</c:v>
                </c:pt>
                <c:pt idx="5710">
                  <c:v>498.91030000000001</c:v>
                </c:pt>
                <c:pt idx="5711">
                  <c:v>498.99470000000002</c:v>
                </c:pt>
                <c:pt idx="5712">
                  <c:v>499.07900000000001</c:v>
                </c:pt>
                <c:pt idx="5713">
                  <c:v>499.15940000000001</c:v>
                </c:pt>
                <c:pt idx="5714">
                  <c:v>499.24520000000001</c:v>
                </c:pt>
                <c:pt idx="5715">
                  <c:v>499.32979999999998</c:v>
                </c:pt>
                <c:pt idx="5716">
                  <c:v>499.4128</c:v>
                </c:pt>
                <c:pt idx="5717">
                  <c:v>499.49779999999998</c:v>
                </c:pt>
                <c:pt idx="5718">
                  <c:v>499.58170000000001</c:v>
                </c:pt>
                <c:pt idx="5719">
                  <c:v>499.66719999999998</c:v>
                </c:pt>
                <c:pt idx="5720">
                  <c:v>499.75229999999999</c:v>
                </c:pt>
                <c:pt idx="5721">
                  <c:v>499.83580000000001</c:v>
                </c:pt>
                <c:pt idx="5722">
                  <c:v>499.91860000000003</c:v>
                </c:pt>
                <c:pt idx="5723">
                  <c:v>500.0025</c:v>
                </c:pt>
                <c:pt idx="5724">
                  <c:v>500.08699999999999</c:v>
                </c:pt>
                <c:pt idx="5725">
                  <c:v>500.16899999999998</c:v>
                </c:pt>
                <c:pt idx="5726">
                  <c:v>500.25330000000002</c:v>
                </c:pt>
                <c:pt idx="5727">
                  <c:v>500.34059999999999</c:v>
                </c:pt>
                <c:pt idx="5728">
                  <c:v>500.4239</c:v>
                </c:pt>
                <c:pt idx="5729">
                  <c:v>500.50659999999999</c:v>
                </c:pt>
                <c:pt idx="5730">
                  <c:v>500.59089999999998</c:v>
                </c:pt>
                <c:pt idx="5731">
                  <c:v>500.673</c:v>
                </c:pt>
                <c:pt idx="5732">
                  <c:v>500.75639999999999</c:v>
                </c:pt>
                <c:pt idx="5733">
                  <c:v>500.84070000000003</c:v>
                </c:pt>
                <c:pt idx="5734">
                  <c:v>500.92290000000003</c:v>
                </c:pt>
                <c:pt idx="5735">
                  <c:v>501.00580000000002</c:v>
                </c:pt>
                <c:pt idx="5736">
                  <c:v>501.08929999999998</c:v>
                </c:pt>
                <c:pt idx="5737">
                  <c:v>501.17160000000001</c:v>
                </c:pt>
                <c:pt idx="5738">
                  <c:v>501.25389999999999</c:v>
                </c:pt>
                <c:pt idx="5739">
                  <c:v>501.3372</c:v>
                </c:pt>
                <c:pt idx="5740">
                  <c:v>501.42110000000002</c:v>
                </c:pt>
                <c:pt idx="5741">
                  <c:v>501.50400000000002</c:v>
                </c:pt>
                <c:pt idx="5742">
                  <c:v>501.58670000000001</c:v>
                </c:pt>
                <c:pt idx="5743">
                  <c:v>501.66759999999999</c:v>
                </c:pt>
                <c:pt idx="5744">
                  <c:v>501.74959999999999</c:v>
                </c:pt>
                <c:pt idx="5745">
                  <c:v>501.83510000000001</c:v>
                </c:pt>
                <c:pt idx="5746">
                  <c:v>501.91539999999998</c:v>
                </c:pt>
                <c:pt idx="5747">
                  <c:v>501.99939999999998</c:v>
                </c:pt>
                <c:pt idx="5748">
                  <c:v>502.08199999999999</c:v>
                </c:pt>
                <c:pt idx="5749">
                  <c:v>502.16559999999998</c:v>
                </c:pt>
                <c:pt idx="5750">
                  <c:v>502.24740000000003</c:v>
                </c:pt>
                <c:pt idx="5751">
                  <c:v>502.32859999999999</c:v>
                </c:pt>
                <c:pt idx="5752">
                  <c:v>502.41390000000001</c:v>
                </c:pt>
                <c:pt idx="5753">
                  <c:v>502.49540000000002</c:v>
                </c:pt>
                <c:pt idx="5754">
                  <c:v>502.5788</c:v>
                </c:pt>
                <c:pt idx="5755">
                  <c:v>502.66059999999999</c:v>
                </c:pt>
                <c:pt idx="5756">
                  <c:v>502.74459999999999</c:v>
                </c:pt>
                <c:pt idx="5757">
                  <c:v>502.827</c:v>
                </c:pt>
                <c:pt idx="5758">
                  <c:v>502.90899999999999</c:v>
                </c:pt>
                <c:pt idx="5759">
                  <c:v>502.99459999999999</c:v>
                </c:pt>
                <c:pt idx="5760">
                  <c:v>503.07639999999998</c:v>
                </c:pt>
                <c:pt idx="5761">
                  <c:v>503.15629999999999</c:v>
                </c:pt>
                <c:pt idx="5762">
                  <c:v>503.2398</c:v>
                </c:pt>
                <c:pt idx="5763">
                  <c:v>503.32240000000002</c:v>
                </c:pt>
                <c:pt idx="5764">
                  <c:v>503.40499999999997</c:v>
                </c:pt>
                <c:pt idx="5765">
                  <c:v>503.4898</c:v>
                </c:pt>
                <c:pt idx="5766">
                  <c:v>503.57</c:v>
                </c:pt>
                <c:pt idx="5767">
                  <c:v>503.65280000000001</c:v>
                </c:pt>
                <c:pt idx="5768">
                  <c:v>503.73469999999998</c:v>
                </c:pt>
                <c:pt idx="5769">
                  <c:v>503.81869999999998</c:v>
                </c:pt>
                <c:pt idx="5770">
                  <c:v>503.90190000000001</c:v>
                </c:pt>
                <c:pt idx="5771">
                  <c:v>503.98439999999999</c:v>
                </c:pt>
                <c:pt idx="5772">
                  <c:v>504.06639999999999</c:v>
                </c:pt>
                <c:pt idx="5773">
                  <c:v>504.15039999999999</c:v>
                </c:pt>
                <c:pt idx="5774">
                  <c:v>504.23379999999997</c:v>
                </c:pt>
                <c:pt idx="5775">
                  <c:v>504.31569999999999</c:v>
                </c:pt>
                <c:pt idx="5776">
                  <c:v>504.39960000000002</c:v>
                </c:pt>
                <c:pt idx="5777">
                  <c:v>504.4828</c:v>
                </c:pt>
                <c:pt idx="5778">
                  <c:v>504.5641</c:v>
                </c:pt>
                <c:pt idx="5779">
                  <c:v>504.6481</c:v>
                </c:pt>
                <c:pt idx="5780">
                  <c:v>504.73559999999998</c:v>
                </c:pt>
                <c:pt idx="5781">
                  <c:v>504.81540000000001</c:v>
                </c:pt>
                <c:pt idx="5782">
                  <c:v>504.90069999999997</c:v>
                </c:pt>
                <c:pt idx="5783">
                  <c:v>504.98320000000001</c:v>
                </c:pt>
                <c:pt idx="5784">
                  <c:v>505.06599999999997</c:v>
                </c:pt>
                <c:pt idx="5785">
                  <c:v>505.14859999999999</c:v>
                </c:pt>
                <c:pt idx="5786">
                  <c:v>505.2353</c:v>
                </c:pt>
                <c:pt idx="5787">
                  <c:v>505.31799999999998</c:v>
                </c:pt>
                <c:pt idx="5788">
                  <c:v>505.40159999999997</c:v>
                </c:pt>
                <c:pt idx="5789">
                  <c:v>505.48379999999997</c:v>
                </c:pt>
                <c:pt idx="5790">
                  <c:v>505.56799999999998</c:v>
                </c:pt>
                <c:pt idx="5791">
                  <c:v>505.65100000000001</c:v>
                </c:pt>
                <c:pt idx="5792">
                  <c:v>505.73500000000001</c:v>
                </c:pt>
                <c:pt idx="5793">
                  <c:v>505.81560000000002</c:v>
                </c:pt>
                <c:pt idx="5794">
                  <c:v>505.90109999999999</c:v>
                </c:pt>
                <c:pt idx="5795">
                  <c:v>505.98349999999999</c:v>
                </c:pt>
                <c:pt idx="5796">
                  <c:v>506.06920000000002</c:v>
                </c:pt>
                <c:pt idx="5797">
                  <c:v>506.14839999999998</c:v>
                </c:pt>
                <c:pt idx="5798">
                  <c:v>506.23140000000001</c:v>
                </c:pt>
                <c:pt idx="5799">
                  <c:v>506.31779999999998</c:v>
                </c:pt>
                <c:pt idx="5800">
                  <c:v>506.40100000000001</c:v>
                </c:pt>
                <c:pt idx="5801">
                  <c:v>506.48329999999999</c:v>
                </c:pt>
                <c:pt idx="5802">
                  <c:v>506.56720000000001</c:v>
                </c:pt>
                <c:pt idx="5803">
                  <c:v>506.65179999999998</c:v>
                </c:pt>
                <c:pt idx="5804">
                  <c:v>506.73439999999999</c:v>
                </c:pt>
                <c:pt idx="5805">
                  <c:v>506.81700000000001</c:v>
                </c:pt>
                <c:pt idx="5806">
                  <c:v>506.89749999999998</c:v>
                </c:pt>
                <c:pt idx="5807">
                  <c:v>506.98160000000001</c:v>
                </c:pt>
                <c:pt idx="5808">
                  <c:v>507.06389999999999</c:v>
                </c:pt>
                <c:pt idx="5809">
                  <c:v>507.14760000000001</c:v>
                </c:pt>
                <c:pt idx="5810">
                  <c:v>507.23039999999997</c:v>
                </c:pt>
                <c:pt idx="5811">
                  <c:v>507.31529999999998</c:v>
                </c:pt>
                <c:pt idx="5812">
                  <c:v>507.39980000000003</c:v>
                </c:pt>
                <c:pt idx="5813">
                  <c:v>507.48180000000002</c:v>
                </c:pt>
                <c:pt idx="5814">
                  <c:v>507.56479999999999</c:v>
                </c:pt>
                <c:pt idx="5815">
                  <c:v>507.6465</c:v>
                </c:pt>
                <c:pt idx="5816">
                  <c:v>507.73059999999998</c:v>
                </c:pt>
                <c:pt idx="5817">
                  <c:v>507.815</c:v>
                </c:pt>
                <c:pt idx="5818">
                  <c:v>507.89589999999998</c:v>
                </c:pt>
                <c:pt idx="5819">
                  <c:v>507.98099999999999</c:v>
                </c:pt>
                <c:pt idx="5820">
                  <c:v>508.06319999999999</c:v>
                </c:pt>
                <c:pt idx="5821">
                  <c:v>508.14659999999998</c:v>
                </c:pt>
                <c:pt idx="5822">
                  <c:v>508.22809999999998</c:v>
                </c:pt>
                <c:pt idx="5823">
                  <c:v>508.31299999999999</c:v>
                </c:pt>
                <c:pt idx="5824">
                  <c:v>508.39659999999998</c:v>
                </c:pt>
                <c:pt idx="5825">
                  <c:v>508.48020000000002</c:v>
                </c:pt>
                <c:pt idx="5826">
                  <c:v>508.5641</c:v>
                </c:pt>
                <c:pt idx="5827">
                  <c:v>508.64729999999997</c:v>
                </c:pt>
                <c:pt idx="5828">
                  <c:v>508.72800000000001</c:v>
                </c:pt>
                <c:pt idx="5829">
                  <c:v>508.81189999999998</c:v>
                </c:pt>
                <c:pt idx="5830">
                  <c:v>508.89699999999999</c:v>
                </c:pt>
                <c:pt idx="5831">
                  <c:v>508.9796</c:v>
                </c:pt>
                <c:pt idx="5832">
                  <c:v>509.0616</c:v>
                </c:pt>
                <c:pt idx="5833">
                  <c:v>509.14580000000001</c:v>
                </c:pt>
                <c:pt idx="5834">
                  <c:v>509.22879999999998</c:v>
                </c:pt>
                <c:pt idx="5835">
                  <c:v>509.3116</c:v>
                </c:pt>
                <c:pt idx="5836">
                  <c:v>509.39499999999998</c:v>
                </c:pt>
                <c:pt idx="5837">
                  <c:v>509.47969999999998</c:v>
                </c:pt>
                <c:pt idx="5838">
                  <c:v>509.56099999999998</c:v>
                </c:pt>
                <c:pt idx="5839">
                  <c:v>509.6422</c:v>
                </c:pt>
                <c:pt idx="5840">
                  <c:v>509.72430000000003</c:v>
                </c:pt>
                <c:pt idx="5841">
                  <c:v>509.80799999999999</c:v>
                </c:pt>
                <c:pt idx="5842">
                  <c:v>509.89150000000001</c:v>
                </c:pt>
                <c:pt idx="5843">
                  <c:v>509.97460000000001</c:v>
                </c:pt>
                <c:pt idx="5844">
                  <c:v>510.06</c:v>
                </c:pt>
                <c:pt idx="5845">
                  <c:v>510.14400000000001</c:v>
                </c:pt>
                <c:pt idx="5846">
                  <c:v>510.22809999999998</c:v>
                </c:pt>
                <c:pt idx="5847">
                  <c:v>510.31290000000001</c:v>
                </c:pt>
                <c:pt idx="5848">
                  <c:v>510.39699999999999</c:v>
                </c:pt>
                <c:pt idx="5849">
                  <c:v>510.48259999999999</c:v>
                </c:pt>
                <c:pt idx="5850">
                  <c:v>510.56569999999999</c:v>
                </c:pt>
                <c:pt idx="5851">
                  <c:v>510.65100000000001</c:v>
                </c:pt>
                <c:pt idx="5852">
                  <c:v>510.73349999999999</c:v>
                </c:pt>
                <c:pt idx="5853">
                  <c:v>510.81700000000001</c:v>
                </c:pt>
                <c:pt idx="5854">
                  <c:v>510.90069999999997</c:v>
                </c:pt>
                <c:pt idx="5855">
                  <c:v>510.98469999999998</c:v>
                </c:pt>
                <c:pt idx="5856">
                  <c:v>511.06599999999997</c:v>
                </c:pt>
                <c:pt idx="5857">
                  <c:v>511.15069999999997</c:v>
                </c:pt>
                <c:pt idx="5858">
                  <c:v>511.2362</c:v>
                </c:pt>
                <c:pt idx="5859">
                  <c:v>511.3193</c:v>
                </c:pt>
                <c:pt idx="5860">
                  <c:v>511.40379999999999</c:v>
                </c:pt>
                <c:pt idx="5861">
                  <c:v>511.48880000000003</c:v>
                </c:pt>
                <c:pt idx="5862">
                  <c:v>511.5711</c:v>
                </c:pt>
                <c:pt idx="5863">
                  <c:v>511.65899999999999</c:v>
                </c:pt>
                <c:pt idx="5864">
                  <c:v>511.74189999999999</c:v>
                </c:pt>
                <c:pt idx="5865">
                  <c:v>511.82499999999999</c:v>
                </c:pt>
                <c:pt idx="5866">
                  <c:v>511.91210000000001</c:v>
                </c:pt>
                <c:pt idx="5867">
                  <c:v>511.99560000000002</c:v>
                </c:pt>
                <c:pt idx="5868">
                  <c:v>512.08000000000004</c:v>
                </c:pt>
                <c:pt idx="5869">
                  <c:v>512.16210000000001</c:v>
                </c:pt>
                <c:pt idx="5870">
                  <c:v>512.24540000000002</c:v>
                </c:pt>
                <c:pt idx="5871">
                  <c:v>512.32960000000003</c:v>
                </c:pt>
                <c:pt idx="5872">
                  <c:v>512.41480000000001</c:v>
                </c:pt>
                <c:pt idx="5873">
                  <c:v>512.49680000000001</c:v>
                </c:pt>
                <c:pt idx="5874">
                  <c:v>512.58240000000001</c:v>
                </c:pt>
                <c:pt idx="5875">
                  <c:v>512.66409999999996</c:v>
                </c:pt>
                <c:pt idx="5876">
                  <c:v>512.74890000000005</c:v>
                </c:pt>
                <c:pt idx="5877">
                  <c:v>512.83109999999999</c:v>
                </c:pt>
                <c:pt idx="5878">
                  <c:v>512.91660000000002</c:v>
                </c:pt>
                <c:pt idx="5879">
                  <c:v>512.99969999999996</c:v>
                </c:pt>
                <c:pt idx="5880">
                  <c:v>513.08320000000003</c:v>
                </c:pt>
                <c:pt idx="5881">
                  <c:v>513.16700000000003</c:v>
                </c:pt>
                <c:pt idx="5882">
                  <c:v>513.25059999999996</c:v>
                </c:pt>
                <c:pt idx="5883">
                  <c:v>513.33280000000002</c:v>
                </c:pt>
                <c:pt idx="5884">
                  <c:v>513.41650000000004</c:v>
                </c:pt>
                <c:pt idx="5885">
                  <c:v>513.49779999999998</c:v>
                </c:pt>
                <c:pt idx="5886">
                  <c:v>513.58159999999998</c:v>
                </c:pt>
                <c:pt idx="5887">
                  <c:v>513.66499999999996</c:v>
                </c:pt>
                <c:pt idx="5888">
                  <c:v>513.74609999999996</c:v>
                </c:pt>
                <c:pt idx="5889">
                  <c:v>513.83010000000002</c:v>
                </c:pt>
                <c:pt idx="5890">
                  <c:v>513.91480000000001</c:v>
                </c:pt>
                <c:pt idx="5891">
                  <c:v>513.99530000000004</c:v>
                </c:pt>
                <c:pt idx="5892">
                  <c:v>514.07899999999995</c:v>
                </c:pt>
                <c:pt idx="5893">
                  <c:v>514.16369999999995</c:v>
                </c:pt>
                <c:pt idx="5894">
                  <c:v>514.24339999999995</c:v>
                </c:pt>
                <c:pt idx="5895">
                  <c:v>514.32799999999997</c:v>
                </c:pt>
                <c:pt idx="5896">
                  <c:v>514.41110000000003</c:v>
                </c:pt>
                <c:pt idx="5897">
                  <c:v>514.49300000000005</c:v>
                </c:pt>
                <c:pt idx="5898">
                  <c:v>514.57619999999997</c:v>
                </c:pt>
                <c:pt idx="5899">
                  <c:v>514.65920000000006</c:v>
                </c:pt>
                <c:pt idx="5900">
                  <c:v>514.74040000000002</c:v>
                </c:pt>
                <c:pt idx="5901">
                  <c:v>514.82339999999999</c:v>
                </c:pt>
                <c:pt idx="5902">
                  <c:v>514.90790000000004</c:v>
                </c:pt>
                <c:pt idx="5903">
                  <c:v>514.98900000000003</c:v>
                </c:pt>
                <c:pt idx="5904">
                  <c:v>515.072</c:v>
                </c:pt>
                <c:pt idx="5905">
                  <c:v>515.15499999999997</c:v>
                </c:pt>
                <c:pt idx="5906">
                  <c:v>515.23659999999995</c:v>
                </c:pt>
                <c:pt idx="5907">
                  <c:v>515.31970000000001</c:v>
                </c:pt>
                <c:pt idx="5908">
                  <c:v>515.40359999999998</c:v>
                </c:pt>
                <c:pt idx="5909">
                  <c:v>515.4864</c:v>
                </c:pt>
                <c:pt idx="5910">
                  <c:v>515.57060000000001</c:v>
                </c:pt>
                <c:pt idx="5911">
                  <c:v>515.65239999999994</c:v>
                </c:pt>
                <c:pt idx="5912">
                  <c:v>515.73710000000005</c:v>
                </c:pt>
                <c:pt idx="5913">
                  <c:v>515.82230000000004</c:v>
                </c:pt>
                <c:pt idx="5914">
                  <c:v>515.90530000000001</c:v>
                </c:pt>
                <c:pt idx="5915">
                  <c:v>515.98689999999999</c:v>
                </c:pt>
                <c:pt idx="5916">
                  <c:v>516.07100000000003</c:v>
                </c:pt>
                <c:pt idx="5917">
                  <c:v>516.15440000000001</c:v>
                </c:pt>
                <c:pt idx="5918">
                  <c:v>516.23599999999999</c:v>
                </c:pt>
                <c:pt idx="5919">
                  <c:v>516.32060000000001</c:v>
                </c:pt>
                <c:pt idx="5920">
                  <c:v>516.40329999999994</c:v>
                </c:pt>
                <c:pt idx="5921">
                  <c:v>516.48680000000002</c:v>
                </c:pt>
                <c:pt idx="5922">
                  <c:v>516.57039999999995</c:v>
                </c:pt>
                <c:pt idx="5923">
                  <c:v>516.65570000000002</c:v>
                </c:pt>
                <c:pt idx="5924">
                  <c:v>516.73820000000001</c:v>
                </c:pt>
                <c:pt idx="5925">
                  <c:v>516.822</c:v>
                </c:pt>
                <c:pt idx="5926">
                  <c:v>516.90449999999998</c:v>
                </c:pt>
                <c:pt idx="5927">
                  <c:v>516.98689999999999</c:v>
                </c:pt>
                <c:pt idx="5928">
                  <c:v>517.07079999999996</c:v>
                </c:pt>
                <c:pt idx="5929">
                  <c:v>517.15449999999998</c:v>
                </c:pt>
                <c:pt idx="5930">
                  <c:v>517.23580000000004</c:v>
                </c:pt>
                <c:pt idx="5931">
                  <c:v>517.32079999999996</c:v>
                </c:pt>
                <c:pt idx="5932">
                  <c:v>517.40390000000002</c:v>
                </c:pt>
                <c:pt idx="5933">
                  <c:v>517.48680000000002</c:v>
                </c:pt>
                <c:pt idx="5934">
                  <c:v>517.57039999999995</c:v>
                </c:pt>
                <c:pt idx="5935">
                  <c:v>517.65459999999996</c:v>
                </c:pt>
                <c:pt idx="5936">
                  <c:v>517.73519999999996</c:v>
                </c:pt>
                <c:pt idx="5937">
                  <c:v>517.82029999999997</c:v>
                </c:pt>
                <c:pt idx="5938">
                  <c:v>517.90459999999996</c:v>
                </c:pt>
                <c:pt idx="5939">
                  <c:v>517.98900000000003</c:v>
                </c:pt>
                <c:pt idx="5940">
                  <c:v>518.07050000000004</c:v>
                </c:pt>
                <c:pt idx="5941">
                  <c:v>518.15409999999997</c:v>
                </c:pt>
                <c:pt idx="5942">
                  <c:v>518.23540000000003</c:v>
                </c:pt>
                <c:pt idx="5943">
                  <c:v>518.31960000000004</c:v>
                </c:pt>
                <c:pt idx="5944">
                  <c:v>518.40279999999996</c:v>
                </c:pt>
                <c:pt idx="5945">
                  <c:v>518.48760000000004</c:v>
                </c:pt>
                <c:pt idx="5946">
                  <c:v>518.57000000000005</c:v>
                </c:pt>
                <c:pt idx="5947">
                  <c:v>518.6508</c:v>
                </c:pt>
                <c:pt idx="5948">
                  <c:v>518.73540000000003</c:v>
                </c:pt>
                <c:pt idx="5949">
                  <c:v>518.81970000000001</c:v>
                </c:pt>
                <c:pt idx="5950">
                  <c:v>518.90139999999997</c:v>
                </c:pt>
                <c:pt idx="5951">
                  <c:v>518.9846</c:v>
                </c:pt>
                <c:pt idx="5952">
                  <c:v>519.06759999999997</c:v>
                </c:pt>
                <c:pt idx="5953">
                  <c:v>519.15189999999996</c:v>
                </c:pt>
                <c:pt idx="5954">
                  <c:v>519.2364</c:v>
                </c:pt>
                <c:pt idx="5955">
                  <c:v>519.31870000000004</c:v>
                </c:pt>
                <c:pt idx="5956">
                  <c:v>519.40380000000005</c:v>
                </c:pt>
                <c:pt idx="5957">
                  <c:v>519.4828</c:v>
                </c:pt>
                <c:pt idx="5958">
                  <c:v>519.57029999999997</c:v>
                </c:pt>
                <c:pt idx="5959">
                  <c:v>519.6508</c:v>
                </c:pt>
                <c:pt idx="5960">
                  <c:v>519.73519999999996</c:v>
                </c:pt>
                <c:pt idx="5961">
                  <c:v>519.81719999999996</c:v>
                </c:pt>
                <c:pt idx="5962">
                  <c:v>519.90039999999999</c:v>
                </c:pt>
                <c:pt idx="5963">
                  <c:v>519.98379999999997</c:v>
                </c:pt>
                <c:pt idx="5964">
                  <c:v>520.06719999999996</c:v>
                </c:pt>
                <c:pt idx="5965">
                  <c:v>520.15070000000003</c:v>
                </c:pt>
                <c:pt idx="5966">
                  <c:v>520.23339999999996</c:v>
                </c:pt>
                <c:pt idx="5967">
                  <c:v>520.3175</c:v>
                </c:pt>
                <c:pt idx="5968">
                  <c:v>520.40030000000002</c:v>
                </c:pt>
                <c:pt idx="5969">
                  <c:v>520.48440000000005</c:v>
                </c:pt>
                <c:pt idx="5970">
                  <c:v>520.56830000000002</c:v>
                </c:pt>
                <c:pt idx="5971">
                  <c:v>520.64940000000001</c:v>
                </c:pt>
                <c:pt idx="5972">
                  <c:v>520.73199999999997</c:v>
                </c:pt>
                <c:pt idx="5973">
                  <c:v>520.81650000000002</c:v>
                </c:pt>
                <c:pt idx="5974">
                  <c:v>520.90020000000004</c:v>
                </c:pt>
                <c:pt idx="5975">
                  <c:v>520.98410000000001</c:v>
                </c:pt>
                <c:pt idx="5976">
                  <c:v>521.06780000000003</c:v>
                </c:pt>
                <c:pt idx="5977">
                  <c:v>521.14980000000003</c:v>
                </c:pt>
                <c:pt idx="5978">
                  <c:v>521.23530000000005</c:v>
                </c:pt>
                <c:pt idx="5979">
                  <c:v>521.31610000000001</c:v>
                </c:pt>
                <c:pt idx="5980">
                  <c:v>521.4008</c:v>
                </c:pt>
                <c:pt idx="5981">
                  <c:v>521.48800000000006</c:v>
                </c:pt>
                <c:pt idx="5982">
                  <c:v>521.57069999999999</c:v>
                </c:pt>
                <c:pt idx="5983">
                  <c:v>521.65449999999998</c:v>
                </c:pt>
                <c:pt idx="5984">
                  <c:v>521.73590000000002</c:v>
                </c:pt>
                <c:pt idx="5985">
                  <c:v>521.822</c:v>
                </c:pt>
                <c:pt idx="5986">
                  <c:v>521.90740000000005</c:v>
                </c:pt>
                <c:pt idx="5987">
                  <c:v>521.99080000000004</c:v>
                </c:pt>
                <c:pt idx="5988">
                  <c:v>522.07399999999996</c:v>
                </c:pt>
                <c:pt idx="5989">
                  <c:v>522.15539999999999</c:v>
                </c:pt>
                <c:pt idx="5990">
                  <c:v>522.24099999999999</c:v>
                </c:pt>
                <c:pt idx="5991">
                  <c:v>522.32460000000003</c:v>
                </c:pt>
                <c:pt idx="5992">
                  <c:v>522.4076</c:v>
                </c:pt>
                <c:pt idx="5993">
                  <c:v>522.49059999999997</c:v>
                </c:pt>
                <c:pt idx="5994">
                  <c:v>522.57429999999999</c:v>
                </c:pt>
                <c:pt idx="5995">
                  <c:v>522.65719999999999</c:v>
                </c:pt>
                <c:pt idx="5996">
                  <c:v>522.74120000000005</c:v>
                </c:pt>
                <c:pt idx="5997">
                  <c:v>522.82539999999995</c:v>
                </c:pt>
                <c:pt idx="5998">
                  <c:v>522.90930000000003</c:v>
                </c:pt>
                <c:pt idx="5999">
                  <c:v>522.9932</c:v>
                </c:pt>
                <c:pt idx="6000">
                  <c:v>523.07460000000003</c:v>
                </c:pt>
                <c:pt idx="6001">
                  <c:v>523.15800000000002</c:v>
                </c:pt>
                <c:pt idx="6002">
                  <c:v>523.2432</c:v>
                </c:pt>
                <c:pt idx="6003">
                  <c:v>523.32719999999995</c:v>
                </c:pt>
                <c:pt idx="6004">
                  <c:v>523.41099999999994</c:v>
                </c:pt>
                <c:pt idx="6005">
                  <c:v>523.49360000000001</c:v>
                </c:pt>
                <c:pt idx="6006">
                  <c:v>523.57759999999996</c:v>
                </c:pt>
                <c:pt idx="6007">
                  <c:v>523.66129999999998</c:v>
                </c:pt>
                <c:pt idx="6008">
                  <c:v>523.74469999999997</c:v>
                </c:pt>
                <c:pt idx="6009">
                  <c:v>523.83040000000005</c:v>
                </c:pt>
                <c:pt idx="6010">
                  <c:v>523.91459999999995</c:v>
                </c:pt>
                <c:pt idx="6011">
                  <c:v>523.99599999999998</c:v>
                </c:pt>
                <c:pt idx="6012">
                  <c:v>524.08050000000003</c:v>
                </c:pt>
                <c:pt idx="6013">
                  <c:v>524.16459999999995</c:v>
                </c:pt>
                <c:pt idx="6014">
                  <c:v>524.24760000000003</c:v>
                </c:pt>
                <c:pt idx="6015">
                  <c:v>524.33299999999997</c:v>
                </c:pt>
                <c:pt idx="6016">
                  <c:v>524.41679999999997</c:v>
                </c:pt>
                <c:pt idx="6017">
                  <c:v>524.50149999999996</c:v>
                </c:pt>
                <c:pt idx="6018">
                  <c:v>524.58479999999997</c:v>
                </c:pt>
                <c:pt idx="6019">
                  <c:v>524.66780000000006</c:v>
                </c:pt>
                <c:pt idx="6020">
                  <c:v>524.75120000000004</c:v>
                </c:pt>
                <c:pt idx="6021">
                  <c:v>524.83439999999996</c:v>
                </c:pt>
                <c:pt idx="6022">
                  <c:v>524.92160000000001</c:v>
                </c:pt>
                <c:pt idx="6023">
                  <c:v>525.00549999999998</c:v>
                </c:pt>
                <c:pt idx="6024">
                  <c:v>525.08939999999996</c:v>
                </c:pt>
                <c:pt idx="6025">
                  <c:v>525.1748</c:v>
                </c:pt>
                <c:pt idx="6026">
                  <c:v>525.25819999999999</c:v>
                </c:pt>
                <c:pt idx="6027">
                  <c:v>525.34259999999995</c:v>
                </c:pt>
                <c:pt idx="6028">
                  <c:v>525.42579999999998</c:v>
                </c:pt>
                <c:pt idx="6029">
                  <c:v>525.51179999999999</c:v>
                </c:pt>
                <c:pt idx="6030">
                  <c:v>525.59519999999998</c:v>
                </c:pt>
                <c:pt idx="6031">
                  <c:v>525.67909999999995</c:v>
                </c:pt>
                <c:pt idx="6032">
                  <c:v>525.76220000000001</c:v>
                </c:pt>
                <c:pt idx="6033">
                  <c:v>525.84670000000006</c:v>
                </c:pt>
                <c:pt idx="6034">
                  <c:v>525.93140000000005</c:v>
                </c:pt>
                <c:pt idx="6035">
                  <c:v>526.01700000000005</c:v>
                </c:pt>
                <c:pt idx="6036">
                  <c:v>526.09979999999996</c:v>
                </c:pt>
                <c:pt idx="6037">
                  <c:v>526.18299999999999</c:v>
                </c:pt>
                <c:pt idx="6038">
                  <c:v>526.26700000000005</c:v>
                </c:pt>
                <c:pt idx="6039">
                  <c:v>526.35119999999995</c:v>
                </c:pt>
                <c:pt idx="6040">
                  <c:v>526.43460000000005</c:v>
                </c:pt>
                <c:pt idx="6041">
                  <c:v>526.51930000000004</c:v>
                </c:pt>
                <c:pt idx="6042">
                  <c:v>526.60230000000001</c:v>
                </c:pt>
                <c:pt idx="6043">
                  <c:v>526.68520000000001</c:v>
                </c:pt>
                <c:pt idx="6044">
                  <c:v>526.76909999999998</c:v>
                </c:pt>
                <c:pt idx="6045">
                  <c:v>526.85299999999995</c:v>
                </c:pt>
                <c:pt idx="6046">
                  <c:v>526.93539999999996</c:v>
                </c:pt>
                <c:pt idx="6047">
                  <c:v>527.02080000000001</c:v>
                </c:pt>
                <c:pt idx="6048">
                  <c:v>527.10320000000002</c:v>
                </c:pt>
                <c:pt idx="6049">
                  <c:v>527.18679999999995</c:v>
                </c:pt>
                <c:pt idx="6050">
                  <c:v>527.26959999999997</c:v>
                </c:pt>
                <c:pt idx="6051">
                  <c:v>527.35540000000003</c:v>
                </c:pt>
                <c:pt idx="6052">
                  <c:v>527.43600000000004</c:v>
                </c:pt>
                <c:pt idx="6053">
                  <c:v>527.51880000000006</c:v>
                </c:pt>
                <c:pt idx="6054">
                  <c:v>527.60479999999995</c:v>
                </c:pt>
                <c:pt idx="6055">
                  <c:v>527.68539999999996</c:v>
                </c:pt>
                <c:pt idx="6056">
                  <c:v>527.76949999999999</c:v>
                </c:pt>
                <c:pt idx="6057">
                  <c:v>527.85360000000003</c:v>
                </c:pt>
                <c:pt idx="6058">
                  <c:v>527.93889999999999</c:v>
                </c:pt>
                <c:pt idx="6059">
                  <c:v>528.02</c:v>
                </c:pt>
                <c:pt idx="6060">
                  <c:v>528.10080000000005</c:v>
                </c:pt>
                <c:pt idx="6061">
                  <c:v>528.18629999999996</c:v>
                </c:pt>
                <c:pt idx="6062">
                  <c:v>528.26900000000001</c:v>
                </c:pt>
                <c:pt idx="6063">
                  <c:v>528.35329999999999</c:v>
                </c:pt>
                <c:pt idx="6064">
                  <c:v>528.43489999999997</c:v>
                </c:pt>
                <c:pt idx="6065">
                  <c:v>528.51599999999996</c:v>
                </c:pt>
                <c:pt idx="6066">
                  <c:v>528.60299999999995</c:v>
                </c:pt>
                <c:pt idx="6067">
                  <c:v>528.68240000000003</c:v>
                </c:pt>
                <c:pt idx="6068">
                  <c:v>528.76649999999995</c:v>
                </c:pt>
                <c:pt idx="6069">
                  <c:v>528.84810000000004</c:v>
                </c:pt>
                <c:pt idx="6070">
                  <c:v>528.93179999999995</c:v>
                </c:pt>
                <c:pt idx="6071">
                  <c:v>529.01300000000003</c:v>
                </c:pt>
                <c:pt idx="6072">
                  <c:v>529.09690000000001</c:v>
                </c:pt>
                <c:pt idx="6073">
                  <c:v>529.17880000000002</c:v>
                </c:pt>
                <c:pt idx="6074">
                  <c:v>529.25930000000005</c:v>
                </c:pt>
                <c:pt idx="6075">
                  <c:v>529.34159999999997</c:v>
                </c:pt>
                <c:pt idx="6076">
                  <c:v>529.42600000000004</c:v>
                </c:pt>
                <c:pt idx="6077">
                  <c:v>529.50660000000005</c:v>
                </c:pt>
                <c:pt idx="6078">
                  <c:v>529.59069999999997</c:v>
                </c:pt>
                <c:pt idx="6079">
                  <c:v>529.67200000000003</c:v>
                </c:pt>
                <c:pt idx="6080">
                  <c:v>529.75509999999997</c:v>
                </c:pt>
                <c:pt idx="6081">
                  <c:v>529.83640000000003</c:v>
                </c:pt>
                <c:pt idx="6082">
                  <c:v>529.91819999999996</c:v>
                </c:pt>
                <c:pt idx="6083">
                  <c:v>530.00189999999998</c:v>
                </c:pt>
                <c:pt idx="6084">
                  <c:v>530.08500000000004</c:v>
                </c:pt>
                <c:pt idx="6085">
                  <c:v>530.16679999999997</c:v>
                </c:pt>
                <c:pt idx="6086">
                  <c:v>530.25319999999999</c:v>
                </c:pt>
                <c:pt idx="6087">
                  <c:v>530.33630000000005</c:v>
                </c:pt>
                <c:pt idx="6088">
                  <c:v>530.41719999999998</c:v>
                </c:pt>
                <c:pt idx="6089">
                  <c:v>530.49940000000004</c:v>
                </c:pt>
                <c:pt idx="6090">
                  <c:v>530.58159999999998</c:v>
                </c:pt>
                <c:pt idx="6091">
                  <c:v>530.6644</c:v>
                </c:pt>
                <c:pt idx="6092">
                  <c:v>530.74699999999996</c:v>
                </c:pt>
                <c:pt idx="6093">
                  <c:v>530.83309999999994</c:v>
                </c:pt>
                <c:pt idx="6094">
                  <c:v>530.91899999999998</c:v>
                </c:pt>
                <c:pt idx="6095">
                  <c:v>531.00199999999995</c:v>
                </c:pt>
                <c:pt idx="6096">
                  <c:v>531.08699999999999</c:v>
                </c:pt>
                <c:pt idx="6097">
                  <c:v>531.16869999999994</c:v>
                </c:pt>
                <c:pt idx="6098">
                  <c:v>531.25160000000005</c:v>
                </c:pt>
                <c:pt idx="6099">
                  <c:v>531.3365</c:v>
                </c:pt>
                <c:pt idx="6100">
                  <c:v>531.41859999999997</c:v>
                </c:pt>
                <c:pt idx="6101">
                  <c:v>531.50480000000005</c:v>
                </c:pt>
                <c:pt idx="6102">
                  <c:v>531.58849999999995</c:v>
                </c:pt>
                <c:pt idx="6103">
                  <c:v>531.67129999999997</c:v>
                </c:pt>
                <c:pt idx="6104">
                  <c:v>531.75599999999997</c:v>
                </c:pt>
                <c:pt idx="6105">
                  <c:v>531.84209999999996</c:v>
                </c:pt>
                <c:pt idx="6106">
                  <c:v>531.9239</c:v>
                </c:pt>
                <c:pt idx="6107">
                  <c:v>532.0095</c:v>
                </c:pt>
                <c:pt idx="6108">
                  <c:v>532.09659999999997</c:v>
                </c:pt>
                <c:pt idx="6109">
                  <c:v>532.17899999999997</c:v>
                </c:pt>
                <c:pt idx="6110">
                  <c:v>532.2636</c:v>
                </c:pt>
                <c:pt idx="6111">
                  <c:v>532.35059999999999</c:v>
                </c:pt>
                <c:pt idx="6112">
                  <c:v>532.43100000000004</c:v>
                </c:pt>
                <c:pt idx="6113">
                  <c:v>532.51660000000004</c:v>
                </c:pt>
                <c:pt idx="6114">
                  <c:v>532.59939999999995</c:v>
                </c:pt>
                <c:pt idx="6115">
                  <c:v>532.68539999999996</c:v>
                </c:pt>
                <c:pt idx="6116">
                  <c:v>532.77</c:v>
                </c:pt>
                <c:pt idx="6117">
                  <c:v>532.85479999999995</c:v>
                </c:pt>
                <c:pt idx="6118">
                  <c:v>532.93870000000004</c:v>
                </c:pt>
                <c:pt idx="6119">
                  <c:v>533.02260000000001</c:v>
                </c:pt>
                <c:pt idx="6120">
                  <c:v>533.10350000000005</c:v>
                </c:pt>
                <c:pt idx="6121">
                  <c:v>533.18939999999998</c:v>
                </c:pt>
                <c:pt idx="6122">
                  <c:v>533.27239999999995</c:v>
                </c:pt>
                <c:pt idx="6123">
                  <c:v>533.35799999999995</c:v>
                </c:pt>
                <c:pt idx="6124">
                  <c:v>533.44209999999998</c:v>
                </c:pt>
                <c:pt idx="6125">
                  <c:v>533.52419999999995</c:v>
                </c:pt>
                <c:pt idx="6126">
                  <c:v>533.60860000000002</c:v>
                </c:pt>
                <c:pt idx="6127">
                  <c:v>533.69200000000001</c:v>
                </c:pt>
                <c:pt idx="6128">
                  <c:v>533.77660000000003</c:v>
                </c:pt>
                <c:pt idx="6129">
                  <c:v>533.8596</c:v>
                </c:pt>
                <c:pt idx="6130">
                  <c:v>533.94259999999997</c:v>
                </c:pt>
                <c:pt idx="6131">
                  <c:v>534.02660000000003</c:v>
                </c:pt>
                <c:pt idx="6132">
                  <c:v>534.10940000000005</c:v>
                </c:pt>
                <c:pt idx="6133">
                  <c:v>534.19359999999995</c:v>
                </c:pt>
                <c:pt idx="6134">
                  <c:v>534.27890000000002</c:v>
                </c:pt>
                <c:pt idx="6135">
                  <c:v>534.36210000000005</c:v>
                </c:pt>
                <c:pt idx="6136">
                  <c:v>534.447</c:v>
                </c:pt>
                <c:pt idx="6137">
                  <c:v>534.52940000000001</c:v>
                </c:pt>
                <c:pt idx="6138">
                  <c:v>534.61120000000005</c:v>
                </c:pt>
                <c:pt idx="6139">
                  <c:v>534.69669999999996</c:v>
                </c:pt>
                <c:pt idx="6140">
                  <c:v>534.77880000000005</c:v>
                </c:pt>
                <c:pt idx="6141">
                  <c:v>534.86180000000002</c:v>
                </c:pt>
                <c:pt idx="6142">
                  <c:v>534.94500000000005</c:v>
                </c:pt>
                <c:pt idx="6143">
                  <c:v>535.02819999999997</c:v>
                </c:pt>
                <c:pt idx="6144">
                  <c:v>535.10850000000005</c:v>
                </c:pt>
                <c:pt idx="6145">
                  <c:v>535.19569999999999</c:v>
                </c:pt>
                <c:pt idx="6146">
                  <c:v>535.27930000000003</c:v>
                </c:pt>
                <c:pt idx="6147">
                  <c:v>535.36030000000005</c:v>
                </c:pt>
                <c:pt idx="6148">
                  <c:v>535.44690000000003</c:v>
                </c:pt>
                <c:pt idx="6149">
                  <c:v>535.52840000000003</c:v>
                </c:pt>
                <c:pt idx="6150">
                  <c:v>535.61199999999997</c:v>
                </c:pt>
                <c:pt idx="6151">
                  <c:v>535.6943</c:v>
                </c:pt>
                <c:pt idx="6152">
                  <c:v>535.77539999999999</c:v>
                </c:pt>
                <c:pt idx="6153">
                  <c:v>535.85979999999995</c:v>
                </c:pt>
                <c:pt idx="6154">
                  <c:v>535.9434</c:v>
                </c:pt>
                <c:pt idx="6155">
                  <c:v>536.02620000000002</c:v>
                </c:pt>
                <c:pt idx="6156">
                  <c:v>536.10979999999995</c:v>
                </c:pt>
                <c:pt idx="6157">
                  <c:v>536.19110000000001</c:v>
                </c:pt>
                <c:pt idx="6158">
                  <c:v>536.27430000000004</c:v>
                </c:pt>
                <c:pt idx="6159">
                  <c:v>536.35739999999998</c:v>
                </c:pt>
                <c:pt idx="6160">
                  <c:v>536.44140000000004</c:v>
                </c:pt>
                <c:pt idx="6161">
                  <c:v>536.52350000000001</c:v>
                </c:pt>
                <c:pt idx="6162">
                  <c:v>536.60400000000004</c:v>
                </c:pt>
                <c:pt idx="6163">
                  <c:v>536.68719999999996</c:v>
                </c:pt>
                <c:pt idx="6164">
                  <c:v>536.76930000000004</c:v>
                </c:pt>
                <c:pt idx="6165">
                  <c:v>536.85400000000004</c:v>
                </c:pt>
                <c:pt idx="6166">
                  <c:v>536.93679999999995</c:v>
                </c:pt>
                <c:pt idx="6167">
                  <c:v>537.01859999999999</c:v>
                </c:pt>
                <c:pt idx="6168">
                  <c:v>537.10249999999996</c:v>
                </c:pt>
                <c:pt idx="6169">
                  <c:v>537.18320000000006</c:v>
                </c:pt>
                <c:pt idx="6170">
                  <c:v>537.26710000000003</c:v>
                </c:pt>
                <c:pt idx="6171">
                  <c:v>537.34969999999998</c:v>
                </c:pt>
                <c:pt idx="6172">
                  <c:v>537.43290000000002</c:v>
                </c:pt>
                <c:pt idx="6173">
                  <c:v>537.51520000000005</c:v>
                </c:pt>
                <c:pt idx="6174">
                  <c:v>537.59789999999998</c:v>
                </c:pt>
                <c:pt idx="6175">
                  <c:v>537.68100000000004</c:v>
                </c:pt>
                <c:pt idx="6176">
                  <c:v>537.7663</c:v>
                </c:pt>
                <c:pt idx="6177">
                  <c:v>537.84709999999995</c:v>
                </c:pt>
                <c:pt idx="6178">
                  <c:v>537.93060000000003</c:v>
                </c:pt>
                <c:pt idx="6179">
                  <c:v>538.01049999999998</c:v>
                </c:pt>
                <c:pt idx="6180">
                  <c:v>538.09259999999995</c:v>
                </c:pt>
                <c:pt idx="6181">
                  <c:v>538.17700000000002</c:v>
                </c:pt>
                <c:pt idx="6182">
                  <c:v>538.25980000000004</c:v>
                </c:pt>
                <c:pt idx="6183">
                  <c:v>538.34190000000001</c:v>
                </c:pt>
                <c:pt idx="6184">
                  <c:v>538.42679999999996</c:v>
                </c:pt>
                <c:pt idx="6185">
                  <c:v>538.51009999999997</c:v>
                </c:pt>
                <c:pt idx="6186">
                  <c:v>538.59289999999999</c:v>
                </c:pt>
                <c:pt idx="6187">
                  <c:v>538.67600000000004</c:v>
                </c:pt>
                <c:pt idx="6188">
                  <c:v>538.75879999999995</c:v>
                </c:pt>
                <c:pt idx="6189">
                  <c:v>538.84299999999996</c:v>
                </c:pt>
                <c:pt idx="6190">
                  <c:v>538.92610000000002</c:v>
                </c:pt>
                <c:pt idx="6191">
                  <c:v>539.00789999999995</c:v>
                </c:pt>
                <c:pt idx="6192">
                  <c:v>539.09190000000001</c:v>
                </c:pt>
                <c:pt idx="6193">
                  <c:v>539.1748</c:v>
                </c:pt>
                <c:pt idx="6194">
                  <c:v>539.25919999999996</c:v>
                </c:pt>
                <c:pt idx="6195">
                  <c:v>539.34100000000001</c:v>
                </c:pt>
                <c:pt idx="6196">
                  <c:v>539.42550000000006</c:v>
                </c:pt>
                <c:pt idx="6197">
                  <c:v>539.51</c:v>
                </c:pt>
                <c:pt idx="6198">
                  <c:v>539.59029999999996</c:v>
                </c:pt>
                <c:pt idx="6199">
                  <c:v>539.67039999999997</c:v>
                </c:pt>
                <c:pt idx="6200">
                  <c:v>539.75260000000003</c:v>
                </c:pt>
                <c:pt idx="6201">
                  <c:v>539.8442</c:v>
                </c:pt>
                <c:pt idx="6202">
                  <c:v>539.92859999999996</c:v>
                </c:pt>
                <c:pt idx="6203">
                  <c:v>540.01300000000003</c:v>
                </c:pt>
                <c:pt idx="6204">
                  <c:v>540.09349999999995</c:v>
                </c:pt>
                <c:pt idx="6205">
                  <c:v>540.17700000000002</c:v>
                </c:pt>
                <c:pt idx="6206">
                  <c:v>540.26049999999998</c:v>
                </c:pt>
                <c:pt idx="6207">
                  <c:v>540.34289999999999</c:v>
                </c:pt>
                <c:pt idx="6208">
                  <c:v>540.42759999999998</c:v>
                </c:pt>
                <c:pt idx="6209">
                  <c:v>540.51239999999996</c:v>
                </c:pt>
                <c:pt idx="6210">
                  <c:v>540.59370000000001</c:v>
                </c:pt>
                <c:pt idx="6211">
                  <c:v>540.67909999999995</c:v>
                </c:pt>
                <c:pt idx="6212">
                  <c:v>540.76</c:v>
                </c:pt>
                <c:pt idx="6213">
                  <c:v>540.8451</c:v>
                </c:pt>
                <c:pt idx="6214">
                  <c:v>540.92619999999999</c:v>
                </c:pt>
                <c:pt idx="6215">
                  <c:v>541.00879999999995</c:v>
                </c:pt>
                <c:pt idx="6216">
                  <c:v>541.09199999999998</c:v>
                </c:pt>
                <c:pt idx="6217">
                  <c:v>541.17579999999998</c:v>
                </c:pt>
                <c:pt idx="6218">
                  <c:v>541.25940000000003</c:v>
                </c:pt>
                <c:pt idx="6219">
                  <c:v>541.34029999999996</c:v>
                </c:pt>
                <c:pt idx="6220">
                  <c:v>541.42420000000004</c:v>
                </c:pt>
                <c:pt idx="6221">
                  <c:v>541.50840000000005</c:v>
                </c:pt>
                <c:pt idx="6222">
                  <c:v>541.58950000000004</c:v>
                </c:pt>
                <c:pt idx="6223">
                  <c:v>541.67290000000003</c:v>
                </c:pt>
                <c:pt idx="6224">
                  <c:v>541.75660000000005</c:v>
                </c:pt>
                <c:pt idx="6225">
                  <c:v>541.83950000000004</c:v>
                </c:pt>
                <c:pt idx="6226">
                  <c:v>541.92259999999999</c:v>
                </c:pt>
                <c:pt idx="6227">
                  <c:v>542.00580000000002</c:v>
                </c:pt>
                <c:pt idx="6228">
                  <c:v>542.08799999999997</c:v>
                </c:pt>
                <c:pt idx="6229">
                  <c:v>542.17520000000002</c:v>
                </c:pt>
                <c:pt idx="6230">
                  <c:v>542.25930000000005</c:v>
                </c:pt>
                <c:pt idx="6231">
                  <c:v>542.33879999999999</c:v>
                </c:pt>
                <c:pt idx="6232">
                  <c:v>542.42200000000003</c:v>
                </c:pt>
                <c:pt idx="6233">
                  <c:v>542.50429999999994</c:v>
                </c:pt>
                <c:pt idx="6234">
                  <c:v>542.58789999999999</c:v>
                </c:pt>
                <c:pt idx="6235">
                  <c:v>542.67290000000003</c:v>
                </c:pt>
                <c:pt idx="6236">
                  <c:v>542.75549999999998</c:v>
                </c:pt>
                <c:pt idx="6237">
                  <c:v>542.84180000000003</c:v>
                </c:pt>
                <c:pt idx="6238">
                  <c:v>542.92280000000005</c:v>
                </c:pt>
                <c:pt idx="6239">
                  <c:v>543.00760000000002</c:v>
                </c:pt>
                <c:pt idx="6240">
                  <c:v>543.09079999999994</c:v>
                </c:pt>
                <c:pt idx="6241">
                  <c:v>543.17660000000001</c:v>
                </c:pt>
                <c:pt idx="6242">
                  <c:v>543.25919999999996</c:v>
                </c:pt>
                <c:pt idx="6243">
                  <c:v>543.34180000000003</c:v>
                </c:pt>
                <c:pt idx="6244">
                  <c:v>543.42819999999995</c:v>
                </c:pt>
                <c:pt idx="6245">
                  <c:v>543.51210000000003</c:v>
                </c:pt>
                <c:pt idx="6246">
                  <c:v>543.59500000000003</c:v>
                </c:pt>
                <c:pt idx="6247">
                  <c:v>543.66369999999995</c:v>
                </c:pt>
                <c:pt idx="6248">
                  <c:v>543.75070000000005</c:v>
                </c:pt>
                <c:pt idx="6249">
                  <c:v>543.84029999999996</c:v>
                </c:pt>
                <c:pt idx="6250">
                  <c:v>543.92909999999995</c:v>
                </c:pt>
                <c:pt idx="6251">
                  <c:v>544.01250000000005</c:v>
                </c:pt>
                <c:pt idx="6252">
                  <c:v>544.09879999999998</c:v>
                </c:pt>
                <c:pt idx="6253">
                  <c:v>544.18679999999995</c:v>
                </c:pt>
                <c:pt idx="6254">
                  <c:v>544.27120000000002</c:v>
                </c:pt>
                <c:pt idx="6255">
                  <c:v>544.35569999999996</c:v>
                </c:pt>
                <c:pt idx="6256">
                  <c:v>544.43939999999998</c:v>
                </c:pt>
                <c:pt idx="6257">
                  <c:v>544.52599999999995</c:v>
                </c:pt>
                <c:pt idx="6258">
                  <c:v>544.61040000000003</c:v>
                </c:pt>
                <c:pt idx="6259">
                  <c:v>544.69410000000005</c:v>
                </c:pt>
                <c:pt idx="6260">
                  <c:v>544.77919999999995</c:v>
                </c:pt>
                <c:pt idx="6261">
                  <c:v>544.86199999999997</c:v>
                </c:pt>
                <c:pt idx="6262">
                  <c:v>544.94939999999997</c:v>
                </c:pt>
                <c:pt idx="6263">
                  <c:v>545.03380000000004</c:v>
                </c:pt>
                <c:pt idx="6264">
                  <c:v>545.1155</c:v>
                </c:pt>
                <c:pt idx="6265">
                  <c:v>545.20259999999996</c:v>
                </c:pt>
                <c:pt idx="6266">
                  <c:v>545.28629999999998</c:v>
                </c:pt>
                <c:pt idx="6267">
                  <c:v>545.36980000000005</c:v>
                </c:pt>
                <c:pt idx="6268">
                  <c:v>545.45460000000003</c:v>
                </c:pt>
                <c:pt idx="6269">
                  <c:v>545.54060000000004</c:v>
                </c:pt>
                <c:pt idx="6270">
                  <c:v>545.62360000000001</c:v>
                </c:pt>
                <c:pt idx="6271">
                  <c:v>545.70860000000005</c:v>
                </c:pt>
                <c:pt idx="6272">
                  <c:v>545.79380000000003</c:v>
                </c:pt>
                <c:pt idx="6273">
                  <c:v>545.87739999999997</c:v>
                </c:pt>
                <c:pt idx="6274">
                  <c:v>545.96130000000005</c:v>
                </c:pt>
                <c:pt idx="6275">
                  <c:v>546.04499999999996</c:v>
                </c:pt>
                <c:pt idx="6276">
                  <c:v>546.13030000000003</c:v>
                </c:pt>
                <c:pt idx="6277">
                  <c:v>546.20899999999995</c:v>
                </c:pt>
                <c:pt idx="6278">
                  <c:v>546.29409999999996</c:v>
                </c:pt>
                <c:pt idx="6279">
                  <c:v>546.37900000000002</c:v>
                </c:pt>
                <c:pt idx="6280">
                  <c:v>546.46050000000002</c:v>
                </c:pt>
                <c:pt idx="6281">
                  <c:v>546.54499999999996</c:v>
                </c:pt>
                <c:pt idx="6282">
                  <c:v>546.62940000000003</c:v>
                </c:pt>
                <c:pt idx="6283">
                  <c:v>546.71190000000001</c:v>
                </c:pt>
                <c:pt idx="6284">
                  <c:v>546.79489999999998</c:v>
                </c:pt>
                <c:pt idx="6285">
                  <c:v>546.87609999999995</c:v>
                </c:pt>
                <c:pt idx="6286">
                  <c:v>546.96310000000005</c:v>
                </c:pt>
                <c:pt idx="6287">
                  <c:v>547.04430000000002</c:v>
                </c:pt>
                <c:pt idx="6288">
                  <c:v>547.12879999999996</c:v>
                </c:pt>
                <c:pt idx="6289">
                  <c:v>547.21379999999999</c:v>
                </c:pt>
                <c:pt idx="6290">
                  <c:v>547.298</c:v>
                </c:pt>
                <c:pt idx="6291">
                  <c:v>547.38009999999997</c:v>
                </c:pt>
                <c:pt idx="6292">
                  <c:v>547.4624</c:v>
                </c:pt>
                <c:pt idx="6293">
                  <c:v>547.54780000000005</c:v>
                </c:pt>
                <c:pt idx="6294">
                  <c:v>547.63160000000005</c:v>
                </c:pt>
                <c:pt idx="6295">
                  <c:v>547.71209999999996</c:v>
                </c:pt>
                <c:pt idx="6296">
                  <c:v>547.79520000000002</c:v>
                </c:pt>
                <c:pt idx="6297">
                  <c:v>547.8818</c:v>
                </c:pt>
                <c:pt idx="6298">
                  <c:v>547.96389999999997</c:v>
                </c:pt>
                <c:pt idx="6299">
                  <c:v>548.04639999999995</c:v>
                </c:pt>
                <c:pt idx="6300">
                  <c:v>548.13019999999995</c:v>
                </c:pt>
                <c:pt idx="6301">
                  <c:v>548.21320000000003</c:v>
                </c:pt>
                <c:pt idx="6302">
                  <c:v>548.29449999999997</c:v>
                </c:pt>
                <c:pt idx="6303">
                  <c:v>548.3768</c:v>
                </c:pt>
                <c:pt idx="6304">
                  <c:v>548.46140000000003</c:v>
                </c:pt>
                <c:pt idx="6305">
                  <c:v>548.54390000000001</c:v>
                </c:pt>
                <c:pt idx="6306">
                  <c:v>548.62829999999997</c:v>
                </c:pt>
                <c:pt idx="6307">
                  <c:v>548.71249999999998</c:v>
                </c:pt>
                <c:pt idx="6308">
                  <c:v>548.79259999999999</c:v>
                </c:pt>
                <c:pt idx="6309">
                  <c:v>548.87530000000004</c:v>
                </c:pt>
                <c:pt idx="6310">
                  <c:v>548.95960000000002</c:v>
                </c:pt>
                <c:pt idx="6311">
                  <c:v>549.04179999999997</c:v>
                </c:pt>
                <c:pt idx="6312">
                  <c:v>549.1241</c:v>
                </c:pt>
                <c:pt idx="6313">
                  <c:v>549.2088</c:v>
                </c:pt>
                <c:pt idx="6314">
                  <c:v>549.29020000000003</c:v>
                </c:pt>
                <c:pt idx="6315">
                  <c:v>549.37400000000002</c:v>
                </c:pt>
                <c:pt idx="6316">
                  <c:v>549.45799999999997</c:v>
                </c:pt>
                <c:pt idx="6317">
                  <c:v>549.5412</c:v>
                </c:pt>
                <c:pt idx="6318">
                  <c:v>549.62649999999996</c:v>
                </c:pt>
                <c:pt idx="6319">
                  <c:v>549.7079</c:v>
                </c:pt>
                <c:pt idx="6320">
                  <c:v>549.79139999999995</c:v>
                </c:pt>
                <c:pt idx="6321">
                  <c:v>549.875</c:v>
                </c:pt>
                <c:pt idx="6322">
                  <c:v>549.95759999999996</c:v>
                </c:pt>
                <c:pt idx="6323">
                  <c:v>550.04160000000002</c:v>
                </c:pt>
                <c:pt idx="6324">
                  <c:v>550.12480000000005</c:v>
                </c:pt>
                <c:pt idx="6325">
                  <c:v>550.20699999999999</c:v>
                </c:pt>
                <c:pt idx="6326">
                  <c:v>550.29100000000005</c:v>
                </c:pt>
                <c:pt idx="6327">
                  <c:v>550.37419999999997</c:v>
                </c:pt>
                <c:pt idx="6328">
                  <c:v>550.45680000000004</c:v>
                </c:pt>
                <c:pt idx="6329">
                  <c:v>550.54060000000004</c:v>
                </c:pt>
                <c:pt idx="6330">
                  <c:v>550.62540000000001</c:v>
                </c:pt>
                <c:pt idx="6331">
                  <c:v>550.70939999999996</c:v>
                </c:pt>
                <c:pt idx="6332">
                  <c:v>550.79300000000001</c:v>
                </c:pt>
                <c:pt idx="6333">
                  <c:v>550.875</c:v>
                </c:pt>
                <c:pt idx="6334">
                  <c:v>550.95899999999995</c:v>
                </c:pt>
                <c:pt idx="6335">
                  <c:v>551.04100000000005</c:v>
                </c:pt>
                <c:pt idx="6336">
                  <c:v>551.12540000000001</c:v>
                </c:pt>
                <c:pt idx="6337">
                  <c:v>551.20780000000002</c:v>
                </c:pt>
                <c:pt idx="6338">
                  <c:v>551.29240000000004</c:v>
                </c:pt>
                <c:pt idx="6339">
                  <c:v>551.37519999999995</c:v>
                </c:pt>
                <c:pt idx="6340">
                  <c:v>551.45979999999997</c:v>
                </c:pt>
                <c:pt idx="6341">
                  <c:v>551.54139999999995</c:v>
                </c:pt>
                <c:pt idx="6342">
                  <c:v>551.62429999999995</c:v>
                </c:pt>
                <c:pt idx="6343">
                  <c:v>551.70939999999996</c:v>
                </c:pt>
                <c:pt idx="6344">
                  <c:v>551.79219999999998</c:v>
                </c:pt>
                <c:pt idx="6345">
                  <c:v>551.87459999999999</c:v>
                </c:pt>
                <c:pt idx="6346">
                  <c:v>551.95590000000004</c:v>
                </c:pt>
                <c:pt idx="6347">
                  <c:v>552.0421</c:v>
                </c:pt>
                <c:pt idx="6348">
                  <c:v>552.12440000000004</c:v>
                </c:pt>
                <c:pt idx="6349">
                  <c:v>552.20780000000002</c:v>
                </c:pt>
                <c:pt idx="6350">
                  <c:v>552.29139999999995</c:v>
                </c:pt>
                <c:pt idx="6351">
                  <c:v>552.37570000000005</c:v>
                </c:pt>
                <c:pt idx="6352">
                  <c:v>552.45860000000005</c:v>
                </c:pt>
                <c:pt idx="6353">
                  <c:v>552.53980000000001</c:v>
                </c:pt>
                <c:pt idx="6354">
                  <c:v>552.62379999999996</c:v>
                </c:pt>
                <c:pt idx="6355">
                  <c:v>552.70849999999996</c:v>
                </c:pt>
                <c:pt idx="6356">
                  <c:v>552.78980000000001</c:v>
                </c:pt>
                <c:pt idx="6357">
                  <c:v>552.87530000000004</c:v>
                </c:pt>
                <c:pt idx="6358">
                  <c:v>552.95860000000005</c:v>
                </c:pt>
                <c:pt idx="6359">
                  <c:v>553.04200000000003</c:v>
                </c:pt>
                <c:pt idx="6360">
                  <c:v>553.12570000000005</c:v>
                </c:pt>
                <c:pt idx="6361">
                  <c:v>553.20899999999995</c:v>
                </c:pt>
                <c:pt idx="6362">
                  <c:v>553.29060000000004</c:v>
                </c:pt>
                <c:pt idx="6363">
                  <c:v>553.3759</c:v>
                </c:pt>
                <c:pt idx="6364">
                  <c:v>553.45889999999997</c:v>
                </c:pt>
                <c:pt idx="6365">
                  <c:v>553.54219999999998</c:v>
                </c:pt>
                <c:pt idx="6366">
                  <c:v>553.62480000000005</c:v>
                </c:pt>
                <c:pt idx="6367">
                  <c:v>553.70799999999997</c:v>
                </c:pt>
                <c:pt idx="6368">
                  <c:v>553.79190000000006</c:v>
                </c:pt>
                <c:pt idx="6369">
                  <c:v>553.87440000000004</c:v>
                </c:pt>
                <c:pt idx="6370">
                  <c:v>553.95740000000001</c:v>
                </c:pt>
                <c:pt idx="6371">
                  <c:v>554.04060000000004</c:v>
                </c:pt>
                <c:pt idx="6372">
                  <c:v>554.12310000000002</c:v>
                </c:pt>
                <c:pt idx="6373">
                  <c:v>554.20600000000002</c:v>
                </c:pt>
                <c:pt idx="6374">
                  <c:v>554.29200000000003</c:v>
                </c:pt>
                <c:pt idx="6375">
                  <c:v>554.37440000000004</c:v>
                </c:pt>
                <c:pt idx="6376">
                  <c:v>554.45719999999994</c:v>
                </c:pt>
                <c:pt idx="6377">
                  <c:v>554.53959999999995</c:v>
                </c:pt>
                <c:pt idx="6378">
                  <c:v>554.62289999999996</c:v>
                </c:pt>
                <c:pt idx="6379">
                  <c:v>554.70510000000002</c:v>
                </c:pt>
                <c:pt idx="6380">
                  <c:v>554.7885</c:v>
                </c:pt>
                <c:pt idx="6381">
                  <c:v>554.87189999999998</c:v>
                </c:pt>
                <c:pt idx="6382">
                  <c:v>554.95590000000004</c:v>
                </c:pt>
                <c:pt idx="6383">
                  <c:v>555.0412</c:v>
                </c:pt>
                <c:pt idx="6384">
                  <c:v>555.12360000000001</c:v>
                </c:pt>
                <c:pt idx="6385">
                  <c:v>555.20699999999999</c:v>
                </c:pt>
                <c:pt idx="6386">
                  <c:v>555.29</c:v>
                </c:pt>
                <c:pt idx="6387">
                  <c:v>555.37300000000005</c:v>
                </c:pt>
                <c:pt idx="6388">
                  <c:v>555.45579999999995</c:v>
                </c:pt>
                <c:pt idx="6389">
                  <c:v>555.55160000000001</c:v>
                </c:pt>
                <c:pt idx="6390">
                  <c:v>555.63599999999997</c:v>
                </c:pt>
                <c:pt idx="6391">
                  <c:v>555.71789999999999</c:v>
                </c:pt>
                <c:pt idx="6392">
                  <c:v>555.79909999999995</c:v>
                </c:pt>
                <c:pt idx="6393">
                  <c:v>555.87950000000001</c:v>
                </c:pt>
                <c:pt idx="6394">
                  <c:v>555.96019999999999</c:v>
                </c:pt>
                <c:pt idx="6395">
                  <c:v>556.04340000000002</c:v>
                </c:pt>
                <c:pt idx="6396">
                  <c:v>556.12549999999999</c:v>
                </c:pt>
                <c:pt idx="6397">
                  <c:v>556.20680000000004</c:v>
                </c:pt>
                <c:pt idx="6398">
                  <c:v>556.2903</c:v>
                </c:pt>
                <c:pt idx="6399">
                  <c:v>556.37210000000005</c:v>
                </c:pt>
                <c:pt idx="6400">
                  <c:v>556.45500000000004</c:v>
                </c:pt>
                <c:pt idx="6401">
                  <c:v>556.53949999999998</c:v>
                </c:pt>
                <c:pt idx="6402">
                  <c:v>556.62</c:v>
                </c:pt>
                <c:pt idx="6403">
                  <c:v>556.70060000000001</c:v>
                </c:pt>
                <c:pt idx="6404">
                  <c:v>556.78440000000001</c:v>
                </c:pt>
                <c:pt idx="6405">
                  <c:v>556.86580000000004</c:v>
                </c:pt>
                <c:pt idx="6406">
                  <c:v>556.94929999999999</c:v>
                </c:pt>
                <c:pt idx="6407">
                  <c:v>557.02890000000002</c:v>
                </c:pt>
                <c:pt idx="6408">
                  <c:v>557.11379999999997</c:v>
                </c:pt>
                <c:pt idx="6409">
                  <c:v>557.19719999999995</c:v>
                </c:pt>
                <c:pt idx="6410">
                  <c:v>557.27930000000003</c:v>
                </c:pt>
                <c:pt idx="6411">
                  <c:v>557.36199999999997</c:v>
                </c:pt>
                <c:pt idx="6412">
                  <c:v>557.4434</c:v>
                </c:pt>
                <c:pt idx="6413">
                  <c:v>557.52710000000002</c:v>
                </c:pt>
                <c:pt idx="6414">
                  <c:v>557.60799999999995</c:v>
                </c:pt>
                <c:pt idx="6415">
                  <c:v>557.69299999999998</c:v>
                </c:pt>
                <c:pt idx="6416">
                  <c:v>557.77560000000005</c:v>
                </c:pt>
                <c:pt idx="6417">
                  <c:v>557.85630000000003</c:v>
                </c:pt>
                <c:pt idx="6418">
                  <c:v>557.94010000000003</c:v>
                </c:pt>
                <c:pt idx="6419">
                  <c:v>558.02279999999996</c:v>
                </c:pt>
                <c:pt idx="6420">
                  <c:v>558.10619999999994</c:v>
                </c:pt>
                <c:pt idx="6421">
                  <c:v>558.18899999999996</c:v>
                </c:pt>
                <c:pt idx="6422">
                  <c:v>558.27160000000003</c:v>
                </c:pt>
                <c:pt idx="6423">
                  <c:v>558.35509999999999</c:v>
                </c:pt>
                <c:pt idx="6424">
                  <c:v>558.43949999999995</c:v>
                </c:pt>
                <c:pt idx="6425">
                  <c:v>558.52059999999994</c:v>
                </c:pt>
                <c:pt idx="6426">
                  <c:v>558.6028</c:v>
                </c:pt>
                <c:pt idx="6427">
                  <c:v>558.68799999999999</c:v>
                </c:pt>
                <c:pt idx="6428">
                  <c:v>558.77099999999996</c:v>
                </c:pt>
                <c:pt idx="6429">
                  <c:v>558.85260000000005</c:v>
                </c:pt>
                <c:pt idx="6430">
                  <c:v>558.93370000000004</c:v>
                </c:pt>
                <c:pt idx="6431">
                  <c:v>559.01599999999996</c:v>
                </c:pt>
                <c:pt idx="6432">
                  <c:v>559.09960000000001</c:v>
                </c:pt>
                <c:pt idx="6433">
                  <c:v>559.18489999999997</c:v>
                </c:pt>
                <c:pt idx="6434">
                  <c:v>559.26900000000001</c:v>
                </c:pt>
                <c:pt idx="6435">
                  <c:v>559.35329999999999</c:v>
                </c:pt>
                <c:pt idx="6436">
                  <c:v>559.43650000000002</c:v>
                </c:pt>
                <c:pt idx="6437">
                  <c:v>559.52070000000003</c:v>
                </c:pt>
                <c:pt idx="6438">
                  <c:v>559.60490000000004</c:v>
                </c:pt>
                <c:pt idx="6439">
                  <c:v>559.68640000000005</c:v>
                </c:pt>
                <c:pt idx="6440">
                  <c:v>559.77189999999996</c:v>
                </c:pt>
                <c:pt idx="6441">
                  <c:v>559.85209999999995</c:v>
                </c:pt>
                <c:pt idx="6442">
                  <c:v>559.9366</c:v>
                </c:pt>
                <c:pt idx="6443">
                  <c:v>560.02200000000005</c:v>
                </c:pt>
                <c:pt idx="6444">
                  <c:v>560.10519999999997</c:v>
                </c:pt>
                <c:pt idx="6445">
                  <c:v>560.18679999999995</c:v>
                </c:pt>
                <c:pt idx="6446">
                  <c:v>560.27059999999994</c:v>
                </c:pt>
                <c:pt idx="6447">
                  <c:v>560.35590000000002</c:v>
                </c:pt>
                <c:pt idx="6448">
                  <c:v>560.43679999999995</c:v>
                </c:pt>
                <c:pt idx="6449">
                  <c:v>560.52</c:v>
                </c:pt>
                <c:pt idx="6450">
                  <c:v>560.60559999999998</c:v>
                </c:pt>
                <c:pt idx="6451">
                  <c:v>560.68700000000001</c:v>
                </c:pt>
                <c:pt idx="6452">
                  <c:v>560.76909999999998</c:v>
                </c:pt>
                <c:pt idx="6453">
                  <c:v>560.85199999999998</c:v>
                </c:pt>
                <c:pt idx="6454">
                  <c:v>560.93759999999997</c:v>
                </c:pt>
                <c:pt idx="6455">
                  <c:v>561.02</c:v>
                </c:pt>
                <c:pt idx="6456">
                  <c:v>561.10299999999995</c:v>
                </c:pt>
                <c:pt idx="6457">
                  <c:v>561.18589999999995</c:v>
                </c:pt>
                <c:pt idx="6458">
                  <c:v>561.27049999999997</c:v>
                </c:pt>
                <c:pt idx="6459">
                  <c:v>561.35209999999995</c:v>
                </c:pt>
                <c:pt idx="6460">
                  <c:v>561.43709999999999</c:v>
                </c:pt>
                <c:pt idx="6461">
                  <c:v>561.52</c:v>
                </c:pt>
                <c:pt idx="6462">
                  <c:v>561.60320000000002</c:v>
                </c:pt>
                <c:pt idx="6463">
                  <c:v>561.68700000000001</c:v>
                </c:pt>
                <c:pt idx="6464">
                  <c:v>561.77099999999996</c:v>
                </c:pt>
                <c:pt idx="6465">
                  <c:v>561.85230000000001</c:v>
                </c:pt>
                <c:pt idx="6466">
                  <c:v>561.93799999999999</c:v>
                </c:pt>
                <c:pt idx="6467">
                  <c:v>562.02</c:v>
                </c:pt>
                <c:pt idx="6468">
                  <c:v>562.10400000000004</c:v>
                </c:pt>
                <c:pt idx="6469">
                  <c:v>562.18679999999995</c:v>
                </c:pt>
                <c:pt idx="6470">
                  <c:v>562.27089999999998</c:v>
                </c:pt>
                <c:pt idx="6471">
                  <c:v>562.35360000000003</c:v>
                </c:pt>
                <c:pt idx="6472">
                  <c:v>562.43970000000002</c:v>
                </c:pt>
                <c:pt idx="6473">
                  <c:v>562.52369999999996</c:v>
                </c:pt>
                <c:pt idx="6474">
                  <c:v>562.60569999999996</c:v>
                </c:pt>
                <c:pt idx="6475">
                  <c:v>562.69000000000005</c:v>
                </c:pt>
                <c:pt idx="6476">
                  <c:v>562.77449999999999</c:v>
                </c:pt>
                <c:pt idx="6477">
                  <c:v>562.85820000000001</c:v>
                </c:pt>
                <c:pt idx="6478">
                  <c:v>562.94309999999996</c:v>
                </c:pt>
                <c:pt idx="6479">
                  <c:v>563.02980000000002</c:v>
                </c:pt>
                <c:pt idx="6480">
                  <c:v>563.11040000000003</c:v>
                </c:pt>
                <c:pt idx="6481">
                  <c:v>563.19410000000005</c:v>
                </c:pt>
                <c:pt idx="6482">
                  <c:v>563.27840000000003</c:v>
                </c:pt>
                <c:pt idx="6483">
                  <c:v>563.36289999999997</c:v>
                </c:pt>
                <c:pt idx="6484">
                  <c:v>563.44740000000002</c:v>
                </c:pt>
                <c:pt idx="6485">
                  <c:v>563.53120000000001</c:v>
                </c:pt>
                <c:pt idx="6486">
                  <c:v>563.61680000000001</c:v>
                </c:pt>
                <c:pt idx="6487">
                  <c:v>563.69929999999999</c:v>
                </c:pt>
                <c:pt idx="6488">
                  <c:v>563.78340000000003</c:v>
                </c:pt>
                <c:pt idx="6489">
                  <c:v>563.86720000000003</c:v>
                </c:pt>
                <c:pt idx="6490">
                  <c:v>563.95320000000004</c:v>
                </c:pt>
                <c:pt idx="6491">
                  <c:v>564.03750000000002</c:v>
                </c:pt>
                <c:pt idx="6492">
                  <c:v>564.11990000000003</c:v>
                </c:pt>
                <c:pt idx="6493">
                  <c:v>564.20420000000001</c:v>
                </c:pt>
                <c:pt idx="6494">
                  <c:v>564.28740000000005</c:v>
                </c:pt>
                <c:pt idx="6495">
                  <c:v>564.37339999999995</c:v>
                </c:pt>
                <c:pt idx="6496">
                  <c:v>564.45529999999997</c:v>
                </c:pt>
                <c:pt idx="6497">
                  <c:v>564.53890000000001</c:v>
                </c:pt>
                <c:pt idx="6498">
                  <c:v>564.62350000000004</c:v>
                </c:pt>
                <c:pt idx="6499">
                  <c:v>564.70939999999996</c:v>
                </c:pt>
                <c:pt idx="6500">
                  <c:v>564.7921</c:v>
                </c:pt>
                <c:pt idx="6501">
                  <c:v>564.87639999999999</c:v>
                </c:pt>
                <c:pt idx="6502">
                  <c:v>564.95989999999995</c:v>
                </c:pt>
                <c:pt idx="6503">
                  <c:v>565.04300000000001</c:v>
                </c:pt>
                <c:pt idx="6504">
                  <c:v>565.12459999999999</c:v>
                </c:pt>
                <c:pt idx="6505">
                  <c:v>565.20820000000003</c:v>
                </c:pt>
                <c:pt idx="6506">
                  <c:v>565.29280000000006</c:v>
                </c:pt>
                <c:pt idx="6507">
                  <c:v>565.37599999999998</c:v>
                </c:pt>
                <c:pt idx="6508">
                  <c:v>565.45820000000003</c:v>
                </c:pt>
                <c:pt idx="6509">
                  <c:v>565.54259999999999</c:v>
                </c:pt>
                <c:pt idx="6510">
                  <c:v>565.62249999999995</c:v>
                </c:pt>
                <c:pt idx="6511">
                  <c:v>565.70680000000004</c:v>
                </c:pt>
                <c:pt idx="6512">
                  <c:v>565.79100000000005</c:v>
                </c:pt>
                <c:pt idx="6513">
                  <c:v>565.87109999999996</c:v>
                </c:pt>
                <c:pt idx="6514">
                  <c:v>565.95529999999997</c:v>
                </c:pt>
                <c:pt idx="6515">
                  <c:v>566.03639999999996</c:v>
                </c:pt>
                <c:pt idx="6516">
                  <c:v>566.12059999999997</c:v>
                </c:pt>
                <c:pt idx="6517">
                  <c:v>566.20060000000001</c:v>
                </c:pt>
                <c:pt idx="6518">
                  <c:v>566.28380000000004</c:v>
                </c:pt>
                <c:pt idx="6519">
                  <c:v>566.36599999999999</c:v>
                </c:pt>
                <c:pt idx="6520">
                  <c:v>566.44619999999998</c:v>
                </c:pt>
                <c:pt idx="6521">
                  <c:v>566.52679999999998</c:v>
                </c:pt>
                <c:pt idx="6522">
                  <c:v>566.60879999999997</c:v>
                </c:pt>
                <c:pt idx="6523">
                  <c:v>566.69100000000003</c:v>
                </c:pt>
                <c:pt idx="6524">
                  <c:v>566.77390000000003</c:v>
                </c:pt>
                <c:pt idx="6525">
                  <c:v>566.85519999999997</c:v>
                </c:pt>
                <c:pt idx="6526">
                  <c:v>566.9366</c:v>
                </c:pt>
                <c:pt idx="6527">
                  <c:v>567.02099999999996</c:v>
                </c:pt>
                <c:pt idx="6528">
                  <c:v>567.10320000000002</c:v>
                </c:pt>
                <c:pt idx="6529">
                  <c:v>567.18520000000001</c:v>
                </c:pt>
                <c:pt idx="6530">
                  <c:v>567.26919999999996</c:v>
                </c:pt>
                <c:pt idx="6531">
                  <c:v>567.35119999999995</c:v>
                </c:pt>
                <c:pt idx="6532">
                  <c:v>567.43280000000004</c:v>
                </c:pt>
                <c:pt idx="6533">
                  <c:v>567.51589999999999</c:v>
                </c:pt>
                <c:pt idx="6534">
                  <c:v>567.59739999999999</c:v>
                </c:pt>
                <c:pt idx="6535">
                  <c:v>567.68190000000004</c:v>
                </c:pt>
                <c:pt idx="6536">
                  <c:v>567.76300000000003</c:v>
                </c:pt>
                <c:pt idx="6537">
                  <c:v>567.84550000000002</c:v>
                </c:pt>
                <c:pt idx="6538">
                  <c:v>567.92909999999995</c:v>
                </c:pt>
                <c:pt idx="6539">
                  <c:v>568.0127</c:v>
                </c:pt>
                <c:pt idx="6540">
                  <c:v>568.0942</c:v>
                </c:pt>
                <c:pt idx="6541">
                  <c:v>568.17679999999996</c:v>
                </c:pt>
                <c:pt idx="6542">
                  <c:v>568.26239999999996</c:v>
                </c:pt>
                <c:pt idx="6543">
                  <c:v>568.34529999999995</c:v>
                </c:pt>
                <c:pt idx="6544">
                  <c:v>568.43010000000004</c:v>
                </c:pt>
                <c:pt idx="6545">
                  <c:v>568.51319999999998</c:v>
                </c:pt>
                <c:pt idx="6546">
                  <c:v>568.59569999999997</c:v>
                </c:pt>
                <c:pt idx="6547">
                  <c:v>568.67849999999999</c:v>
                </c:pt>
                <c:pt idx="6548">
                  <c:v>568.76089999999999</c:v>
                </c:pt>
                <c:pt idx="6549">
                  <c:v>568.84360000000004</c:v>
                </c:pt>
                <c:pt idx="6550">
                  <c:v>568.92819999999995</c:v>
                </c:pt>
                <c:pt idx="6551">
                  <c:v>569.01340000000005</c:v>
                </c:pt>
                <c:pt idx="6552">
                  <c:v>569.09410000000003</c:v>
                </c:pt>
                <c:pt idx="6553">
                  <c:v>569.178</c:v>
                </c:pt>
                <c:pt idx="6554">
                  <c:v>569.2636</c:v>
                </c:pt>
                <c:pt idx="6555">
                  <c:v>569.34760000000006</c:v>
                </c:pt>
                <c:pt idx="6556">
                  <c:v>569.43259999999998</c:v>
                </c:pt>
                <c:pt idx="6557">
                  <c:v>569.51689999999996</c:v>
                </c:pt>
                <c:pt idx="6558">
                  <c:v>569.59889999999996</c:v>
                </c:pt>
                <c:pt idx="6559">
                  <c:v>569.68219999999997</c:v>
                </c:pt>
                <c:pt idx="6560">
                  <c:v>569.76739999999995</c:v>
                </c:pt>
                <c:pt idx="6561">
                  <c:v>569.85090000000002</c:v>
                </c:pt>
                <c:pt idx="6562">
                  <c:v>569.93460000000005</c:v>
                </c:pt>
                <c:pt idx="6563">
                  <c:v>570.01819999999998</c:v>
                </c:pt>
                <c:pt idx="6564">
                  <c:v>570.10249999999996</c:v>
                </c:pt>
                <c:pt idx="6565">
                  <c:v>570.18579999999997</c:v>
                </c:pt>
                <c:pt idx="6566">
                  <c:v>570.2681</c:v>
                </c:pt>
                <c:pt idx="6567">
                  <c:v>570.35379999999998</c:v>
                </c:pt>
                <c:pt idx="6568">
                  <c:v>570.43579999999997</c:v>
                </c:pt>
                <c:pt idx="6569">
                  <c:v>570.52009999999996</c:v>
                </c:pt>
                <c:pt idx="6570">
                  <c:v>570.60479999999995</c:v>
                </c:pt>
                <c:pt idx="6571">
                  <c:v>570.68719999999996</c:v>
                </c:pt>
                <c:pt idx="6572">
                  <c:v>570.7713</c:v>
                </c:pt>
                <c:pt idx="6573">
                  <c:v>570.85540000000003</c:v>
                </c:pt>
                <c:pt idx="6574">
                  <c:v>570.93899999999996</c:v>
                </c:pt>
                <c:pt idx="6575">
                  <c:v>571.02319999999997</c:v>
                </c:pt>
                <c:pt idx="6576">
                  <c:v>571.10509999999999</c:v>
                </c:pt>
                <c:pt idx="6577">
                  <c:v>571.18780000000004</c:v>
                </c:pt>
                <c:pt idx="6578">
                  <c:v>571.27319999999997</c:v>
                </c:pt>
                <c:pt idx="6579">
                  <c:v>571.35860000000002</c:v>
                </c:pt>
                <c:pt idx="6580">
                  <c:v>571.44410000000005</c:v>
                </c:pt>
                <c:pt idx="6581">
                  <c:v>571.52710000000002</c:v>
                </c:pt>
                <c:pt idx="6582">
                  <c:v>571.6105</c:v>
                </c:pt>
                <c:pt idx="6583">
                  <c:v>571.69380000000001</c:v>
                </c:pt>
                <c:pt idx="6584">
                  <c:v>571.77880000000005</c:v>
                </c:pt>
                <c:pt idx="6585">
                  <c:v>571.86130000000003</c:v>
                </c:pt>
                <c:pt idx="6586">
                  <c:v>571.94759999999997</c:v>
                </c:pt>
                <c:pt idx="6587">
                  <c:v>572.0326</c:v>
                </c:pt>
                <c:pt idx="6588">
                  <c:v>572.11869999999999</c:v>
                </c:pt>
                <c:pt idx="6589">
                  <c:v>572.20389999999998</c:v>
                </c:pt>
                <c:pt idx="6590">
                  <c:v>572.2876</c:v>
                </c:pt>
                <c:pt idx="6591">
                  <c:v>572.37049999999999</c:v>
                </c:pt>
                <c:pt idx="6592">
                  <c:v>572.45600000000002</c:v>
                </c:pt>
                <c:pt idx="6593">
                  <c:v>572.53899999999999</c:v>
                </c:pt>
                <c:pt idx="6594">
                  <c:v>572.62260000000003</c:v>
                </c:pt>
                <c:pt idx="6595">
                  <c:v>572.70780000000002</c:v>
                </c:pt>
                <c:pt idx="6596">
                  <c:v>572.79340000000002</c:v>
                </c:pt>
                <c:pt idx="6597">
                  <c:v>572.87789999999995</c:v>
                </c:pt>
                <c:pt idx="6598">
                  <c:v>572.96349999999995</c:v>
                </c:pt>
                <c:pt idx="6599">
                  <c:v>573.04399999999998</c:v>
                </c:pt>
                <c:pt idx="6600">
                  <c:v>573.13189999999997</c:v>
                </c:pt>
                <c:pt idx="6601">
                  <c:v>573.21500000000003</c:v>
                </c:pt>
                <c:pt idx="6602">
                  <c:v>573.298</c:v>
                </c:pt>
                <c:pt idx="6603">
                  <c:v>573.38160000000005</c:v>
                </c:pt>
                <c:pt idx="6604">
                  <c:v>573.46659999999997</c:v>
                </c:pt>
                <c:pt idx="6605">
                  <c:v>573.55129999999997</c:v>
                </c:pt>
                <c:pt idx="6606">
                  <c:v>573.63660000000004</c:v>
                </c:pt>
                <c:pt idx="6607">
                  <c:v>573.72170000000006</c:v>
                </c:pt>
                <c:pt idx="6608">
                  <c:v>573.80370000000005</c:v>
                </c:pt>
                <c:pt idx="6609">
                  <c:v>573.88909999999998</c:v>
                </c:pt>
                <c:pt idx="6610">
                  <c:v>573.97050000000002</c:v>
                </c:pt>
                <c:pt idx="6611">
                  <c:v>574.05359999999996</c:v>
                </c:pt>
                <c:pt idx="6612">
                  <c:v>574.13729999999998</c:v>
                </c:pt>
                <c:pt idx="6613">
                  <c:v>574.2201</c:v>
                </c:pt>
                <c:pt idx="6614">
                  <c:v>574.30629999999996</c:v>
                </c:pt>
                <c:pt idx="6615">
                  <c:v>574.38900000000001</c:v>
                </c:pt>
                <c:pt idx="6616">
                  <c:v>574.47199999999998</c:v>
                </c:pt>
                <c:pt idx="6617">
                  <c:v>574.55460000000005</c:v>
                </c:pt>
                <c:pt idx="6618">
                  <c:v>574.63869999999997</c:v>
                </c:pt>
                <c:pt idx="6619">
                  <c:v>574.72270000000003</c:v>
                </c:pt>
                <c:pt idx="6620">
                  <c:v>574.80560000000003</c:v>
                </c:pt>
                <c:pt idx="6621">
                  <c:v>574.8886</c:v>
                </c:pt>
                <c:pt idx="6622">
                  <c:v>574.97270000000003</c:v>
                </c:pt>
                <c:pt idx="6623">
                  <c:v>575.05589999999995</c:v>
                </c:pt>
                <c:pt idx="6624">
                  <c:v>575.1404</c:v>
                </c:pt>
                <c:pt idx="6625">
                  <c:v>575.22410000000002</c:v>
                </c:pt>
                <c:pt idx="6626">
                  <c:v>575.30640000000005</c:v>
                </c:pt>
                <c:pt idx="6627">
                  <c:v>575.39059999999995</c:v>
                </c:pt>
                <c:pt idx="6628">
                  <c:v>575.47460000000001</c:v>
                </c:pt>
                <c:pt idx="6629">
                  <c:v>575.55679999999995</c:v>
                </c:pt>
                <c:pt idx="6630">
                  <c:v>575.64200000000005</c:v>
                </c:pt>
                <c:pt idx="6631">
                  <c:v>575.7242</c:v>
                </c:pt>
                <c:pt idx="6632">
                  <c:v>575.80560000000003</c:v>
                </c:pt>
                <c:pt idx="6633">
                  <c:v>575.89160000000004</c:v>
                </c:pt>
                <c:pt idx="6634">
                  <c:v>575.97680000000003</c:v>
                </c:pt>
                <c:pt idx="6635">
                  <c:v>576.05740000000003</c:v>
                </c:pt>
                <c:pt idx="6636">
                  <c:v>576.14070000000004</c:v>
                </c:pt>
                <c:pt idx="6637">
                  <c:v>576.22260000000006</c:v>
                </c:pt>
                <c:pt idx="6638">
                  <c:v>576.30629999999996</c:v>
                </c:pt>
                <c:pt idx="6639">
                  <c:v>576.38940000000002</c:v>
                </c:pt>
                <c:pt idx="6640">
                  <c:v>576.47220000000004</c:v>
                </c:pt>
                <c:pt idx="6641">
                  <c:v>576.55550000000005</c:v>
                </c:pt>
                <c:pt idx="6642">
                  <c:v>576.64059999999995</c:v>
                </c:pt>
                <c:pt idx="6643">
                  <c:v>576.72050000000002</c:v>
                </c:pt>
                <c:pt idx="6644">
                  <c:v>576.80470000000003</c:v>
                </c:pt>
                <c:pt idx="6645">
                  <c:v>576.88980000000004</c:v>
                </c:pt>
                <c:pt idx="6646">
                  <c:v>576.97389999999996</c:v>
                </c:pt>
                <c:pt idx="6647">
                  <c:v>577.05579999999998</c:v>
                </c:pt>
                <c:pt idx="6648">
                  <c:v>577.13869999999997</c:v>
                </c:pt>
                <c:pt idx="6649">
                  <c:v>577.22239999999999</c:v>
                </c:pt>
                <c:pt idx="6650">
                  <c:v>577.30399999999997</c:v>
                </c:pt>
                <c:pt idx="6651">
                  <c:v>577.39</c:v>
                </c:pt>
                <c:pt idx="6652">
                  <c:v>577.47299999999996</c:v>
                </c:pt>
                <c:pt idx="6653">
                  <c:v>577.55669999999998</c:v>
                </c:pt>
                <c:pt idx="6654">
                  <c:v>577.63919999999996</c:v>
                </c:pt>
                <c:pt idx="6655">
                  <c:v>577.72199999999998</c:v>
                </c:pt>
                <c:pt idx="6656">
                  <c:v>577.80640000000005</c:v>
                </c:pt>
                <c:pt idx="6657">
                  <c:v>577.89080000000001</c:v>
                </c:pt>
                <c:pt idx="6658">
                  <c:v>577.97460000000001</c:v>
                </c:pt>
                <c:pt idx="6659">
                  <c:v>578.05790000000002</c:v>
                </c:pt>
                <c:pt idx="6660">
                  <c:v>578.14210000000003</c:v>
                </c:pt>
                <c:pt idx="6661">
                  <c:v>578.22540000000004</c:v>
                </c:pt>
                <c:pt idx="6662">
                  <c:v>578.30759999999998</c:v>
                </c:pt>
                <c:pt idx="6663">
                  <c:v>578.3913</c:v>
                </c:pt>
                <c:pt idx="6664">
                  <c:v>578.47439999999995</c:v>
                </c:pt>
                <c:pt idx="6665">
                  <c:v>578.55640000000005</c:v>
                </c:pt>
                <c:pt idx="6666">
                  <c:v>578.64139999999998</c:v>
                </c:pt>
                <c:pt idx="6667">
                  <c:v>578.72379999999998</c:v>
                </c:pt>
                <c:pt idx="6668">
                  <c:v>578.80709999999999</c:v>
                </c:pt>
                <c:pt idx="6669">
                  <c:v>578.8886</c:v>
                </c:pt>
                <c:pt idx="6670">
                  <c:v>578.97140000000002</c:v>
                </c:pt>
                <c:pt idx="6671">
                  <c:v>579.05380000000002</c:v>
                </c:pt>
                <c:pt idx="6672">
                  <c:v>579.13520000000005</c:v>
                </c:pt>
                <c:pt idx="6673">
                  <c:v>579.21969999999999</c:v>
                </c:pt>
                <c:pt idx="6674">
                  <c:v>579.30050000000006</c:v>
                </c:pt>
                <c:pt idx="6675">
                  <c:v>579.38310000000001</c:v>
                </c:pt>
                <c:pt idx="6676">
                  <c:v>579.46720000000005</c:v>
                </c:pt>
                <c:pt idx="6677">
                  <c:v>579.55070000000001</c:v>
                </c:pt>
                <c:pt idx="6678">
                  <c:v>579.63099999999997</c:v>
                </c:pt>
                <c:pt idx="6679">
                  <c:v>579.71439999999996</c:v>
                </c:pt>
                <c:pt idx="6680">
                  <c:v>579.79790000000003</c:v>
                </c:pt>
                <c:pt idx="6681">
                  <c:v>579.88080000000002</c:v>
                </c:pt>
                <c:pt idx="6682">
                  <c:v>579.95899999999995</c:v>
                </c:pt>
                <c:pt idx="6683">
                  <c:v>580.04369999999994</c:v>
                </c:pt>
                <c:pt idx="6684">
                  <c:v>580.12390000000005</c:v>
                </c:pt>
                <c:pt idx="6685">
                  <c:v>580.20849999999996</c:v>
                </c:pt>
                <c:pt idx="6686">
                  <c:v>580.29</c:v>
                </c:pt>
                <c:pt idx="6687">
                  <c:v>580.375</c:v>
                </c:pt>
                <c:pt idx="6688">
                  <c:v>580.45799999999997</c:v>
                </c:pt>
                <c:pt idx="6689">
                  <c:v>580.54010000000005</c:v>
                </c:pt>
                <c:pt idx="6690">
                  <c:v>580.62159999999994</c:v>
                </c:pt>
                <c:pt idx="6691">
                  <c:v>580.70699999999999</c:v>
                </c:pt>
                <c:pt idx="6692">
                  <c:v>580.78740000000005</c:v>
                </c:pt>
                <c:pt idx="6693">
                  <c:v>580.87210000000005</c:v>
                </c:pt>
                <c:pt idx="6694">
                  <c:v>580.95429999999999</c:v>
                </c:pt>
                <c:pt idx="6695">
                  <c:v>581.03499999999997</c:v>
                </c:pt>
                <c:pt idx="6696">
                  <c:v>581.12099999999998</c:v>
                </c:pt>
                <c:pt idx="6697">
                  <c:v>581.20259999999996</c:v>
                </c:pt>
                <c:pt idx="6698">
                  <c:v>581.28480000000002</c:v>
                </c:pt>
                <c:pt idx="6699">
                  <c:v>581.3691</c:v>
                </c:pt>
                <c:pt idx="6700">
                  <c:v>581.45209999999997</c:v>
                </c:pt>
                <c:pt idx="6701">
                  <c:v>581.53459999999995</c:v>
                </c:pt>
                <c:pt idx="6702">
                  <c:v>581.61760000000004</c:v>
                </c:pt>
                <c:pt idx="6703">
                  <c:v>581.70140000000004</c:v>
                </c:pt>
                <c:pt idx="6704">
                  <c:v>581.78319999999997</c:v>
                </c:pt>
                <c:pt idx="6705">
                  <c:v>581.86630000000002</c:v>
                </c:pt>
                <c:pt idx="6706">
                  <c:v>581.95000000000005</c:v>
                </c:pt>
                <c:pt idx="6707">
                  <c:v>582.0317</c:v>
                </c:pt>
                <c:pt idx="6708">
                  <c:v>582.11839999999995</c:v>
                </c:pt>
                <c:pt idx="6709">
                  <c:v>582.2011</c:v>
                </c:pt>
                <c:pt idx="6710">
                  <c:v>582.28629999999998</c:v>
                </c:pt>
                <c:pt idx="6711">
                  <c:v>582.36890000000005</c:v>
                </c:pt>
                <c:pt idx="6712">
                  <c:v>582.4511</c:v>
                </c:pt>
                <c:pt idx="6713">
                  <c:v>582.53380000000004</c:v>
                </c:pt>
                <c:pt idx="6714">
                  <c:v>582.6182</c:v>
                </c:pt>
                <c:pt idx="6715">
                  <c:v>582.70240000000001</c:v>
                </c:pt>
                <c:pt idx="6716">
                  <c:v>582.78510000000006</c:v>
                </c:pt>
                <c:pt idx="6717">
                  <c:v>582.86710000000005</c:v>
                </c:pt>
                <c:pt idx="6718">
                  <c:v>582.9511</c:v>
                </c:pt>
                <c:pt idx="6719">
                  <c:v>583.03380000000004</c:v>
                </c:pt>
                <c:pt idx="6720">
                  <c:v>583.12070000000006</c:v>
                </c:pt>
                <c:pt idx="6721">
                  <c:v>583.20339999999999</c:v>
                </c:pt>
                <c:pt idx="6722">
                  <c:v>583.28510000000006</c:v>
                </c:pt>
                <c:pt idx="6723">
                  <c:v>583.37059999999997</c:v>
                </c:pt>
                <c:pt idx="6724">
                  <c:v>583.45270000000005</c:v>
                </c:pt>
                <c:pt idx="6725">
                  <c:v>583.53520000000003</c:v>
                </c:pt>
                <c:pt idx="6726">
                  <c:v>583.61839999999995</c:v>
                </c:pt>
                <c:pt idx="6727">
                  <c:v>583.70370000000003</c:v>
                </c:pt>
                <c:pt idx="6728">
                  <c:v>583.78800000000001</c:v>
                </c:pt>
                <c:pt idx="6729">
                  <c:v>583.87249999999995</c:v>
                </c:pt>
                <c:pt idx="6730">
                  <c:v>583.95579999999995</c:v>
                </c:pt>
                <c:pt idx="6731">
                  <c:v>584.03909999999996</c:v>
                </c:pt>
                <c:pt idx="6732">
                  <c:v>584.12400000000002</c:v>
                </c:pt>
                <c:pt idx="6733">
                  <c:v>584.20780000000002</c:v>
                </c:pt>
                <c:pt idx="6734">
                  <c:v>584.29160000000002</c:v>
                </c:pt>
                <c:pt idx="6735">
                  <c:v>584.37699999999995</c:v>
                </c:pt>
                <c:pt idx="6736">
                  <c:v>584.46010000000001</c:v>
                </c:pt>
                <c:pt idx="6737">
                  <c:v>584.54499999999996</c:v>
                </c:pt>
                <c:pt idx="6738">
                  <c:v>584.63040000000001</c:v>
                </c:pt>
                <c:pt idx="6739">
                  <c:v>584.71389999999997</c:v>
                </c:pt>
                <c:pt idx="6740">
                  <c:v>584.7989</c:v>
                </c:pt>
                <c:pt idx="6741">
                  <c:v>584.88419999999996</c:v>
                </c:pt>
                <c:pt idx="6742">
                  <c:v>584.96820000000002</c:v>
                </c:pt>
                <c:pt idx="6743">
                  <c:v>585.05370000000005</c:v>
                </c:pt>
                <c:pt idx="6744">
                  <c:v>585.13699999999994</c:v>
                </c:pt>
                <c:pt idx="6745">
                  <c:v>585.22019999999998</c:v>
                </c:pt>
                <c:pt idx="6746">
                  <c:v>585.30510000000004</c:v>
                </c:pt>
                <c:pt idx="6747">
                  <c:v>585.39080000000001</c:v>
                </c:pt>
                <c:pt idx="6748">
                  <c:v>585.47460000000001</c:v>
                </c:pt>
                <c:pt idx="6749">
                  <c:v>585.55939999999998</c:v>
                </c:pt>
                <c:pt idx="6750">
                  <c:v>585.64430000000004</c:v>
                </c:pt>
                <c:pt idx="6751">
                  <c:v>585.72979999999995</c:v>
                </c:pt>
                <c:pt idx="6752">
                  <c:v>585.81280000000004</c:v>
                </c:pt>
                <c:pt idx="6753">
                  <c:v>585.89530000000002</c:v>
                </c:pt>
                <c:pt idx="6754">
                  <c:v>585.9787</c:v>
                </c:pt>
                <c:pt idx="6755">
                  <c:v>586.06280000000004</c:v>
                </c:pt>
                <c:pt idx="6756">
                  <c:v>586.14760000000001</c:v>
                </c:pt>
                <c:pt idx="6757">
                  <c:v>586.22919999999999</c:v>
                </c:pt>
                <c:pt idx="6758">
                  <c:v>586.31489999999997</c:v>
                </c:pt>
                <c:pt idx="6759">
                  <c:v>586.39859999999999</c:v>
                </c:pt>
                <c:pt idx="6760">
                  <c:v>586.4828</c:v>
                </c:pt>
                <c:pt idx="6761">
                  <c:v>586.56569999999999</c:v>
                </c:pt>
                <c:pt idx="6762">
                  <c:v>586.64869999999996</c:v>
                </c:pt>
                <c:pt idx="6763">
                  <c:v>586.7319</c:v>
                </c:pt>
                <c:pt idx="6764">
                  <c:v>586.81510000000003</c:v>
                </c:pt>
                <c:pt idx="6765">
                  <c:v>586.9</c:v>
                </c:pt>
                <c:pt idx="6766">
                  <c:v>586.98310000000004</c:v>
                </c:pt>
                <c:pt idx="6767">
                  <c:v>587.06799999999998</c:v>
                </c:pt>
                <c:pt idx="6768">
                  <c:v>587.14940000000001</c:v>
                </c:pt>
                <c:pt idx="6769">
                  <c:v>587.23199999999997</c:v>
                </c:pt>
                <c:pt idx="6770">
                  <c:v>587.31899999999996</c:v>
                </c:pt>
                <c:pt idx="6771">
                  <c:v>587.40200000000004</c:v>
                </c:pt>
                <c:pt idx="6772">
                  <c:v>587.48419999999999</c:v>
                </c:pt>
                <c:pt idx="6773">
                  <c:v>587.56859999999995</c:v>
                </c:pt>
                <c:pt idx="6774">
                  <c:v>587.65099999999995</c:v>
                </c:pt>
                <c:pt idx="6775">
                  <c:v>587.73410000000001</c:v>
                </c:pt>
                <c:pt idx="6776">
                  <c:v>587.81740000000002</c:v>
                </c:pt>
                <c:pt idx="6777">
                  <c:v>587.90329999999994</c:v>
                </c:pt>
                <c:pt idx="6778">
                  <c:v>587.98490000000004</c:v>
                </c:pt>
                <c:pt idx="6779">
                  <c:v>588.06579999999997</c:v>
                </c:pt>
                <c:pt idx="6780">
                  <c:v>588.15160000000003</c:v>
                </c:pt>
                <c:pt idx="6781">
                  <c:v>588.23469999999998</c:v>
                </c:pt>
                <c:pt idx="6782">
                  <c:v>588.31799999999998</c:v>
                </c:pt>
                <c:pt idx="6783">
                  <c:v>588.40120000000002</c:v>
                </c:pt>
                <c:pt idx="6784">
                  <c:v>588.48699999999997</c:v>
                </c:pt>
                <c:pt idx="6785">
                  <c:v>588.56740000000002</c:v>
                </c:pt>
                <c:pt idx="6786">
                  <c:v>588.65359999999998</c:v>
                </c:pt>
                <c:pt idx="6787">
                  <c:v>588.73339999999996</c:v>
                </c:pt>
                <c:pt idx="6788">
                  <c:v>588.81700000000001</c:v>
                </c:pt>
                <c:pt idx="6789">
                  <c:v>588.89940000000001</c:v>
                </c:pt>
                <c:pt idx="6790">
                  <c:v>588.98249999999996</c:v>
                </c:pt>
                <c:pt idx="6791">
                  <c:v>589.06489999999997</c:v>
                </c:pt>
                <c:pt idx="6792">
                  <c:v>589.14800000000002</c:v>
                </c:pt>
                <c:pt idx="6793">
                  <c:v>589.22950000000003</c:v>
                </c:pt>
                <c:pt idx="6794">
                  <c:v>589.31320000000005</c:v>
                </c:pt>
                <c:pt idx="6795">
                  <c:v>589.39359999999999</c:v>
                </c:pt>
                <c:pt idx="6796">
                  <c:v>589.47799999999995</c:v>
                </c:pt>
                <c:pt idx="6797">
                  <c:v>589.56299999999999</c:v>
                </c:pt>
                <c:pt idx="6798">
                  <c:v>589.6463</c:v>
                </c:pt>
                <c:pt idx="6799">
                  <c:v>589.72950000000003</c:v>
                </c:pt>
                <c:pt idx="6800">
                  <c:v>589.81209999999999</c:v>
                </c:pt>
                <c:pt idx="6801">
                  <c:v>589.8963</c:v>
                </c:pt>
                <c:pt idx="6802">
                  <c:v>589.97799999999995</c:v>
                </c:pt>
                <c:pt idx="6803">
                  <c:v>590.06399999999996</c:v>
                </c:pt>
                <c:pt idx="6804">
                  <c:v>590.14530000000002</c:v>
                </c:pt>
                <c:pt idx="6805">
                  <c:v>590.22950000000003</c:v>
                </c:pt>
                <c:pt idx="6806">
                  <c:v>590.31359999999995</c:v>
                </c:pt>
                <c:pt idx="6807">
                  <c:v>590.39490000000001</c:v>
                </c:pt>
                <c:pt idx="6808">
                  <c:v>590.47929999999997</c:v>
                </c:pt>
                <c:pt idx="6809">
                  <c:v>590.56389999999999</c:v>
                </c:pt>
                <c:pt idx="6810">
                  <c:v>590.64660000000003</c:v>
                </c:pt>
                <c:pt idx="6811">
                  <c:v>590.73040000000003</c:v>
                </c:pt>
                <c:pt idx="6812">
                  <c:v>590.81420000000003</c:v>
                </c:pt>
                <c:pt idx="6813">
                  <c:v>590.8972</c:v>
                </c:pt>
                <c:pt idx="6814">
                  <c:v>590.98119999999994</c:v>
                </c:pt>
                <c:pt idx="6815">
                  <c:v>591.06399999999996</c:v>
                </c:pt>
                <c:pt idx="6816">
                  <c:v>591.14549999999997</c:v>
                </c:pt>
                <c:pt idx="6817">
                  <c:v>591.23199999999997</c:v>
                </c:pt>
                <c:pt idx="6818">
                  <c:v>591.31679999999994</c:v>
                </c:pt>
                <c:pt idx="6819">
                  <c:v>591.39649999999995</c:v>
                </c:pt>
                <c:pt idx="6820">
                  <c:v>591.48040000000003</c:v>
                </c:pt>
                <c:pt idx="6821">
                  <c:v>591.56500000000005</c:v>
                </c:pt>
                <c:pt idx="6822">
                  <c:v>591.64800000000002</c:v>
                </c:pt>
                <c:pt idx="6823">
                  <c:v>591.73220000000003</c:v>
                </c:pt>
                <c:pt idx="6824">
                  <c:v>591.81590000000006</c:v>
                </c:pt>
                <c:pt idx="6825">
                  <c:v>591.89970000000005</c:v>
                </c:pt>
                <c:pt idx="6826">
                  <c:v>591.98180000000002</c:v>
                </c:pt>
                <c:pt idx="6827">
                  <c:v>592.06600000000003</c:v>
                </c:pt>
                <c:pt idx="6828">
                  <c:v>592.14919999999995</c:v>
                </c:pt>
                <c:pt idx="6829">
                  <c:v>592.23119999999994</c:v>
                </c:pt>
                <c:pt idx="6830">
                  <c:v>592.31479999999999</c:v>
                </c:pt>
                <c:pt idx="6831">
                  <c:v>592.39850000000001</c:v>
                </c:pt>
                <c:pt idx="6832">
                  <c:v>592.48149999999998</c:v>
                </c:pt>
                <c:pt idx="6833">
                  <c:v>592.56349999999998</c:v>
                </c:pt>
                <c:pt idx="6834">
                  <c:v>592.64430000000004</c:v>
                </c:pt>
                <c:pt idx="6835">
                  <c:v>592.7287</c:v>
                </c:pt>
                <c:pt idx="6836">
                  <c:v>592.81110000000001</c:v>
                </c:pt>
                <c:pt idx="6837">
                  <c:v>592.89599999999996</c:v>
                </c:pt>
                <c:pt idx="6838">
                  <c:v>592.97799999999995</c:v>
                </c:pt>
                <c:pt idx="6839">
                  <c:v>593.05899999999997</c:v>
                </c:pt>
                <c:pt idx="6840">
                  <c:v>593.1431</c:v>
                </c:pt>
                <c:pt idx="6841">
                  <c:v>593.226</c:v>
                </c:pt>
                <c:pt idx="6842">
                  <c:v>593.30899999999997</c:v>
                </c:pt>
                <c:pt idx="6843">
                  <c:v>593.39099999999996</c:v>
                </c:pt>
                <c:pt idx="6844">
                  <c:v>593.47439999999995</c:v>
                </c:pt>
                <c:pt idx="6845">
                  <c:v>593.55679999999995</c:v>
                </c:pt>
                <c:pt idx="6846">
                  <c:v>593.63980000000004</c:v>
                </c:pt>
                <c:pt idx="6847">
                  <c:v>593.72260000000006</c:v>
                </c:pt>
                <c:pt idx="6848">
                  <c:v>593.80399999999997</c:v>
                </c:pt>
                <c:pt idx="6849">
                  <c:v>593.88649999999996</c:v>
                </c:pt>
                <c:pt idx="6850">
                  <c:v>593.96900000000005</c:v>
                </c:pt>
                <c:pt idx="6851">
                  <c:v>594.05240000000003</c:v>
                </c:pt>
                <c:pt idx="6852">
                  <c:v>594.13490000000002</c:v>
                </c:pt>
                <c:pt idx="6853">
                  <c:v>594.21849999999995</c:v>
                </c:pt>
                <c:pt idx="6854">
                  <c:v>594.29960000000005</c:v>
                </c:pt>
                <c:pt idx="6855">
                  <c:v>594.38319999999999</c:v>
                </c:pt>
                <c:pt idx="6856">
                  <c:v>594.46699999999998</c:v>
                </c:pt>
                <c:pt idx="6857">
                  <c:v>594.54939999999999</c:v>
                </c:pt>
                <c:pt idx="6858">
                  <c:v>594.63080000000002</c:v>
                </c:pt>
                <c:pt idx="6859">
                  <c:v>594.71429999999998</c:v>
                </c:pt>
                <c:pt idx="6860">
                  <c:v>594.79729999999995</c:v>
                </c:pt>
                <c:pt idx="6861">
                  <c:v>594.8818</c:v>
                </c:pt>
                <c:pt idx="6862">
                  <c:v>594.96090000000004</c:v>
                </c:pt>
                <c:pt idx="6863">
                  <c:v>595.04589999999996</c:v>
                </c:pt>
                <c:pt idx="6864">
                  <c:v>595.12840000000006</c:v>
                </c:pt>
                <c:pt idx="6865">
                  <c:v>595.21</c:v>
                </c:pt>
                <c:pt idx="6866">
                  <c:v>595.29449999999997</c:v>
                </c:pt>
                <c:pt idx="6867">
                  <c:v>595.37940000000003</c:v>
                </c:pt>
                <c:pt idx="6868">
                  <c:v>595.46280000000002</c:v>
                </c:pt>
                <c:pt idx="6869">
                  <c:v>595.54399999999998</c:v>
                </c:pt>
                <c:pt idx="6870">
                  <c:v>595.62779999999998</c:v>
                </c:pt>
                <c:pt idx="6871">
                  <c:v>595.71119999999996</c:v>
                </c:pt>
                <c:pt idx="6872">
                  <c:v>595.79100000000005</c:v>
                </c:pt>
                <c:pt idx="6873">
                  <c:v>595.87649999999996</c:v>
                </c:pt>
                <c:pt idx="6874">
                  <c:v>595.95899999999995</c:v>
                </c:pt>
                <c:pt idx="6875">
                  <c:v>596.04259999999999</c:v>
                </c:pt>
                <c:pt idx="6876">
                  <c:v>596.12540000000001</c:v>
                </c:pt>
                <c:pt idx="6877">
                  <c:v>596.20899999999995</c:v>
                </c:pt>
                <c:pt idx="6878">
                  <c:v>596.29280000000006</c:v>
                </c:pt>
                <c:pt idx="6879">
                  <c:v>596.37639999999999</c:v>
                </c:pt>
                <c:pt idx="6880">
                  <c:v>596.45960000000002</c:v>
                </c:pt>
                <c:pt idx="6881">
                  <c:v>596.54060000000004</c:v>
                </c:pt>
                <c:pt idx="6882">
                  <c:v>596.62549999999999</c:v>
                </c:pt>
                <c:pt idx="6883">
                  <c:v>596.71040000000005</c:v>
                </c:pt>
                <c:pt idx="6884">
                  <c:v>596.79060000000004</c:v>
                </c:pt>
                <c:pt idx="6885">
                  <c:v>596.87379999999996</c:v>
                </c:pt>
                <c:pt idx="6886">
                  <c:v>596.95889999999997</c:v>
                </c:pt>
                <c:pt idx="6887">
                  <c:v>597.04340000000002</c:v>
                </c:pt>
                <c:pt idx="6888">
                  <c:v>597.1277</c:v>
                </c:pt>
                <c:pt idx="6889">
                  <c:v>597.2106</c:v>
                </c:pt>
                <c:pt idx="6890">
                  <c:v>597.29610000000002</c:v>
                </c:pt>
                <c:pt idx="6891">
                  <c:v>597.38059999999996</c:v>
                </c:pt>
                <c:pt idx="6892">
                  <c:v>597.46600000000001</c:v>
                </c:pt>
                <c:pt idx="6893">
                  <c:v>597.55060000000003</c:v>
                </c:pt>
                <c:pt idx="6894">
                  <c:v>597.63480000000004</c:v>
                </c:pt>
                <c:pt idx="6895">
                  <c:v>597.71720000000005</c:v>
                </c:pt>
                <c:pt idx="6896">
                  <c:v>597.80280000000005</c:v>
                </c:pt>
                <c:pt idx="6897">
                  <c:v>597.88959999999997</c:v>
                </c:pt>
                <c:pt idx="6898">
                  <c:v>597.97260000000006</c:v>
                </c:pt>
                <c:pt idx="6899">
                  <c:v>598.05799999999999</c:v>
                </c:pt>
                <c:pt idx="6900">
                  <c:v>598.14160000000004</c:v>
                </c:pt>
                <c:pt idx="6901">
                  <c:v>598.22540000000004</c:v>
                </c:pt>
                <c:pt idx="6902">
                  <c:v>598.31100000000004</c:v>
                </c:pt>
                <c:pt idx="6903">
                  <c:v>598.39459999999997</c:v>
                </c:pt>
                <c:pt idx="6904">
                  <c:v>598.48050000000001</c:v>
                </c:pt>
                <c:pt idx="6905">
                  <c:v>598.56230000000005</c:v>
                </c:pt>
                <c:pt idx="6906">
                  <c:v>598.64739999999995</c:v>
                </c:pt>
                <c:pt idx="6907">
                  <c:v>598.73069999999996</c:v>
                </c:pt>
                <c:pt idx="6908">
                  <c:v>598.81759999999997</c:v>
                </c:pt>
                <c:pt idx="6909">
                  <c:v>598.90210000000002</c:v>
                </c:pt>
                <c:pt idx="6910">
                  <c:v>598.98559999999998</c:v>
                </c:pt>
                <c:pt idx="6911">
                  <c:v>599.06899999999996</c:v>
                </c:pt>
                <c:pt idx="6912">
                  <c:v>599.15300000000002</c:v>
                </c:pt>
                <c:pt idx="6913">
                  <c:v>599.23699999999997</c:v>
                </c:pt>
                <c:pt idx="6914">
                  <c:v>599.31790000000001</c:v>
                </c:pt>
                <c:pt idx="6915">
                  <c:v>599.40539999999999</c:v>
                </c:pt>
                <c:pt idx="6916">
                  <c:v>599.48879999999997</c:v>
                </c:pt>
                <c:pt idx="6917">
                  <c:v>599.57460000000003</c:v>
                </c:pt>
                <c:pt idx="6918">
                  <c:v>599.65679999999998</c:v>
                </c:pt>
                <c:pt idx="6919">
                  <c:v>599.74069999999995</c:v>
                </c:pt>
                <c:pt idx="6920">
                  <c:v>599.82569999999998</c:v>
                </c:pt>
                <c:pt idx="6921">
                  <c:v>599.90890000000002</c:v>
                </c:pt>
                <c:pt idx="6922">
                  <c:v>599.99300000000005</c:v>
                </c:pt>
                <c:pt idx="6923">
                  <c:v>600.07650000000001</c:v>
                </c:pt>
                <c:pt idx="6924">
                  <c:v>600.15940000000001</c:v>
                </c:pt>
                <c:pt idx="6925">
                  <c:v>600.24260000000004</c:v>
                </c:pt>
                <c:pt idx="6926">
                  <c:v>600.32680000000005</c:v>
                </c:pt>
                <c:pt idx="6927">
                  <c:v>600.40700000000004</c:v>
                </c:pt>
                <c:pt idx="6928">
                  <c:v>600.49279999999999</c:v>
                </c:pt>
                <c:pt idx="6929">
                  <c:v>600.57799999999997</c:v>
                </c:pt>
                <c:pt idx="6930">
                  <c:v>600.65840000000003</c:v>
                </c:pt>
                <c:pt idx="6931">
                  <c:v>600.74429999999995</c:v>
                </c:pt>
                <c:pt idx="6932">
                  <c:v>600.8252</c:v>
                </c:pt>
                <c:pt idx="6933">
                  <c:v>600.91020000000003</c:v>
                </c:pt>
                <c:pt idx="6934">
                  <c:v>600.99159999999995</c:v>
                </c:pt>
                <c:pt idx="6935">
                  <c:v>601.07560000000001</c:v>
                </c:pt>
                <c:pt idx="6936">
                  <c:v>601.15740000000005</c:v>
                </c:pt>
                <c:pt idx="6937">
                  <c:v>601.24099999999999</c:v>
                </c:pt>
                <c:pt idx="6938">
                  <c:v>601.32129999999995</c:v>
                </c:pt>
                <c:pt idx="6939">
                  <c:v>601.40989999999999</c:v>
                </c:pt>
                <c:pt idx="6940">
                  <c:v>601.49180000000001</c:v>
                </c:pt>
                <c:pt idx="6941">
                  <c:v>601.57460000000003</c:v>
                </c:pt>
                <c:pt idx="6942">
                  <c:v>601.65620000000001</c:v>
                </c:pt>
                <c:pt idx="6943">
                  <c:v>601.73979999999995</c:v>
                </c:pt>
                <c:pt idx="6944">
                  <c:v>601.82240000000002</c:v>
                </c:pt>
                <c:pt idx="6945">
                  <c:v>601.90549999999996</c:v>
                </c:pt>
                <c:pt idx="6946">
                  <c:v>601.98800000000006</c:v>
                </c:pt>
                <c:pt idx="6947">
                  <c:v>602.07230000000004</c:v>
                </c:pt>
                <c:pt idx="6948">
                  <c:v>602.15620000000001</c:v>
                </c:pt>
                <c:pt idx="6949">
                  <c:v>602.23749999999995</c:v>
                </c:pt>
                <c:pt idx="6950">
                  <c:v>602.32060000000001</c:v>
                </c:pt>
                <c:pt idx="6951">
                  <c:v>602.40210000000002</c:v>
                </c:pt>
                <c:pt idx="6952">
                  <c:v>602.4864</c:v>
                </c:pt>
                <c:pt idx="6953">
                  <c:v>602.56939999999997</c:v>
                </c:pt>
                <c:pt idx="6954">
                  <c:v>602.65279999999996</c:v>
                </c:pt>
                <c:pt idx="6955">
                  <c:v>602.73400000000004</c:v>
                </c:pt>
                <c:pt idx="6956">
                  <c:v>602.81539999999995</c:v>
                </c:pt>
                <c:pt idx="6957">
                  <c:v>602.8972</c:v>
                </c:pt>
                <c:pt idx="6958">
                  <c:v>602.97910000000002</c:v>
                </c:pt>
                <c:pt idx="6959">
                  <c:v>603.06280000000004</c:v>
                </c:pt>
                <c:pt idx="6960">
                  <c:v>603.14430000000004</c:v>
                </c:pt>
                <c:pt idx="6961">
                  <c:v>603.22879999999998</c:v>
                </c:pt>
                <c:pt idx="6962">
                  <c:v>603.31100000000004</c:v>
                </c:pt>
                <c:pt idx="6963">
                  <c:v>603.3922</c:v>
                </c:pt>
                <c:pt idx="6964">
                  <c:v>603.47529999999995</c:v>
                </c:pt>
                <c:pt idx="6965">
                  <c:v>603.55999999999995</c:v>
                </c:pt>
                <c:pt idx="6966">
                  <c:v>603.63850000000002</c:v>
                </c:pt>
                <c:pt idx="6967">
                  <c:v>603.72260000000006</c:v>
                </c:pt>
                <c:pt idx="6968">
                  <c:v>603.80550000000005</c:v>
                </c:pt>
                <c:pt idx="6969">
                  <c:v>603.88779999999997</c:v>
                </c:pt>
                <c:pt idx="6970">
                  <c:v>603.97199999999998</c:v>
                </c:pt>
                <c:pt idx="6971">
                  <c:v>604.05219999999997</c:v>
                </c:pt>
                <c:pt idx="6972">
                  <c:v>604.13549999999998</c:v>
                </c:pt>
                <c:pt idx="6973">
                  <c:v>604.21879999999999</c:v>
                </c:pt>
                <c:pt idx="6974">
                  <c:v>604.30240000000003</c:v>
                </c:pt>
                <c:pt idx="6975">
                  <c:v>604.38379999999995</c:v>
                </c:pt>
                <c:pt idx="6976">
                  <c:v>604.46699999999998</c:v>
                </c:pt>
                <c:pt idx="6977">
                  <c:v>604.54999999999995</c:v>
                </c:pt>
                <c:pt idx="6978">
                  <c:v>604.63300000000004</c:v>
                </c:pt>
                <c:pt idx="6979">
                  <c:v>604.71600000000001</c:v>
                </c:pt>
                <c:pt idx="6980">
                  <c:v>604.79660000000001</c:v>
                </c:pt>
                <c:pt idx="6981">
                  <c:v>604.88199999999995</c:v>
                </c:pt>
                <c:pt idx="6982">
                  <c:v>604.96479999999997</c:v>
                </c:pt>
                <c:pt idx="6983">
                  <c:v>605.04859999999996</c:v>
                </c:pt>
                <c:pt idx="6984">
                  <c:v>605.13400000000001</c:v>
                </c:pt>
                <c:pt idx="6985">
                  <c:v>605.21759999999995</c:v>
                </c:pt>
                <c:pt idx="6986">
                  <c:v>605.30020000000002</c:v>
                </c:pt>
                <c:pt idx="6987">
                  <c:v>605.38340000000005</c:v>
                </c:pt>
                <c:pt idx="6988">
                  <c:v>605.46799999999996</c:v>
                </c:pt>
                <c:pt idx="6989">
                  <c:v>605.55259999999998</c:v>
                </c:pt>
                <c:pt idx="6990">
                  <c:v>605.63639999999998</c:v>
                </c:pt>
                <c:pt idx="6991">
                  <c:v>605.71939999999995</c:v>
                </c:pt>
                <c:pt idx="6992">
                  <c:v>605.803</c:v>
                </c:pt>
                <c:pt idx="6993">
                  <c:v>605.8886</c:v>
                </c:pt>
                <c:pt idx="6994">
                  <c:v>605.97439999999995</c:v>
                </c:pt>
                <c:pt idx="6995">
                  <c:v>606.05780000000004</c:v>
                </c:pt>
                <c:pt idx="6996">
                  <c:v>606.14020000000005</c:v>
                </c:pt>
                <c:pt idx="6997">
                  <c:v>606.226</c:v>
                </c:pt>
                <c:pt idx="6998">
                  <c:v>606.31129999999996</c:v>
                </c:pt>
                <c:pt idx="6999">
                  <c:v>606.39589999999998</c:v>
                </c:pt>
                <c:pt idx="7000">
                  <c:v>606.47900000000004</c:v>
                </c:pt>
                <c:pt idx="7001">
                  <c:v>606.56560000000002</c:v>
                </c:pt>
                <c:pt idx="7002">
                  <c:v>606.64800000000002</c:v>
                </c:pt>
                <c:pt idx="7003">
                  <c:v>606.73310000000004</c:v>
                </c:pt>
                <c:pt idx="7004">
                  <c:v>606.81740000000002</c:v>
                </c:pt>
                <c:pt idx="7005">
                  <c:v>606.89850000000001</c:v>
                </c:pt>
                <c:pt idx="7006">
                  <c:v>606.98500000000001</c:v>
                </c:pt>
                <c:pt idx="7007">
                  <c:v>607.06989999999996</c:v>
                </c:pt>
                <c:pt idx="7008">
                  <c:v>607.15290000000005</c:v>
                </c:pt>
                <c:pt idx="7009">
                  <c:v>607.23829999999998</c:v>
                </c:pt>
                <c:pt idx="7010">
                  <c:v>607.32150000000001</c:v>
                </c:pt>
                <c:pt idx="7011">
                  <c:v>607.40629999999999</c:v>
                </c:pt>
                <c:pt idx="7012">
                  <c:v>607.48910000000001</c:v>
                </c:pt>
                <c:pt idx="7013">
                  <c:v>607.57500000000005</c:v>
                </c:pt>
                <c:pt idx="7014">
                  <c:v>607.65700000000004</c:v>
                </c:pt>
                <c:pt idx="7015">
                  <c:v>607.73979999999995</c:v>
                </c:pt>
                <c:pt idx="7016">
                  <c:v>607.82820000000004</c:v>
                </c:pt>
                <c:pt idx="7017">
                  <c:v>607.91079999999999</c:v>
                </c:pt>
                <c:pt idx="7018">
                  <c:v>607.99419999999998</c:v>
                </c:pt>
                <c:pt idx="7019">
                  <c:v>608.07860000000005</c:v>
                </c:pt>
                <c:pt idx="7020">
                  <c:v>608.16079999999999</c:v>
                </c:pt>
                <c:pt idx="7021">
                  <c:v>608.24570000000006</c:v>
                </c:pt>
                <c:pt idx="7022">
                  <c:v>608.33010000000002</c:v>
                </c:pt>
                <c:pt idx="7023">
                  <c:v>608.41139999999996</c:v>
                </c:pt>
                <c:pt idx="7024">
                  <c:v>608.49339999999995</c:v>
                </c:pt>
                <c:pt idx="7025">
                  <c:v>608.57889999999998</c:v>
                </c:pt>
                <c:pt idx="7026">
                  <c:v>608.66290000000004</c:v>
                </c:pt>
                <c:pt idx="7027">
                  <c:v>608.74699999999996</c:v>
                </c:pt>
                <c:pt idx="7028">
                  <c:v>608.82759999999996</c:v>
                </c:pt>
                <c:pt idx="7029">
                  <c:v>608.91020000000003</c:v>
                </c:pt>
                <c:pt idx="7030">
                  <c:v>608.99369999999999</c:v>
                </c:pt>
                <c:pt idx="7031">
                  <c:v>609.07860000000005</c:v>
                </c:pt>
                <c:pt idx="7032">
                  <c:v>609.16219999999998</c:v>
                </c:pt>
                <c:pt idx="7033">
                  <c:v>609.24339999999995</c:v>
                </c:pt>
                <c:pt idx="7034">
                  <c:v>609.32510000000002</c:v>
                </c:pt>
                <c:pt idx="7035">
                  <c:v>609.40890000000002</c:v>
                </c:pt>
                <c:pt idx="7036">
                  <c:v>609.49789999999996</c:v>
                </c:pt>
                <c:pt idx="7037">
                  <c:v>609.58540000000005</c:v>
                </c:pt>
                <c:pt idx="7038">
                  <c:v>609.66660000000002</c:v>
                </c:pt>
                <c:pt idx="7039">
                  <c:v>609.74509999999998</c:v>
                </c:pt>
                <c:pt idx="7040">
                  <c:v>609.8261</c:v>
                </c:pt>
                <c:pt idx="7041">
                  <c:v>609.90800000000002</c:v>
                </c:pt>
                <c:pt idx="7042">
                  <c:v>609.98860000000002</c:v>
                </c:pt>
                <c:pt idx="7043">
                  <c:v>610.07309999999995</c:v>
                </c:pt>
                <c:pt idx="7044">
                  <c:v>610.15499999999997</c:v>
                </c:pt>
                <c:pt idx="7045">
                  <c:v>610.23649999999998</c:v>
                </c:pt>
                <c:pt idx="7046">
                  <c:v>610.3184</c:v>
                </c:pt>
                <c:pt idx="7047">
                  <c:v>610.40039999999999</c:v>
                </c:pt>
                <c:pt idx="7048">
                  <c:v>610.48260000000005</c:v>
                </c:pt>
                <c:pt idx="7049">
                  <c:v>610.56449999999995</c:v>
                </c:pt>
                <c:pt idx="7050">
                  <c:v>610.64760000000001</c:v>
                </c:pt>
                <c:pt idx="7051">
                  <c:v>610.73320000000001</c:v>
                </c:pt>
                <c:pt idx="7052">
                  <c:v>610.81259999999997</c:v>
                </c:pt>
                <c:pt idx="7053">
                  <c:v>610.89400000000001</c:v>
                </c:pt>
                <c:pt idx="7054">
                  <c:v>610.97680000000003</c:v>
                </c:pt>
                <c:pt idx="7055">
                  <c:v>611.05930000000001</c:v>
                </c:pt>
                <c:pt idx="7056">
                  <c:v>611.14120000000003</c:v>
                </c:pt>
                <c:pt idx="7057">
                  <c:v>611.22500000000002</c:v>
                </c:pt>
                <c:pt idx="7058">
                  <c:v>611.3066</c:v>
                </c:pt>
                <c:pt idx="7059">
                  <c:v>611.39089999999999</c:v>
                </c:pt>
                <c:pt idx="7060">
                  <c:v>611.47439999999995</c:v>
                </c:pt>
                <c:pt idx="7061">
                  <c:v>611.55790000000002</c:v>
                </c:pt>
                <c:pt idx="7062">
                  <c:v>611.64059999999995</c:v>
                </c:pt>
                <c:pt idx="7063">
                  <c:v>611.72519999999997</c:v>
                </c:pt>
                <c:pt idx="7064">
                  <c:v>611.80640000000005</c:v>
                </c:pt>
                <c:pt idx="7065">
                  <c:v>611.89319999999998</c:v>
                </c:pt>
                <c:pt idx="7066">
                  <c:v>611.97260000000006</c:v>
                </c:pt>
                <c:pt idx="7067">
                  <c:v>612.0548</c:v>
                </c:pt>
                <c:pt idx="7068">
                  <c:v>612.1377</c:v>
                </c:pt>
                <c:pt idx="7069">
                  <c:v>612.22</c:v>
                </c:pt>
                <c:pt idx="7070">
                  <c:v>612.30110000000002</c:v>
                </c:pt>
                <c:pt idx="7071">
                  <c:v>612.38630000000001</c:v>
                </c:pt>
                <c:pt idx="7072">
                  <c:v>612.46900000000005</c:v>
                </c:pt>
                <c:pt idx="7073">
                  <c:v>612.55050000000006</c:v>
                </c:pt>
                <c:pt idx="7074">
                  <c:v>612.63400000000001</c:v>
                </c:pt>
                <c:pt idx="7075">
                  <c:v>612.71680000000003</c:v>
                </c:pt>
                <c:pt idx="7076">
                  <c:v>612.79939999999999</c:v>
                </c:pt>
                <c:pt idx="7077">
                  <c:v>612.88670000000002</c:v>
                </c:pt>
                <c:pt idx="7078">
                  <c:v>612.96879999999999</c:v>
                </c:pt>
                <c:pt idx="7079">
                  <c:v>613.05309999999997</c:v>
                </c:pt>
                <c:pt idx="7080">
                  <c:v>613.13589999999999</c:v>
                </c:pt>
                <c:pt idx="7081">
                  <c:v>613.22140000000002</c:v>
                </c:pt>
                <c:pt idx="7082">
                  <c:v>613.303</c:v>
                </c:pt>
                <c:pt idx="7083">
                  <c:v>613.38750000000005</c:v>
                </c:pt>
                <c:pt idx="7084">
                  <c:v>613.47050000000002</c:v>
                </c:pt>
                <c:pt idx="7085">
                  <c:v>613.55319999999995</c:v>
                </c:pt>
                <c:pt idx="7086">
                  <c:v>613.63649999999996</c:v>
                </c:pt>
                <c:pt idx="7087">
                  <c:v>613.72080000000005</c:v>
                </c:pt>
                <c:pt idx="7088">
                  <c:v>613.80319999999995</c:v>
                </c:pt>
                <c:pt idx="7089">
                  <c:v>613.88779999999997</c:v>
                </c:pt>
                <c:pt idx="7090">
                  <c:v>613.97260000000006</c:v>
                </c:pt>
                <c:pt idx="7091">
                  <c:v>614.0557</c:v>
                </c:pt>
                <c:pt idx="7092">
                  <c:v>614.1404</c:v>
                </c:pt>
                <c:pt idx="7093">
                  <c:v>614.22289999999998</c:v>
                </c:pt>
                <c:pt idx="7094">
                  <c:v>614.30700000000002</c:v>
                </c:pt>
                <c:pt idx="7095">
                  <c:v>614.39139999999998</c:v>
                </c:pt>
                <c:pt idx="7096">
                  <c:v>614.47320000000002</c:v>
                </c:pt>
                <c:pt idx="7097">
                  <c:v>614.55820000000006</c:v>
                </c:pt>
                <c:pt idx="7098">
                  <c:v>614.64359999999999</c:v>
                </c:pt>
                <c:pt idx="7099">
                  <c:v>614.72659999999996</c:v>
                </c:pt>
                <c:pt idx="7100">
                  <c:v>614.81060000000002</c:v>
                </c:pt>
                <c:pt idx="7101">
                  <c:v>614.89419999999996</c:v>
                </c:pt>
                <c:pt idx="7102">
                  <c:v>614.97860000000003</c:v>
                </c:pt>
                <c:pt idx="7103">
                  <c:v>615.0634</c:v>
                </c:pt>
                <c:pt idx="7104">
                  <c:v>615.14689999999996</c:v>
                </c:pt>
                <c:pt idx="7105">
                  <c:v>615.23209999999995</c:v>
                </c:pt>
                <c:pt idx="7106">
                  <c:v>615.31780000000003</c:v>
                </c:pt>
                <c:pt idx="7107">
                  <c:v>615.40030000000002</c:v>
                </c:pt>
                <c:pt idx="7108">
                  <c:v>615.4855</c:v>
                </c:pt>
                <c:pt idx="7109">
                  <c:v>615.56960000000004</c:v>
                </c:pt>
                <c:pt idx="7110">
                  <c:v>615.65419999999995</c:v>
                </c:pt>
                <c:pt idx="7111">
                  <c:v>615.74019999999996</c:v>
                </c:pt>
                <c:pt idx="7112">
                  <c:v>615.82100000000003</c:v>
                </c:pt>
                <c:pt idx="7113">
                  <c:v>615.9067</c:v>
                </c:pt>
                <c:pt idx="7114">
                  <c:v>615.99059999999997</c:v>
                </c:pt>
                <c:pt idx="7115">
                  <c:v>616.07449999999994</c:v>
                </c:pt>
                <c:pt idx="7116">
                  <c:v>616.15719999999999</c:v>
                </c:pt>
                <c:pt idx="7117">
                  <c:v>616.2432</c:v>
                </c:pt>
                <c:pt idx="7118">
                  <c:v>616.32659999999998</c:v>
                </c:pt>
                <c:pt idx="7119">
                  <c:v>616.41060000000004</c:v>
                </c:pt>
                <c:pt idx="7120">
                  <c:v>616.49490000000003</c:v>
                </c:pt>
                <c:pt idx="7121">
                  <c:v>616.57460000000003</c:v>
                </c:pt>
                <c:pt idx="7122">
                  <c:v>616.66200000000003</c:v>
                </c:pt>
                <c:pt idx="7123">
                  <c:v>616.74699999999996</c:v>
                </c:pt>
                <c:pt idx="7124">
                  <c:v>616.83010000000002</c:v>
                </c:pt>
                <c:pt idx="7125">
                  <c:v>616.9135</c:v>
                </c:pt>
                <c:pt idx="7126">
                  <c:v>616.99760000000003</c:v>
                </c:pt>
                <c:pt idx="7127">
                  <c:v>617.08019999999999</c:v>
                </c:pt>
                <c:pt idx="7128">
                  <c:v>617.16510000000005</c:v>
                </c:pt>
                <c:pt idx="7129">
                  <c:v>617.24800000000005</c:v>
                </c:pt>
                <c:pt idx="7130">
                  <c:v>617.32929999999999</c:v>
                </c:pt>
                <c:pt idx="7131">
                  <c:v>617.41279999999995</c:v>
                </c:pt>
                <c:pt idx="7132">
                  <c:v>617.49670000000003</c:v>
                </c:pt>
                <c:pt idx="7133">
                  <c:v>617.58180000000004</c:v>
                </c:pt>
                <c:pt idx="7134">
                  <c:v>617.66399999999999</c:v>
                </c:pt>
                <c:pt idx="7135">
                  <c:v>617.74800000000005</c:v>
                </c:pt>
                <c:pt idx="7136">
                  <c:v>617.83069999999998</c:v>
                </c:pt>
                <c:pt idx="7137">
                  <c:v>617.91700000000003</c:v>
                </c:pt>
                <c:pt idx="7138">
                  <c:v>617.99800000000005</c:v>
                </c:pt>
                <c:pt idx="7139">
                  <c:v>618.08019999999999</c:v>
                </c:pt>
                <c:pt idx="7140">
                  <c:v>618.16459999999995</c:v>
                </c:pt>
                <c:pt idx="7141">
                  <c:v>618.24739999999997</c:v>
                </c:pt>
                <c:pt idx="7142">
                  <c:v>618.3306</c:v>
                </c:pt>
                <c:pt idx="7143">
                  <c:v>618.41459999999995</c:v>
                </c:pt>
                <c:pt idx="7144">
                  <c:v>618.49739999999997</c:v>
                </c:pt>
                <c:pt idx="7145">
                  <c:v>618.58219999999994</c:v>
                </c:pt>
                <c:pt idx="7146">
                  <c:v>618.66380000000004</c:v>
                </c:pt>
                <c:pt idx="7147">
                  <c:v>618.74739999999997</c:v>
                </c:pt>
                <c:pt idx="7148">
                  <c:v>618.83000000000004</c:v>
                </c:pt>
                <c:pt idx="7149">
                  <c:v>618.91099999999994</c:v>
                </c:pt>
                <c:pt idx="7150">
                  <c:v>618.99580000000003</c:v>
                </c:pt>
                <c:pt idx="7151">
                  <c:v>619.07889999999998</c:v>
                </c:pt>
                <c:pt idx="7152">
                  <c:v>619.16279999999995</c:v>
                </c:pt>
                <c:pt idx="7153">
                  <c:v>619.24599999999998</c:v>
                </c:pt>
                <c:pt idx="7154">
                  <c:v>619.32889999999998</c:v>
                </c:pt>
                <c:pt idx="7155">
                  <c:v>619.41219999999998</c:v>
                </c:pt>
                <c:pt idx="7156">
                  <c:v>619.49540000000002</c:v>
                </c:pt>
                <c:pt idx="7157">
                  <c:v>619.57960000000003</c:v>
                </c:pt>
                <c:pt idx="7158">
                  <c:v>619.66139999999996</c:v>
                </c:pt>
                <c:pt idx="7159">
                  <c:v>619.74590000000001</c:v>
                </c:pt>
                <c:pt idx="7160">
                  <c:v>619.82770000000005</c:v>
                </c:pt>
                <c:pt idx="7161">
                  <c:v>619.91309999999999</c:v>
                </c:pt>
                <c:pt idx="7162">
                  <c:v>619.99649999999997</c:v>
                </c:pt>
                <c:pt idx="7163">
                  <c:v>620.08029999999997</c:v>
                </c:pt>
                <c:pt idx="7164">
                  <c:v>620.16179999999997</c:v>
                </c:pt>
                <c:pt idx="7165">
                  <c:v>620.24689999999998</c:v>
                </c:pt>
                <c:pt idx="7166">
                  <c:v>620.33150000000001</c:v>
                </c:pt>
                <c:pt idx="7167">
                  <c:v>620.41489999999999</c:v>
                </c:pt>
                <c:pt idx="7168">
                  <c:v>620.49680000000001</c:v>
                </c:pt>
                <c:pt idx="7169">
                  <c:v>620.58079999999995</c:v>
                </c:pt>
                <c:pt idx="7170">
                  <c:v>620.66459999999995</c:v>
                </c:pt>
                <c:pt idx="7171">
                  <c:v>620.74839999999995</c:v>
                </c:pt>
                <c:pt idx="7172">
                  <c:v>620.83079999999995</c:v>
                </c:pt>
                <c:pt idx="7173">
                  <c:v>620.91539999999998</c:v>
                </c:pt>
                <c:pt idx="7174">
                  <c:v>620.99810000000002</c:v>
                </c:pt>
                <c:pt idx="7175">
                  <c:v>621.08130000000006</c:v>
                </c:pt>
                <c:pt idx="7176">
                  <c:v>621.1644</c:v>
                </c:pt>
                <c:pt idx="7177">
                  <c:v>621.25059999999996</c:v>
                </c:pt>
                <c:pt idx="7178">
                  <c:v>621.33159999999998</c:v>
                </c:pt>
                <c:pt idx="7179">
                  <c:v>621.41449999999998</c:v>
                </c:pt>
                <c:pt idx="7180">
                  <c:v>621.49800000000005</c:v>
                </c:pt>
                <c:pt idx="7181">
                  <c:v>621.58109999999999</c:v>
                </c:pt>
                <c:pt idx="7182">
                  <c:v>621.66499999999996</c:v>
                </c:pt>
                <c:pt idx="7183">
                  <c:v>621.7473</c:v>
                </c:pt>
                <c:pt idx="7184">
                  <c:v>621.83100000000002</c:v>
                </c:pt>
                <c:pt idx="7185">
                  <c:v>621.91499999999996</c:v>
                </c:pt>
                <c:pt idx="7186">
                  <c:v>621.99689999999998</c:v>
                </c:pt>
                <c:pt idx="7187">
                  <c:v>622.08019999999999</c:v>
                </c:pt>
                <c:pt idx="7188">
                  <c:v>622.16480000000001</c:v>
                </c:pt>
                <c:pt idx="7189">
                  <c:v>622.24699999999996</c:v>
                </c:pt>
                <c:pt idx="7190">
                  <c:v>622.33050000000003</c:v>
                </c:pt>
                <c:pt idx="7191">
                  <c:v>622.4162</c:v>
                </c:pt>
                <c:pt idx="7192">
                  <c:v>622.49620000000004</c:v>
                </c:pt>
                <c:pt idx="7193">
                  <c:v>622.57799999999997</c:v>
                </c:pt>
                <c:pt idx="7194">
                  <c:v>622.66399999999999</c:v>
                </c:pt>
                <c:pt idx="7195">
                  <c:v>622.74609999999996</c:v>
                </c:pt>
                <c:pt idx="7196">
                  <c:v>622.82860000000005</c:v>
                </c:pt>
                <c:pt idx="7197">
                  <c:v>622.9126</c:v>
                </c:pt>
                <c:pt idx="7198">
                  <c:v>622.99639999999999</c:v>
                </c:pt>
                <c:pt idx="7199">
                  <c:v>623.07870000000003</c:v>
                </c:pt>
                <c:pt idx="7200">
                  <c:v>623.16240000000005</c:v>
                </c:pt>
                <c:pt idx="7201">
                  <c:v>623.24760000000003</c:v>
                </c:pt>
                <c:pt idx="7202">
                  <c:v>623.32860000000005</c:v>
                </c:pt>
                <c:pt idx="7203">
                  <c:v>623.41160000000002</c:v>
                </c:pt>
                <c:pt idx="7204">
                  <c:v>623.49699999999996</c:v>
                </c:pt>
                <c:pt idx="7205">
                  <c:v>623.57889999999998</c:v>
                </c:pt>
                <c:pt idx="7206">
                  <c:v>623.66269999999997</c:v>
                </c:pt>
                <c:pt idx="7207">
                  <c:v>623.7432</c:v>
                </c:pt>
                <c:pt idx="7208">
                  <c:v>623.82989999999995</c:v>
                </c:pt>
                <c:pt idx="7209">
                  <c:v>623.91359999999997</c:v>
                </c:pt>
                <c:pt idx="7210">
                  <c:v>623.99649999999997</c:v>
                </c:pt>
                <c:pt idx="7211">
                  <c:v>624.08010000000002</c:v>
                </c:pt>
                <c:pt idx="7212">
                  <c:v>624.16179999999997</c:v>
                </c:pt>
                <c:pt idx="7213">
                  <c:v>624.24509999999998</c:v>
                </c:pt>
                <c:pt idx="7214">
                  <c:v>624.33130000000006</c:v>
                </c:pt>
                <c:pt idx="7215">
                  <c:v>624.41240000000005</c:v>
                </c:pt>
                <c:pt idx="7216">
                  <c:v>624.49530000000004</c:v>
                </c:pt>
                <c:pt idx="7217">
                  <c:v>624.57680000000005</c:v>
                </c:pt>
                <c:pt idx="7218">
                  <c:v>624.65980000000002</c:v>
                </c:pt>
                <c:pt idx="7219">
                  <c:v>624.74300000000005</c:v>
                </c:pt>
                <c:pt idx="7220">
                  <c:v>624.82560000000001</c:v>
                </c:pt>
                <c:pt idx="7221">
                  <c:v>624.90790000000004</c:v>
                </c:pt>
                <c:pt idx="7222">
                  <c:v>624.99099999999999</c:v>
                </c:pt>
                <c:pt idx="7223">
                  <c:v>625.07439999999997</c:v>
                </c:pt>
                <c:pt idx="7224">
                  <c:v>625.15620000000001</c:v>
                </c:pt>
                <c:pt idx="7225">
                  <c:v>625.23940000000005</c:v>
                </c:pt>
                <c:pt idx="7226">
                  <c:v>625.32190000000003</c:v>
                </c:pt>
                <c:pt idx="7227">
                  <c:v>625.40390000000002</c:v>
                </c:pt>
                <c:pt idx="7228">
                  <c:v>625.48500000000001</c:v>
                </c:pt>
                <c:pt idx="7229">
                  <c:v>625.57050000000004</c:v>
                </c:pt>
                <c:pt idx="7230">
                  <c:v>625.65440000000001</c:v>
                </c:pt>
                <c:pt idx="7231">
                  <c:v>625.73630000000003</c:v>
                </c:pt>
                <c:pt idx="7232">
                  <c:v>625.822</c:v>
                </c:pt>
                <c:pt idx="7233">
                  <c:v>625.90219999999999</c:v>
                </c:pt>
                <c:pt idx="7234">
                  <c:v>625.98490000000004</c:v>
                </c:pt>
                <c:pt idx="7235">
                  <c:v>626.0693</c:v>
                </c:pt>
                <c:pt idx="7236">
                  <c:v>626.15319999999997</c:v>
                </c:pt>
                <c:pt idx="7237">
                  <c:v>626.23689999999999</c:v>
                </c:pt>
                <c:pt idx="7238">
                  <c:v>626.32090000000005</c:v>
                </c:pt>
                <c:pt idx="7239">
                  <c:v>626.40449999999998</c:v>
                </c:pt>
                <c:pt idx="7240">
                  <c:v>626.48820000000001</c:v>
                </c:pt>
                <c:pt idx="7241">
                  <c:v>626.57320000000004</c:v>
                </c:pt>
                <c:pt idx="7242">
                  <c:v>626.65660000000003</c:v>
                </c:pt>
                <c:pt idx="7243">
                  <c:v>626.74019999999996</c:v>
                </c:pt>
                <c:pt idx="7244">
                  <c:v>626.82420000000002</c:v>
                </c:pt>
                <c:pt idx="7245">
                  <c:v>626.90790000000004</c:v>
                </c:pt>
                <c:pt idx="7246">
                  <c:v>626.98929999999996</c:v>
                </c:pt>
                <c:pt idx="7247">
                  <c:v>627.07169999999996</c:v>
                </c:pt>
                <c:pt idx="7248">
                  <c:v>627.15409999999997</c:v>
                </c:pt>
                <c:pt idx="7249">
                  <c:v>627.2373</c:v>
                </c:pt>
                <c:pt idx="7250">
                  <c:v>627.32190000000003</c:v>
                </c:pt>
                <c:pt idx="7251">
                  <c:v>627.4058</c:v>
                </c:pt>
                <c:pt idx="7252">
                  <c:v>627.4873</c:v>
                </c:pt>
                <c:pt idx="7253">
                  <c:v>627.57470000000001</c:v>
                </c:pt>
                <c:pt idx="7254">
                  <c:v>627.65740000000005</c:v>
                </c:pt>
                <c:pt idx="7255">
                  <c:v>627.74300000000005</c:v>
                </c:pt>
                <c:pt idx="7256">
                  <c:v>627.82759999999996</c:v>
                </c:pt>
                <c:pt idx="7257">
                  <c:v>627.91179999999997</c:v>
                </c:pt>
                <c:pt idx="7258">
                  <c:v>627.99540000000002</c:v>
                </c:pt>
                <c:pt idx="7259">
                  <c:v>628.08109999999999</c:v>
                </c:pt>
                <c:pt idx="7260">
                  <c:v>628.16639999999995</c:v>
                </c:pt>
                <c:pt idx="7261">
                  <c:v>628.24959999999999</c:v>
                </c:pt>
                <c:pt idx="7262">
                  <c:v>628.33180000000004</c:v>
                </c:pt>
                <c:pt idx="7263">
                  <c:v>628.4162</c:v>
                </c:pt>
                <c:pt idx="7264">
                  <c:v>628.50160000000005</c:v>
                </c:pt>
                <c:pt idx="7265">
                  <c:v>628.58450000000005</c:v>
                </c:pt>
                <c:pt idx="7266">
                  <c:v>628.66780000000006</c:v>
                </c:pt>
                <c:pt idx="7267">
                  <c:v>628.75149999999996</c:v>
                </c:pt>
                <c:pt idx="7268">
                  <c:v>628.83450000000005</c:v>
                </c:pt>
                <c:pt idx="7269">
                  <c:v>628.91719999999998</c:v>
                </c:pt>
                <c:pt idx="7270">
                  <c:v>629.00059999999996</c:v>
                </c:pt>
                <c:pt idx="7271">
                  <c:v>629.08399999999995</c:v>
                </c:pt>
                <c:pt idx="7272">
                  <c:v>629.16920000000005</c:v>
                </c:pt>
                <c:pt idx="7273">
                  <c:v>629.25199999999995</c:v>
                </c:pt>
                <c:pt idx="7274">
                  <c:v>629.33780000000002</c:v>
                </c:pt>
                <c:pt idx="7275">
                  <c:v>629.42039999999997</c:v>
                </c:pt>
                <c:pt idx="7276">
                  <c:v>629.50409999999999</c:v>
                </c:pt>
                <c:pt idx="7277">
                  <c:v>629.58609999999999</c:v>
                </c:pt>
                <c:pt idx="7278">
                  <c:v>629.67020000000002</c:v>
                </c:pt>
                <c:pt idx="7279">
                  <c:v>629.75340000000006</c:v>
                </c:pt>
                <c:pt idx="7280">
                  <c:v>629.83579999999995</c:v>
                </c:pt>
                <c:pt idx="7281">
                  <c:v>629.92100000000005</c:v>
                </c:pt>
                <c:pt idx="7282">
                  <c:v>630.00360000000001</c:v>
                </c:pt>
                <c:pt idx="7283">
                  <c:v>630.08439999999996</c:v>
                </c:pt>
                <c:pt idx="7284">
                  <c:v>630.17060000000004</c:v>
                </c:pt>
                <c:pt idx="7285">
                  <c:v>630.25440000000003</c:v>
                </c:pt>
                <c:pt idx="7286">
                  <c:v>630.33730000000003</c:v>
                </c:pt>
                <c:pt idx="7287">
                  <c:v>630.42139999999995</c:v>
                </c:pt>
                <c:pt idx="7288">
                  <c:v>630.50409999999999</c:v>
                </c:pt>
                <c:pt idx="7289">
                  <c:v>630.58510000000001</c:v>
                </c:pt>
                <c:pt idx="7290">
                  <c:v>630.67060000000004</c:v>
                </c:pt>
                <c:pt idx="7291">
                  <c:v>630.75300000000004</c:v>
                </c:pt>
                <c:pt idx="7292">
                  <c:v>630.83900000000006</c:v>
                </c:pt>
                <c:pt idx="7293">
                  <c:v>630.91890000000001</c:v>
                </c:pt>
                <c:pt idx="7294">
                  <c:v>631.00490000000002</c:v>
                </c:pt>
                <c:pt idx="7295">
                  <c:v>631.08889999999997</c:v>
                </c:pt>
                <c:pt idx="7296">
                  <c:v>631.17219999999998</c:v>
                </c:pt>
                <c:pt idx="7297">
                  <c:v>631.25509999999997</c:v>
                </c:pt>
                <c:pt idx="7298">
                  <c:v>631.33789999999999</c:v>
                </c:pt>
                <c:pt idx="7299">
                  <c:v>631.42049999999995</c:v>
                </c:pt>
                <c:pt idx="7300">
                  <c:v>631.50440000000003</c:v>
                </c:pt>
                <c:pt idx="7301">
                  <c:v>631.58839999999998</c:v>
                </c:pt>
                <c:pt idx="7302">
                  <c:v>631.67179999999996</c:v>
                </c:pt>
                <c:pt idx="7303">
                  <c:v>631.75319999999999</c:v>
                </c:pt>
                <c:pt idx="7304">
                  <c:v>631.83619999999996</c:v>
                </c:pt>
                <c:pt idx="7305">
                  <c:v>631.9212</c:v>
                </c:pt>
                <c:pt idx="7306">
                  <c:v>632.00120000000004</c:v>
                </c:pt>
                <c:pt idx="7307">
                  <c:v>632.08759999999995</c:v>
                </c:pt>
                <c:pt idx="7308">
                  <c:v>632.16880000000003</c:v>
                </c:pt>
                <c:pt idx="7309">
                  <c:v>632.25379999999996</c:v>
                </c:pt>
                <c:pt idx="7310">
                  <c:v>632.33439999999996</c:v>
                </c:pt>
                <c:pt idx="7311">
                  <c:v>632.41819999999996</c:v>
                </c:pt>
                <c:pt idx="7312">
                  <c:v>632.50199999999995</c:v>
                </c:pt>
                <c:pt idx="7313">
                  <c:v>632.58500000000004</c:v>
                </c:pt>
                <c:pt idx="7314">
                  <c:v>632.66869999999994</c:v>
                </c:pt>
                <c:pt idx="7315">
                  <c:v>632.75250000000005</c:v>
                </c:pt>
                <c:pt idx="7316">
                  <c:v>632.83510000000001</c:v>
                </c:pt>
                <c:pt idx="7317">
                  <c:v>632.91980000000001</c:v>
                </c:pt>
                <c:pt idx="7318">
                  <c:v>633.00289999999995</c:v>
                </c:pt>
                <c:pt idx="7319">
                  <c:v>633.08500000000004</c:v>
                </c:pt>
                <c:pt idx="7320">
                  <c:v>633.16719999999998</c:v>
                </c:pt>
                <c:pt idx="7321">
                  <c:v>633.25059999999996</c:v>
                </c:pt>
                <c:pt idx="7322">
                  <c:v>633.33489999999995</c:v>
                </c:pt>
                <c:pt idx="7323">
                  <c:v>633.41959999999995</c:v>
                </c:pt>
                <c:pt idx="7324">
                  <c:v>633.50080000000003</c:v>
                </c:pt>
                <c:pt idx="7325">
                  <c:v>633.58299999999997</c:v>
                </c:pt>
                <c:pt idx="7326">
                  <c:v>633.66499999999996</c:v>
                </c:pt>
                <c:pt idx="7327">
                  <c:v>633.74900000000002</c:v>
                </c:pt>
                <c:pt idx="7328">
                  <c:v>633.83090000000004</c:v>
                </c:pt>
                <c:pt idx="7329">
                  <c:v>633.91600000000005</c:v>
                </c:pt>
                <c:pt idx="7330">
                  <c:v>634</c:v>
                </c:pt>
                <c:pt idx="7331">
                  <c:v>634.08199999999999</c:v>
                </c:pt>
                <c:pt idx="7332">
                  <c:v>634.16570000000002</c:v>
                </c:pt>
                <c:pt idx="7333">
                  <c:v>634.24969999999996</c:v>
                </c:pt>
                <c:pt idx="7334">
                  <c:v>634.33050000000003</c:v>
                </c:pt>
                <c:pt idx="7335">
                  <c:v>634.41600000000005</c:v>
                </c:pt>
                <c:pt idx="7336">
                  <c:v>634.49890000000005</c:v>
                </c:pt>
                <c:pt idx="7337">
                  <c:v>634.58259999999996</c:v>
                </c:pt>
                <c:pt idx="7338">
                  <c:v>634.66740000000004</c:v>
                </c:pt>
                <c:pt idx="7339">
                  <c:v>634.74980000000005</c:v>
                </c:pt>
                <c:pt idx="7340">
                  <c:v>634.83309999999994</c:v>
                </c:pt>
                <c:pt idx="7341">
                  <c:v>634.91780000000006</c:v>
                </c:pt>
                <c:pt idx="7342">
                  <c:v>635.00040000000001</c:v>
                </c:pt>
                <c:pt idx="7343">
                  <c:v>635.08320000000003</c:v>
                </c:pt>
                <c:pt idx="7344">
                  <c:v>635.1662</c:v>
                </c:pt>
                <c:pt idx="7345">
                  <c:v>635.25</c:v>
                </c:pt>
                <c:pt idx="7346">
                  <c:v>635.33500000000004</c:v>
                </c:pt>
                <c:pt idx="7347">
                  <c:v>635.41840000000002</c:v>
                </c:pt>
                <c:pt idx="7348">
                  <c:v>635.5009</c:v>
                </c:pt>
                <c:pt idx="7349">
                  <c:v>635.58600000000001</c:v>
                </c:pt>
                <c:pt idx="7350">
                  <c:v>635.67089999999996</c:v>
                </c:pt>
                <c:pt idx="7351">
                  <c:v>635.75440000000003</c:v>
                </c:pt>
                <c:pt idx="7352">
                  <c:v>635.83939999999996</c:v>
                </c:pt>
                <c:pt idx="7353">
                  <c:v>635.91999999999996</c:v>
                </c:pt>
                <c:pt idx="7354">
                  <c:v>636.00300000000004</c:v>
                </c:pt>
                <c:pt idx="7355">
                  <c:v>636.08699999999999</c:v>
                </c:pt>
                <c:pt idx="7356">
                  <c:v>636.17010000000005</c:v>
                </c:pt>
                <c:pt idx="7357">
                  <c:v>636.25220000000002</c:v>
                </c:pt>
                <c:pt idx="7358">
                  <c:v>636.33510000000001</c:v>
                </c:pt>
                <c:pt idx="7359">
                  <c:v>636.41819999999996</c:v>
                </c:pt>
                <c:pt idx="7360">
                  <c:v>636.50099999999998</c:v>
                </c:pt>
                <c:pt idx="7361">
                  <c:v>636.58619999999996</c:v>
                </c:pt>
                <c:pt idx="7362">
                  <c:v>636.66989999999998</c:v>
                </c:pt>
                <c:pt idx="7363">
                  <c:v>636.75279999999998</c:v>
                </c:pt>
                <c:pt idx="7364">
                  <c:v>636.83799999999997</c:v>
                </c:pt>
                <c:pt idx="7365">
                  <c:v>636.92010000000005</c:v>
                </c:pt>
                <c:pt idx="7366">
                  <c:v>637.00409999999999</c:v>
                </c:pt>
                <c:pt idx="7367">
                  <c:v>637.08820000000003</c:v>
                </c:pt>
                <c:pt idx="7368">
                  <c:v>637.17150000000004</c:v>
                </c:pt>
                <c:pt idx="7369">
                  <c:v>637.255</c:v>
                </c:pt>
                <c:pt idx="7370">
                  <c:v>637.33889999999997</c:v>
                </c:pt>
                <c:pt idx="7371">
                  <c:v>637.42200000000003</c:v>
                </c:pt>
                <c:pt idx="7372">
                  <c:v>637.505</c:v>
                </c:pt>
                <c:pt idx="7373">
                  <c:v>637.59159999999997</c:v>
                </c:pt>
                <c:pt idx="7374">
                  <c:v>637.67380000000003</c:v>
                </c:pt>
                <c:pt idx="7375">
                  <c:v>637.75720000000001</c:v>
                </c:pt>
                <c:pt idx="7376">
                  <c:v>637.84180000000003</c:v>
                </c:pt>
                <c:pt idx="7377">
                  <c:v>637.92460000000005</c:v>
                </c:pt>
                <c:pt idx="7378">
                  <c:v>638.00699999999995</c:v>
                </c:pt>
                <c:pt idx="7379">
                  <c:v>638.09079999999994</c:v>
                </c:pt>
                <c:pt idx="7380">
                  <c:v>638.17179999999996</c:v>
                </c:pt>
                <c:pt idx="7381">
                  <c:v>638.255</c:v>
                </c:pt>
                <c:pt idx="7382">
                  <c:v>638.34100000000001</c:v>
                </c:pt>
                <c:pt idx="7383">
                  <c:v>638.42380000000003</c:v>
                </c:pt>
                <c:pt idx="7384">
                  <c:v>638.50350000000003</c:v>
                </c:pt>
                <c:pt idx="7385">
                  <c:v>638.58799999999997</c:v>
                </c:pt>
                <c:pt idx="7386">
                  <c:v>638.67089999999996</c:v>
                </c:pt>
                <c:pt idx="7387">
                  <c:v>638.75480000000005</c:v>
                </c:pt>
                <c:pt idx="7388">
                  <c:v>638.83780000000002</c:v>
                </c:pt>
                <c:pt idx="7389">
                  <c:v>638.92110000000002</c:v>
                </c:pt>
                <c:pt idx="7390">
                  <c:v>639.00440000000003</c:v>
                </c:pt>
                <c:pt idx="7391">
                  <c:v>639.08680000000004</c:v>
                </c:pt>
                <c:pt idx="7392">
                  <c:v>639.16920000000005</c:v>
                </c:pt>
                <c:pt idx="7393">
                  <c:v>639.25059999999996</c:v>
                </c:pt>
                <c:pt idx="7394">
                  <c:v>639.33420000000001</c:v>
                </c:pt>
                <c:pt idx="7395">
                  <c:v>639.41639999999995</c:v>
                </c:pt>
                <c:pt idx="7396">
                  <c:v>639.50160000000005</c:v>
                </c:pt>
                <c:pt idx="7397">
                  <c:v>639.58630000000005</c:v>
                </c:pt>
                <c:pt idx="7398">
                  <c:v>639.66800000000001</c:v>
                </c:pt>
                <c:pt idx="7399">
                  <c:v>639.75040000000001</c:v>
                </c:pt>
                <c:pt idx="7400">
                  <c:v>639.83399999999995</c:v>
                </c:pt>
                <c:pt idx="7401">
                  <c:v>639.91700000000003</c:v>
                </c:pt>
                <c:pt idx="7402">
                  <c:v>640</c:v>
                </c:pt>
                <c:pt idx="7403">
                  <c:v>640.08399999999995</c:v>
                </c:pt>
                <c:pt idx="7404">
                  <c:v>640.16679999999997</c:v>
                </c:pt>
                <c:pt idx="7405">
                  <c:v>640.25</c:v>
                </c:pt>
                <c:pt idx="7406">
                  <c:v>640.33360000000005</c:v>
                </c:pt>
                <c:pt idx="7407">
                  <c:v>640.41800000000001</c:v>
                </c:pt>
                <c:pt idx="7408">
                  <c:v>640.50139999999999</c:v>
                </c:pt>
                <c:pt idx="7409">
                  <c:v>640.58540000000005</c:v>
                </c:pt>
                <c:pt idx="7410">
                  <c:v>640.66759999999999</c:v>
                </c:pt>
                <c:pt idx="7411">
                  <c:v>640.75220000000002</c:v>
                </c:pt>
                <c:pt idx="7412">
                  <c:v>640.83579999999995</c:v>
                </c:pt>
                <c:pt idx="7413">
                  <c:v>640.91840000000002</c:v>
                </c:pt>
                <c:pt idx="7414">
                  <c:v>641.00019999999995</c:v>
                </c:pt>
                <c:pt idx="7415">
                  <c:v>641.08320000000003</c:v>
                </c:pt>
                <c:pt idx="7416">
                  <c:v>641.16499999999996</c:v>
                </c:pt>
                <c:pt idx="7417">
                  <c:v>641.25199999999995</c:v>
                </c:pt>
                <c:pt idx="7418">
                  <c:v>641.33540000000005</c:v>
                </c:pt>
                <c:pt idx="7419">
                  <c:v>641.41840000000002</c:v>
                </c:pt>
                <c:pt idx="7420">
                  <c:v>641.50160000000005</c:v>
                </c:pt>
                <c:pt idx="7421">
                  <c:v>641.58439999999996</c:v>
                </c:pt>
                <c:pt idx="7422">
                  <c:v>641.66840000000002</c:v>
                </c:pt>
                <c:pt idx="7423">
                  <c:v>641.7518</c:v>
                </c:pt>
                <c:pt idx="7424">
                  <c:v>641.83399999999995</c:v>
                </c:pt>
                <c:pt idx="7425">
                  <c:v>641.91930000000002</c:v>
                </c:pt>
                <c:pt idx="7426">
                  <c:v>642.00099999999998</c:v>
                </c:pt>
                <c:pt idx="7427">
                  <c:v>642.08500000000004</c:v>
                </c:pt>
                <c:pt idx="7428">
                  <c:v>642.16920000000005</c:v>
                </c:pt>
                <c:pt idx="7429">
                  <c:v>642.25220000000002</c:v>
                </c:pt>
                <c:pt idx="7430">
                  <c:v>642.33870000000002</c:v>
                </c:pt>
                <c:pt idx="7431">
                  <c:v>642.42150000000004</c:v>
                </c:pt>
                <c:pt idx="7432">
                  <c:v>642.505</c:v>
                </c:pt>
                <c:pt idx="7433">
                  <c:v>642.58550000000002</c:v>
                </c:pt>
                <c:pt idx="7434">
                  <c:v>642.67039999999997</c:v>
                </c:pt>
                <c:pt idx="7435">
                  <c:v>642.75369999999998</c:v>
                </c:pt>
                <c:pt idx="7436">
                  <c:v>642.83730000000003</c:v>
                </c:pt>
                <c:pt idx="7437">
                  <c:v>642.92110000000002</c:v>
                </c:pt>
                <c:pt idx="7438">
                  <c:v>643.00490000000002</c:v>
                </c:pt>
                <c:pt idx="7439">
                  <c:v>643.08939999999996</c:v>
                </c:pt>
                <c:pt idx="7440">
                  <c:v>643.17110000000002</c:v>
                </c:pt>
                <c:pt idx="7441">
                  <c:v>643.25480000000005</c:v>
                </c:pt>
                <c:pt idx="7442">
                  <c:v>643.33600000000001</c:v>
                </c:pt>
                <c:pt idx="7443">
                  <c:v>643.42319999999995</c:v>
                </c:pt>
                <c:pt idx="7444">
                  <c:v>643.50429999999994</c:v>
                </c:pt>
                <c:pt idx="7445">
                  <c:v>643.58900000000006</c:v>
                </c:pt>
                <c:pt idx="7446">
                  <c:v>643.67160000000001</c:v>
                </c:pt>
                <c:pt idx="7447">
                  <c:v>643.75350000000003</c:v>
                </c:pt>
                <c:pt idx="7448">
                  <c:v>643.83699999999999</c:v>
                </c:pt>
                <c:pt idx="7449">
                  <c:v>643.9221</c:v>
                </c:pt>
                <c:pt idx="7450">
                  <c:v>644.00440000000003</c:v>
                </c:pt>
                <c:pt idx="7451">
                  <c:v>644.08799999999997</c:v>
                </c:pt>
                <c:pt idx="7452">
                  <c:v>644.1703</c:v>
                </c:pt>
                <c:pt idx="7453">
                  <c:v>644.25559999999996</c:v>
                </c:pt>
                <c:pt idx="7454">
                  <c:v>644.33870000000002</c:v>
                </c:pt>
                <c:pt idx="7455">
                  <c:v>644.42100000000005</c:v>
                </c:pt>
                <c:pt idx="7456">
                  <c:v>644.50409999999999</c:v>
                </c:pt>
                <c:pt idx="7457">
                  <c:v>644.58500000000004</c:v>
                </c:pt>
                <c:pt idx="7458">
                  <c:v>644.67010000000005</c:v>
                </c:pt>
                <c:pt idx="7459">
                  <c:v>644.755</c:v>
                </c:pt>
                <c:pt idx="7460">
                  <c:v>644.83550000000002</c:v>
                </c:pt>
                <c:pt idx="7461">
                  <c:v>644.9194</c:v>
                </c:pt>
                <c:pt idx="7462">
                  <c:v>645.00239999999997</c:v>
                </c:pt>
                <c:pt idx="7463">
                  <c:v>645.08640000000003</c:v>
                </c:pt>
                <c:pt idx="7464">
                  <c:v>645.16639999999995</c:v>
                </c:pt>
                <c:pt idx="7465">
                  <c:v>645.25199999999995</c:v>
                </c:pt>
                <c:pt idx="7466">
                  <c:v>645.33600000000001</c:v>
                </c:pt>
                <c:pt idx="7467">
                  <c:v>645.41800000000001</c:v>
                </c:pt>
                <c:pt idx="7468">
                  <c:v>645.50160000000005</c:v>
                </c:pt>
                <c:pt idx="7469">
                  <c:v>645.58680000000004</c:v>
                </c:pt>
                <c:pt idx="7470">
                  <c:v>645.66740000000004</c:v>
                </c:pt>
                <c:pt idx="7471">
                  <c:v>645.7518</c:v>
                </c:pt>
                <c:pt idx="7472">
                  <c:v>645.83500000000004</c:v>
                </c:pt>
                <c:pt idx="7473">
                  <c:v>645.91880000000003</c:v>
                </c:pt>
                <c:pt idx="7474">
                  <c:v>646.00319999999999</c:v>
                </c:pt>
                <c:pt idx="7475">
                  <c:v>646.08399999999995</c:v>
                </c:pt>
                <c:pt idx="7476">
                  <c:v>646.16489999999999</c:v>
                </c:pt>
                <c:pt idx="7477">
                  <c:v>646.24630000000002</c:v>
                </c:pt>
                <c:pt idx="7478">
                  <c:v>646.33000000000004</c:v>
                </c:pt>
                <c:pt idx="7479">
                  <c:v>646.41160000000002</c:v>
                </c:pt>
                <c:pt idx="7480">
                  <c:v>646.49659999999994</c:v>
                </c:pt>
                <c:pt idx="7481">
                  <c:v>646.58050000000003</c:v>
                </c:pt>
                <c:pt idx="7482">
                  <c:v>646.66499999999996</c:v>
                </c:pt>
                <c:pt idx="7483">
                  <c:v>646.74900000000002</c:v>
                </c:pt>
                <c:pt idx="7484">
                  <c:v>646.83140000000003</c:v>
                </c:pt>
                <c:pt idx="7485">
                  <c:v>646.9135</c:v>
                </c:pt>
                <c:pt idx="7486">
                  <c:v>646.99760000000003</c:v>
                </c:pt>
                <c:pt idx="7487">
                  <c:v>647.08180000000004</c:v>
                </c:pt>
                <c:pt idx="7488">
                  <c:v>647.16359999999997</c:v>
                </c:pt>
                <c:pt idx="7489">
                  <c:v>647.24549999999999</c:v>
                </c:pt>
                <c:pt idx="7490">
                  <c:v>647.33050000000003</c:v>
                </c:pt>
                <c:pt idx="7491">
                  <c:v>647.41330000000005</c:v>
                </c:pt>
                <c:pt idx="7492">
                  <c:v>647.5</c:v>
                </c:pt>
                <c:pt idx="7493">
                  <c:v>647.5797</c:v>
                </c:pt>
                <c:pt idx="7494">
                  <c:v>647.66459999999995</c:v>
                </c:pt>
                <c:pt idx="7495">
                  <c:v>647.74850000000004</c:v>
                </c:pt>
                <c:pt idx="7496">
                  <c:v>647.83000000000004</c:v>
                </c:pt>
                <c:pt idx="7497">
                  <c:v>647.91409999999996</c:v>
                </c:pt>
                <c:pt idx="7498">
                  <c:v>647.99760000000003</c:v>
                </c:pt>
                <c:pt idx="7499">
                  <c:v>648.08119999999997</c:v>
                </c:pt>
                <c:pt idx="7500">
                  <c:v>648.16219999999998</c:v>
                </c:pt>
                <c:pt idx="7501">
                  <c:v>648.24620000000004</c:v>
                </c:pt>
                <c:pt idx="7502">
                  <c:v>648.33069999999998</c:v>
                </c:pt>
                <c:pt idx="7503">
                  <c:v>648.41449999999998</c:v>
                </c:pt>
                <c:pt idx="7504">
                  <c:v>648.49760000000003</c:v>
                </c:pt>
                <c:pt idx="7505">
                  <c:v>648.58079999999995</c:v>
                </c:pt>
                <c:pt idx="7506">
                  <c:v>648.66409999999996</c:v>
                </c:pt>
                <c:pt idx="7507">
                  <c:v>648.74720000000002</c:v>
                </c:pt>
                <c:pt idx="7508">
                  <c:v>648.83240000000001</c:v>
                </c:pt>
                <c:pt idx="7509">
                  <c:v>648.91300000000001</c:v>
                </c:pt>
                <c:pt idx="7510">
                  <c:v>648.9982</c:v>
                </c:pt>
                <c:pt idx="7511">
                  <c:v>649.08119999999997</c:v>
                </c:pt>
                <c:pt idx="7512">
                  <c:v>649.16650000000004</c:v>
                </c:pt>
                <c:pt idx="7513">
                  <c:v>649.24739999999997</c:v>
                </c:pt>
                <c:pt idx="7514">
                  <c:v>649.32979999999998</c:v>
                </c:pt>
                <c:pt idx="7515">
                  <c:v>649.41520000000003</c:v>
                </c:pt>
                <c:pt idx="7516">
                  <c:v>649.49900000000002</c:v>
                </c:pt>
                <c:pt idx="7517">
                  <c:v>649.58320000000003</c:v>
                </c:pt>
                <c:pt idx="7518">
                  <c:v>649.66600000000005</c:v>
                </c:pt>
                <c:pt idx="7519">
                  <c:v>649.75019999999995</c:v>
                </c:pt>
                <c:pt idx="7520">
                  <c:v>649.83420000000001</c:v>
                </c:pt>
                <c:pt idx="7521">
                  <c:v>649.91819999999996</c:v>
                </c:pt>
                <c:pt idx="7522">
                  <c:v>650.00139999999999</c:v>
                </c:pt>
                <c:pt idx="7523">
                  <c:v>650.08349999999996</c:v>
                </c:pt>
                <c:pt idx="7524">
                  <c:v>650.16800000000001</c:v>
                </c:pt>
                <c:pt idx="7525">
                  <c:v>650.25019999999995</c:v>
                </c:pt>
                <c:pt idx="7526">
                  <c:v>650.33370000000002</c:v>
                </c:pt>
                <c:pt idx="7527">
                  <c:v>650.41840000000002</c:v>
                </c:pt>
                <c:pt idx="7528">
                  <c:v>650.50199999999995</c:v>
                </c:pt>
                <c:pt idx="7529">
                  <c:v>650.58540000000005</c:v>
                </c:pt>
                <c:pt idx="7530">
                  <c:v>650.66780000000006</c:v>
                </c:pt>
                <c:pt idx="7531">
                  <c:v>650.75429999999994</c:v>
                </c:pt>
                <c:pt idx="7532">
                  <c:v>650.83540000000005</c:v>
                </c:pt>
                <c:pt idx="7533">
                  <c:v>650.91840000000002</c:v>
                </c:pt>
                <c:pt idx="7534">
                  <c:v>651.00239999999997</c:v>
                </c:pt>
                <c:pt idx="7535">
                  <c:v>651.08519999999999</c:v>
                </c:pt>
                <c:pt idx="7536">
                  <c:v>651.16959999999995</c:v>
                </c:pt>
                <c:pt idx="7537">
                  <c:v>651.25139999999999</c:v>
                </c:pt>
                <c:pt idx="7538">
                  <c:v>651.33540000000005</c:v>
                </c:pt>
                <c:pt idx="7539">
                  <c:v>651.41740000000004</c:v>
                </c:pt>
                <c:pt idx="7540">
                  <c:v>651.49900000000002</c:v>
                </c:pt>
                <c:pt idx="7541">
                  <c:v>651.58320000000003</c:v>
                </c:pt>
                <c:pt idx="7542">
                  <c:v>651.66679999999997</c:v>
                </c:pt>
                <c:pt idx="7543">
                  <c:v>651.74980000000005</c:v>
                </c:pt>
                <c:pt idx="7544">
                  <c:v>651.83429999999998</c:v>
                </c:pt>
                <c:pt idx="7545">
                  <c:v>651.91600000000005</c:v>
                </c:pt>
                <c:pt idx="7546">
                  <c:v>651.99980000000005</c:v>
                </c:pt>
                <c:pt idx="7547">
                  <c:v>652.08259999999996</c:v>
                </c:pt>
                <c:pt idx="7548">
                  <c:v>652.16639999999995</c:v>
                </c:pt>
                <c:pt idx="7549">
                  <c:v>652.24860000000001</c:v>
                </c:pt>
                <c:pt idx="7550">
                  <c:v>652.33150000000001</c:v>
                </c:pt>
                <c:pt idx="7551">
                  <c:v>652.41600000000005</c:v>
                </c:pt>
                <c:pt idx="7552">
                  <c:v>652.49950000000001</c:v>
                </c:pt>
                <c:pt idx="7553">
                  <c:v>652.58349999999996</c:v>
                </c:pt>
                <c:pt idx="7554">
                  <c:v>652.6626</c:v>
                </c:pt>
                <c:pt idx="7555">
                  <c:v>652.74739999999997</c:v>
                </c:pt>
                <c:pt idx="7556">
                  <c:v>652.83159999999998</c:v>
                </c:pt>
                <c:pt idx="7557">
                  <c:v>652.91510000000005</c:v>
                </c:pt>
                <c:pt idx="7558">
                  <c:v>652.9982</c:v>
                </c:pt>
                <c:pt idx="7559">
                  <c:v>653.08180000000004</c:v>
                </c:pt>
                <c:pt idx="7560">
                  <c:v>653.16520000000003</c:v>
                </c:pt>
                <c:pt idx="7561">
                  <c:v>653.25099999999998</c:v>
                </c:pt>
                <c:pt idx="7562">
                  <c:v>653.33259999999996</c:v>
                </c:pt>
                <c:pt idx="7563">
                  <c:v>653.41409999999996</c:v>
                </c:pt>
                <c:pt idx="7564">
                  <c:v>653.49649999999997</c:v>
                </c:pt>
                <c:pt idx="7565">
                  <c:v>653.58010000000002</c:v>
                </c:pt>
                <c:pt idx="7566">
                  <c:v>653.66369999999995</c:v>
                </c:pt>
                <c:pt idx="7567">
                  <c:v>653.74800000000005</c:v>
                </c:pt>
                <c:pt idx="7568">
                  <c:v>653.83140000000003</c:v>
                </c:pt>
                <c:pt idx="7569">
                  <c:v>653.91359999999997</c:v>
                </c:pt>
                <c:pt idx="7570">
                  <c:v>653.99699999999996</c:v>
                </c:pt>
                <c:pt idx="7571">
                  <c:v>654.08050000000003</c:v>
                </c:pt>
                <c:pt idx="7572">
                  <c:v>654.16340000000002</c:v>
                </c:pt>
                <c:pt idx="7573">
                  <c:v>654.24559999999997</c:v>
                </c:pt>
                <c:pt idx="7574">
                  <c:v>654.32960000000003</c:v>
                </c:pt>
                <c:pt idx="7575">
                  <c:v>654.41319999999996</c:v>
                </c:pt>
                <c:pt idx="7576">
                  <c:v>654.49699999999996</c:v>
                </c:pt>
                <c:pt idx="7577">
                  <c:v>654.57899999999995</c:v>
                </c:pt>
                <c:pt idx="7578">
                  <c:v>654.66240000000005</c:v>
                </c:pt>
                <c:pt idx="7579">
                  <c:v>654.74680000000001</c:v>
                </c:pt>
                <c:pt idx="7580">
                  <c:v>654.82910000000004</c:v>
                </c:pt>
                <c:pt idx="7581">
                  <c:v>654.91380000000004</c:v>
                </c:pt>
                <c:pt idx="7582">
                  <c:v>654.99649999999997</c:v>
                </c:pt>
                <c:pt idx="7583">
                  <c:v>655.08119999999997</c:v>
                </c:pt>
                <c:pt idx="7584">
                  <c:v>655.16240000000005</c:v>
                </c:pt>
                <c:pt idx="7585">
                  <c:v>655.24739999999997</c:v>
                </c:pt>
                <c:pt idx="7586">
                  <c:v>655.32950000000005</c:v>
                </c:pt>
                <c:pt idx="7587">
                  <c:v>655.41409999999996</c:v>
                </c:pt>
                <c:pt idx="7588">
                  <c:v>655.49599999999998</c:v>
                </c:pt>
                <c:pt idx="7589">
                  <c:v>655.57899999999995</c:v>
                </c:pt>
                <c:pt idx="7590">
                  <c:v>655.66049999999996</c:v>
                </c:pt>
                <c:pt idx="7591">
                  <c:v>655.74620000000004</c:v>
                </c:pt>
                <c:pt idx="7592">
                  <c:v>655.827</c:v>
                </c:pt>
                <c:pt idx="7593">
                  <c:v>655.91279999999995</c:v>
                </c:pt>
                <c:pt idx="7594">
                  <c:v>655.99599999999998</c:v>
                </c:pt>
                <c:pt idx="7595">
                  <c:v>656.07719999999995</c:v>
                </c:pt>
                <c:pt idx="7596">
                  <c:v>656.16030000000001</c:v>
                </c:pt>
                <c:pt idx="7597">
                  <c:v>656.24419999999998</c:v>
                </c:pt>
                <c:pt idx="7598">
                  <c:v>656.32719999999995</c:v>
                </c:pt>
                <c:pt idx="7599">
                  <c:v>656.40880000000004</c:v>
                </c:pt>
                <c:pt idx="7600">
                  <c:v>656.49159999999995</c:v>
                </c:pt>
                <c:pt idx="7601">
                  <c:v>656.57560000000001</c:v>
                </c:pt>
                <c:pt idx="7602">
                  <c:v>656.65949999999998</c:v>
                </c:pt>
                <c:pt idx="7603">
                  <c:v>656.74080000000004</c:v>
                </c:pt>
                <c:pt idx="7604">
                  <c:v>656.82600000000002</c:v>
                </c:pt>
                <c:pt idx="7605">
                  <c:v>656.90710000000001</c:v>
                </c:pt>
                <c:pt idx="7606">
                  <c:v>656.99180000000001</c:v>
                </c:pt>
                <c:pt idx="7607">
                  <c:v>657.07489999999996</c:v>
                </c:pt>
                <c:pt idx="7608">
                  <c:v>657.15809999999999</c:v>
                </c:pt>
                <c:pt idx="7609">
                  <c:v>657.24109999999996</c:v>
                </c:pt>
                <c:pt idx="7610">
                  <c:v>657.32719999999995</c:v>
                </c:pt>
                <c:pt idx="7611">
                  <c:v>657.40869999999995</c:v>
                </c:pt>
                <c:pt idx="7612">
                  <c:v>657.49339999999995</c:v>
                </c:pt>
                <c:pt idx="7613">
                  <c:v>657.57650000000001</c:v>
                </c:pt>
                <c:pt idx="7614">
                  <c:v>657.65840000000003</c:v>
                </c:pt>
                <c:pt idx="7615">
                  <c:v>657.74189999999999</c:v>
                </c:pt>
                <c:pt idx="7616">
                  <c:v>657.82640000000004</c:v>
                </c:pt>
                <c:pt idx="7617">
                  <c:v>657.90940000000001</c:v>
                </c:pt>
                <c:pt idx="7618">
                  <c:v>657.99459999999999</c:v>
                </c:pt>
                <c:pt idx="7619">
                  <c:v>658.07640000000004</c:v>
                </c:pt>
                <c:pt idx="7620">
                  <c:v>658.16210000000001</c:v>
                </c:pt>
                <c:pt idx="7621">
                  <c:v>658.24570000000006</c:v>
                </c:pt>
                <c:pt idx="7622">
                  <c:v>658.32870000000003</c:v>
                </c:pt>
                <c:pt idx="7623">
                  <c:v>658.41</c:v>
                </c:pt>
                <c:pt idx="7624">
                  <c:v>658.495</c:v>
                </c:pt>
                <c:pt idx="7625">
                  <c:v>658.57899999999995</c:v>
                </c:pt>
                <c:pt idx="7626">
                  <c:v>658.6626</c:v>
                </c:pt>
                <c:pt idx="7627">
                  <c:v>658.74390000000005</c:v>
                </c:pt>
                <c:pt idx="7628">
                  <c:v>658.82680000000005</c:v>
                </c:pt>
                <c:pt idx="7629">
                  <c:v>658.91120000000001</c:v>
                </c:pt>
                <c:pt idx="7630">
                  <c:v>658.99530000000004</c:v>
                </c:pt>
                <c:pt idx="7631">
                  <c:v>659.08029999999997</c:v>
                </c:pt>
                <c:pt idx="7632">
                  <c:v>659.1626</c:v>
                </c:pt>
                <c:pt idx="7633">
                  <c:v>659.24680000000001</c:v>
                </c:pt>
                <c:pt idx="7634">
                  <c:v>659.32899999999995</c:v>
                </c:pt>
                <c:pt idx="7635">
                  <c:v>659.41210000000001</c:v>
                </c:pt>
                <c:pt idx="7636">
                  <c:v>659.49839999999995</c:v>
                </c:pt>
                <c:pt idx="7637">
                  <c:v>659.5806</c:v>
                </c:pt>
                <c:pt idx="7638">
                  <c:v>659.66380000000004</c:v>
                </c:pt>
                <c:pt idx="7639">
                  <c:v>659.74540000000002</c:v>
                </c:pt>
                <c:pt idx="7640">
                  <c:v>659.82690000000002</c:v>
                </c:pt>
                <c:pt idx="7641">
                  <c:v>659.91139999999996</c:v>
                </c:pt>
                <c:pt idx="7642">
                  <c:v>659.99599999999998</c:v>
                </c:pt>
                <c:pt idx="7643">
                  <c:v>660.07889999999998</c:v>
                </c:pt>
                <c:pt idx="7644">
                  <c:v>660.16240000000005</c:v>
                </c:pt>
                <c:pt idx="7645">
                  <c:v>660.24639999999999</c:v>
                </c:pt>
                <c:pt idx="7646">
                  <c:v>660.3306</c:v>
                </c:pt>
                <c:pt idx="7647">
                  <c:v>660.41359999999997</c:v>
                </c:pt>
                <c:pt idx="7648">
                  <c:v>660.49749999999995</c:v>
                </c:pt>
                <c:pt idx="7649">
                  <c:v>660.58</c:v>
                </c:pt>
                <c:pt idx="7650">
                  <c:v>660.66219999999998</c:v>
                </c:pt>
                <c:pt idx="7651">
                  <c:v>660.74590000000001</c:v>
                </c:pt>
                <c:pt idx="7652">
                  <c:v>660.82860000000005</c:v>
                </c:pt>
                <c:pt idx="7653">
                  <c:v>660.91189999999995</c:v>
                </c:pt>
                <c:pt idx="7654">
                  <c:v>660.99419999999998</c:v>
                </c:pt>
                <c:pt idx="7655">
                  <c:v>661.07860000000005</c:v>
                </c:pt>
                <c:pt idx="7656">
                  <c:v>661.16099999999994</c:v>
                </c:pt>
                <c:pt idx="7657">
                  <c:v>661.24390000000005</c:v>
                </c:pt>
                <c:pt idx="7658">
                  <c:v>661.32780000000002</c:v>
                </c:pt>
                <c:pt idx="7659">
                  <c:v>661.41030000000001</c:v>
                </c:pt>
                <c:pt idx="7660">
                  <c:v>661.49379999999996</c:v>
                </c:pt>
                <c:pt idx="7661">
                  <c:v>661.57899999999995</c:v>
                </c:pt>
                <c:pt idx="7662">
                  <c:v>661.66</c:v>
                </c:pt>
                <c:pt idx="7663">
                  <c:v>661.74440000000004</c:v>
                </c:pt>
                <c:pt idx="7664">
                  <c:v>661.82680000000005</c:v>
                </c:pt>
                <c:pt idx="7665">
                  <c:v>661.91039999999998</c:v>
                </c:pt>
                <c:pt idx="7666">
                  <c:v>661.99469999999997</c:v>
                </c:pt>
                <c:pt idx="7667">
                  <c:v>662.07690000000002</c:v>
                </c:pt>
                <c:pt idx="7668">
                  <c:v>662.16129999999998</c:v>
                </c:pt>
                <c:pt idx="7669">
                  <c:v>662.245</c:v>
                </c:pt>
                <c:pt idx="7670">
                  <c:v>662.32619999999997</c:v>
                </c:pt>
                <c:pt idx="7671">
                  <c:v>662.41</c:v>
                </c:pt>
                <c:pt idx="7672">
                  <c:v>662.495</c:v>
                </c:pt>
                <c:pt idx="7673">
                  <c:v>662.57719999999995</c:v>
                </c:pt>
                <c:pt idx="7674">
                  <c:v>662.66039999999998</c:v>
                </c:pt>
                <c:pt idx="7675">
                  <c:v>662.74260000000004</c:v>
                </c:pt>
                <c:pt idx="7676">
                  <c:v>662.82500000000005</c:v>
                </c:pt>
                <c:pt idx="7677">
                  <c:v>662.91089999999997</c:v>
                </c:pt>
                <c:pt idx="7678">
                  <c:v>662.99450000000002</c:v>
                </c:pt>
                <c:pt idx="7679">
                  <c:v>663.07749999999999</c:v>
                </c:pt>
                <c:pt idx="7680">
                  <c:v>663.16089999999997</c:v>
                </c:pt>
                <c:pt idx="7681">
                  <c:v>663.24400000000003</c:v>
                </c:pt>
                <c:pt idx="7682">
                  <c:v>663.32569999999998</c:v>
                </c:pt>
                <c:pt idx="7683">
                  <c:v>663.41139999999996</c:v>
                </c:pt>
                <c:pt idx="7684">
                  <c:v>663.49400000000003</c:v>
                </c:pt>
                <c:pt idx="7685">
                  <c:v>663.57500000000005</c:v>
                </c:pt>
                <c:pt idx="7686">
                  <c:v>663.66020000000003</c:v>
                </c:pt>
                <c:pt idx="7687">
                  <c:v>663.74379999999996</c:v>
                </c:pt>
                <c:pt idx="7688">
                  <c:v>663.82590000000005</c:v>
                </c:pt>
                <c:pt idx="7689">
                  <c:v>663.91089999999997</c:v>
                </c:pt>
                <c:pt idx="7690">
                  <c:v>663.9932</c:v>
                </c:pt>
                <c:pt idx="7691">
                  <c:v>664.07550000000003</c:v>
                </c:pt>
                <c:pt idx="7692">
                  <c:v>664.16129999999998</c:v>
                </c:pt>
                <c:pt idx="7693">
                  <c:v>664.24260000000004</c:v>
                </c:pt>
                <c:pt idx="7694">
                  <c:v>664.32619999999997</c:v>
                </c:pt>
                <c:pt idx="7695">
                  <c:v>664.40989999999999</c:v>
                </c:pt>
                <c:pt idx="7696">
                  <c:v>664.49180000000001</c:v>
                </c:pt>
                <c:pt idx="7697">
                  <c:v>664.57500000000005</c:v>
                </c:pt>
                <c:pt idx="7698">
                  <c:v>664.65840000000003</c:v>
                </c:pt>
                <c:pt idx="7699">
                  <c:v>664.74260000000004</c:v>
                </c:pt>
                <c:pt idx="7700">
                  <c:v>664.82429999999999</c:v>
                </c:pt>
                <c:pt idx="7701">
                  <c:v>664.90840000000003</c:v>
                </c:pt>
                <c:pt idx="7702">
                  <c:v>664.99289999999996</c:v>
                </c:pt>
                <c:pt idx="7703">
                  <c:v>665.07439999999997</c:v>
                </c:pt>
                <c:pt idx="7704">
                  <c:v>665.1558</c:v>
                </c:pt>
                <c:pt idx="7705">
                  <c:v>665.24080000000004</c:v>
                </c:pt>
                <c:pt idx="7706">
                  <c:v>665.32439999999997</c:v>
                </c:pt>
                <c:pt idx="7707">
                  <c:v>665.40740000000005</c:v>
                </c:pt>
                <c:pt idx="7708">
                  <c:v>665.49</c:v>
                </c:pt>
                <c:pt idx="7709">
                  <c:v>665.57489999999996</c:v>
                </c:pt>
                <c:pt idx="7710">
                  <c:v>665.65719999999999</c:v>
                </c:pt>
                <c:pt idx="7711">
                  <c:v>665.74210000000005</c:v>
                </c:pt>
                <c:pt idx="7712">
                  <c:v>665.82380000000001</c:v>
                </c:pt>
                <c:pt idx="7713">
                  <c:v>665.90650000000005</c:v>
                </c:pt>
                <c:pt idx="7714">
                  <c:v>665.98900000000003</c:v>
                </c:pt>
                <c:pt idx="7715">
                  <c:v>666.07349999999997</c:v>
                </c:pt>
                <c:pt idx="7716">
                  <c:v>666.15520000000004</c:v>
                </c:pt>
                <c:pt idx="7717">
                  <c:v>666.23990000000003</c:v>
                </c:pt>
                <c:pt idx="7718">
                  <c:v>666.32470000000001</c:v>
                </c:pt>
                <c:pt idx="7719">
                  <c:v>666.40740000000005</c:v>
                </c:pt>
                <c:pt idx="7720">
                  <c:v>666.48979999999995</c:v>
                </c:pt>
                <c:pt idx="7721">
                  <c:v>666.57420000000002</c:v>
                </c:pt>
                <c:pt idx="7722">
                  <c:v>666.65629999999999</c:v>
                </c:pt>
                <c:pt idx="7723">
                  <c:v>666.74099999999999</c:v>
                </c:pt>
                <c:pt idx="7724">
                  <c:v>666.82180000000005</c:v>
                </c:pt>
                <c:pt idx="7725">
                  <c:v>666.90779999999995</c:v>
                </c:pt>
                <c:pt idx="7726">
                  <c:v>666.98940000000005</c:v>
                </c:pt>
                <c:pt idx="7727">
                  <c:v>667.07510000000002</c:v>
                </c:pt>
                <c:pt idx="7728">
                  <c:v>667.15719999999999</c:v>
                </c:pt>
                <c:pt idx="7729">
                  <c:v>667.24289999999996</c:v>
                </c:pt>
                <c:pt idx="7730">
                  <c:v>667.32399999999996</c:v>
                </c:pt>
                <c:pt idx="7731">
                  <c:v>667.40719999999999</c:v>
                </c:pt>
                <c:pt idx="7732">
                  <c:v>667.49120000000005</c:v>
                </c:pt>
                <c:pt idx="7733">
                  <c:v>667.57560000000001</c:v>
                </c:pt>
                <c:pt idx="7734">
                  <c:v>667.65890000000002</c:v>
                </c:pt>
                <c:pt idx="7735">
                  <c:v>667.74199999999996</c:v>
                </c:pt>
                <c:pt idx="7736">
                  <c:v>667.82550000000003</c:v>
                </c:pt>
                <c:pt idx="7737">
                  <c:v>667.91099999999994</c:v>
                </c:pt>
                <c:pt idx="7738">
                  <c:v>667.99369999999999</c:v>
                </c:pt>
                <c:pt idx="7739">
                  <c:v>668.07640000000004</c:v>
                </c:pt>
                <c:pt idx="7740">
                  <c:v>668.16110000000003</c:v>
                </c:pt>
                <c:pt idx="7741">
                  <c:v>668.24419999999998</c:v>
                </c:pt>
                <c:pt idx="7742">
                  <c:v>668.32860000000005</c:v>
                </c:pt>
                <c:pt idx="7743">
                  <c:v>668.41</c:v>
                </c:pt>
                <c:pt idx="7744">
                  <c:v>668.49360000000001</c:v>
                </c:pt>
                <c:pt idx="7745">
                  <c:v>668.57749999999999</c:v>
                </c:pt>
                <c:pt idx="7746">
                  <c:v>668.66309999999999</c:v>
                </c:pt>
                <c:pt idx="7747">
                  <c:v>668.74459999999999</c:v>
                </c:pt>
                <c:pt idx="7748">
                  <c:v>668.8288</c:v>
                </c:pt>
                <c:pt idx="7749">
                  <c:v>668.91200000000003</c:v>
                </c:pt>
                <c:pt idx="7750">
                  <c:v>668.99699999999996</c:v>
                </c:pt>
                <c:pt idx="7751">
                  <c:v>669.0788</c:v>
                </c:pt>
                <c:pt idx="7752">
                  <c:v>669.16430000000003</c:v>
                </c:pt>
                <c:pt idx="7753">
                  <c:v>669.24659999999994</c:v>
                </c:pt>
                <c:pt idx="7754">
                  <c:v>669.32979999999998</c:v>
                </c:pt>
                <c:pt idx="7755">
                  <c:v>669.41369999999995</c:v>
                </c:pt>
                <c:pt idx="7756">
                  <c:v>669.49680000000001</c:v>
                </c:pt>
                <c:pt idx="7757">
                  <c:v>669.57960000000003</c:v>
                </c:pt>
                <c:pt idx="7758">
                  <c:v>669.66279999999995</c:v>
                </c:pt>
                <c:pt idx="7759">
                  <c:v>669.745</c:v>
                </c:pt>
                <c:pt idx="7760">
                  <c:v>669.82899999999995</c:v>
                </c:pt>
                <c:pt idx="7761">
                  <c:v>669.91219999999998</c:v>
                </c:pt>
                <c:pt idx="7762">
                  <c:v>669.99559999999997</c:v>
                </c:pt>
                <c:pt idx="7763">
                  <c:v>670.07870000000003</c:v>
                </c:pt>
                <c:pt idx="7764">
                  <c:v>670.16189999999995</c:v>
                </c:pt>
                <c:pt idx="7765">
                  <c:v>670.245</c:v>
                </c:pt>
                <c:pt idx="7766">
                  <c:v>670.3306</c:v>
                </c:pt>
                <c:pt idx="7767">
                  <c:v>670.41219999999998</c:v>
                </c:pt>
                <c:pt idx="7768">
                  <c:v>670.49490000000003</c:v>
                </c:pt>
                <c:pt idx="7769">
                  <c:v>670.5806</c:v>
                </c:pt>
                <c:pt idx="7770">
                  <c:v>670.66219999999998</c:v>
                </c:pt>
                <c:pt idx="7771">
                  <c:v>670.74760000000003</c:v>
                </c:pt>
                <c:pt idx="7772">
                  <c:v>670.82929999999999</c:v>
                </c:pt>
                <c:pt idx="7773">
                  <c:v>670.91179999999997</c:v>
                </c:pt>
                <c:pt idx="7774">
                  <c:v>670.99739999999997</c:v>
                </c:pt>
                <c:pt idx="7775">
                  <c:v>671.07780000000002</c:v>
                </c:pt>
                <c:pt idx="7776">
                  <c:v>671.16219999999998</c:v>
                </c:pt>
                <c:pt idx="7777">
                  <c:v>671.2441</c:v>
                </c:pt>
                <c:pt idx="7778">
                  <c:v>671.32799999999997</c:v>
                </c:pt>
                <c:pt idx="7779">
                  <c:v>671.41020000000003</c:v>
                </c:pt>
                <c:pt idx="7780">
                  <c:v>671.49279999999999</c:v>
                </c:pt>
                <c:pt idx="7781">
                  <c:v>671.57820000000004</c:v>
                </c:pt>
                <c:pt idx="7782">
                  <c:v>671.66030000000001</c:v>
                </c:pt>
                <c:pt idx="7783">
                  <c:v>671.74559999999997</c:v>
                </c:pt>
                <c:pt idx="7784">
                  <c:v>671.82749999999999</c:v>
                </c:pt>
                <c:pt idx="7785">
                  <c:v>671.9085</c:v>
                </c:pt>
                <c:pt idx="7786">
                  <c:v>671.99369999999999</c:v>
                </c:pt>
                <c:pt idx="7787">
                  <c:v>672.07640000000004</c:v>
                </c:pt>
                <c:pt idx="7788">
                  <c:v>672.15809999999999</c:v>
                </c:pt>
                <c:pt idx="7789">
                  <c:v>672.24019999999996</c:v>
                </c:pt>
                <c:pt idx="7790">
                  <c:v>672.32460000000003</c:v>
                </c:pt>
                <c:pt idx="7791">
                  <c:v>672.40800000000002</c:v>
                </c:pt>
                <c:pt idx="7792">
                  <c:v>672.49019999999996</c:v>
                </c:pt>
                <c:pt idx="7793">
                  <c:v>672.57510000000002</c:v>
                </c:pt>
                <c:pt idx="7794">
                  <c:v>672.66</c:v>
                </c:pt>
                <c:pt idx="7795">
                  <c:v>672.74220000000003</c:v>
                </c:pt>
                <c:pt idx="7796">
                  <c:v>672.82640000000004</c:v>
                </c:pt>
                <c:pt idx="7797">
                  <c:v>672.91089999999997</c:v>
                </c:pt>
                <c:pt idx="7798">
                  <c:v>672.99310000000003</c:v>
                </c:pt>
                <c:pt idx="7799">
                  <c:v>673.07680000000005</c:v>
                </c:pt>
                <c:pt idx="7800">
                  <c:v>673.16179999999997</c:v>
                </c:pt>
                <c:pt idx="7801">
                  <c:v>673.24249999999995</c:v>
                </c:pt>
                <c:pt idx="7802">
                  <c:v>673.3288</c:v>
                </c:pt>
                <c:pt idx="7803">
                  <c:v>673.40949999999998</c:v>
                </c:pt>
                <c:pt idx="7804">
                  <c:v>673.49390000000005</c:v>
                </c:pt>
                <c:pt idx="7805">
                  <c:v>673.57529999999997</c:v>
                </c:pt>
                <c:pt idx="7806">
                  <c:v>673.65890000000002</c:v>
                </c:pt>
                <c:pt idx="7807">
                  <c:v>673.74099999999999</c:v>
                </c:pt>
                <c:pt idx="7808">
                  <c:v>673.82410000000004</c:v>
                </c:pt>
                <c:pt idx="7809">
                  <c:v>673.90750000000003</c:v>
                </c:pt>
                <c:pt idx="7810">
                  <c:v>673.99180000000001</c:v>
                </c:pt>
                <c:pt idx="7811">
                  <c:v>674.07600000000002</c:v>
                </c:pt>
                <c:pt idx="7812">
                  <c:v>674.15909999999997</c:v>
                </c:pt>
                <c:pt idx="7813">
                  <c:v>674.24120000000005</c:v>
                </c:pt>
                <c:pt idx="7814">
                  <c:v>674.32500000000005</c:v>
                </c:pt>
                <c:pt idx="7815">
                  <c:v>674.41010000000006</c:v>
                </c:pt>
                <c:pt idx="7816">
                  <c:v>674.49180000000001</c:v>
                </c:pt>
                <c:pt idx="7817">
                  <c:v>674.57320000000004</c:v>
                </c:pt>
                <c:pt idx="7818">
                  <c:v>674.65800000000002</c:v>
                </c:pt>
                <c:pt idx="7819">
                  <c:v>674.74279999999999</c:v>
                </c:pt>
                <c:pt idx="7820">
                  <c:v>674.82550000000003</c:v>
                </c:pt>
                <c:pt idx="7821">
                  <c:v>674.90819999999997</c:v>
                </c:pt>
                <c:pt idx="7822">
                  <c:v>674.99260000000004</c:v>
                </c:pt>
                <c:pt idx="7823">
                  <c:v>675.07560000000001</c:v>
                </c:pt>
                <c:pt idx="7824">
                  <c:v>675.1576</c:v>
                </c:pt>
                <c:pt idx="7825">
                  <c:v>675.24180000000001</c:v>
                </c:pt>
                <c:pt idx="7826">
                  <c:v>675.32529999999997</c:v>
                </c:pt>
                <c:pt idx="7827">
                  <c:v>675.40980000000002</c:v>
                </c:pt>
                <c:pt idx="7828">
                  <c:v>675.49180000000001</c:v>
                </c:pt>
                <c:pt idx="7829">
                  <c:v>675.57510000000002</c:v>
                </c:pt>
                <c:pt idx="7830">
                  <c:v>675.65890000000002</c:v>
                </c:pt>
                <c:pt idx="7831">
                  <c:v>675.74289999999996</c:v>
                </c:pt>
                <c:pt idx="7832">
                  <c:v>675.82500000000005</c:v>
                </c:pt>
                <c:pt idx="7833">
                  <c:v>675.90819999999997</c:v>
                </c:pt>
                <c:pt idx="7834">
                  <c:v>675.99220000000003</c:v>
                </c:pt>
                <c:pt idx="7835">
                  <c:v>676.07619999999997</c:v>
                </c:pt>
                <c:pt idx="7836">
                  <c:v>676.15750000000003</c:v>
                </c:pt>
                <c:pt idx="7837">
                  <c:v>676.24310000000003</c:v>
                </c:pt>
                <c:pt idx="7838">
                  <c:v>676.32579999999996</c:v>
                </c:pt>
                <c:pt idx="7839">
                  <c:v>676.4085</c:v>
                </c:pt>
                <c:pt idx="7840">
                  <c:v>676.49159999999995</c:v>
                </c:pt>
                <c:pt idx="7841">
                  <c:v>676.57529999999997</c:v>
                </c:pt>
                <c:pt idx="7842">
                  <c:v>676.65800000000002</c:v>
                </c:pt>
                <c:pt idx="7843">
                  <c:v>676.74149999999997</c:v>
                </c:pt>
                <c:pt idx="7844">
                  <c:v>676.82380000000001</c:v>
                </c:pt>
                <c:pt idx="7845">
                  <c:v>676.90779999999995</c:v>
                </c:pt>
                <c:pt idx="7846">
                  <c:v>676.99099999999999</c:v>
                </c:pt>
                <c:pt idx="7847">
                  <c:v>677.077</c:v>
                </c:pt>
                <c:pt idx="7848">
                  <c:v>677.15920000000006</c:v>
                </c:pt>
                <c:pt idx="7849">
                  <c:v>677.24400000000003</c:v>
                </c:pt>
                <c:pt idx="7850">
                  <c:v>677.32569999999998</c:v>
                </c:pt>
                <c:pt idx="7851">
                  <c:v>677.41</c:v>
                </c:pt>
                <c:pt idx="7852">
                  <c:v>677.49390000000005</c:v>
                </c:pt>
                <c:pt idx="7853">
                  <c:v>677.57439999999997</c:v>
                </c:pt>
                <c:pt idx="7854">
                  <c:v>677.66089999999997</c:v>
                </c:pt>
                <c:pt idx="7855">
                  <c:v>677.74400000000003</c:v>
                </c:pt>
                <c:pt idx="7856">
                  <c:v>677.82619999999997</c:v>
                </c:pt>
                <c:pt idx="7857">
                  <c:v>677.91210000000001</c:v>
                </c:pt>
                <c:pt idx="7858">
                  <c:v>677.99509999999998</c:v>
                </c:pt>
                <c:pt idx="7859">
                  <c:v>678.07719999999995</c:v>
                </c:pt>
                <c:pt idx="7860">
                  <c:v>678.16160000000002</c:v>
                </c:pt>
                <c:pt idx="7861">
                  <c:v>678.24620000000004</c:v>
                </c:pt>
                <c:pt idx="7862">
                  <c:v>678.32759999999996</c:v>
                </c:pt>
                <c:pt idx="7863">
                  <c:v>678.4126</c:v>
                </c:pt>
                <c:pt idx="7864">
                  <c:v>678.4941</c:v>
                </c:pt>
                <c:pt idx="7865">
                  <c:v>678.57889999999998</c:v>
                </c:pt>
                <c:pt idx="7866">
                  <c:v>678.66240000000005</c:v>
                </c:pt>
                <c:pt idx="7867">
                  <c:v>678.74519999999995</c:v>
                </c:pt>
                <c:pt idx="7868">
                  <c:v>678.82960000000003</c:v>
                </c:pt>
                <c:pt idx="7869">
                  <c:v>678.91160000000002</c:v>
                </c:pt>
                <c:pt idx="7870">
                  <c:v>678.99559999999997</c:v>
                </c:pt>
                <c:pt idx="7871">
                  <c:v>679.07820000000004</c:v>
                </c:pt>
                <c:pt idx="7872">
                  <c:v>679.16110000000003</c:v>
                </c:pt>
                <c:pt idx="7873">
                  <c:v>679.24490000000003</c:v>
                </c:pt>
                <c:pt idx="7874">
                  <c:v>679.32839999999999</c:v>
                </c:pt>
                <c:pt idx="7875">
                  <c:v>679.41240000000005</c:v>
                </c:pt>
                <c:pt idx="7876">
                  <c:v>679.49220000000003</c:v>
                </c:pt>
                <c:pt idx="7877">
                  <c:v>679.57860000000005</c:v>
                </c:pt>
                <c:pt idx="7878">
                  <c:v>679.66060000000004</c:v>
                </c:pt>
                <c:pt idx="7879">
                  <c:v>679.74419999999998</c:v>
                </c:pt>
                <c:pt idx="7880">
                  <c:v>679.82899999999995</c:v>
                </c:pt>
                <c:pt idx="7881">
                  <c:v>679.91240000000005</c:v>
                </c:pt>
                <c:pt idx="7882">
                  <c:v>679.99609999999996</c:v>
                </c:pt>
                <c:pt idx="7883">
                  <c:v>680.07839999999999</c:v>
                </c:pt>
                <c:pt idx="7884">
                  <c:v>680.16</c:v>
                </c:pt>
                <c:pt idx="7885">
                  <c:v>680.24339999999995</c:v>
                </c:pt>
                <c:pt idx="7886">
                  <c:v>680.32740000000001</c:v>
                </c:pt>
                <c:pt idx="7887">
                  <c:v>680.41089999999997</c:v>
                </c:pt>
                <c:pt idx="7888">
                  <c:v>680.49180000000001</c:v>
                </c:pt>
                <c:pt idx="7889">
                  <c:v>680.57510000000002</c:v>
                </c:pt>
                <c:pt idx="7890">
                  <c:v>680.66070000000002</c:v>
                </c:pt>
                <c:pt idx="7891">
                  <c:v>680.74279999999999</c:v>
                </c:pt>
                <c:pt idx="7892">
                  <c:v>680.82740000000001</c:v>
                </c:pt>
                <c:pt idx="7893">
                  <c:v>680.91300000000001</c:v>
                </c:pt>
                <c:pt idx="7894">
                  <c:v>680.99469999999997</c:v>
                </c:pt>
                <c:pt idx="7895">
                  <c:v>681.07820000000004</c:v>
                </c:pt>
                <c:pt idx="7896">
                  <c:v>681.16219999999998</c:v>
                </c:pt>
                <c:pt idx="7897">
                  <c:v>681.24630000000002</c:v>
                </c:pt>
                <c:pt idx="7898">
                  <c:v>681.327</c:v>
                </c:pt>
                <c:pt idx="7899">
                  <c:v>681.41210000000001</c:v>
                </c:pt>
                <c:pt idx="7900">
                  <c:v>681.49659999999994</c:v>
                </c:pt>
                <c:pt idx="7901">
                  <c:v>681.57820000000004</c:v>
                </c:pt>
                <c:pt idx="7902">
                  <c:v>681.6626</c:v>
                </c:pt>
                <c:pt idx="7903">
                  <c:v>681.74739999999997</c:v>
                </c:pt>
                <c:pt idx="7904">
                  <c:v>681.82960000000003</c:v>
                </c:pt>
                <c:pt idx="7905">
                  <c:v>681.91110000000003</c:v>
                </c:pt>
                <c:pt idx="7906">
                  <c:v>681.99599999999998</c:v>
                </c:pt>
                <c:pt idx="7907">
                  <c:v>682.07809999999995</c:v>
                </c:pt>
                <c:pt idx="7908">
                  <c:v>682.16219999999998</c:v>
                </c:pt>
                <c:pt idx="7909">
                  <c:v>682.24509999999998</c:v>
                </c:pt>
                <c:pt idx="7910">
                  <c:v>682.32780000000002</c:v>
                </c:pt>
                <c:pt idx="7911">
                  <c:v>682.41160000000002</c:v>
                </c:pt>
                <c:pt idx="7912">
                  <c:v>682.49559999999997</c:v>
                </c:pt>
                <c:pt idx="7913">
                  <c:v>682.57799999999997</c:v>
                </c:pt>
                <c:pt idx="7914">
                  <c:v>682.66129999999998</c:v>
                </c:pt>
                <c:pt idx="7915">
                  <c:v>682.74260000000004</c:v>
                </c:pt>
                <c:pt idx="7916">
                  <c:v>682.82920000000001</c:v>
                </c:pt>
                <c:pt idx="7917">
                  <c:v>682.91139999999996</c:v>
                </c:pt>
                <c:pt idx="7918">
                  <c:v>682.99400000000003</c:v>
                </c:pt>
                <c:pt idx="7919">
                  <c:v>683.07719999999995</c:v>
                </c:pt>
                <c:pt idx="7920">
                  <c:v>683.15970000000004</c:v>
                </c:pt>
                <c:pt idx="7921">
                  <c:v>683.24540000000002</c:v>
                </c:pt>
                <c:pt idx="7922">
                  <c:v>683.32989999999995</c:v>
                </c:pt>
                <c:pt idx="7923">
                  <c:v>683.41359999999997</c:v>
                </c:pt>
                <c:pt idx="7924">
                  <c:v>683.49519999999995</c:v>
                </c:pt>
                <c:pt idx="7925">
                  <c:v>683.57659999999998</c:v>
                </c:pt>
                <c:pt idx="7926">
                  <c:v>683.66039999999998</c:v>
                </c:pt>
                <c:pt idx="7927">
                  <c:v>683.74159999999995</c:v>
                </c:pt>
                <c:pt idx="7928">
                  <c:v>683.82709999999997</c:v>
                </c:pt>
                <c:pt idx="7929">
                  <c:v>683.90940000000001</c:v>
                </c:pt>
                <c:pt idx="7930">
                  <c:v>683.99289999999996</c:v>
                </c:pt>
                <c:pt idx="7931">
                  <c:v>684.07659999999998</c:v>
                </c:pt>
                <c:pt idx="7932">
                  <c:v>684.15679999999998</c:v>
                </c:pt>
                <c:pt idx="7933">
                  <c:v>684.24279999999999</c:v>
                </c:pt>
                <c:pt idx="7934">
                  <c:v>684.32439999999997</c:v>
                </c:pt>
                <c:pt idx="7935">
                  <c:v>684.40970000000004</c:v>
                </c:pt>
                <c:pt idx="7936">
                  <c:v>684.49069999999995</c:v>
                </c:pt>
                <c:pt idx="7937">
                  <c:v>684.57449999999994</c:v>
                </c:pt>
                <c:pt idx="7938">
                  <c:v>684.65710000000001</c:v>
                </c:pt>
                <c:pt idx="7939">
                  <c:v>684.74080000000004</c:v>
                </c:pt>
                <c:pt idx="7940">
                  <c:v>684.82539999999995</c:v>
                </c:pt>
                <c:pt idx="7941">
                  <c:v>684.90909999999997</c:v>
                </c:pt>
                <c:pt idx="7942">
                  <c:v>684.99339999999995</c:v>
                </c:pt>
                <c:pt idx="7943">
                  <c:v>685.07510000000002</c:v>
                </c:pt>
                <c:pt idx="7944">
                  <c:v>685.15959999999995</c:v>
                </c:pt>
                <c:pt idx="7945">
                  <c:v>685.24149999999997</c:v>
                </c:pt>
                <c:pt idx="7946">
                  <c:v>685.32550000000003</c:v>
                </c:pt>
                <c:pt idx="7947">
                  <c:v>685.41060000000004</c:v>
                </c:pt>
                <c:pt idx="7948">
                  <c:v>685.49300000000005</c:v>
                </c:pt>
                <c:pt idx="7949">
                  <c:v>685.57500000000005</c:v>
                </c:pt>
                <c:pt idx="7950">
                  <c:v>685.66060000000004</c:v>
                </c:pt>
                <c:pt idx="7951">
                  <c:v>685.7432</c:v>
                </c:pt>
                <c:pt idx="7952">
                  <c:v>685.83</c:v>
                </c:pt>
                <c:pt idx="7953">
                  <c:v>685.90920000000006</c:v>
                </c:pt>
                <c:pt idx="7954">
                  <c:v>685.99400000000003</c:v>
                </c:pt>
                <c:pt idx="7955">
                  <c:v>686.077</c:v>
                </c:pt>
                <c:pt idx="7956">
                  <c:v>686.16079999999999</c:v>
                </c:pt>
                <c:pt idx="7957">
                  <c:v>686.24339999999995</c:v>
                </c:pt>
                <c:pt idx="7958">
                  <c:v>686.32600000000002</c:v>
                </c:pt>
                <c:pt idx="7959">
                  <c:v>686.41110000000003</c:v>
                </c:pt>
                <c:pt idx="7960">
                  <c:v>686.49220000000003</c:v>
                </c:pt>
                <c:pt idx="7961">
                  <c:v>686.57619999999997</c:v>
                </c:pt>
                <c:pt idx="7962">
                  <c:v>686.65949999999998</c:v>
                </c:pt>
                <c:pt idx="7963">
                  <c:v>686.74159999999995</c:v>
                </c:pt>
                <c:pt idx="7964">
                  <c:v>686.82719999999995</c:v>
                </c:pt>
                <c:pt idx="7965">
                  <c:v>686.91</c:v>
                </c:pt>
                <c:pt idx="7966">
                  <c:v>686.99289999999996</c:v>
                </c:pt>
                <c:pt idx="7967">
                  <c:v>687.07640000000004</c:v>
                </c:pt>
                <c:pt idx="7968">
                  <c:v>687.15899999999999</c:v>
                </c:pt>
                <c:pt idx="7969">
                  <c:v>687.24059999999997</c:v>
                </c:pt>
                <c:pt idx="7970">
                  <c:v>687.32320000000004</c:v>
                </c:pt>
                <c:pt idx="7971">
                  <c:v>687.40719999999999</c:v>
                </c:pt>
                <c:pt idx="7972">
                  <c:v>687.49030000000005</c:v>
                </c:pt>
                <c:pt idx="7973">
                  <c:v>687.57449999999994</c:v>
                </c:pt>
                <c:pt idx="7974">
                  <c:v>687.65840000000003</c:v>
                </c:pt>
                <c:pt idx="7975">
                  <c:v>687.74120000000005</c:v>
                </c:pt>
                <c:pt idx="7976">
                  <c:v>687.82619999999997</c:v>
                </c:pt>
                <c:pt idx="7977">
                  <c:v>687.91049999999996</c:v>
                </c:pt>
                <c:pt idx="7978">
                  <c:v>687.99220000000003</c:v>
                </c:pt>
                <c:pt idx="7979">
                  <c:v>688.07500000000005</c:v>
                </c:pt>
                <c:pt idx="7980">
                  <c:v>688.15779999999995</c:v>
                </c:pt>
                <c:pt idx="7981">
                  <c:v>688.24260000000004</c:v>
                </c:pt>
                <c:pt idx="7982">
                  <c:v>688.32600000000002</c:v>
                </c:pt>
                <c:pt idx="7983">
                  <c:v>688.40940000000001</c:v>
                </c:pt>
                <c:pt idx="7984">
                  <c:v>688.49260000000004</c:v>
                </c:pt>
                <c:pt idx="7985">
                  <c:v>688.57799999999997</c:v>
                </c:pt>
                <c:pt idx="7986">
                  <c:v>688.66139999999996</c:v>
                </c:pt>
                <c:pt idx="7987">
                  <c:v>688.74379999999996</c:v>
                </c:pt>
                <c:pt idx="7988">
                  <c:v>688.82550000000003</c:v>
                </c:pt>
                <c:pt idx="7989">
                  <c:v>688.91</c:v>
                </c:pt>
                <c:pt idx="7990">
                  <c:v>688.99260000000004</c:v>
                </c:pt>
                <c:pt idx="7991">
                  <c:v>689.07410000000004</c:v>
                </c:pt>
                <c:pt idx="7992">
                  <c:v>689.15840000000003</c:v>
                </c:pt>
                <c:pt idx="7993">
                  <c:v>689.2432</c:v>
                </c:pt>
                <c:pt idx="7994">
                  <c:v>689.32560000000001</c:v>
                </c:pt>
                <c:pt idx="7995">
                  <c:v>689.40859999999998</c:v>
                </c:pt>
                <c:pt idx="7996">
                  <c:v>689.49120000000005</c:v>
                </c:pt>
                <c:pt idx="7997">
                  <c:v>689.57719999999995</c:v>
                </c:pt>
                <c:pt idx="7998">
                  <c:v>689.65899999999999</c:v>
                </c:pt>
                <c:pt idx="7999">
                  <c:v>689.74379999999996</c:v>
                </c:pt>
                <c:pt idx="8000">
                  <c:v>689.82449999999994</c:v>
                </c:pt>
                <c:pt idx="8001">
                  <c:v>689.90940000000001</c:v>
                </c:pt>
                <c:pt idx="8002">
                  <c:v>689.99220000000003</c:v>
                </c:pt>
                <c:pt idx="8003">
                  <c:v>690.07590000000005</c:v>
                </c:pt>
                <c:pt idx="8004">
                  <c:v>690.15880000000004</c:v>
                </c:pt>
                <c:pt idx="8005">
                  <c:v>690.24580000000003</c:v>
                </c:pt>
                <c:pt idx="8006">
                  <c:v>690.32640000000004</c:v>
                </c:pt>
                <c:pt idx="8007">
                  <c:v>690.41060000000004</c:v>
                </c:pt>
                <c:pt idx="8008">
                  <c:v>690.49440000000004</c:v>
                </c:pt>
                <c:pt idx="8009">
                  <c:v>690.57690000000002</c:v>
                </c:pt>
                <c:pt idx="8010">
                  <c:v>690.66110000000003</c:v>
                </c:pt>
                <c:pt idx="8011">
                  <c:v>690.74360000000001</c:v>
                </c:pt>
                <c:pt idx="8012">
                  <c:v>690.82740000000001</c:v>
                </c:pt>
                <c:pt idx="8013">
                  <c:v>690.90899999999999</c:v>
                </c:pt>
                <c:pt idx="8014">
                  <c:v>690.99289999999996</c:v>
                </c:pt>
                <c:pt idx="8015">
                  <c:v>691.07680000000005</c:v>
                </c:pt>
                <c:pt idx="8016">
                  <c:v>691.16</c:v>
                </c:pt>
                <c:pt idx="8017">
                  <c:v>691.24339999999995</c:v>
                </c:pt>
                <c:pt idx="8018">
                  <c:v>691.32560000000001</c:v>
                </c:pt>
                <c:pt idx="8019">
                  <c:v>691.40740000000005</c:v>
                </c:pt>
                <c:pt idx="8020">
                  <c:v>691.49249999999995</c:v>
                </c:pt>
                <c:pt idx="8021">
                  <c:v>691.57429999999999</c:v>
                </c:pt>
                <c:pt idx="8022">
                  <c:v>691.65840000000003</c:v>
                </c:pt>
                <c:pt idx="8023">
                  <c:v>691.74149999999997</c:v>
                </c:pt>
                <c:pt idx="8024">
                  <c:v>691.82500000000005</c:v>
                </c:pt>
                <c:pt idx="8025">
                  <c:v>691.90809999999999</c:v>
                </c:pt>
                <c:pt idx="8026">
                  <c:v>691.99009999999998</c:v>
                </c:pt>
                <c:pt idx="8027">
                  <c:v>692.07380000000001</c:v>
                </c:pt>
                <c:pt idx="8028">
                  <c:v>692.15740000000005</c:v>
                </c:pt>
                <c:pt idx="8029">
                  <c:v>692.24189999999999</c:v>
                </c:pt>
                <c:pt idx="8030">
                  <c:v>692.32240000000002</c:v>
                </c:pt>
                <c:pt idx="8031">
                  <c:v>692.40679999999998</c:v>
                </c:pt>
                <c:pt idx="8032">
                  <c:v>692.49109999999996</c:v>
                </c:pt>
                <c:pt idx="8033">
                  <c:v>692.57349999999997</c:v>
                </c:pt>
                <c:pt idx="8034">
                  <c:v>692.65650000000005</c:v>
                </c:pt>
                <c:pt idx="8035">
                  <c:v>692.73760000000004</c:v>
                </c:pt>
                <c:pt idx="8036">
                  <c:v>692.82159999999999</c:v>
                </c:pt>
                <c:pt idx="8037">
                  <c:v>692.90610000000004</c:v>
                </c:pt>
                <c:pt idx="8038">
                  <c:v>692.98739999999998</c:v>
                </c:pt>
                <c:pt idx="8039">
                  <c:v>693.06939999999997</c:v>
                </c:pt>
                <c:pt idx="8040">
                  <c:v>693.15589999999997</c:v>
                </c:pt>
                <c:pt idx="8041">
                  <c:v>693.23839999999996</c:v>
                </c:pt>
                <c:pt idx="8042">
                  <c:v>693.32</c:v>
                </c:pt>
                <c:pt idx="8043">
                  <c:v>693.40610000000004</c:v>
                </c:pt>
                <c:pt idx="8044">
                  <c:v>693.48749999999995</c:v>
                </c:pt>
                <c:pt idx="8045">
                  <c:v>693.56970000000001</c:v>
                </c:pt>
                <c:pt idx="8046">
                  <c:v>693.65499999999997</c:v>
                </c:pt>
                <c:pt idx="8047">
                  <c:v>693.73739999999998</c:v>
                </c:pt>
                <c:pt idx="8048">
                  <c:v>693.81859999999995</c:v>
                </c:pt>
                <c:pt idx="8049">
                  <c:v>693.90340000000003</c:v>
                </c:pt>
                <c:pt idx="8050">
                  <c:v>693.98739999999998</c:v>
                </c:pt>
                <c:pt idx="8051">
                  <c:v>694.07060000000001</c:v>
                </c:pt>
                <c:pt idx="8052">
                  <c:v>694.15210000000002</c:v>
                </c:pt>
                <c:pt idx="8053">
                  <c:v>694.23699999999997</c:v>
                </c:pt>
                <c:pt idx="8054">
                  <c:v>694.3202</c:v>
                </c:pt>
                <c:pt idx="8055">
                  <c:v>694.40509999999995</c:v>
                </c:pt>
                <c:pt idx="8056">
                  <c:v>694.48739999999998</c:v>
                </c:pt>
                <c:pt idx="8057">
                  <c:v>694.5711</c:v>
                </c:pt>
                <c:pt idx="8058">
                  <c:v>694.65319999999997</c:v>
                </c:pt>
                <c:pt idx="8059">
                  <c:v>694.73779999999999</c:v>
                </c:pt>
                <c:pt idx="8060">
                  <c:v>694.82050000000004</c:v>
                </c:pt>
                <c:pt idx="8061">
                  <c:v>694.90470000000005</c:v>
                </c:pt>
                <c:pt idx="8062">
                  <c:v>694.98779999999999</c:v>
                </c:pt>
                <c:pt idx="8063">
                  <c:v>695.07060000000001</c:v>
                </c:pt>
                <c:pt idx="8064">
                  <c:v>695.15539999999999</c:v>
                </c:pt>
                <c:pt idx="8065">
                  <c:v>695.23929999999996</c:v>
                </c:pt>
                <c:pt idx="8066">
                  <c:v>695.32219999999995</c:v>
                </c:pt>
                <c:pt idx="8067">
                  <c:v>695.40660000000003</c:v>
                </c:pt>
                <c:pt idx="8068">
                  <c:v>695.48990000000003</c:v>
                </c:pt>
                <c:pt idx="8069">
                  <c:v>695.57259999999997</c:v>
                </c:pt>
                <c:pt idx="8070">
                  <c:v>695.65629999999999</c:v>
                </c:pt>
                <c:pt idx="8071">
                  <c:v>695.74059999999997</c:v>
                </c:pt>
                <c:pt idx="8072">
                  <c:v>695.82280000000003</c:v>
                </c:pt>
                <c:pt idx="8073">
                  <c:v>695.90610000000004</c:v>
                </c:pt>
                <c:pt idx="8074">
                  <c:v>695.98680000000002</c:v>
                </c:pt>
                <c:pt idx="8075">
                  <c:v>696.07339999999999</c:v>
                </c:pt>
                <c:pt idx="8076">
                  <c:v>696.15570000000002</c:v>
                </c:pt>
                <c:pt idx="8077">
                  <c:v>696.23879999999997</c:v>
                </c:pt>
                <c:pt idx="8078">
                  <c:v>696.32280000000003</c:v>
                </c:pt>
                <c:pt idx="8079">
                  <c:v>696.40750000000003</c:v>
                </c:pt>
                <c:pt idx="8080">
                  <c:v>696.48910000000001</c:v>
                </c:pt>
                <c:pt idx="8081">
                  <c:v>696.57320000000004</c:v>
                </c:pt>
                <c:pt idx="8082">
                  <c:v>696.65750000000003</c:v>
                </c:pt>
                <c:pt idx="8083">
                  <c:v>696.73760000000004</c:v>
                </c:pt>
                <c:pt idx="8084">
                  <c:v>696.82119999999998</c:v>
                </c:pt>
                <c:pt idx="8085">
                  <c:v>696.90350000000001</c:v>
                </c:pt>
                <c:pt idx="8086">
                  <c:v>696.98789999999997</c:v>
                </c:pt>
                <c:pt idx="8087">
                  <c:v>697.07219999999995</c:v>
                </c:pt>
                <c:pt idx="8088">
                  <c:v>697.15250000000003</c:v>
                </c:pt>
                <c:pt idx="8089">
                  <c:v>697.23739999999998</c:v>
                </c:pt>
                <c:pt idx="8090">
                  <c:v>697.32090000000005</c:v>
                </c:pt>
                <c:pt idx="8091">
                  <c:v>697.404</c:v>
                </c:pt>
                <c:pt idx="8092">
                  <c:v>697.48689999999999</c:v>
                </c:pt>
                <c:pt idx="8093">
                  <c:v>697.57029999999997</c:v>
                </c:pt>
                <c:pt idx="8094">
                  <c:v>697.65319999999997</c:v>
                </c:pt>
                <c:pt idx="8095">
                  <c:v>697.73559999999998</c:v>
                </c:pt>
                <c:pt idx="8096">
                  <c:v>697.81719999999996</c:v>
                </c:pt>
                <c:pt idx="8097">
                  <c:v>697.90239999999994</c:v>
                </c:pt>
                <c:pt idx="8098">
                  <c:v>697.98490000000004</c:v>
                </c:pt>
                <c:pt idx="8099">
                  <c:v>698.06740000000002</c:v>
                </c:pt>
                <c:pt idx="8100">
                  <c:v>698.15219999999999</c:v>
                </c:pt>
                <c:pt idx="8101">
                  <c:v>698.23479999999995</c:v>
                </c:pt>
                <c:pt idx="8102">
                  <c:v>698.31590000000006</c:v>
                </c:pt>
                <c:pt idx="8103">
                  <c:v>698.39909999999998</c:v>
                </c:pt>
                <c:pt idx="8104">
                  <c:v>698.48389999999995</c:v>
                </c:pt>
                <c:pt idx="8105">
                  <c:v>698.56790000000001</c:v>
                </c:pt>
                <c:pt idx="8106">
                  <c:v>698.65060000000005</c:v>
                </c:pt>
                <c:pt idx="8107">
                  <c:v>698.73320000000001</c:v>
                </c:pt>
                <c:pt idx="8108">
                  <c:v>698.81690000000003</c:v>
                </c:pt>
                <c:pt idx="8109">
                  <c:v>698.89940000000001</c:v>
                </c:pt>
                <c:pt idx="8110">
                  <c:v>698.98299999999995</c:v>
                </c:pt>
                <c:pt idx="8111">
                  <c:v>699.06709999999998</c:v>
                </c:pt>
                <c:pt idx="8112">
                  <c:v>699.14890000000003</c:v>
                </c:pt>
                <c:pt idx="8113">
                  <c:v>699.2319</c:v>
                </c:pt>
                <c:pt idx="8114">
                  <c:v>699.31679999999994</c:v>
                </c:pt>
                <c:pt idx="8115">
                  <c:v>699.40150000000006</c:v>
                </c:pt>
                <c:pt idx="8116">
                  <c:v>699.48350000000005</c:v>
                </c:pt>
                <c:pt idx="8117">
                  <c:v>699.56880000000001</c:v>
                </c:pt>
                <c:pt idx="8118">
                  <c:v>699.65219999999999</c:v>
                </c:pt>
                <c:pt idx="8119">
                  <c:v>699.7355</c:v>
                </c:pt>
                <c:pt idx="8120">
                  <c:v>699.81740000000002</c:v>
                </c:pt>
                <c:pt idx="8121">
                  <c:v>699.90099999999995</c:v>
                </c:pt>
                <c:pt idx="8122">
                  <c:v>699.98400000000004</c:v>
                </c:pt>
                <c:pt idx="8123">
                  <c:v>700.06870000000004</c:v>
                </c:pt>
                <c:pt idx="8124">
                  <c:v>700.15139999999997</c:v>
                </c:pt>
                <c:pt idx="8125">
                  <c:v>700.2346</c:v>
                </c:pt>
                <c:pt idx="8126">
                  <c:v>700.31629999999996</c:v>
                </c:pt>
                <c:pt idx="8127">
                  <c:v>700.40319999999997</c:v>
                </c:pt>
                <c:pt idx="8128">
                  <c:v>700.48530000000005</c:v>
                </c:pt>
                <c:pt idx="8129">
                  <c:v>700.5702</c:v>
                </c:pt>
                <c:pt idx="8130">
                  <c:v>700.65160000000003</c:v>
                </c:pt>
                <c:pt idx="8131">
                  <c:v>700.73620000000005</c:v>
                </c:pt>
                <c:pt idx="8132">
                  <c:v>700.81960000000004</c:v>
                </c:pt>
                <c:pt idx="8133">
                  <c:v>700.90309999999999</c:v>
                </c:pt>
                <c:pt idx="8134">
                  <c:v>700.98659999999995</c:v>
                </c:pt>
                <c:pt idx="8135">
                  <c:v>701.06700000000001</c:v>
                </c:pt>
                <c:pt idx="8136">
                  <c:v>701.15120000000002</c:v>
                </c:pt>
                <c:pt idx="8137">
                  <c:v>701.23519999999996</c:v>
                </c:pt>
                <c:pt idx="8138">
                  <c:v>701.3175</c:v>
                </c:pt>
                <c:pt idx="8139">
                  <c:v>701.40239999999994</c:v>
                </c:pt>
                <c:pt idx="8140">
                  <c:v>701.48559999999998</c:v>
                </c:pt>
                <c:pt idx="8141">
                  <c:v>701.56719999999996</c:v>
                </c:pt>
                <c:pt idx="8142">
                  <c:v>701.6508</c:v>
                </c:pt>
                <c:pt idx="8143">
                  <c:v>701.73490000000004</c:v>
                </c:pt>
                <c:pt idx="8144">
                  <c:v>701.81690000000003</c:v>
                </c:pt>
                <c:pt idx="8145">
                  <c:v>701.90009999999995</c:v>
                </c:pt>
                <c:pt idx="8146">
                  <c:v>701.98289999999997</c:v>
                </c:pt>
                <c:pt idx="8147">
                  <c:v>702.06659999999999</c:v>
                </c:pt>
                <c:pt idx="8148">
                  <c:v>702.15099999999995</c:v>
                </c:pt>
                <c:pt idx="8149">
                  <c:v>702.23159999999996</c:v>
                </c:pt>
                <c:pt idx="8150">
                  <c:v>702.31510000000003</c:v>
                </c:pt>
                <c:pt idx="8151">
                  <c:v>702.40009999999995</c:v>
                </c:pt>
                <c:pt idx="8152">
                  <c:v>702.4828</c:v>
                </c:pt>
                <c:pt idx="8153">
                  <c:v>702.56510000000003</c:v>
                </c:pt>
                <c:pt idx="8154">
                  <c:v>702.64779999999996</c:v>
                </c:pt>
                <c:pt idx="8155">
                  <c:v>702.73209999999995</c:v>
                </c:pt>
                <c:pt idx="8156">
                  <c:v>702.81470000000002</c:v>
                </c:pt>
                <c:pt idx="8157">
                  <c:v>702.90120000000002</c:v>
                </c:pt>
                <c:pt idx="8158">
                  <c:v>702.98339999999996</c:v>
                </c:pt>
                <c:pt idx="8159">
                  <c:v>703.06700000000001</c:v>
                </c:pt>
                <c:pt idx="8160">
                  <c:v>703.15049999999997</c:v>
                </c:pt>
                <c:pt idx="8161">
                  <c:v>703.23339999999996</c:v>
                </c:pt>
                <c:pt idx="8162">
                  <c:v>703.31579999999997</c:v>
                </c:pt>
                <c:pt idx="8163">
                  <c:v>703.39930000000004</c:v>
                </c:pt>
                <c:pt idx="8164">
                  <c:v>703.48429999999996</c:v>
                </c:pt>
                <c:pt idx="8165">
                  <c:v>703.56809999999996</c:v>
                </c:pt>
                <c:pt idx="8166">
                  <c:v>703.65150000000006</c:v>
                </c:pt>
                <c:pt idx="8167">
                  <c:v>703.73209999999995</c:v>
                </c:pt>
                <c:pt idx="8168">
                  <c:v>703.8184</c:v>
                </c:pt>
                <c:pt idx="8169">
                  <c:v>703.90110000000004</c:v>
                </c:pt>
                <c:pt idx="8170">
                  <c:v>703.98379999999997</c:v>
                </c:pt>
                <c:pt idx="8171">
                  <c:v>704.06899999999996</c:v>
                </c:pt>
                <c:pt idx="8172">
                  <c:v>704.15279999999996</c:v>
                </c:pt>
                <c:pt idx="8173">
                  <c:v>704.23630000000003</c:v>
                </c:pt>
                <c:pt idx="8174">
                  <c:v>704.31759999999997</c:v>
                </c:pt>
                <c:pt idx="8175">
                  <c:v>704.40380000000005</c:v>
                </c:pt>
                <c:pt idx="8176">
                  <c:v>704.48500000000001</c:v>
                </c:pt>
                <c:pt idx="8177">
                  <c:v>704.57060000000001</c:v>
                </c:pt>
                <c:pt idx="8178">
                  <c:v>704.65260000000001</c:v>
                </c:pt>
                <c:pt idx="8179">
                  <c:v>704.73689999999999</c:v>
                </c:pt>
                <c:pt idx="8180">
                  <c:v>704.81899999999996</c:v>
                </c:pt>
                <c:pt idx="8181">
                  <c:v>704.90260000000001</c:v>
                </c:pt>
                <c:pt idx="8182">
                  <c:v>704.9864</c:v>
                </c:pt>
                <c:pt idx="8183">
                  <c:v>705.06910000000005</c:v>
                </c:pt>
                <c:pt idx="8184">
                  <c:v>705.15150000000006</c:v>
                </c:pt>
                <c:pt idx="8185">
                  <c:v>705.23490000000004</c:v>
                </c:pt>
                <c:pt idx="8186">
                  <c:v>705.31780000000003</c:v>
                </c:pt>
                <c:pt idx="8187">
                  <c:v>705.39949999999999</c:v>
                </c:pt>
                <c:pt idx="8188">
                  <c:v>705.48199999999997</c:v>
                </c:pt>
                <c:pt idx="8189">
                  <c:v>705.56610000000001</c:v>
                </c:pt>
                <c:pt idx="8190">
                  <c:v>705.649</c:v>
                </c:pt>
                <c:pt idx="8191">
                  <c:v>705.73239999999998</c:v>
                </c:pt>
                <c:pt idx="8192">
                  <c:v>705.81610000000001</c:v>
                </c:pt>
                <c:pt idx="8193">
                  <c:v>705.90009999999995</c:v>
                </c:pt>
                <c:pt idx="8194">
                  <c:v>705.98320000000001</c:v>
                </c:pt>
                <c:pt idx="8195">
                  <c:v>706.06619999999998</c:v>
                </c:pt>
                <c:pt idx="8196">
                  <c:v>706.15139999999997</c:v>
                </c:pt>
                <c:pt idx="8197">
                  <c:v>706.2319</c:v>
                </c:pt>
                <c:pt idx="8198">
                  <c:v>706.3175</c:v>
                </c:pt>
                <c:pt idx="8199">
                  <c:v>706.4</c:v>
                </c:pt>
                <c:pt idx="8200">
                  <c:v>706.48289999999997</c:v>
                </c:pt>
                <c:pt idx="8201">
                  <c:v>706.56590000000006</c:v>
                </c:pt>
                <c:pt idx="8202">
                  <c:v>706.64750000000004</c:v>
                </c:pt>
                <c:pt idx="8203">
                  <c:v>706.73239999999998</c:v>
                </c:pt>
                <c:pt idx="8204">
                  <c:v>706.81470000000002</c:v>
                </c:pt>
                <c:pt idx="8205">
                  <c:v>706.89660000000003</c:v>
                </c:pt>
                <c:pt idx="8206">
                  <c:v>706.98030000000006</c:v>
                </c:pt>
                <c:pt idx="8207">
                  <c:v>707.06259999999997</c:v>
                </c:pt>
                <c:pt idx="8208">
                  <c:v>707.14700000000005</c:v>
                </c:pt>
                <c:pt idx="8209">
                  <c:v>707.23180000000002</c:v>
                </c:pt>
                <c:pt idx="8210">
                  <c:v>707.31359999999995</c:v>
                </c:pt>
                <c:pt idx="8211">
                  <c:v>707.39800000000002</c:v>
                </c:pt>
                <c:pt idx="8212">
                  <c:v>707.48149999999998</c:v>
                </c:pt>
                <c:pt idx="8213">
                  <c:v>707.56489999999997</c:v>
                </c:pt>
                <c:pt idx="8214">
                  <c:v>707.64909999999998</c:v>
                </c:pt>
                <c:pt idx="8215">
                  <c:v>707.73099999999999</c:v>
                </c:pt>
                <c:pt idx="8216">
                  <c:v>707.8134</c:v>
                </c:pt>
                <c:pt idx="8217">
                  <c:v>707.8972</c:v>
                </c:pt>
                <c:pt idx="8218">
                  <c:v>707.97940000000006</c:v>
                </c:pt>
                <c:pt idx="8219">
                  <c:v>708.06320000000005</c:v>
                </c:pt>
                <c:pt idx="8220">
                  <c:v>708.14599999999996</c:v>
                </c:pt>
                <c:pt idx="8221">
                  <c:v>708.22649999999999</c:v>
                </c:pt>
                <c:pt idx="8222">
                  <c:v>708.31299999999999</c:v>
                </c:pt>
                <c:pt idx="8223">
                  <c:v>708.39520000000005</c:v>
                </c:pt>
                <c:pt idx="8224">
                  <c:v>708.47900000000004</c:v>
                </c:pt>
                <c:pt idx="8225">
                  <c:v>708.5616</c:v>
                </c:pt>
                <c:pt idx="8226">
                  <c:v>708.64400000000001</c:v>
                </c:pt>
                <c:pt idx="8227">
                  <c:v>708.72820000000002</c:v>
                </c:pt>
                <c:pt idx="8228">
                  <c:v>708.81050000000005</c:v>
                </c:pt>
                <c:pt idx="8229">
                  <c:v>708.89599999999996</c:v>
                </c:pt>
                <c:pt idx="8230">
                  <c:v>708.97799999999995</c:v>
                </c:pt>
                <c:pt idx="8231">
                  <c:v>709.06320000000005</c:v>
                </c:pt>
                <c:pt idx="8232">
                  <c:v>709.14459999999997</c:v>
                </c:pt>
                <c:pt idx="8233">
                  <c:v>709.22760000000005</c:v>
                </c:pt>
                <c:pt idx="8234">
                  <c:v>709.30899999999997</c:v>
                </c:pt>
                <c:pt idx="8235">
                  <c:v>709.39200000000005</c:v>
                </c:pt>
                <c:pt idx="8236">
                  <c:v>709.47659999999996</c:v>
                </c:pt>
                <c:pt idx="8237">
                  <c:v>709.55949999999996</c:v>
                </c:pt>
                <c:pt idx="8238">
                  <c:v>709.64260000000002</c:v>
                </c:pt>
                <c:pt idx="8239">
                  <c:v>709.72799999999995</c:v>
                </c:pt>
                <c:pt idx="8240">
                  <c:v>709.8125</c:v>
                </c:pt>
                <c:pt idx="8241">
                  <c:v>709.89520000000005</c:v>
                </c:pt>
                <c:pt idx="8242">
                  <c:v>709.97820000000002</c:v>
                </c:pt>
                <c:pt idx="8243">
                  <c:v>710.06179999999995</c:v>
                </c:pt>
                <c:pt idx="8244">
                  <c:v>710.14449999999999</c:v>
                </c:pt>
                <c:pt idx="8245">
                  <c:v>710.23040000000003</c:v>
                </c:pt>
                <c:pt idx="8246">
                  <c:v>710.30930000000001</c:v>
                </c:pt>
                <c:pt idx="8247">
                  <c:v>710.39260000000002</c:v>
                </c:pt>
                <c:pt idx="8248">
                  <c:v>710.47699999999998</c:v>
                </c:pt>
                <c:pt idx="8249">
                  <c:v>710.56010000000003</c:v>
                </c:pt>
                <c:pt idx="8250">
                  <c:v>710.64409999999998</c:v>
                </c:pt>
                <c:pt idx="8251">
                  <c:v>710.72739999999999</c:v>
                </c:pt>
                <c:pt idx="8252">
                  <c:v>710.81</c:v>
                </c:pt>
                <c:pt idx="8253">
                  <c:v>710.8931</c:v>
                </c:pt>
                <c:pt idx="8254">
                  <c:v>710.97659999999996</c:v>
                </c:pt>
                <c:pt idx="8255">
                  <c:v>711.06150000000002</c:v>
                </c:pt>
                <c:pt idx="8256">
                  <c:v>711.14340000000004</c:v>
                </c:pt>
                <c:pt idx="8257">
                  <c:v>711.22699999999998</c:v>
                </c:pt>
                <c:pt idx="8258">
                  <c:v>711.31</c:v>
                </c:pt>
                <c:pt idx="8259">
                  <c:v>711.39359999999999</c:v>
                </c:pt>
                <c:pt idx="8260">
                  <c:v>711.47569999999996</c:v>
                </c:pt>
                <c:pt idx="8261">
                  <c:v>711.55840000000001</c:v>
                </c:pt>
                <c:pt idx="8262">
                  <c:v>711.6431</c:v>
                </c:pt>
                <c:pt idx="8263">
                  <c:v>711.72559999999999</c:v>
                </c:pt>
                <c:pt idx="8264">
                  <c:v>711.80790000000002</c:v>
                </c:pt>
                <c:pt idx="8265">
                  <c:v>711.8913</c:v>
                </c:pt>
                <c:pt idx="8266">
                  <c:v>711.97659999999996</c:v>
                </c:pt>
                <c:pt idx="8267">
                  <c:v>712.05920000000003</c:v>
                </c:pt>
                <c:pt idx="8268">
                  <c:v>712.1413</c:v>
                </c:pt>
                <c:pt idx="8269">
                  <c:v>712.22720000000004</c:v>
                </c:pt>
                <c:pt idx="8270">
                  <c:v>712.30870000000004</c:v>
                </c:pt>
                <c:pt idx="8271">
                  <c:v>712.39440000000002</c:v>
                </c:pt>
                <c:pt idx="8272">
                  <c:v>712.47720000000004</c:v>
                </c:pt>
                <c:pt idx="8273">
                  <c:v>712.55920000000003</c:v>
                </c:pt>
                <c:pt idx="8274">
                  <c:v>712.64120000000003</c:v>
                </c:pt>
                <c:pt idx="8275">
                  <c:v>712.72580000000005</c:v>
                </c:pt>
                <c:pt idx="8276">
                  <c:v>712.80870000000004</c:v>
                </c:pt>
                <c:pt idx="8277">
                  <c:v>712.89210000000003</c:v>
                </c:pt>
                <c:pt idx="8278">
                  <c:v>712.97529999999995</c:v>
                </c:pt>
                <c:pt idx="8279">
                  <c:v>713.05989999999997</c:v>
                </c:pt>
                <c:pt idx="8280">
                  <c:v>713.14290000000005</c:v>
                </c:pt>
                <c:pt idx="8281">
                  <c:v>713.22630000000004</c:v>
                </c:pt>
                <c:pt idx="8282">
                  <c:v>713.31029999999998</c:v>
                </c:pt>
                <c:pt idx="8283">
                  <c:v>713.39210000000003</c:v>
                </c:pt>
                <c:pt idx="8284">
                  <c:v>713.47640000000001</c:v>
                </c:pt>
                <c:pt idx="8285">
                  <c:v>713.56</c:v>
                </c:pt>
                <c:pt idx="8286">
                  <c:v>713.64340000000004</c:v>
                </c:pt>
                <c:pt idx="8287">
                  <c:v>713.72619999999995</c:v>
                </c:pt>
                <c:pt idx="8288">
                  <c:v>713.80840000000001</c:v>
                </c:pt>
                <c:pt idx="8289">
                  <c:v>713.89179999999999</c:v>
                </c:pt>
                <c:pt idx="8290">
                  <c:v>713.97500000000002</c:v>
                </c:pt>
                <c:pt idx="8291">
                  <c:v>714.05809999999997</c:v>
                </c:pt>
                <c:pt idx="8292">
                  <c:v>714.14049999999997</c:v>
                </c:pt>
                <c:pt idx="8293">
                  <c:v>714.22500000000002</c:v>
                </c:pt>
                <c:pt idx="8294">
                  <c:v>714.30719999999997</c:v>
                </c:pt>
                <c:pt idx="8295">
                  <c:v>714.39110000000005</c:v>
                </c:pt>
                <c:pt idx="8296">
                  <c:v>714.47630000000004</c:v>
                </c:pt>
                <c:pt idx="8297">
                  <c:v>714.55840000000001</c:v>
                </c:pt>
                <c:pt idx="8298">
                  <c:v>714.64160000000004</c:v>
                </c:pt>
                <c:pt idx="8299">
                  <c:v>714.72339999999997</c:v>
                </c:pt>
                <c:pt idx="8300">
                  <c:v>714.8066</c:v>
                </c:pt>
                <c:pt idx="8301">
                  <c:v>714.88969999999995</c:v>
                </c:pt>
                <c:pt idx="8302">
                  <c:v>714.97439999999995</c:v>
                </c:pt>
                <c:pt idx="8303">
                  <c:v>715.05619999999999</c:v>
                </c:pt>
                <c:pt idx="8304">
                  <c:v>715.14</c:v>
                </c:pt>
                <c:pt idx="8305">
                  <c:v>715.22339999999997</c:v>
                </c:pt>
                <c:pt idx="8306">
                  <c:v>715.3057</c:v>
                </c:pt>
                <c:pt idx="8307">
                  <c:v>715.38879999999995</c:v>
                </c:pt>
                <c:pt idx="8308">
                  <c:v>715.47199999999998</c:v>
                </c:pt>
                <c:pt idx="8309">
                  <c:v>715.55499999999995</c:v>
                </c:pt>
                <c:pt idx="8310">
                  <c:v>715.63739999999996</c:v>
                </c:pt>
                <c:pt idx="8311">
                  <c:v>715.72220000000004</c:v>
                </c:pt>
                <c:pt idx="8312">
                  <c:v>715.80679999999995</c:v>
                </c:pt>
                <c:pt idx="8313">
                  <c:v>715.88940000000002</c:v>
                </c:pt>
                <c:pt idx="8314">
                  <c:v>715.97119999999995</c:v>
                </c:pt>
                <c:pt idx="8315">
                  <c:v>716.05619999999999</c:v>
                </c:pt>
                <c:pt idx="8316">
                  <c:v>716.13840000000005</c:v>
                </c:pt>
                <c:pt idx="8317">
                  <c:v>716.22339999999997</c:v>
                </c:pt>
                <c:pt idx="8318">
                  <c:v>716.30409999999995</c:v>
                </c:pt>
                <c:pt idx="8319">
                  <c:v>716.39</c:v>
                </c:pt>
                <c:pt idx="8320">
                  <c:v>716.47450000000003</c:v>
                </c:pt>
                <c:pt idx="8321">
                  <c:v>716.55880000000002</c:v>
                </c:pt>
                <c:pt idx="8322">
                  <c:v>716.64120000000003</c:v>
                </c:pt>
                <c:pt idx="8323">
                  <c:v>716.72450000000003</c:v>
                </c:pt>
                <c:pt idx="8324">
                  <c:v>716.80820000000006</c:v>
                </c:pt>
                <c:pt idx="8325">
                  <c:v>716.8913</c:v>
                </c:pt>
                <c:pt idx="8326">
                  <c:v>716.97550000000001</c:v>
                </c:pt>
                <c:pt idx="8327">
                  <c:v>717.05759999999998</c:v>
                </c:pt>
                <c:pt idx="8328">
                  <c:v>717.14099999999996</c:v>
                </c:pt>
                <c:pt idx="8329">
                  <c:v>717.22299999999996</c:v>
                </c:pt>
                <c:pt idx="8330">
                  <c:v>717.30759999999998</c:v>
                </c:pt>
                <c:pt idx="8331">
                  <c:v>717.39020000000005</c:v>
                </c:pt>
                <c:pt idx="8332">
                  <c:v>717.47119999999995</c:v>
                </c:pt>
                <c:pt idx="8333">
                  <c:v>717.55439999999999</c:v>
                </c:pt>
                <c:pt idx="8334">
                  <c:v>717.63909999999998</c:v>
                </c:pt>
                <c:pt idx="8335">
                  <c:v>717.72029999999995</c:v>
                </c:pt>
                <c:pt idx="8336">
                  <c:v>717.80600000000004</c:v>
                </c:pt>
                <c:pt idx="8337">
                  <c:v>717.88940000000002</c:v>
                </c:pt>
                <c:pt idx="8338">
                  <c:v>717.971</c:v>
                </c:pt>
                <c:pt idx="8339">
                  <c:v>718.05380000000002</c:v>
                </c:pt>
                <c:pt idx="8340">
                  <c:v>718.13660000000004</c:v>
                </c:pt>
                <c:pt idx="8341">
                  <c:v>718.22109999999998</c:v>
                </c:pt>
                <c:pt idx="8342">
                  <c:v>718.30380000000002</c:v>
                </c:pt>
                <c:pt idx="8343">
                  <c:v>718.38660000000004</c:v>
                </c:pt>
                <c:pt idx="8344">
                  <c:v>718.47119999999995</c:v>
                </c:pt>
                <c:pt idx="8345">
                  <c:v>718.55439999999999</c:v>
                </c:pt>
                <c:pt idx="8346">
                  <c:v>718.63599999999997</c:v>
                </c:pt>
                <c:pt idx="8347">
                  <c:v>718.72050000000002</c:v>
                </c:pt>
                <c:pt idx="8348">
                  <c:v>718.80119999999999</c:v>
                </c:pt>
                <c:pt idx="8349">
                  <c:v>718.88599999999997</c:v>
                </c:pt>
                <c:pt idx="8350">
                  <c:v>718.96780000000001</c:v>
                </c:pt>
                <c:pt idx="8351">
                  <c:v>719.05139999999994</c:v>
                </c:pt>
                <c:pt idx="8352">
                  <c:v>719.13440000000003</c:v>
                </c:pt>
                <c:pt idx="8353">
                  <c:v>719.21680000000003</c:v>
                </c:pt>
                <c:pt idx="8354">
                  <c:v>719.30089999999996</c:v>
                </c:pt>
                <c:pt idx="8355">
                  <c:v>719.38300000000004</c:v>
                </c:pt>
                <c:pt idx="8356">
                  <c:v>719.46410000000003</c:v>
                </c:pt>
                <c:pt idx="8357">
                  <c:v>719.54930000000002</c:v>
                </c:pt>
                <c:pt idx="8358">
                  <c:v>719.63319999999999</c:v>
                </c:pt>
                <c:pt idx="8359">
                  <c:v>719.71609999999998</c:v>
                </c:pt>
                <c:pt idx="8360">
                  <c:v>719.8</c:v>
                </c:pt>
                <c:pt idx="8361">
                  <c:v>719.88369999999998</c:v>
                </c:pt>
                <c:pt idx="8362">
                  <c:v>719.9665</c:v>
                </c:pt>
                <c:pt idx="8363">
                  <c:v>720.05060000000003</c:v>
                </c:pt>
                <c:pt idx="8364">
                  <c:v>720.13620000000003</c:v>
                </c:pt>
                <c:pt idx="8365">
                  <c:v>720.21969999999999</c:v>
                </c:pt>
                <c:pt idx="8366">
                  <c:v>720.30150000000003</c:v>
                </c:pt>
                <c:pt idx="8367">
                  <c:v>720.38879999999995</c:v>
                </c:pt>
                <c:pt idx="8368">
                  <c:v>720.47080000000005</c:v>
                </c:pt>
                <c:pt idx="8369">
                  <c:v>720.55600000000004</c:v>
                </c:pt>
                <c:pt idx="8370">
                  <c:v>720.63699999999994</c:v>
                </c:pt>
                <c:pt idx="8371">
                  <c:v>720.721</c:v>
                </c:pt>
                <c:pt idx="8372">
                  <c:v>720.80539999999996</c:v>
                </c:pt>
                <c:pt idx="8373">
                  <c:v>720.88739999999996</c:v>
                </c:pt>
                <c:pt idx="8374">
                  <c:v>720.97140000000002</c:v>
                </c:pt>
                <c:pt idx="8375">
                  <c:v>721.05439999999999</c:v>
                </c:pt>
                <c:pt idx="8376">
                  <c:v>721.13990000000001</c:v>
                </c:pt>
                <c:pt idx="8377">
                  <c:v>721.22220000000004</c:v>
                </c:pt>
                <c:pt idx="8378">
                  <c:v>721.30439999999999</c:v>
                </c:pt>
                <c:pt idx="8379">
                  <c:v>721.38699999999994</c:v>
                </c:pt>
                <c:pt idx="8380">
                  <c:v>721.46990000000005</c:v>
                </c:pt>
                <c:pt idx="8381">
                  <c:v>721.55200000000002</c:v>
                </c:pt>
                <c:pt idx="8382">
                  <c:v>721.63720000000001</c:v>
                </c:pt>
                <c:pt idx="8383">
                  <c:v>721.71969999999999</c:v>
                </c:pt>
                <c:pt idx="8384">
                  <c:v>721.80359999999996</c:v>
                </c:pt>
                <c:pt idx="8385">
                  <c:v>721.88570000000004</c:v>
                </c:pt>
                <c:pt idx="8386">
                  <c:v>721.9701</c:v>
                </c:pt>
                <c:pt idx="8387">
                  <c:v>722.05200000000002</c:v>
                </c:pt>
                <c:pt idx="8388">
                  <c:v>722.13720000000001</c:v>
                </c:pt>
                <c:pt idx="8389">
                  <c:v>722.22119999999995</c:v>
                </c:pt>
                <c:pt idx="8390">
                  <c:v>722.30399999999997</c:v>
                </c:pt>
                <c:pt idx="8391">
                  <c:v>722.38739999999996</c:v>
                </c:pt>
                <c:pt idx="8392">
                  <c:v>722.47019999999998</c:v>
                </c:pt>
                <c:pt idx="8393">
                  <c:v>722.55439999999999</c:v>
                </c:pt>
                <c:pt idx="8394">
                  <c:v>722.63750000000005</c:v>
                </c:pt>
                <c:pt idx="8395">
                  <c:v>722.72050000000002</c:v>
                </c:pt>
                <c:pt idx="8396">
                  <c:v>722.80460000000005</c:v>
                </c:pt>
                <c:pt idx="8397">
                  <c:v>722.88879999999995</c:v>
                </c:pt>
                <c:pt idx="8398">
                  <c:v>722.97119999999995</c:v>
                </c:pt>
                <c:pt idx="8399">
                  <c:v>723.05619999999999</c:v>
                </c:pt>
                <c:pt idx="8400">
                  <c:v>723.13959999999997</c:v>
                </c:pt>
                <c:pt idx="8401">
                  <c:v>723.22289999999998</c:v>
                </c:pt>
                <c:pt idx="8402">
                  <c:v>723.30489999999998</c:v>
                </c:pt>
                <c:pt idx="8403">
                  <c:v>723.38789999999995</c:v>
                </c:pt>
                <c:pt idx="8404">
                  <c:v>723.47159999999997</c:v>
                </c:pt>
                <c:pt idx="8405">
                  <c:v>723.55439999999999</c:v>
                </c:pt>
                <c:pt idx="8406">
                  <c:v>723.63710000000003</c:v>
                </c:pt>
                <c:pt idx="8407">
                  <c:v>723.72069999999997</c:v>
                </c:pt>
                <c:pt idx="8408">
                  <c:v>723.80430000000001</c:v>
                </c:pt>
                <c:pt idx="8409">
                  <c:v>723.88819999999998</c:v>
                </c:pt>
                <c:pt idx="8410">
                  <c:v>723.97299999999996</c:v>
                </c:pt>
                <c:pt idx="8411">
                  <c:v>724.05510000000004</c:v>
                </c:pt>
                <c:pt idx="8412">
                  <c:v>724.13879999999995</c:v>
                </c:pt>
                <c:pt idx="8413">
                  <c:v>724.22360000000003</c:v>
                </c:pt>
                <c:pt idx="8414">
                  <c:v>724.3057</c:v>
                </c:pt>
                <c:pt idx="8415">
                  <c:v>724.38909999999998</c:v>
                </c:pt>
                <c:pt idx="8416">
                  <c:v>724.47389999999996</c:v>
                </c:pt>
                <c:pt idx="8417">
                  <c:v>724.55539999999996</c:v>
                </c:pt>
                <c:pt idx="8418">
                  <c:v>724.63980000000004</c:v>
                </c:pt>
                <c:pt idx="8419">
                  <c:v>724.72140000000002</c:v>
                </c:pt>
                <c:pt idx="8420">
                  <c:v>724.80460000000005</c:v>
                </c:pt>
                <c:pt idx="8421">
                  <c:v>724.88909999999998</c:v>
                </c:pt>
                <c:pt idx="8422">
                  <c:v>724.97199999999998</c:v>
                </c:pt>
                <c:pt idx="8423">
                  <c:v>725.05679999999995</c:v>
                </c:pt>
                <c:pt idx="8424">
                  <c:v>725.14</c:v>
                </c:pt>
                <c:pt idx="8425">
                  <c:v>725.22389999999996</c:v>
                </c:pt>
                <c:pt idx="8426">
                  <c:v>725.30870000000004</c:v>
                </c:pt>
                <c:pt idx="8427">
                  <c:v>725.39160000000004</c:v>
                </c:pt>
                <c:pt idx="8428">
                  <c:v>725.47500000000002</c:v>
                </c:pt>
                <c:pt idx="8429">
                  <c:v>725.55809999999997</c:v>
                </c:pt>
                <c:pt idx="8430">
                  <c:v>725.64250000000004</c:v>
                </c:pt>
                <c:pt idx="8431">
                  <c:v>725.72699999999998</c:v>
                </c:pt>
                <c:pt idx="8432">
                  <c:v>725.80920000000003</c:v>
                </c:pt>
                <c:pt idx="8433">
                  <c:v>725.89300000000003</c:v>
                </c:pt>
                <c:pt idx="8434">
                  <c:v>725.97569999999996</c:v>
                </c:pt>
                <c:pt idx="8435">
                  <c:v>726.05809999999997</c:v>
                </c:pt>
                <c:pt idx="8436">
                  <c:v>726.14189999999996</c:v>
                </c:pt>
                <c:pt idx="8437">
                  <c:v>726.226</c:v>
                </c:pt>
                <c:pt idx="8438">
                  <c:v>726.3098</c:v>
                </c:pt>
                <c:pt idx="8439">
                  <c:v>726.39200000000005</c:v>
                </c:pt>
                <c:pt idx="8440">
                  <c:v>726.47529999999995</c:v>
                </c:pt>
                <c:pt idx="8441">
                  <c:v>726.56100000000004</c:v>
                </c:pt>
                <c:pt idx="8442">
                  <c:v>726.64300000000003</c:v>
                </c:pt>
                <c:pt idx="8443">
                  <c:v>726.72720000000004</c:v>
                </c:pt>
                <c:pt idx="8444">
                  <c:v>726.80939999999998</c:v>
                </c:pt>
                <c:pt idx="8445">
                  <c:v>726.89279999999997</c:v>
                </c:pt>
                <c:pt idx="8446">
                  <c:v>726.97569999999996</c:v>
                </c:pt>
                <c:pt idx="8447">
                  <c:v>727.06140000000005</c:v>
                </c:pt>
                <c:pt idx="8448">
                  <c:v>727.14279999999997</c:v>
                </c:pt>
                <c:pt idx="8449">
                  <c:v>727.22429999999997</c:v>
                </c:pt>
                <c:pt idx="8450">
                  <c:v>727.3066</c:v>
                </c:pt>
                <c:pt idx="8451">
                  <c:v>727.39160000000004</c:v>
                </c:pt>
                <c:pt idx="8452">
                  <c:v>727.47500000000002</c:v>
                </c:pt>
                <c:pt idx="8453">
                  <c:v>727.55679999999995</c:v>
                </c:pt>
                <c:pt idx="8454">
                  <c:v>727.64160000000004</c:v>
                </c:pt>
                <c:pt idx="8455">
                  <c:v>727.72360000000003</c:v>
                </c:pt>
                <c:pt idx="8456">
                  <c:v>727.80619999999999</c:v>
                </c:pt>
                <c:pt idx="8457">
                  <c:v>727.89160000000004</c:v>
                </c:pt>
                <c:pt idx="8458">
                  <c:v>727.97580000000005</c:v>
                </c:pt>
                <c:pt idx="8459">
                  <c:v>728.05709999999999</c:v>
                </c:pt>
                <c:pt idx="8460">
                  <c:v>728.14</c:v>
                </c:pt>
                <c:pt idx="8461">
                  <c:v>728.22529999999995</c:v>
                </c:pt>
                <c:pt idx="8462">
                  <c:v>728.3075</c:v>
                </c:pt>
                <c:pt idx="8463">
                  <c:v>728.39179999999999</c:v>
                </c:pt>
                <c:pt idx="8464">
                  <c:v>728.4742</c:v>
                </c:pt>
                <c:pt idx="8465">
                  <c:v>728.55740000000003</c:v>
                </c:pt>
                <c:pt idx="8466">
                  <c:v>728.64160000000004</c:v>
                </c:pt>
                <c:pt idx="8467">
                  <c:v>728.72439999999995</c:v>
                </c:pt>
                <c:pt idx="8468">
                  <c:v>728.80820000000006</c:v>
                </c:pt>
                <c:pt idx="8469">
                  <c:v>728.89059999999995</c:v>
                </c:pt>
                <c:pt idx="8470">
                  <c:v>728.97559999999999</c:v>
                </c:pt>
                <c:pt idx="8471">
                  <c:v>729.05780000000004</c:v>
                </c:pt>
                <c:pt idx="8472">
                  <c:v>729.14449999999999</c:v>
                </c:pt>
                <c:pt idx="8473">
                  <c:v>729.22590000000002</c:v>
                </c:pt>
                <c:pt idx="8474">
                  <c:v>729.31079999999997</c:v>
                </c:pt>
                <c:pt idx="8475">
                  <c:v>729.39400000000001</c:v>
                </c:pt>
                <c:pt idx="8476">
                  <c:v>729.47699999999998</c:v>
                </c:pt>
                <c:pt idx="8477">
                  <c:v>729.56119999999999</c:v>
                </c:pt>
                <c:pt idx="8478">
                  <c:v>729.64620000000002</c:v>
                </c:pt>
                <c:pt idx="8479">
                  <c:v>729.7296</c:v>
                </c:pt>
                <c:pt idx="8480">
                  <c:v>729.81449999999995</c:v>
                </c:pt>
                <c:pt idx="8481">
                  <c:v>729.89739999999995</c:v>
                </c:pt>
                <c:pt idx="8482">
                  <c:v>729.98099999999999</c:v>
                </c:pt>
                <c:pt idx="8483">
                  <c:v>730.06510000000003</c:v>
                </c:pt>
                <c:pt idx="8484">
                  <c:v>730.15</c:v>
                </c:pt>
                <c:pt idx="8485">
                  <c:v>730.23180000000002</c:v>
                </c:pt>
                <c:pt idx="8486">
                  <c:v>730.31550000000004</c:v>
                </c:pt>
                <c:pt idx="8487">
                  <c:v>730.40060000000005</c:v>
                </c:pt>
                <c:pt idx="8488">
                  <c:v>730.48530000000005</c:v>
                </c:pt>
                <c:pt idx="8489">
                  <c:v>730.57039999999995</c:v>
                </c:pt>
                <c:pt idx="8490">
                  <c:v>730.65319999999997</c:v>
                </c:pt>
                <c:pt idx="8491">
                  <c:v>730.73850000000004</c:v>
                </c:pt>
                <c:pt idx="8492">
                  <c:v>730.82190000000003</c:v>
                </c:pt>
                <c:pt idx="8493">
                  <c:v>730.90509999999995</c:v>
                </c:pt>
                <c:pt idx="8494">
                  <c:v>730.98739999999998</c:v>
                </c:pt>
                <c:pt idx="8495">
                  <c:v>731.0711</c:v>
                </c:pt>
                <c:pt idx="8496">
                  <c:v>731.154</c:v>
                </c:pt>
                <c:pt idx="8497">
                  <c:v>731.23900000000003</c:v>
                </c:pt>
                <c:pt idx="8498">
                  <c:v>731.32190000000003</c:v>
                </c:pt>
                <c:pt idx="8499">
                  <c:v>731.40380000000005</c:v>
                </c:pt>
                <c:pt idx="8500">
                  <c:v>731.48580000000004</c:v>
                </c:pt>
                <c:pt idx="8501">
                  <c:v>731.56859999999995</c:v>
                </c:pt>
                <c:pt idx="8502">
                  <c:v>731.65319999999997</c:v>
                </c:pt>
                <c:pt idx="8503">
                  <c:v>731.73620000000005</c:v>
                </c:pt>
                <c:pt idx="8504">
                  <c:v>731.82039999999995</c:v>
                </c:pt>
                <c:pt idx="8505">
                  <c:v>731.90430000000003</c:v>
                </c:pt>
                <c:pt idx="8506">
                  <c:v>731.98760000000004</c:v>
                </c:pt>
                <c:pt idx="8507">
                  <c:v>732.06949999999995</c:v>
                </c:pt>
                <c:pt idx="8508">
                  <c:v>732.15219999999999</c:v>
                </c:pt>
                <c:pt idx="8509">
                  <c:v>732.23680000000002</c:v>
                </c:pt>
                <c:pt idx="8510">
                  <c:v>732.32060000000001</c:v>
                </c:pt>
                <c:pt idx="8511">
                  <c:v>732.40239999999994</c:v>
                </c:pt>
                <c:pt idx="8512">
                  <c:v>732.48620000000005</c:v>
                </c:pt>
                <c:pt idx="8513">
                  <c:v>732.57060000000001</c:v>
                </c:pt>
                <c:pt idx="8514">
                  <c:v>732.65319999999997</c:v>
                </c:pt>
                <c:pt idx="8515">
                  <c:v>732.73530000000005</c:v>
                </c:pt>
                <c:pt idx="8516">
                  <c:v>732.81859999999995</c:v>
                </c:pt>
                <c:pt idx="8517">
                  <c:v>732.90309999999999</c:v>
                </c:pt>
                <c:pt idx="8518">
                  <c:v>732.98779999999999</c:v>
                </c:pt>
                <c:pt idx="8519">
                  <c:v>733.07119999999998</c:v>
                </c:pt>
                <c:pt idx="8520">
                  <c:v>733.154</c:v>
                </c:pt>
                <c:pt idx="8521">
                  <c:v>733.23689999999999</c:v>
                </c:pt>
                <c:pt idx="8522">
                  <c:v>733.32219999999995</c:v>
                </c:pt>
                <c:pt idx="8523">
                  <c:v>733.40599999999995</c:v>
                </c:pt>
                <c:pt idx="8524">
                  <c:v>733.48839999999996</c:v>
                </c:pt>
                <c:pt idx="8525">
                  <c:v>733.572</c:v>
                </c:pt>
                <c:pt idx="8526">
                  <c:v>733.65480000000002</c:v>
                </c:pt>
                <c:pt idx="8527">
                  <c:v>733.73969999999997</c:v>
                </c:pt>
                <c:pt idx="8528">
                  <c:v>733.82140000000004</c:v>
                </c:pt>
                <c:pt idx="8529">
                  <c:v>733.90459999999996</c:v>
                </c:pt>
                <c:pt idx="8530">
                  <c:v>733.98900000000003</c:v>
                </c:pt>
                <c:pt idx="8531">
                  <c:v>734.07140000000004</c:v>
                </c:pt>
                <c:pt idx="8532">
                  <c:v>734.154</c:v>
                </c:pt>
                <c:pt idx="8533">
                  <c:v>734.23760000000004</c:v>
                </c:pt>
                <c:pt idx="8534">
                  <c:v>734.32039999999995</c:v>
                </c:pt>
                <c:pt idx="8535">
                  <c:v>734.40599999999995</c:v>
                </c:pt>
                <c:pt idx="8536">
                  <c:v>734.48860000000002</c:v>
                </c:pt>
                <c:pt idx="8537">
                  <c:v>734.57299999999998</c:v>
                </c:pt>
                <c:pt idx="8538">
                  <c:v>734.65480000000002</c:v>
                </c:pt>
                <c:pt idx="8539">
                  <c:v>734.73800000000006</c:v>
                </c:pt>
                <c:pt idx="8540">
                  <c:v>734.8202</c:v>
                </c:pt>
                <c:pt idx="8541">
                  <c:v>734.90480000000002</c:v>
                </c:pt>
                <c:pt idx="8542">
                  <c:v>734.98710000000005</c:v>
                </c:pt>
                <c:pt idx="8543">
                  <c:v>735.07039999999995</c:v>
                </c:pt>
                <c:pt idx="8544">
                  <c:v>735.15440000000001</c:v>
                </c:pt>
                <c:pt idx="8545">
                  <c:v>735.23820000000001</c:v>
                </c:pt>
                <c:pt idx="8546">
                  <c:v>735.32119999999998</c:v>
                </c:pt>
                <c:pt idx="8547">
                  <c:v>735.40560000000005</c:v>
                </c:pt>
                <c:pt idx="8548">
                  <c:v>735.48879999999997</c:v>
                </c:pt>
                <c:pt idx="8549">
                  <c:v>735.57259999999997</c:v>
                </c:pt>
                <c:pt idx="8550">
                  <c:v>735.65530000000001</c:v>
                </c:pt>
                <c:pt idx="8551">
                  <c:v>735.73929999999996</c:v>
                </c:pt>
                <c:pt idx="8552">
                  <c:v>735.82050000000004</c:v>
                </c:pt>
                <c:pt idx="8553">
                  <c:v>735.90499999999997</c:v>
                </c:pt>
                <c:pt idx="8554">
                  <c:v>735.98620000000005</c:v>
                </c:pt>
                <c:pt idx="8555">
                  <c:v>736.06989999999996</c:v>
                </c:pt>
                <c:pt idx="8556">
                  <c:v>736.15440000000001</c:v>
                </c:pt>
                <c:pt idx="8557">
                  <c:v>736.23580000000004</c:v>
                </c:pt>
                <c:pt idx="8558">
                  <c:v>736.32039999999995</c:v>
                </c:pt>
                <c:pt idx="8559">
                  <c:v>736.40509999999995</c:v>
                </c:pt>
                <c:pt idx="8560">
                  <c:v>736.48839999999996</c:v>
                </c:pt>
                <c:pt idx="8561">
                  <c:v>736.57180000000005</c:v>
                </c:pt>
                <c:pt idx="8562">
                  <c:v>736.65620000000001</c:v>
                </c:pt>
                <c:pt idx="8563">
                  <c:v>736.73900000000003</c:v>
                </c:pt>
                <c:pt idx="8564">
                  <c:v>736.82060000000001</c:v>
                </c:pt>
                <c:pt idx="8565">
                  <c:v>736.90480000000002</c:v>
                </c:pt>
                <c:pt idx="8566">
                  <c:v>736.98779999999999</c:v>
                </c:pt>
                <c:pt idx="8567">
                  <c:v>737.07299999999998</c:v>
                </c:pt>
                <c:pt idx="8568">
                  <c:v>737.15740000000005</c:v>
                </c:pt>
                <c:pt idx="8569">
                  <c:v>737.24149999999997</c:v>
                </c:pt>
                <c:pt idx="8570">
                  <c:v>737.32389999999998</c:v>
                </c:pt>
                <c:pt idx="8571">
                  <c:v>737.40819999999997</c:v>
                </c:pt>
                <c:pt idx="8572">
                  <c:v>737.49210000000005</c:v>
                </c:pt>
                <c:pt idx="8573">
                  <c:v>737.57360000000006</c:v>
                </c:pt>
                <c:pt idx="8574">
                  <c:v>737.65710000000001</c:v>
                </c:pt>
                <c:pt idx="8575">
                  <c:v>737.74099999999999</c:v>
                </c:pt>
                <c:pt idx="8576">
                  <c:v>737.82500000000005</c:v>
                </c:pt>
                <c:pt idx="8577">
                  <c:v>737.90920000000006</c:v>
                </c:pt>
                <c:pt idx="8578">
                  <c:v>737.99199999999996</c:v>
                </c:pt>
                <c:pt idx="8579">
                  <c:v>738.07510000000002</c:v>
                </c:pt>
                <c:pt idx="8580">
                  <c:v>738.16070000000002</c:v>
                </c:pt>
                <c:pt idx="8581">
                  <c:v>738.24450000000002</c:v>
                </c:pt>
                <c:pt idx="8582">
                  <c:v>738.3288</c:v>
                </c:pt>
                <c:pt idx="8583">
                  <c:v>738.41279999999995</c:v>
                </c:pt>
                <c:pt idx="8584">
                  <c:v>738.49509999999998</c:v>
                </c:pt>
                <c:pt idx="8585">
                  <c:v>738.57929999999999</c:v>
                </c:pt>
                <c:pt idx="8586">
                  <c:v>738.66160000000002</c:v>
                </c:pt>
                <c:pt idx="8587">
                  <c:v>738.74620000000004</c:v>
                </c:pt>
                <c:pt idx="8588">
                  <c:v>738.82860000000005</c:v>
                </c:pt>
                <c:pt idx="8589">
                  <c:v>738.9126</c:v>
                </c:pt>
                <c:pt idx="8590">
                  <c:v>738.99570000000006</c:v>
                </c:pt>
                <c:pt idx="8591">
                  <c:v>739.07889999999998</c:v>
                </c:pt>
                <c:pt idx="8592">
                  <c:v>739.16089999999997</c:v>
                </c:pt>
                <c:pt idx="8593">
                  <c:v>739.24540000000002</c:v>
                </c:pt>
                <c:pt idx="8594">
                  <c:v>739.32809999999995</c:v>
                </c:pt>
                <c:pt idx="8595">
                  <c:v>739.41250000000002</c:v>
                </c:pt>
                <c:pt idx="8596">
                  <c:v>739.495</c:v>
                </c:pt>
                <c:pt idx="8597">
                  <c:v>739.57860000000005</c:v>
                </c:pt>
                <c:pt idx="8598">
                  <c:v>739.66300000000001</c:v>
                </c:pt>
                <c:pt idx="8599">
                  <c:v>739.74699999999996</c:v>
                </c:pt>
                <c:pt idx="8600">
                  <c:v>739.82799999999997</c:v>
                </c:pt>
                <c:pt idx="8601">
                  <c:v>739.91279999999995</c:v>
                </c:pt>
                <c:pt idx="8602">
                  <c:v>739.99800000000005</c:v>
                </c:pt>
                <c:pt idx="8603">
                  <c:v>740.08180000000004</c:v>
                </c:pt>
                <c:pt idx="8604">
                  <c:v>740.1626</c:v>
                </c:pt>
                <c:pt idx="8605">
                  <c:v>740.24860000000001</c:v>
                </c:pt>
                <c:pt idx="8606">
                  <c:v>740.33109999999999</c:v>
                </c:pt>
                <c:pt idx="8607">
                  <c:v>740.41510000000005</c:v>
                </c:pt>
                <c:pt idx="8608">
                  <c:v>740.49919999999997</c:v>
                </c:pt>
                <c:pt idx="8609">
                  <c:v>740.58209999999997</c:v>
                </c:pt>
                <c:pt idx="8610">
                  <c:v>740.66719999999998</c:v>
                </c:pt>
                <c:pt idx="8611">
                  <c:v>740.7491</c:v>
                </c:pt>
                <c:pt idx="8612">
                  <c:v>740.83209999999997</c:v>
                </c:pt>
                <c:pt idx="8613">
                  <c:v>740.91549999999995</c:v>
                </c:pt>
                <c:pt idx="8614">
                  <c:v>740.99800000000005</c:v>
                </c:pt>
                <c:pt idx="8615">
                  <c:v>741.08209999999997</c:v>
                </c:pt>
                <c:pt idx="8616">
                  <c:v>741.16399999999999</c:v>
                </c:pt>
                <c:pt idx="8617">
                  <c:v>741.24850000000004</c:v>
                </c:pt>
                <c:pt idx="8618">
                  <c:v>741.3288</c:v>
                </c:pt>
                <c:pt idx="8619">
                  <c:v>741.41309999999999</c:v>
                </c:pt>
                <c:pt idx="8620">
                  <c:v>741.49800000000005</c:v>
                </c:pt>
                <c:pt idx="8621">
                  <c:v>741.58109999999999</c:v>
                </c:pt>
                <c:pt idx="8622">
                  <c:v>741.66309999999999</c:v>
                </c:pt>
                <c:pt idx="8623">
                  <c:v>741.74649999999997</c:v>
                </c:pt>
                <c:pt idx="8624">
                  <c:v>741.83079999999995</c:v>
                </c:pt>
                <c:pt idx="8625">
                  <c:v>741.91300000000001</c:v>
                </c:pt>
                <c:pt idx="8626">
                  <c:v>741.99699999999996</c:v>
                </c:pt>
                <c:pt idx="8627">
                  <c:v>742.07899999999995</c:v>
                </c:pt>
                <c:pt idx="8628">
                  <c:v>742.1626</c:v>
                </c:pt>
                <c:pt idx="8629">
                  <c:v>742.24710000000005</c:v>
                </c:pt>
                <c:pt idx="8630">
                  <c:v>742.33050000000003</c:v>
                </c:pt>
                <c:pt idx="8631">
                  <c:v>742.41290000000004</c:v>
                </c:pt>
                <c:pt idx="8632">
                  <c:v>742.49680000000001</c:v>
                </c:pt>
                <c:pt idx="8633">
                  <c:v>742.58119999999997</c:v>
                </c:pt>
                <c:pt idx="8634">
                  <c:v>742.66399999999999</c:v>
                </c:pt>
                <c:pt idx="8635">
                  <c:v>742.74649999999997</c:v>
                </c:pt>
                <c:pt idx="8636">
                  <c:v>742.82960000000003</c:v>
                </c:pt>
                <c:pt idx="8637">
                  <c:v>742.91279999999995</c:v>
                </c:pt>
                <c:pt idx="8638">
                  <c:v>742.99559999999997</c:v>
                </c:pt>
                <c:pt idx="8639">
                  <c:v>743.07860000000005</c:v>
                </c:pt>
                <c:pt idx="8640">
                  <c:v>743.1626</c:v>
                </c:pt>
                <c:pt idx="8641">
                  <c:v>743.24800000000005</c:v>
                </c:pt>
                <c:pt idx="8642">
                  <c:v>743.33010000000002</c:v>
                </c:pt>
                <c:pt idx="8643">
                  <c:v>743.41219999999998</c:v>
                </c:pt>
                <c:pt idx="8644">
                  <c:v>743.49810000000002</c:v>
                </c:pt>
                <c:pt idx="8645">
                  <c:v>743.58130000000006</c:v>
                </c:pt>
                <c:pt idx="8646">
                  <c:v>743.66399999999999</c:v>
                </c:pt>
                <c:pt idx="8647">
                  <c:v>743.74800000000005</c:v>
                </c:pt>
                <c:pt idx="8648">
                  <c:v>743.83209999999997</c:v>
                </c:pt>
                <c:pt idx="8649">
                  <c:v>743.91560000000004</c:v>
                </c:pt>
                <c:pt idx="8650">
                  <c:v>743.99720000000002</c:v>
                </c:pt>
                <c:pt idx="8651">
                  <c:v>744.08240000000001</c:v>
                </c:pt>
                <c:pt idx="8652">
                  <c:v>744.16499999999996</c:v>
                </c:pt>
                <c:pt idx="8653">
                  <c:v>744.25080000000003</c:v>
                </c:pt>
                <c:pt idx="8654">
                  <c:v>744.33280000000002</c:v>
                </c:pt>
                <c:pt idx="8655">
                  <c:v>744.41719999999998</c:v>
                </c:pt>
                <c:pt idx="8656">
                  <c:v>744.49860000000001</c:v>
                </c:pt>
                <c:pt idx="8657">
                  <c:v>744.58500000000004</c:v>
                </c:pt>
                <c:pt idx="8658">
                  <c:v>744.66719999999998</c:v>
                </c:pt>
                <c:pt idx="8659">
                  <c:v>744.75099999999998</c:v>
                </c:pt>
                <c:pt idx="8660">
                  <c:v>744.8356</c:v>
                </c:pt>
                <c:pt idx="8661">
                  <c:v>744.91679999999997</c:v>
                </c:pt>
                <c:pt idx="8662">
                  <c:v>745.00310000000002</c:v>
                </c:pt>
                <c:pt idx="8663">
                  <c:v>745.08519999999999</c:v>
                </c:pt>
                <c:pt idx="8664">
                  <c:v>745.16790000000003</c:v>
                </c:pt>
                <c:pt idx="8665">
                  <c:v>745.25160000000005</c:v>
                </c:pt>
                <c:pt idx="8666">
                  <c:v>745.33780000000002</c:v>
                </c:pt>
                <c:pt idx="8667">
                  <c:v>745.4194</c:v>
                </c:pt>
                <c:pt idx="8668">
                  <c:v>745.50279999999998</c:v>
                </c:pt>
                <c:pt idx="8669">
                  <c:v>745.58519999999999</c:v>
                </c:pt>
                <c:pt idx="8670">
                  <c:v>745.66970000000003</c:v>
                </c:pt>
                <c:pt idx="8671">
                  <c:v>745.75</c:v>
                </c:pt>
                <c:pt idx="8672">
                  <c:v>745.83399999999995</c:v>
                </c:pt>
                <c:pt idx="8673">
                  <c:v>745.91800000000001</c:v>
                </c:pt>
                <c:pt idx="8674">
                  <c:v>746.00189999999998</c:v>
                </c:pt>
                <c:pt idx="8675">
                  <c:v>746.08370000000002</c:v>
                </c:pt>
                <c:pt idx="8676">
                  <c:v>746.16719999999998</c:v>
                </c:pt>
                <c:pt idx="8677">
                  <c:v>746.25220000000002</c:v>
                </c:pt>
                <c:pt idx="8678">
                  <c:v>746.33519999999999</c:v>
                </c:pt>
                <c:pt idx="8679">
                  <c:v>746.41840000000002</c:v>
                </c:pt>
                <c:pt idx="8680">
                  <c:v>746.50099999999998</c:v>
                </c:pt>
                <c:pt idx="8681">
                  <c:v>746.58579999999995</c:v>
                </c:pt>
                <c:pt idx="8682">
                  <c:v>746.66750000000002</c:v>
                </c:pt>
                <c:pt idx="8683">
                  <c:v>746.75139999999999</c:v>
                </c:pt>
                <c:pt idx="8684">
                  <c:v>746.83479999999997</c:v>
                </c:pt>
                <c:pt idx="8685">
                  <c:v>746.91890000000001</c:v>
                </c:pt>
                <c:pt idx="8686">
                  <c:v>747.0018</c:v>
                </c:pt>
                <c:pt idx="8687">
                  <c:v>747.08640000000003</c:v>
                </c:pt>
                <c:pt idx="8688">
                  <c:v>747.16920000000005</c:v>
                </c:pt>
                <c:pt idx="8689">
                  <c:v>747.25310000000002</c:v>
                </c:pt>
                <c:pt idx="8690">
                  <c:v>747.33590000000004</c:v>
                </c:pt>
                <c:pt idx="8691">
                  <c:v>747.42</c:v>
                </c:pt>
                <c:pt idx="8692">
                  <c:v>747.50530000000003</c:v>
                </c:pt>
                <c:pt idx="8693">
                  <c:v>747.58759999999995</c:v>
                </c:pt>
                <c:pt idx="8694">
                  <c:v>747.67049999999995</c:v>
                </c:pt>
                <c:pt idx="8695">
                  <c:v>747.75319999999999</c:v>
                </c:pt>
                <c:pt idx="8696">
                  <c:v>747.83810000000005</c:v>
                </c:pt>
                <c:pt idx="8697">
                  <c:v>747.92240000000004</c:v>
                </c:pt>
                <c:pt idx="8698">
                  <c:v>748.00620000000004</c:v>
                </c:pt>
                <c:pt idx="8699">
                  <c:v>748.09029999999996</c:v>
                </c:pt>
                <c:pt idx="8700">
                  <c:v>748.17259999999999</c:v>
                </c:pt>
                <c:pt idx="8701">
                  <c:v>748.25599999999997</c:v>
                </c:pt>
                <c:pt idx="8702">
                  <c:v>748.33910000000003</c:v>
                </c:pt>
                <c:pt idx="8703">
                  <c:v>748.423</c:v>
                </c:pt>
                <c:pt idx="8704">
                  <c:v>748.50450000000001</c:v>
                </c:pt>
                <c:pt idx="8705">
                  <c:v>748.58839999999998</c:v>
                </c:pt>
                <c:pt idx="8706">
                  <c:v>748.6712</c:v>
                </c:pt>
                <c:pt idx="8707">
                  <c:v>748.75450000000001</c:v>
                </c:pt>
                <c:pt idx="8708">
                  <c:v>748.83939999999996</c:v>
                </c:pt>
                <c:pt idx="8709">
                  <c:v>748.92060000000004</c:v>
                </c:pt>
                <c:pt idx="8710">
                  <c:v>749.00490000000002</c:v>
                </c:pt>
                <c:pt idx="8711">
                  <c:v>749.08960000000002</c:v>
                </c:pt>
                <c:pt idx="8712">
                  <c:v>749.17319999999995</c:v>
                </c:pt>
                <c:pt idx="8713">
                  <c:v>749.25639999999999</c:v>
                </c:pt>
                <c:pt idx="8714">
                  <c:v>749.33920000000001</c:v>
                </c:pt>
                <c:pt idx="8715">
                  <c:v>749.42489999999998</c:v>
                </c:pt>
                <c:pt idx="8716">
                  <c:v>749.51059999999995</c:v>
                </c:pt>
                <c:pt idx="8717">
                  <c:v>749.59379999999999</c:v>
                </c:pt>
                <c:pt idx="8718">
                  <c:v>749.67579999999998</c:v>
                </c:pt>
                <c:pt idx="8719">
                  <c:v>749.75699999999995</c:v>
                </c:pt>
                <c:pt idx="8720">
                  <c:v>749.84119999999996</c:v>
                </c:pt>
                <c:pt idx="8721">
                  <c:v>749.92359999999996</c:v>
                </c:pt>
                <c:pt idx="8722">
                  <c:v>750.00739999999996</c:v>
                </c:pt>
                <c:pt idx="8723">
                  <c:v>750.09249999999997</c:v>
                </c:pt>
                <c:pt idx="8724">
                  <c:v>750.17499999999995</c:v>
                </c:pt>
                <c:pt idx="8725">
                  <c:v>750.25900000000001</c:v>
                </c:pt>
                <c:pt idx="8726">
                  <c:v>750.34069999999997</c:v>
                </c:pt>
                <c:pt idx="8727">
                  <c:v>750.42529999999999</c:v>
                </c:pt>
                <c:pt idx="8728">
                  <c:v>750.51049999999998</c:v>
                </c:pt>
                <c:pt idx="8729">
                  <c:v>750.59400000000005</c:v>
                </c:pt>
                <c:pt idx="8730">
                  <c:v>750.67660000000001</c:v>
                </c:pt>
                <c:pt idx="8731">
                  <c:v>750.75890000000004</c:v>
                </c:pt>
                <c:pt idx="8732">
                  <c:v>750.84190000000001</c:v>
                </c:pt>
                <c:pt idx="8733">
                  <c:v>750.92430000000002</c:v>
                </c:pt>
                <c:pt idx="8734">
                  <c:v>751.00850000000003</c:v>
                </c:pt>
                <c:pt idx="8735">
                  <c:v>751.09339999999997</c:v>
                </c:pt>
                <c:pt idx="8736">
                  <c:v>751.17579999999998</c:v>
                </c:pt>
                <c:pt idx="8737">
                  <c:v>751.2568</c:v>
                </c:pt>
                <c:pt idx="8738">
                  <c:v>751.34</c:v>
                </c:pt>
                <c:pt idx="8739">
                  <c:v>751.42420000000004</c:v>
                </c:pt>
                <c:pt idx="8740">
                  <c:v>751.50699999999995</c:v>
                </c:pt>
                <c:pt idx="8741">
                  <c:v>751.58979999999997</c:v>
                </c:pt>
                <c:pt idx="8742">
                  <c:v>751.67280000000005</c:v>
                </c:pt>
                <c:pt idx="8743">
                  <c:v>751.75710000000004</c:v>
                </c:pt>
                <c:pt idx="8744">
                  <c:v>751.83950000000004</c:v>
                </c:pt>
                <c:pt idx="8745">
                  <c:v>751.92319999999995</c:v>
                </c:pt>
                <c:pt idx="8746">
                  <c:v>752.00630000000001</c:v>
                </c:pt>
                <c:pt idx="8747">
                  <c:v>752.08910000000003</c:v>
                </c:pt>
                <c:pt idx="8748">
                  <c:v>752.17449999999997</c:v>
                </c:pt>
                <c:pt idx="8749">
                  <c:v>752.25819999999999</c:v>
                </c:pt>
                <c:pt idx="8750">
                  <c:v>752.34079999999994</c:v>
                </c:pt>
                <c:pt idx="8751">
                  <c:v>752.42420000000004</c:v>
                </c:pt>
                <c:pt idx="8752">
                  <c:v>752.5068</c:v>
                </c:pt>
                <c:pt idx="8753">
                  <c:v>752.58879999999999</c:v>
                </c:pt>
                <c:pt idx="8754">
                  <c:v>752.67349999999999</c:v>
                </c:pt>
                <c:pt idx="8755">
                  <c:v>752.75760000000002</c:v>
                </c:pt>
                <c:pt idx="8756">
                  <c:v>752.84100000000001</c:v>
                </c:pt>
                <c:pt idx="8757">
                  <c:v>752.92589999999996</c:v>
                </c:pt>
                <c:pt idx="8758">
                  <c:v>753.01080000000002</c:v>
                </c:pt>
                <c:pt idx="8759">
                  <c:v>753.09360000000004</c:v>
                </c:pt>
                <c:pt idx="8760">
                  <c:v>753.17639999999994</c:v>
                </c:pt>
                <c:pt idx="8761">
                  <c:v>753.25900000000001</c:v>
                </c:pt>
                <c:pt idx="8762">
                  <c:v>753.34119999999996</c:v>
                </c:pt>
                <c:pt idx="8763">
                  <c:v>753.42529999999999</c:v>
                </c:pt>
                <c:pt idx="8764">
                  <c:v>753.50800000000004</c:v>
                </c:pt>
                <c:pt idx="8765">
                  <c:v>753.59190000000001</c:v>
                </c:pt>
                <c:pt idx="8766">
                  <c:v>753.67570000000001</c:v>
                </c:pt>
                <c:pt idx="8767">
                  <c:v>753.75879999999995</c:v>
                </c:pt>
                <c:pt idx="8768">
                  <c:v>753.84280000000001</c:v>
                </c:pt>
                <c:pt idx="8769">
                  <c:v>753.92489999999998</c:v>
                </c:pt>
                <c:pt idx="8770">
                  <c:v>754.01009999999997</c:v>
                </c:pt>
                <c:pt idx="8771">
                  <c:v>754.09439999999995</c:v>
                </c:pt>
                <c:pt idx="8772">
                  <c:v>754.17679999999996</c:v>
                </c:pt>
                <c:pt idx="8773">
                  <c:v>754.25940000000003</c:v>
                </c:pt>
                <c:pt idx="8774">
                  <c:v>754.34259999999995</c:v>
                </c:pt>
                <c:pt idx="8775">
                  <c:v>754.42660000000001</c:v>
                </c:pt>
                <c:pt idx="8776">
                  <c:v>754.51099999999997</c:v>
                </c:pt>
                <c:pt idx="8777">
                  <c:v>754.5942</c:v>
                </c:pt>
                <c:pt idx="8778">
                  <c:v>754.67819999999995</c:v>
                </c:pt>
                <c:pt idx="8779">
                  <c:v>754.76089999999999</c:v>
                </c:pt>
                <c:pt idx="8780">
                  <c:v>754.84550000000002</c:v>
                </c:pt>
                <c:pt idx="8781">
                  <c:v>754.92899999999997</c:v>
                </c:pt>
                <c:pt idx="8782">
                  <c:v>755.01160000000004</c:v>
                </c:pt>
                <c:pt idx="8783">
                  <c:v>755.09439999999995</c:v>
                </c:pt>
                <c:pt idx="8784">
                  <c:v>755.17819999999995</c:v>
                </c:pt>
                <c:pt idx="8785">
                  <c:v>755.26089999999999</c:v>
                </c:pt>
                <c:pt idx="8786">
                  <c:v>755.34550000000002</c:v>
                </c:pt>
                <c:pt idx="8787">
                  <c:v>755.42679999999996</c:v>
                </c:pt>
                <c:pt idx="8788">
                  <c:v>755.51070000000004</c:v>
                </c:pt>
                <c:pt idx="8789">
                  <c:v>755.59259999999995</c:v>
                </c:pt>
                <c:pt idx="8790">
                  <c:v>755.67679999999996</c:v>
                </c:pt>
                <c:pt idx="8791">
                  <c:v>755.76020000000005</c:v>
                </c:pt>
                <c:pt idx="8792">
                  <c:v>755.84249999999997</c:v>
                </c:pt>
                <c:pt idx="8793">
                  <c:v>755.92700000000002</c:v>
                </c:pt>
                <c:pt idx="8794">
                  <c:v>756.01160000000004</c:v>
                </c:pt>
                <c:pt idx="8795">
                  <c:v>756.09400000000005</c:v>
                </c:pt>
                <c:pt idx="8796">
                  <c:v>756.17700000000002</c:v>
                </c:pt>
                <c:pt idx="8797">
                  <c:v>756.25969999999995</c:v>
                </c:pt>
                <c:pt idx="8798">
                  <c:v>756.34140000000002</c:v>
                </c:pt>
                <c:pt idx="8799">
                  <c:v>756.42510000000004</c:v>
                </c:pt>
                <c:pt idx="8800">
                  <c:v>756.51030000000003</c:v>
                </c:pt>
                <c:pt idx="8801">
                  <c:v>756.59280000000001</c:v>
                </c:pt>
                <c:pt idx="8802">
                  <c:v>756.67449999999997</c:v>
                </c:pt>
                <c:pt idx="8803">
                  <c:v>756.75900000000001</c:v>
                </c:pt>
                <c:pt idx="8804">
                  <c:v>756.84140000000002</c:v>
                </c:pt>
                <c:pt idx="8805">
                  <c:v>756.92510000000004</c:v>
                </c:pt>
                <c:pt idx="8806">
                  <c:v>757.00779999999997</c:v>
                </c:pt>
                <c:pt idx="8807">
                  <c:v>757.09180000000003</c:v>
                </c:pt>
                <c:pt idx="8808">
                  <c:v>757.17629999999997</c:v>
                </c:pt>
                <c:pt idx="8809">
                  <c:v>757.25869999999998</c:v>
                </c:pt>
                <c:pt idx="8810">
                  <c:v>757.34349999999995</c:v>
                </c:pt>
                <c:pt idx="8811">
                  <c:v>757.42719999999997</c:v>
                </c:pt>
                <c:pt idx="8812">
                  <c:v>757.51</c:v>
                </c:pt>
                <c:pt idx="8813">
                  <c:v>757.59299999999996</c:v>
                </c:pt>
                <c:pt idx="8814">
                  <c:v>757.67610000000002</c:v>
                </c:pt>
                <c:pt idx="8815">
                  <c:v>757.76009999999997</c:v>
                </c:pt>
                <c:pt idx="8816">
                  <c:v>757.8442</c:v>
                </c:pt>
                <c:pt idx="8817">
                  <c:v>757.92849999999999</c:v>
                </c:pt>
                <c:pt idx="8818">
                  <c:v>758.01179999999999</c:v>
                </c:pt>
                <c:pt idx="8819">
                  <c:v>758.096</c:v>
                </c:pt>
                <c:pt idx="8820">
                  <c:v>758.17960000000005</c:v>
                </c:pt>
                <c:pt idx="8821">
                  <c:v>758.26099999999997</c:v>
                </c:pt>
                <c:pt idx="8822">
                  <c:v>758.34320000000002</c:v>
                </c:pt>
                <c:pt idx="8823">
                  <c:v>758.42870000000005</c:v>
                </c:pt>
                <c:pt idx="8824">
                  <c:v>758.51260000000002</c:v>
                </c:pt>
                <c:pt idx="8825">
                  <c:v>758.59680000000003</c:v>
                </c:pt>
                <c:pt idx="8826">
                  <c:v>758.68029999999999</c:v>
                </c:pt>
                <c:pt idx="8827">
                  <c:v>758.76319999999998</c:v>
                </c:pt>
                <c:pt idx="8828">
                  <c:v>758.84519999999998</c:v>
                </c:pt>
                <c:pt idx="8829">
                  <c:v>758.9298</c:v>
                </c:pt>
                <c:pt idx="8830">
                  <c:v>759.01239999999996</c:v>
                </c:pt>
                <c:pt idx="8831">
                  <c:v>759.09780000000001</c:v>
                </c:pt>
                <c:pt idx="8832">
                  <c:v>759.17840000000001</c:v>
                </c:pt>
                <c:pt idx="8833">
                  <c:v>759.26160000000004</c:v>
                </c:pt>
                <c:pt idx="8834">
                  <c:v>759.34519999999998</c:v>
                </c:pt>
                <c:pt idx="8835">
                  <c:v>759.42920000000004</c:v>
                </c:pt>
                <c:pt idx="8836">
                  <c:v>759.51319999999998</c:v>
                </c:pt>
                <c:pt idx="8837">
                  <c:v>759.59519999999998</c:v>
                </c:pt>
                <c:pt idx="8838">
                  <c:v>759.68119999999999</c:v>
                </c:pt>
                <c:pt idx="8839">
                  <c:v>759.7636</c:v>
                </c:pt>
                <c:pt idx="8840">
                  <c:v>759.84780000000001</c:v>
                </c:pt>
                <c:pt idx="8841">
                  <c:v>759.93</c:v>
                </c:pt>
                <c:pt idx="8842">
                  <c:v>760.01499999999999</c:v>
                </c:pt>
                <c:pt idx="8843">
                  <c:v>760.09820000000002</c:v>
                </c:pt>
                <c:pt idx="8844">
                  <c:v>760.1798</c:v>
                </c:pt>
                <c:pt idx="8845">
                  <c:v>760.26340000000005</c:v>
                </c:pt>
                <c:pt idx="8846">
                  <c:v>760.34559999999999</c:v>
                </c:pt>
                <c:pt idx="8847">
                  <c:v>760.43039999999996</c:v>
                </c:pt>
                <c:pt idx="8848">
                  <c:v>760.51189999999997</c:v>
                </c:pt>
                <c:pt idx="8849">
                  <c:v>760.59780000000001</c:v>
                </c:pt>
                <c:pt idx="8850">
                  <c:v>760.67949999999996</c:v>
                </c:pt>
                <c:pt idx="8851">
                  <c:v>760.76279999999997</c:v>
                </c:pt>
                <c:pt idx="8852">
                  <c:v>760.84680000000003</c:v>
                </c:pt>
                <c:pt idx="8853">
                  <c:v>760.93060000000003</c:v>
                </c:pt>
                <c:pt idx="8854">
                  <c:v>761.01319999999998</c:v>
                </c:pt>
                <c:pt idx="8855">
                  <c:v>761.09659999999997</c:v>
                </c:pt>
                <c:pt idx="8856">
                  <c:v>761.17949999999996</c:v>
                </c:pt>
                <c:pt idx="8857">
                  <c:v>761.26239999999996</c:v>
                </c:pt>
                <c:pt idx="8858">
                  <c:v>761.34490000000005</c:v>
                </c:pt>
                <c:pt idx="8859">
                  <c:v>761.42750000000001</c:v>
                </c:pt>
                <c:pt idx="8860">
                  <c:v>761.51120000000003</c:v>
                </c:pt>
                <c:pt idx="8861">
                  <c:v>761.59379999999999</c:v>
                </c:pt>
                <c:pt idx="8862">
                  <c:v>761.67880000000002</c:v>
                </c:pt>
                <c:pt idx="8863">
                  <c:v>761.76279999999997</c:v>
                </c:pt>
                <c:pt idx="8864">
                  <c:v>761.84580000000005</c:v>
                </c:pt>
                <c:pt idx="8865">
                  <c:v>761.92840000000001</c:v>
                </c:pt>
                <c:pt idx="8866">
                  <c:v>762.01379999999995</c:v>
                </c:pt>
                <c:pt idx="8867">
                  <c:v>762.09640000000002</c:v>
                </c:pt>
                <c:pt idx="8868">
                  <c:v>762.18050000000005</c:v>
                </c:pt>
                <c:pt idx="8869">
                  <c:v>762.26289999999995</c:v>
                </c:pt>
                <c:pt idx="8870">
                  <c:v>762.34680000000003</c:v>
                </c:pt>
                <c:pt idx="8871">
                  <c:v>762.43029999999999</c:v>
                </c:pt>
                <c:pt idx="8872">
                  <c:v>762.51400000000001</c:v>
                </c:pt>
                <c:pt idx="8873">
                  <c:v>762.59680000000003</c:v>
                </c:pt>
                <c:pt idx="8874">
                  <c:v>762.67949999999996</c:v>
                </c:pt>
                <c:pt idx="8875">
                  <c:v>762.7645</c:v>
                </c:pt>
                <c:pt idx="8876">
                  <c:v>762.84569999999997</c:v>
                </c:pt>
                <c:pt idx="8877">
                  <c:v>762.93</c:v>
                </c:pt>
                <c:pt idx="8878">
                  <c:v>763.01639999999998</c:v>
                </c:pt>
                <c:pt idx="8879">
                  <c:v>763.09929999999997</c:v>
                </c:pt>
                <c:pt idx="8880">
                  <c:v>763.18050000000005</c:v>
                </c:pt>
                <c:pt idx="8881">
                  <c:v>763.26520000000005</c:v>
                </c:pt>
                <c:pt idx="8882">
                  <c:v>763.34990000000005</c:v>
                </c:pt>
                <c:pt idx="8883">
                  <c:v>763.43110000000001</c:v>
                </c:pt>
                <c:pt idx="8884">
                  <c:v>763.51549999999997</c:v>
                </c:pt>
                <c:pt idx="8885">
                  <c:v>763.59739999999999</c:v>
                </c:pt>
                <c:pt idx="8886">
                  <c:v>763.68119999999999</c:v>
                </c:pt>
                <c:pt idx="8887">
                  <c:v>763.76459999999997</c:v>
                </c:pt>
                <c:pt idx="8888">
                  <c:v>763.84739999999999</c:v>
                </c:pt>
                <c:pt idx="8889">
                  <c:v>763.93119999999999</c:v>
                </c:pt>
                <c:pt idx="8890">
                  <c:v>764.01739999999995</c:v>
                </c:pt>
                <c:pt idx="8891">
                  <c:v>764.09910000000002</c:v>
                </c:pt>
                <c:pt idx="8892">
                  <c:v>764.18240000000003</c:v>
                </c:pt>
                <c:pt idx="8893">
                  <c:v>764.26440000000002</c:v>
                </c:pt>
                <c:pt idx="8894">
                  <c:v>764.34810000000004</c:v>
                </c:pt>
                <c:pt idx="8895">
                  <c:v>764.43219999999997</c:v>
                </c:pt>
                <c:pt idx="8896">
                  <c:v>764.5163</c:v>
                </c:pt>
                <c:pt idx="8897">
                  <c:v>764.59910000000002</c:v>
                </c:pt>
                <c:pt idx="8898">
                  <c:v>764.68100000000004</c:v>
                </c:pt>
                <c:pt idx="8899">
                  <c:v>764.76559999999995</c:v>
                </c:pt>
                <c:pt idx="8900">
                  <c:v>764.84820000000002</c:v>
                </c:pt>
                <c:pt idx="8901">
                  <c:v>764.9316</c:v>
                </c:pt>
                <c:pt idx="8902">
                  <c:v>765.01440000000002</c:v>
                </c:pt>
                <c:pt idx="8903">
                  <c:v>765.09720000000004</c:v>
                </c:pt>
                <c:pt idx="8904">
                  <c:v>765.1816</c:v>
                </c:pt>
                <c:pt idx="8905">
                  <c:v>765.26570000000004</c:v>
                </c:pt>
                <c:pt idx="8906">
                  <c:v>765.34789999999998</c:v>
                </c:pt>
                <c:pt idx="8907">
                  <c:v>765.43190000000004</c:v>
                </c:pt>
                <c:pt idx="8908">
                  <c:v>765.51400000000001</c:v>
                </c:pt>
                <c:pt idx="8909">
                  <c:v>765.59749999999997</c:v>
                </c:pt>
                <c:pt idx="8910">
                  <c:v>765.68209999999999</c:v>
                </c:pt>
                <c:pt idx="8911">
                  <c:v>765.76499999999999</c:v>
                </c:pt>
                <c:pt idx="8912">
                  <c:v>765.84950000000003</c:v>
                </c:pt>
                <c:pt idx="8913">
                  <c:v>765.93420000000003</c:v>
                </c:pt>
                <c:pt idx="8914">
                  <c:v>766.01610000000005</c:v>
                </c:pt>
                <c:pt idx="8915">
                  <c:v>766.09789999999998</c:v>
                </c:pt>
                <c:pt idx="8916">
                  <c:v>766.1816</c:v>
                </c:pt>
                <c:pt idx="8917">
                  <c:v>766.26570000000004</c:v>
                </c:pt>
                <c:pt idx="8918">
                  <c:v>766.34879999999998</c:v>
                </c:pt>
                <c:pt idx="8919">
                  <c:v>766.43290000000002</c:v>
                </c:pt>
                <c:pt idx="8920">
                  <c:v>766.51559999999995</c:v>
                </c:pt>
                <c:pt idx="8921">
                  <c:v>766.60080000000005</c:v>
                </c:pt>
                <c:pt idx="8922">
                  <c:v>766.68190000000004</c:v>
                </c:pt>
                <c:pt idx="8923">
                  <c:v>766.76570000000004</c:v>
                </c:pt>
                <c:pt idx="8924">
                  <c:v>766.85180000000003</c:v>
                </c:pt>
                <c:pt idx="8925">
                  <c:v>766.93489999999997</c:v>
                </c:pt>
                <c:pt idx="8926">
                  <c:v>767.01790000000005</c:v>
                </c:pt>
                <c:pt idx="8927">
                  <c:v>767.10149999999999</c:v>
                </c:pt>
                <c:pt idx="8928">
                  <c:v>767.18470000000002</c:v>
                </c:pt>
                <c:pt idx="8929">
                  <c:v>767.2672</c:v>
                </c:pt>
                <c:pt idx="8930">
                  <c:v>767.35029999999995</c:v>
                </c:pt>
                <c:pt idx="8931">
                  <c:v>767.43449999999996</c:v>
                </c:pt>
                <c:pt idx="8932">
                  <c:v>767.51750000000004</c:v>
                </c:pt>
                <c:pt idx="8933">
                  <c:v>767.60260000000005</c:v>
                </c:pt>
                <c:pt idx="8934">
                  <c:v>767.68430000000001</c:v>
                </c:pt>
                <c:pt idx="8935">
                  <c:v>767.76940000000002</c:v>
                </c:pt>
                <c:pt idx="8936">
                  <c:v>767.85180000000003</c:v>
                </c:pt>
                <c:pt idx="8937">
                  <c:v>767.93550000000005</c:v>
                </c:pt>
                <c:pt idx="8938">
                  <c:v>768.01800000000003</c:v>
                </c:pt>
                <c:pt idx="8939">
                  <c:v>768.10400000000004</c:v>
                </c:pt>
                <c:pt idx="8940">
                  <c:v>768.18780000000004</c:v>
                </c:pt>
                <c:pt idx="8941">
                  <c:v>768.27149999999995</c:v>
                </c:pt>
                <c:pt idx="8942">
                  <c:v>768.35400000000004</c:v>
                </c:pt>
                <c:pt idx="8943">
                  <c:v>768.43780000000004</c:v>
                </c:pt>
                <c:pt idx="8944">
                  <c:v>768.5222</c:v>
                </c:pt>
                <c:pt idx="8945">
                  <c:v>768.60400000000004</c:v>
                </c:pt>
                <c:pt idx="8946">
                  <c:v>768.68700000000001</c:v>
                </c:pt>
                <c:pt idx="8947">
                  <c:v>768.76900000000001</c:v>
                </c:pt>
                <c:pt idx="8948">
                  <c:v>768.85159999999996</c:v>
                </c:pt>
                <c:pt idx="8949">
                  <c:v>768.93550000000005</c:v>
                </c:pt>
                <c:pt idx="8950">
                  <c:v>769.02099999999996</c:v>
                </c:pt>
                <c:pt idx="8951">
                  <c:v>769.10479999999995</c:v>
                </c:pt>
                <c:pt idx="8952">
                  <c:v>769.18719999999996</c:v>
                </c:pt>
                <c:pt idx="8953">
                  <c:v>769.26800000000003</c:v>
                </c:pt>
                <c:pt idx="8954">
                  <c:v>769.35339999999997</c:v>
                </c:pt>
                <c:pt idx="8955">
                  <c:v>769.43619999999999</c:v>
                </c:pt>
                <c:pt idx="8956">
                  <c:v>769.51940000000002</c:v>
                </c:pt>
                <c:pt idx="8957">
                  <c:v>769.6028</c:v>
                </c:pt>
                <c:pt idx="8958">
                  <c:v>769.68579999999997</c:v>
                </c:pt>
                <c:pt idx="8959">
                  <c:v>769.77</c:v>
                </c:pt>
                <c:pt idx="8960">
                  <c:v>769.85299999999995</c:v>
                </c:pt>
                <c:pt idx="8961">
                  <c:v>769.93619999999999</c:v>
                </c:pt>
                <c:pt idx="8962">
                  <c:v>770.01900000000001</c:v>
                </c:pt>
                <c:pt idx="8963">
                  <c:v>770.10220000000004</c:v>
                </c:pt>
                <c:pt idx="8964">
                  <c:v>770.1866</c:v>
                </c:pt>
                <c:pt idx="8965">
                  <c:v>770.2722</c:v>
                </c:pt>
                <c:pt idx="8966">
                  <c:v>770.35299999999995</c:v>
                </c:pt>
                <c:pt idx="8967">
                  <c:v>770.43740000000003</c:v>
                </c:pt>
                <c:pt idx="8968">
                  <c:v>770.52</c:v>
                </c:pt>
                <c:pt idx="8969">
                  <c:v>770.60320000000002</c:v>
                </c:pt>
                <c:pt idx="8970">
                  <c:v>770.68719999999996</c:v>
                </c:pt>
                <c:pt idx="8971">
                  <c:v>770.77009999999996</c:v>
                </c:pt>
                <c:pt idx="8972">
                  <c:v>770.85339999999997</c:v>
                </c:pt>
                <c:pt idx="8973">
                  <c:v>770.93889999999999</c:v>
                </c:pt>
                <c:pt idx="8974">
                  <c:v>771.0222</c:v>
                </c:pt>
                <c:pt idx="8975">
                  <c:v>771.10500000000002</c:v>
                </c:pt>
                <c:pt idx="8976">
                  <c:v>771.18849999999998</c:v>
                </c:pt>
                <c:pt idx="8977">
                  <c:v>771.2731</c:v>
                </c:pt>
                <c:pt idx="8978">
                  <c:v>771.35569999999996</c:v>
                </c:pt>
                <c:pt idx="8979">
                  <c:v>771.43700000000001</c:v>
                </c:pt>
                <c:pt idx="8980">
                  <c:v>771.52120000000002</c:v>
                </c:pt>
                <c:pt idx="8981">
                  <c:v>771.60599999999999</c:v>
                </c:pt>
                <c:pt idx="8982">
                  <c:v>771.69029999999998</c:v>
                </c:pt>
                <c:pt idx="8983">
                  <c:v>771.77160000000003</c:v>
                </c:pt>
                <c:pt idx="8984">
                  <c:v>771.85500000000002</c:v>
                </c:pt>
                <c:pt idx="8985">
                  <c:v>771.94069999999999</c:v>
                </c:pt>
                <c:pt idx="8986">
                  <c:v>772.02260000000001</c:v>
                </c:pt>
                <c:pt idx="8987">
                  <c:v>772.10649999999998</c:v>
                </c:pt>
                <c:pt idx="8988">
                  <c:v>772.19090000000006</c:v>
                </c:pt>
                <c:pt idx="8989">
                  <c:v>772.27250000000004</c:v>
                </c:pt>
                <c:pt idx="8990">
                  <c:v>772.35699999999997</c:v>
                </c:pt>
                <c:pt idx="8991">
                  <c:v>772.44050000000004</c:v>
                </c:pt>
                <c:pt idx="8992">
                  <c:v>772.52440000000001</c:v>
                </c:pt>
                <c:pt idx="8993">
                  <c:v>772.60619999999994</c:v>
                </c:pt>
                <c:pt idx="8994">
                  <c:v>772.69090000000006</c:v>
                </c:pt>
                <c:pt idx="8995">
                  <c:v>772.77340000000004</c:v>
                </c:pt>
                <c:pt idx="8996">
                  <c:v>772.85760000000005</c:v>
                </c:pt>
                <c:pt idx="8997">
                  <c:v>772.94100000000003</c:v>
                </c:pt>
                <c:pt idx="8998">
                  <c:v>773.02449999999999</c:v>
                </c:pt>
                <c:pt idx="8999">
                  <c:v>773.10919999999999</c:v>
                </c:pt>
                <c:pt idx="9000">
                  <c:v>773.19159999999999</c:v>
                </c:pt>
                <c:pt idx="9001">
                  <c:v>773.27509999999995</c:v>
                </c:pt>
                <c:pt idx="9002">
                  <c:v>773.36019999999996</c:v>
                </c:pt>
                <c:pt idx="9003">
                  <c:v>773.44200000000001</c:v>
                </c:pt>
                <c:pt idx="9004">
                  <c:v>773.52530000000002</c:v>
                </c:pt>
                <c:pt idx="9005">
                  <c:v>773.6078</c:v>
                </c:pt>
                <c:pt idx="9006">
                  <c:v>773.69129999999996</c:v>
                </c:pt>
                <c:pt idx="9007">
                  <c:v>773.77549999999997</c:v>
                </c:pt>
                <c:pt idx="9008">
                  <c:v>773.85760000000005</c:v>
                </c:pt>
                <c:pt idx="9009">
                  <c:v>773.94299999999998</c:v>
                </c:pt>
                <c:pt idx="9010">
                  <c:v>774.02390000000003</c:v>
                </c:pt>
                <c:pt idx="9011">
                  <c:v>774.10879999999997</c:v>
                </c:pt>
                <c:pt idx="9012">
                  <c:v>774.19190000000003</c:v>
                </c:pt>
                <c:pt idx="9013">
                  <c:v>774.27610000000004</c:v>
                </c:pt>
                <c:pt idx="9014">
                  <c:v>774.35910000000001</c:v>
                </c:pt>
                <c:pt idx="9015">
                  <c:v>774.44259999999997</c:v>
                </c:pt>
                <c:pt idx="9016">
                  <c:v>774.52689999999996</c:v>
                </c:pt>
                <c:pt idx="9017">
                  <c:v>774.60950000000003</c:v>
                </c:pt>
                <c:pt idx="9018">
                  <c:v>774.69159999999999</c:v>
                </c:pt>
                <c:pt idx="9019">
                  <c:v>774.77599999999995</c:v>
                </c:pt>
                <c:pt idx="9020">
                  <c:v>774.85839999999996</c:v>
                </c:pt>
                <c:pt idx="9021">
                  <c:v>774.94299999999998</c:v>
                </c:pt>
                <c:pt idx="9022">
                  <c:v>775.02660000000003</c:v>
                </c:pt>
                <c:pt idx="9023">
                  <c:v>775.10900000000004</c:v>
                </c:pt>
                <c:pt idx="9024">
                  <c:v>775.19380000000001</c:v>
                </c:pt>
                <c:pt idx="9025">
                  <c:v>775.27679999999998</c:v>
                </c:pt>
                <c:pt idx="9026">
                  <c:v>775.36109999999996</c:v>
                </c:pt>
                <c:pt idx="9027">
                  <c:v>775.44529999999997</c:v>
                </c:pt>
                <c:pt idx="9028">
                  <c:v>775.52650000000006</c:v>
                </c:pt>
                <c:pt idx="9029">
                  <c:v>775.61220000000003</c:v>
                </c:pt>
                <c:pt idx="9030">
                  <c:v>775.69389999999999</c:v>
                </c:pt>
                <c:pt idx="9031">
                  <c:v>775.77880000000005</c:v>
                </c:pt>
                <c:pt idx="9032">
                  <c:v>775.86260000000004</c:v>
                </c:pt>
                <c:pt idx="9033">
                  <c:v>775.94500000000005</c:v>
                </c:pt>
                <c:pt idx="9034">
                  <c:v>776.029</c:v>
                </c:pt>
                <c:pt idx="9035">
                  <c:v>776.1114</c:v>
                </c:pt>
                <c:pt idx="9036">
                  <c:v>776.19280000000003</c:v>
                </c:pt>
                <c:pt idx="9037">
                  <c:v>776.27739999999994</c:v>
                </c:pt>
                <c:pt idx="9038">
                  <c:v>776.36260000000004</c:v>
                </c:pt>
                <c:pt idx="9039">
                  <c:v>776.44680000000005</c:v>
                </c:pt>
                <c:pt idx="9040">
                  <c:v>776.52859999999998</c:v>
                </c:pt>
                <c:pt idx="9041">
                  <c:v>776.61030000000005</c:v>
                </c:pt>
                <c:pt idx="9042">
                  <c:v>776.69579999999996</c:v>
                </c:pt>
                <c:pt idx="9043">
                  <c:v>776.77790000000005</c:v>
                </c:pt>
                <c:pt idx="9044">
                  <c:v>776.86180000000002</c:v>
                </c:pt>
                <c:pt idx="9045">
                  <c:v>776.94600000000003</c:v>
                </c:pt>
                <c:pt idx="9046">
                  <c:v>777.029</c:v>
                </c:pt>
                <c:pt idx="9047">
                  <c:v>777.11400000000003</c:v>
                </c:pt>
                <c:pt idx="9048">
                  <c:v>777.19550000000004</c:v>
                </c:pt>
                <c:pt idx="9049">
                  <c:v>777.28049999999996</c:v>
                </c:pt>
                <c:pt idx="9050">
                  <c:v>777.36220000000003</c:v>
                </c:pt>
                <c:pt idx="9051">
                  <c:v>777.44650000000001</c:v>
                </c:pt>
                <c:pt idx="9052">
                  <c:v>777.53110000000004</c:v>
                </c:pt>
                <c:pt idx="9053">
                  <c:v>777.61500000000001</c:v>
                </c:pt>
                <c:pt idx="9054">
                  <c:v>777.69910000000004</c:v>
                </c:pt>
                <c:pt idx="9055">
                  <c:v>777.78250000000003</c:v>
                </c:pt>
                <c:pt idx="9056">
                  <c:v>777.86500000000001</c:v>
                </c:pt>
                <c:pt idx="9057">
                  <c:v>777.94780000000003</c:v>
                </c:pt>
                <c:pt idx="9058">
                  <c:v>778.03120000000001</c:v>
                </c:pt>
                <c:pt idx="9059">
                  <c:v>778.11530000000005</c:v>
                </c:pt>
                <c:pt idx="9060">
                  <c:v>778.19929999999999</c:v>
                </c:pt>
                <c:pt idx="9061">
                  <c:v>778.28240000000005</c:v>
                </c:pt>
                <c:pt idx="9062">
                  <c:v>778.36379999999997</c:v>
                </c:pt>
                <c:pt idx="9063">
                  <c:v>778.44910000000004</c:v>
                </c:pt>
                <c:pt idx="9064">
                  <c:v>778.53060000000005</c:v>
                </c:pt>
                <c:pt idx="9065">
                  <c:v>778.61500000000001</c:v>
                </c:pt>
                <c:pt idx="9066">
                  <c:v>778.69939999999997</c:v>
                </c:pt>
                <c:pt idx="9067">
                  <c:v>778.78250000000003</c:v>
                </c:pt>
                <c:pt idx="9068">
                  <c:v>778.86530000000005</c:v>
                </c:pt>
                <c:pt idx="9069">
                  <c:v>778.94849999999997</c:v>
                </c:pt>
                <c:pt idx="9070">
                  <c:v>779.03210000000001</c:v>
                </c:pt>
                <c:pt idx="9071">
                  <c:v>779.11509999999998</c:v>
                </c:pt>
                <c:pt idx="9072">
                  <c:v>779.19880000000001</c:v>
                </c:pt>
                <c:pt idx="9073">
                  <c:v>779.28319999999997</c:v>
                </c:pt>
                <c:pt idx="9074">
                  <c:v>779.36649999999997</c:v>
                </c:pt>
                <c:pt idx="9075">
                  <c:v>779.44759999999997</c:v>
                </c:pt>
                <c:pt idx="9076">
                  <c:v>779.53150000000005</c:v>
                </c:pt>
                <c:pt idx="9077">
                  <c:v>779.61429999999996</c:v>
                </c:pt>
                <c:pt idx="9078">
                  <c:v>779.7</c:v>
                </c:pt>
                <c:pt idx="9079">
                  <c:v>779.78219999999999</c:v>
                </c:pt>
                <c:pt idx="9080">
                  <c:v>779.86509999999998</c:v>
                </c:pt>
                <c:pt idx="9081">
                  <c:v>779.94939999999997</c:v>
                </c:pt>
                <c:pt idx="9082">
                  <c:v>780.03160000000003</c:v>
                </c:pt>
                <c:pt idx="9083">
                  <c:v>780.11580000000004</c:v>
                </c:pt>
                <c:pt idx="9084">
                  <c:v>780.19659999999999</c:v>
                </c:pt>
                <c:pt idx="9085">
                  <c:v>780.28099999999995</c:v>
                </c:pt>
                <c:pt idx="9086">
                  <c:v>780.36649999999997</c:v>
                </c:pt>
                <c:pt idx="9087">
                  <c:v>780.44860000000006</c:v>
                </c:pt>
                <c:pt idx="9088">
                  <c:v>780.53309999999999</c:v>
                </c:pt>
                <c:pt idx="9089">
                  <c:v>780.61620000000005</c:v>
                </c:pt>
                <c:pt idx="9090">
                  <c:v>780.69970000000001</c:v>
                </c:pt>
                <c:pt idx="9091">
                  <c:v>780.78219999999999</c:v>
                </c:pt>
                <c:pt idx="9092">
                  <c:v>780.86620000000005</c:v>
                </c:pt>
                <c:pt idx="9093">
                  <c:v>780.94960000000003</c:v>
                </c:pt>
                <c:pt idx="9094">
                  <c:v>781.03200000000004</c:v>
                </c:pt>
                <c:pt idx="9095">
                  <c:v>781.11580000000004</c:v>
                </c:pt>
                <c:pt idx="9096">
                  <c:v>781.20249999999999</c:v>
                </c:pt>
                <c:pt idx="9097">
                  <c:v>781.28459999999995</c:v>
                </c:pt>
                <c:pt idx="9098">
                  <c:v>781.36680000000001</c:v>
                </c:pt>
                <c:pt idx="9099">
                  <c:v>781.45069999999998</c:v>
                </c:pt>
                <c:pt idx="9100">
                  <c:v>781.53470000000004</c:v>
                </c:pt>
                <c:pt idx="9101">
                  <c:v>781.62009999999998</c:v>
                </c:pt>
                <c:pt idx="9102">
                  <c:v>781.70399999999995</c:v>
                </c:pt>
                <c:pt idx="9103">
                  <c:v>781.78520000000003</c:v>
                </c:pt>
                <c:pt idx="9104">
                  <c:v>781.86879999999996</c:v>
                </c:pt>
                <c:pt idx="9105">
                  <c:v>781.95259999999996</c:v>
                </c:pt>
                <c:pt idx="9106">
                  <c:v>782.03620000000001</c:v>
                </c:pt>
                <c:pt idx="9107">
                  <c:v>782.11860000000001</c:v>
                </c:pt>
                <c:pt idx="9108">
                  <c:v>782.202</c:v>
                </c:pt>
                <c:pt idx="9109">
                  <c:v>782.28660000000002</c:v>
                </c:pt>
                <c:pt idx="9110">
                  <c:v>782.37</c:v>
                </c:pt>
                <c:pt idx="9111">
                  <c:v>782.45240000000001</c:v>
                </c:pt>
                <c:pt idx="9112">
                  <c:v>782.53470000000004</c:v>
                </c:pt>
                <c:pt idx="9113">
                  <c:v>782.61810000000003</c:v>
                </c:pt>
                <c:pt idx="9114">
                  <c:v>782.70280000000002</c:v>
                </c:pt>
                <c:pt idx="9115">
                  <c:v>782.78689999999995</c:v>
                </c:pt>
                <c:pt idx="9116">
                  <c:v>782.87059999999997</c:v>
                </c:pt>
                <c:pt idx="9117">
                  <c:v>782.9538</c:v>
                </c:pt>
                <c:pt idx="9118">
                  <c:v>783.03679999999997</c:v>
                </c:pt>
                <c:pt idx="9119">
                  <c:v>783.12</c:v>
                </c:pt>
                <c:pt idx="9120">
                  <c:v>783.20399999999995</c:v>
                </c:pt>
                <c:pt idx="9121">
                  <c:v>783.28899999999999</c:v>
                </c:pt>
                <c:pt idx="9122">
                  <c:v>783.37090000000001</c:v>
                </c:pt>
                <c:pt idx="9123">
                  <c:v>783.45439999999996</c:v>
                </c:pt>
                <c:pt idx="9124">
                  <c:v>783.53660000000002</c:v>
                </c:pt>
                <c:pt idx="9125">
                  <c:v>783.62120000000004</c:v>
                </c:pt>
                <c:pt idx="9126">
                  <c:v>783.70259999999996</c:v>
                </c:pt>
                <c:pt idx="9127">
                  <c:v>783.78869999999995</c:v>
                </c:pt>
                <c:pt idx="9128">
                  <c:v>783.87059999999997</c:v>
                </c:pt>
                <c:pt idx="9129">
                  <c:v>783.95450000000005</c:v>
                </c:pt>
                <c:pt idx="9130">
                  <c:v>784.03620000000001</c:v>
                </c:pt>
                <c:pt idx="9131">
                  <c:v>784.11959999999999</c:v>
                </c:pt>
                <c:pt idx="9132">
                  <c:v>784.20119999999997</c:v>
                </c:pt>
                <c:pt idx="9133">
                  <c:v>784.28639999999996</c:v>
                </c:pt>
                <c:pt idx="9134">
                  <c:v>784.36990000000003</c:v>
                </c:pt>
                <c:pt idx="9135">
                  <c:v>784.45159999999998</c:v>
                </c:pt>
                <c:pt idx="9136">
                  <c:v>784.53639999999996</c:v>
                </c:pt>
                <c:pt idx="9137">
                  <c:v>784.62049999999999</c:v>
                </c:pt>
                <c:pt idx="9138">
                  <c:v>784.70339999999999</c:v>
                </c:pt>
                <c:pt idx="9139">
                  <c:v>784.7876</c:v>
                </c:pt>
                <c:pt idx="9140">
                  <c:v>784.87</c:v>
                </c:pt>
                <c:pt idx="9141">
                  <c:v>784.95590000000004</c:v>
                </c:pt>
                <c:pt idx="9142">
                  <c:v>785.0385</c:v>
                </c:pt>
                <c:pt idx="9143">
                  <c:v>785.12350000000004</c:v>
                </c:pt>
                <c:pt idx="9144">
                  <c:v>785.20550000000003</c:v>
                </c:pt>
                <c:pt idx="9145">
                  <c:v>785.28840000000002</c:v>
                </c:pt>
                <c:pt idx="9146">
                  <c:v>785.37159999999994</c:v>
                </c:pt>
                <c:pt idx="9147">
                  <c:v>785.45600000000002</c:v>
                </c:pt>
                <c:pt idx="9148">
                  <c:v>785.53880000000004</c:v>
                </c:pt>
                <c:pt idx="9149">
                  <c:v>785.62249999999995</c:v>
                </c:pt>
                <c:pt idx="9150">
                  <c:v>785.70870000000002</c:v>
                </c:pt>
                <c:pt idx="9151">
                  <c:v>785.78980000000001</c:v>
                </c:pt>
                <c:pt idx="9152">
                  <c:v>785.87310000000002</c:v>
                </c:pt>
                <c:pt idx="9153">
                  <c:v>785.95780000000002</c:v>
                </c:pt>
                <c:pt idx="9154">
                  <c:v>786.04150000000004</c:v>
                </c:pt>
                <c:pt idx="9155">
                  <c:v>786.12390000000005</c:v>
                </c:pt>
                <c:pt idx="9156">
                  <c:v>786.2056</c:v>
                </c:pt>
                <c:pt idx="9157">
                  <c:v>786.2894</c:v>
                </c:pt>
                <c:pt idx="9158">
                  <c:v>786.37260000000003</c:v>
                </c:pt>
                <c:pt idx="9159">
                  <c:v>786.45479999999998</c:v>
                </c:pt>
                <c:pt idx="9160">
                  <c:v>786.5394</c:v>
                </c:pt>
                <c:pt idx="9161">
                  <c:v>786.62279999999998</c:v>
                </c:pt>
                <c:pt idx="9162">
                  <c:v>786.70699999999999</c:v>
                </c:pt>
                <c:pt idx="9163">
                  <c:v>786.7912</c:v>
                </c:pt>
                <c:pt idx="9164">
                  <c:v>786.87360000000001</c:v>
                </c:pt>
                <c:pt idx="9165">
                  <c:v>786.95609999999999</c:v>
                </c:pt>
                <c:pt idx="9166">
                  <c:v>787.03909999999996</c:v>
                </c:pt>
                <c:pt idx="9167">
                  <c:v>787.12260000000003</c:v>
                </c:pt>
                <c:pt idx="9168">
                  <c:v>787.2056</c:v>
                </c:pt>
                <c:pt idx="9169">
                  <c:v>787.2894</c:v>
                </c:pt>
                <c:pt idx="9170">
                  <c:v>787.37120000000004</c:v>
                </c:pt>
                <c:pt idx="9171">
                  <c:v>787.45500000000004</c:v>
                </c:pt>
                <c:pt idx="9172">
                  <c:v>787.53819999999996</c:v>
                </c:pt>
                <c:pt idx="9173">
                  <c:v>787.62159999999994</c:v>
                </c:pt>
                <c:pt idx="9174">
                  <c:v>787.70429999999999</c:v>
                </c:pt>
                <c:pt idx="9175">
                  <c:v>787.78689999999995</c:v>
                </c:pt>
                <c:pt idx="9176">
                  <c:v>787.8732</c:v>
                </c:pt>
                <c:pt idx="9177">
                  <c:v>787.95659999999998</c:v>
                </c:pt>
                <c:pt idx="9178">
                  <c:v>788.0403</c:v>
                </c:pt>
                <c:pt idx="9179">
                  <c:v>788.12199999999996</c:v>
                </c:pt>
                <c:pt idx="9180">
                  <c:v>788.20699999999999</c:v>
                </c:pt>
                <c:pt idx="9181">
                  <c:v>788.28909999999996</c:v>
                </c:pt>
                <c:pt idx="9182">
                  <c:v>788.37210000000005</c:v>
                </c:pt>
                <c:pt idx="9183">
                  <c:v>788.45889999999997</c:v>
                </c:pt>
                <c:pt idx="9184">
                  <c:v>788.54049999999995</c:v>
                </c:pt>
                <c:pt idx="9185">
                  <c:v>788.62360000000001</c:v>
                </c:pt>
                <c:pt idx="9186">
                  <c:v>788.70820000000003</c:v>
                </c:pt>
                <c:pt idx="9187">
                  <c:v>788.79250000000002</c:v>
                </c:pt>
                <c:pt idx="9188">
                  <c:v>788.87649999999996</c:v>
                </c:pt>
                <c:pt idx="9189">
                  <c:v>788.95860000000005</c:v>
                </c:pt>
                <c:pt idx="9190">
                  <c:v>789.04250000000002</c:v>
                </c:pt>
                <c:pt idx="9191">
                  <c:v>789.12469999999996</c:v>
                </c:pt>
                <c:pt idx="9192">
                  <c:v>789.2079</c:v>
                </c:pt>
                <c:pt idx="9193">
                  <c:v>789.29240000000004</c:v>
                </c:pt>
                <c:pt idx="9194">
                  <c:v>789.37360000000001</c:v>
                </c:pt>
                <c:pt idx="9195">
                  <c:v>789.45899999999995</c:v>
                </c:pt>
                <c:pt idx="9196">
                  <c:v>789.54280000000006</c:v>
                </c:pt>
                <c:pt idx="9197">
                  <c:v>789.62379999999996</c:v>
                </c:pt>
                <c:pt idx="9198">
                  <c:v>789.70820000000003</c:v>
                </c:pt>
                <c:pt idx="9199">
                  <c:v>789.79200000000003</c:v>
                </c:pt>
                <c:pt idx="9200">
                  <c:v>789.87450000000001</c:v>
                </c:pt>
                <c:pt idx="9201">
                  <c:v>789.95889999999997</c:v>
                </c:pt>
                <c:pt idx="9202">
                  <c:v>790.04179999999997</c:v>
                </c:pt>
                <c:pt idx="9203">
                  <c:v>790.12400000000002</c:v>
                </c:pt>
                <c:pt idx="9204">
                  <c:v>790.20650000000001</c:v>
                </c:pt>
                <c:pt idx="9205">
                  <c:v>790.28949999999998</c:v>
                </c:pt>
                <c:pt idx="9206">
                  <c:v>790.375</c:v>
                </c:pt>
                <c:pt idx="9207">
                  <c:v>790.45799999999997</c:v>
                </c:pt>
                <c:pt idx="9208">
                  <c:v>790.54200000000003</c:v>
                </c:pt>
                <c:pt idx="9209">
                  <c:v>790.62639999999999</c:v>
                </c:pt>
                <c:pt idx="9210">
                  <c:v>790.7079</c:v>
                </c:pt>
                <c:pt idx="9211">
                  <c:v>790.79300000000001</c:v>
                </c:pt>
                <c:pt idx="9212">
                  <c:v>790.87509999999997</c:v>
                </c:pt>
                <c:pt idx="9213">
                  <c:v>790.95950000000005</c:v>
                </c:pt>
                <c:pt idx="9214">
                  <c:v>791.04110000000003</c:v>
                </c:pt>
                <c:pt idx="9215">
                  <c:v>791.12599999999998</c:v>
                </c:pt>
                <c:pt idx="9216">
                  <c:v>791.20920000000001</c:v>
                </c:pt>
                <c:pt idx="9217">
                  <c:v>791.2921</c:v>
                </c:pt>
                <c:pt idx="9218">
                  <c:v>791.37379999999996</c:v>
                </c:pt>
                <c:pt idx="9219">
                  <c:v>791.45860000000005</c:v>
                </c:pt>
                <c:pt idx="9220">
                  <c:v>791.54079999999999</c:v>
                </c:pt>
                <c:pt idx="9221">
                  <c:v>791.62509999999997</c:v>
                </c:pt>
                <c:pt idx="9222">
                  <c:v>791.71040000000005</c:v>
                </c:pt>
                <c:pt idx="9223">
                  <c:v>791.79219999999998</c:v>
                </c:pt>
                <c:pt idx="9224">
                  <c:v>791.87599999999998</c:v>
                </c:pt>
                <c:pt idx="9225">
                  <c:v>791.95889999999997</c:v>
                </c:pt>
                <c:pt idx="9226">
                  <c:v>792.04259999999999</c:v>
                </c:pt>
                <c:pt idx="9227">
                  <c:v>792.12689999999998</c:v>
                </c:pt>
                <c:pt idx="9228">
                  <c:v>792.20740000000001</c:v>
                </c:pt>
                <c:pt idx="9229">
                  <c:v>792.29240000000004</c:v>
                </c:pt>
                <c:pt idx="9230">
                  <c:v>792.375</c:v>
                </c:pt>
                <c:pt idx="9231">
                  <c:v>792.45939999999996</c:v>
                </c:pt>
                <c:pt idx="9232">
                  <c:v>792.54280000000006</c:v>
                </c:pt>
                <c:pt idx="9233">
                  <c:v>792.62649999999996</c:v>
                </c:pt>
                <c:pt idx="9234">
                  <c:v>792.70979999999997</c:v>
                </c:pt>
                <c:pt idx="9235">
                  <c:v>792.79240000000004</c:v>
                </c:pt>
                <c:pt idx="9236">
                  <c:v>792.87779999999998</c:v>
                </c:pt>
                <c:pt idx="9237">
                  <c:v>792.96220000000005</c:v>
                </c:pt>
                <c:pt idx="9238">
                  <c:v>793.0444</c:v>
                </c:pt>
                <c:pt idx="9239">
                  <c:v>793.12750000000005</c:v>
                </c:pt>
                <c:pt idx="9240">
                  <c:v>793.21159999999998</c:v>
                </c:pt>
                <c:pt idx="9241">
                  <c:v>793.29369999999994</c:v>
                </c:pt>
                <c:pt idx="9242">
                  <c:v>793.37739999999997</c:v>
                </c:pt>
                <c:pt idx="9243">
                  <c:v>793.4624</c:v>
                </c:pt>
                <c:pt idx="9244">
                  <c:v>793.54600000000005</c:v>
                </c:pt>
                <c:pt idx="9245">
                  <c:v>793.62800000000004</c:v>
                </c:pt>
                <c:pt idx="9246">
                  <c:v>793.71159999999998</c:v>
                </c:pt>
                <c:pt idx="9247">
                  <c:v>793.79280000000006</c:v>
                </c:pt>
                <c:pt idx="9248">
                  <c:v>793.8768</c:v>
                </c:pt>
                <c:pt idx="9249">
                  <c:v>793.96029999999996</c:v>
                </c:pt>
                <c:pt idx="9250">
                  <c:v>794.04409999999996</c:v>
                </c:pt>
                <c:pt idx="9251">
                  <c:v>794.12800000000004</c:v>
                </c:pt>
                <c:pt idx="9252">
                  <c:v>794.21159999999998</c:v>
                </c:pt>
                <c:pt idx="9253">
                  <c:v>794.29280000000006</c:v>
                </c:pt>
                <c:pt idx="9254">
                  <c:v>794.37639999999999</c:v>
                </c:pt>
                <c:pt idx="9255">
                  <c:v>794.45799999999997</c:v>
                </c:pt>
                <c:pt idx="9256">
                  <c:v>794.54150000000004</c:v>
                </c:pt>
                <c:pt idx="9257">
                  <c:v>794.62300000000005</c:v>
                </c:pt>
                <c:pt idx="9258">
                  <c:v>794.70650000000001</c:v>
                </c:pt>
                <c:pt idx="9259">
                  <c:v>794.79100000000005</c:v>
                </c:pt>
                <c:pt idx="9260">
                  <c:v>794.875</c:v>
                </c:pt>
                <c:pt idx="9261">
                  <c:v>794.95780000000002</c:v>
                </c:pt>
                <c:pt idx="9262">
                  <c:v>795.04010000000005</c:v>
                </c:pt>
                <c:pt idx="9263">
                  <c:v>795.12239999999997</c:v>
                </c:pt>
                <c:pt idx="9264">
                  <c:v>795.20699999999999</c:v>
                </c:pt>
                <c:pt idx="9265">
                  <c:v>795.2885</c:v>
                </c:pt>
                <c:pt idx="9266">
                  <c:v>795.37220000000002</c:v>
                </c:pt>
                <c:pt idx="9267">
                  <c:v>795.45529999999997</c:v>
                </c:pt>
                <c:pt idx="9268">
                  <c:v>795.54070000000002</c:v>
                </c:pt>
                <c:pt idx="9269">
                  <c:v>795.62239999999997</c:v>
                </c:pt>
                <c:pt idx="9270">
                  <c:v>795.70699999999999</c:v>
                </c:pt>
                <c:pt idx="9271">
                  <c:v>795.78980000000001</c:v>
                </c:pt>
                <c:pt idx="9272">
                  <c:v>795.87189999999998</c:v>
                </c:pt>
                <c:pt idx="9273">
                  <c:v>795.9556</c:v>
                </c:pt>
                <c:pt idx="9274">
                  <c:v>796.03899999999999</c:v>
                </c:pt>
                <c:pt idx="9275">
                  <c:v>796.12199999999996</c:v>
                </c:pt>
                <c:pt idx="9276">
                  <c:v>796.20550000000003</c:v>
                </c:pt>
                <c:pt idx="9277">
                  <c:v>796.28909999999996</c:v>
                </c:pt>
                <c:pt idx="9278">
                  <c:v>796.37199999999996</c:v>
                </c:pt>
                <c:pt idx="9279">
                  <c:v>796.45439999999996</c:v>
                </c:pt>
                <c:pt idx="9280">
                  <c:v>796.53859999999997</c:v>
                </c:pt>
                <c:pt idx="9281">
                  <c:v>796.62130000000002</c:v>
                </c:pt>
                <c:pt idx="9282">
                  <c:v>796.70659999999998</c:v>
                </c:pt>
                <c:pt idx="9283">
                  <c:v>796.78880000000004</c:v>
                </c:pt>
                <c:pt idx="9284">
                  <c:v>796.87059999999997</c:v>
                </c:pt>
                <c:pt idx="9285">
                  <c:v>796.95510000000002</c:v>
                </c:pt>
                <c:pt idx="9286">
                  <c:v>797.03899999999999</c:v>
                </c:pt>
                <c:pt idx="9287">
                  <c:v>797.12130000000002</c:v>
                </c:pt>
                <c:pt idx="9288">
                  <c:v>797.20510000000002</c:v>
                </c:pt>
                <c:pt idx="9289">
                  <c:v>797.28970000000004</c:v>
                </c:pt>
                <c:pt idx="9290">
                  <c:v>797.37400000000002</c:v>
                </c:pt>
                <c:pt idx="9291">
                  <c:v>797.45680000000004</c:v>
                </c:pt>
                <c:pt idx="9292">
                  <c:v>797.54100000000005</c:v>
                </c:pt>
                <c:pt idx="9293">
                  <c:v>797.62379999999996</c:v>
                </c:pt>
                <c:pt idx="9294">
                  <c:v>797.70699999999999</c:v>
                </c:pt>
                <c:pt idx="9295">
                  <c:v>797.78980000000001</c:v>
                </c:pt>
                <c:pt idx="9296">
                  <c:v>797.87260000000003</c:v>
                </c:pt>
                <c:pt idx="9297">
                  <c:v>797.95740000000001</c:v>
                </c:pt>
                <c:pt idx="9298">
                  <c:v>798.04319999999996</c:v>
                </c:pt>
                <c:pt idx="9299">
                  <c:v>798.12549999999999</c:v>
                </c:pt>
                <c:pt idx="9300">
                  <c:v>798.20680000000004</c:v>
                </c:pt>
                <c:pt idx="9301">
                  <c:v>798.29</c:v>
                </c:pt>
                <c:pt idx="9302">
                  <c:v>798.37249999999995</c:v>
                </c:pt>
                <c:pt idx="9303">
                  <c:v>798.45650000000001</c:v>
                </c:pt>
                <c:pt idx="9304">
                  <c:v>798.53840000000002</c:v>
                </c:pt>
                <c:pt idx="9305">
                  <c:v>798.62429999999995</c:v>
                </c:pt>
                <c:pt idx="9306">
                  <c:v>798.70420000000001</c:v>
                </c:pt>
                <c:pt idx="9307">
                  <c:v>798.79010000000005</c:v>
                </c:pt>
                <c:pt idx="9308">
                  <c:v>798.87360000000001</c:v>
                </c:pt>
                <c:pt idx="9309">
                  <c:v>798.9579</c:v>
                </c:pt>
                <c:pt idx="9310">
                  <c:v>799.03880000000004</c:v>
                </c:pt>
                <c:pt idx="9311">
                  <c:v>799.12300000000005</c:v>
                </c:pt>
                <c:pt idx="9312">
                  <c:v>799.20500000000004</c:v>
                </c:pt>
                <c:pt idx="9313">
                  <c:v>799.28890000000001</c:v>
                </c:pt>
                <c:pt idx="9314">
                  <c:v>799.37059999999997</c:v>
                </c:pt>
                <c:pt idx="9315">
                  <c:v>799.45420000000001</c:v>
                </c:pt>
                <c:pt idx="9316">
                  <c:v>799.53880000000004</c:v>
                </c:pt>
                <c:pt idx="9317">
                  <c:v>799.62189999999998</c:v>
                </c:pt>
                <c:pt idx="9318">
                  <c:v>799.7056</c:v>
                </c:pt>
                <c:pt idx="9319">
                  <c:v>799.7885</c:v>
                </c:pt>
                <c:pt idx="9320">
                  <c:v>799.87059999999997</c:v>
                </c:pt>
                <c:pt idx="9321">
                  <c:v>799.95619999999997</c:v>
                </c:pt>
                <c:pt idx="9322">
                  <c:v>800.03819999999996</c:v>
                </c:pt>
                <c:pt idx="9323">
                  <c:v>800.1232</c:v>
                </c:pt>
                <c:pt idx="9324">
                  <c:v>800.20659999999998</c:v>
                </c:pt>
                <c:pt idx="9325">
                  <c:v>800.28899999999999</c:v>
                </c:pt>
                <c:pt idx="9326">
                  <c:v>800.37199999999996</c:v>
                </c:pt>
                <c:pt idx="9327">
                  <c:v>800.45699999999999</c:v>
                </c:pt>
                <c:pt idx="9328">
                  <c:v>800.53989999999999</c:v>
                </c:pt>
                <c:pt idx="9329">
                  <c:v>800.62530000000004</c:v>
                </c:pt>
                <c:pt idx="9330">
                  <c:v>800.70849999999996</c:v>
                </c:pt>
                <c:pt idx="9331">
                  <c:v>800.78980000000001</c:v>
                </c:pt>
                <c:pt idx="9332">
                  <c:v>800.87480000000005</c:v>
                </c:pt>
                <c:pt idx="9333">
                  <c:v>800.95749999999998</c:v>
                </c:pt>
                <c:pt idx="9334">
                  <c:v>801.04150000000004</c:v>
                </c:pt>
                <c:pt idx="9335">
                  <c:v>801.12570000000005</c:v>
                </c:pt>
                <c:pt idx="9336">
                  <c:v>801.20950000000005</c:v>
                </c:pt>
                <c:pt idx="9337">
                  <c:v>801.29240000000004</c:v>
                </c:pt>
                <c:pt idx="9338">
                  <c:v>801.37540000000001</c:v>
                </c:pt>
                <c:pt idx="9339">
                  <c:v>801.45920000000001</c:v>
                </c:pt>
                <c:pt idx="9340">
                  <c:v>801.54160000000002</c:v>
                </c:pt>
                <c:pt idx="9341">
                  <c:v>801.62639999999999</c:v>
                </c:pt>
                <c:pt idx="9342">
                  <c:v>801.70870000000002</c:v>
                </c:pt>
                <c:pt idx="9343">
                  <c:v>801.79399999999998</c:v>
                </c:pt>
                <c:pt idx="9344">
                  <c:v>801.87509999999997</c:v>
                </c:pt>
                <c:pt idx="9345">
                  <c:v>801.9597</c:v>
                </c:pt>
                <c:pt idx="9346">
                  <c:v>802.04340000000002</c:v>
                </c:pt>
                <c:pt idx="9347">
                  <c:v>802.12840000000006</c:v>
                </c:pt>
                <c:pt idx="9348">
                  <c:v>802.2124</c:v>
                </c:pt>
                <c:pt idx="9349">
                  <c:v>802.29459999999995</c:v>
                </c:pt>
                <c:pt idx="9350">
                  <c:v>802.38040000000001</c:v>
                </c:pt>
                <c:pt idx="9351">
                  <c:v>802.46040000000005</c:v>
                </c:pt>
                <c:pt idx="9352">
                  <c:v>802.54520000000002</c:v>
                </c:pt>
                <c:pt idx="9353">
                  <c:v>802.62779999999998</c:v>
                </c:pt>
                <c:pt idx="9354">
                  <c:v>802.71140000000003</c:v>
                </c:pt>
                <c:pt idx="9355">
                  <c:v>802.79539999999997</c:v>
                </c:pt>
                <c:pt idx="9356">
                  <c:v>802.88</c:v>
                </c:pt>
                <c:pt idx="9357">
                  <c:v>802.96320000000003</c:v>
                </c:pt>
                <c:pt idx="9358">
                  <c:v>803.04740000000004</c:v>
                </c:pt>
                <c:pt idx="9359">
                  <c:v>803.12980000000005</c:v>
                </c:pt>
                <c:pt idx="9360">
                  <c:v>803.21119999999996</c:v>
                </c:pt>
                <c:pt idx="9361">
                  <c:v>803.29759999999999</c:v>
                </c:pt>
                <c:pt idx="9362">
                  <c:v>803.37819999999999</c:v>
                </c:pt>
                <c:pt idx="9363">
                  <c:v>803.46289999999999</c:v>
                </c:pt>
                <c:pt idx="9364">
                  <c:v>803.54520000000002</c:v>
                </c:pt>
                <c:pt idx="9365">
                  <c:v>803.62699999999995</c:v>
                </c:pt>
                <c:pt idx="9366">
                  <c:v>803.71190000000001</c:v>
                </c:pt>
                <c:pt idx="9367">
                  <c:v>803.79219999999998</c:v>
                </c:pt>
                <c:pt idx="9368">
                  <c:v>803.87720000000002</c:v>
                </c:pt>
                <c:pt idx="9369">
                  <c:v>803.95839999999998</c:v>
                </c:pt>
                <c:pt idx="9370">
                  <c:v>804.04250000000002</c:v>
                </c:pt>
                <c:pt idx="9371">
                  <c:v>804.12660000000005</c:v>
                </c:pt>
                <c:pt idx="9372">
                  <c:v>804.20820000000003</c:v>
                </c:pt>
                <c:pt idx="9373">
                  <c:v>804.29060000000004</c:v>
                </c:pt>
                <c:pt idx="9374">
                  <c:v>804.37440000000004</c:v>
                </c:pt>
                <c:pt idx="9375">
                  <c:v>804.45719999999994</c:v>
                </c:pt>
                <c:pt idx="9376">
                  <c:v>804.5394</c:v>
                </c:pt>
                <c:pt idx="9377">
                  <c:v>804.62109999999996</c:v>
                </c:pt>
                <c:pt idx="9378">
                  <c:v>804.70719999999994</c:v>
                </c:pt>
                <c:pt idx="9379">
                  <c:v>804.78949999999998</c:v>
                </c:pt>
                <c:pt idx="9380">
                  <c:v>804.87379999999996</c:v>
                </c:pt>
                <c:pt idx="9381">
                  <c:v>804.95699999999999</c:v>
                </c:pt>
                <c:pt idx="9382">
                  <c:v>805.04</c:v>
                </c:pt>
                <c:pt idx="9383">
                  <c:v>805.12199999999996</c:v>
                </c:pt>
                <c:pt idx="9384">
                  <c:v>805.2056</c:v>
                </c:pt>
                <c:pt idx="9385">
                  <c:v>805.2894</c:v>
                </c:pt>
                <c:pt idx="9386">
                  <c:v>805.37220000000002</c:v>
                </c:pt>
                <c:pt idx="9387">
                  <c:v>805.45630000000006</c:v>
                </c:pt>
                <c:pt idx="9388">
                  <c:v>805.54</c:v>
                </c:pt>
                <c:pt idx="9389">
                  <c:v>805.62400000000002</c:v>
                </c:pt>
                <c:pt idx="9390">
                  <c:v>805.70719999999994</c:v>
                </c:pt>
                <c:pt idx="9391">
                  <c:v>805.79010000000005</c:v>
                </c:pt>
                <c:pt idx="9392">
                  <c:v>805.87279999999998</c:v>
                </c:pt>
                <c:pt idx="9393">
                  <c:v>805.95749999999998</c:v>
                </c:pt>
                <c:pt idx="9394">
                  <c:v>806.0412</c:v>
                </c:pt>
                <c:pt idx="9395">
                  <c:v>806.1241</c:v>
                </c:pt>
                <c:pt idx="9396">
                  <c:v>806.20889999999997</c:v>
                </c:pt>
                <c:pt idx="9397">
                  <c:v>806.29060000000004</c:v>
                </c:pt>
                <c:pt idx="9398">
                  <c:v>806.37379999999996</c:v>
                </c:pt>
                <c:pt idx="9399">
                  <c:v>806.45659999999998</c:v>
                </c:pt>
                <c:pt idx="9400">
                  <c:v>806.54049999999995</c:v>
                </c:pt>
                <c:pt idx="9401">
                  <c:v>806.62339999999995</c:v>
                </c:pt>
                <c:pt idx="9402">
                  <c:v>806.70740000000001</c:v>
                </c:pt>
                <c:pt idx="9403">
                  <c:v>806.79179999999997</c:v>
                </c:pt>
                <c:pt idx="9404">
                  <c:v>806.87609999999995</c:v>
                </c:pt>
                <c:pt idx="9405">
                  <c:v>806.95889999999997</c:v>
                </c:pt>
                <c:pt idx="9406">
                  <c:v>807.04219999999998</c:v>
                </c:pt>
                <c:pt idx="9407">
                  <c:v>807.12609999999995</c:v>
                </c:pt>
                <c:pt idx="9408">
                  <c:v>807.21159999999998</c:v>
                </c:pt>
                <c:pt idx="9409">
                  <c:v>807.29380000000003</c:v>
                </c:pt>
                <c:pt idx="9410">
                  <c:v>807.37599999999998</c:v>
                </c:pt>
                <c:pt idx="9411">
                  <c:v>807.45899999999995</c:v>
                </c:pt>
                <c:pt idx="9412">
                  <c:v>807.54200000000003</c:v>
                </c:pt>
                <c:pt idx="9413">
                  <c:v>807.62549999999999</c:v>
                </c:pt>
                <c:pt idx="9414">
                  <c:v>807.70939999999996</c:v>
                </c:pt>
                <c:pt idx="9415">
                  <c:v>807.79390000000001</c:v>
                </c:pt>
                <c:pt idx="9416">
                  <c:v>807.87720000000002</c:v>
                </c:pt>
                <c:pt idx="9417">
                  <c:v>807.96</c:v>
                </c:pt>
                <c:pt idx="9418">
                  <c:v>808.04449999999997</c:v>
                </c:pt>
                <c:pt idx="9419">
                  <c:v>808.12639999999999</c:v>
                </c:pt>
                <c:pt idx="9420">
                  <c:v>808.21029999999996</c:v>
                </c:pt>
                <c:pt idx="9421">
                  <c:v>808.29259999999999</c:v>
                </c:pt>
                <c:pt idx="9422">
                  <c:v>808.3768</c:v>
                </c:pt>
                <c:pt idx="9423">
                  <c:v>808.45979999999997</c:v>
                </c:pt>
                <c:pt idx="9424">
                  <c:v>808.54290000000003</c:v>
                </c:pt>
                <c:pt idx="9425">
                  <c:v>808.62509999999997</c:v>
                </c:pt>
                <c:pt idx="9426">
                  <c:v>808.70759999999996</c:v>
                </c:pt>
                <c:pt idx="9427">
                  <c:v>808.79179999999997</c:v>
                </c:pt>
                <c:pt idx="9428">
                  <c:v>808.87649999999996</c:v>
                </c:pt>
                <c:pt idx="9429">
                  <c:v>808.95870000000002</c:v>
                </c:pt>
                <c:pt idx="9430">
                  <c:v>809.04280000000006</c:v>
                </c:pt>
                <c:pt idx="9431">
                  <c:v>809.12620000000004</c:v>
                </c:pt>
                <c:pt idx="9432">
                  <c:v>809.20719999999994</c:v>
                </c:pt>
                <c:pt idx="9433">
                  <c:v>809.29219999999998</c:v>
                </c:pt>
                <c:pt idx="9434">
                  <c:v>809.37400000000002</c:v>
                </c:pt>
                <c:pt idx="9435">
                  <c:v>809.45709999999997</c:v>
                </c:pt>
                <c:pt idx="9436">
                  <c:v>809.54420000000005</c:v>
                </c:pt>
                <c:pt idx="9437">
                  <c:v>809.625</c:v>
                </c:pt>
                <c:pt idx="9438">
                  <c:v>809.7088</c:v>
                </c:pt>
                <c:pt idx="9439">
                  <c:v>809.79340000000002</c:v>
                </c:pt>
                <c:pt idx="9440">
                  <c:v>809.87779999999998</c:v>
                </c:pt>
                <c:pt idx="9441">
                  <c:v>809.96050000000002</c:v>
                </c:pt>
                <c:pt idx="9442">
                  <c:v>810.04489999999998</c:v>
                </c:pt>
                <c:pt idx="9443">
                  <c:v>810.12869999999998</c:v>
                </c:pt>
                <c:pt idx="9444">
                  <c:v>810.21249999999998</c:v>
                </c:pt>
                <c:pt idx="9445">
                  <c:v>810.29380000000003</c:v>
                </c:pt>
                <c:pt idx="9446">
                  <c:v>810.37869999999998</c:v>
                </c:pt>
                <c:pt idx="9447">
                  <c:v>810.4624</c:v>
                </c:pt>
                <c:pt idx="9448">
                  <c:v>810.5444</c:v>
                </c:pt>
                <c:pt idx="9449">
                  <c:v>810.62879999999996</c:v>
                </c:pt>
                <c:pt idx="9450">
                  <c:v>810.71259999999995</c:v>
                </c:pt>
                <c:pt idx="9451">
                  <c:v>810.79489999999998</c:v>
                </c:pt>
                <c:pt idx="9452">
                  <c:v>810.87699999999995</c:v>
                </c:pt>
                <c:pt idx="9453">
                  <c:v>810.96299999999997</c:v>
                </c:pt>
                <c:pt idx="9454">
                  <c:v>811.04700000000003</c:v>
                </c:pt>
                <c:pt idx="9455">
                  <c:v>811.12879999999996</c:v>
                </c:pt>
                <c:pt idx="9456">
                  <c:v>811.21259999999995</c:v>
                </c:pt>
                <c:pt idx="9457">
                  <c:v>811.29579999999999</c:v>
                </c:pt>
                <c:pt idx="9458">
                  <c:v>811.37959999999998</c:v>
                </c:pt>
                <c:pt idx="9459">
                  <c:v>811.46119999999996</c:v>
                </c:pt>
                <c:pt idx="9460">
                  <c:v>811.54639999999995</c:v>
                </c:pt>
                <c:pt idx="9461">
                  <c:v>811.62840000000006</c:v>
                </c:pt>
                <c:pt idx="9462">
                  <c:v>811.7124</c:v>
                </c:pt>
                <c:pt idx="9463">
                  <c:v>811.79600000000005</c:v>
                </c:pt>
                <c:pt idx="9464">
                  <c:v>811.88059999999996</c:v>
                </c:pt>
                <c:pt idx="9465">
                  <c:v>811.96310000000005</c:v>
                </c:pt>
                <c:pt idx="9466">
                  <c:v>812.04700000000003</c:v>
                </c:pt>
                <c:pt idx="9467">
                  <c:v>812.12819999999999</c:v>
                </c:pt>
                <c:pt idx="9468">
                  <c:v>812.21439999999996</c:v>
                </c:pt>
                <c:pt idx="9469">
                  <c:v>812.2962</c:v>
                </c:pt>
                <c:pt idx="9470">
                  <c:v>812.38</c:v>
                </c:pt>
                <c:pt idx="9471">
                  <c:v>812.46619999999996</c:v>
                </c:pt>
                <c:pt idx="9472">
                  <c:v>812.54880000000003</c:v>
                </c:pt>
                <c:pt idx="9473">
                  <c:v>812.63120000000004</c:v>
                </c:pt>
                <c:pt idx="9474">
                  <c:v>812.71479999999997</c:v>
                </c:pt>
                <c:pt idx="9475">
                  <c:v>812.79790000000003</c:v>
                </c:pt>
                <c:pt idx="9476">
                  <c:v>812.88189999999997</c:v>
                </c:pt>
                <c:pt idx="9477">
                  <c:v>812.96500000000003</c:v>
                </c:pt>
                <c:pt idx="9478">
                  <c:v>813.04780000000005</c:v>
                </c:pt>
                <c:pt idx="9479">
                  <c:v>813.13220000000001</c:v>
                </c:pt>
                <c:pt idx="9480">
                  <c:v>813.21659999999997</c:v>
                </c:pt>
                <c:pt idx="9481">
                  <c:v>813.29809999999998</c:v>
                </c:pt>
                <c:pt idx="9482">
                  <c:v>813.38319999999999</c:v>
                </c:pt>
                <c:pt idx="9483">
                  <c:v>813.46579999999994</c:v>
                </c:pt>
                <c:pt idx="9484">
                  <c:v>813.54899999999998</c:v>
                </c:pt>
                <c:pt idx="9485">
                  <c:v>813.63239999999996</c:v>
                </c:pt>
                <c:pt idx="9486">
                  <c:v>813.71479999999997</c:v>
                </c:pt>
                <c:pt idx="9487">
                  <c:v>813.8</c:v>
                </c:pt>
                <c:pt idx="9488">
                  <c:v>813.88189999999997</c:v>
                </c:pt>
                <c:pt idx="9489">
                  <c:v>813.96479999999997</c:v>
                </c:pt>
                <c:pt idx="9490">
                  <c:v>814.04650000000004</c:v>
                </c:pt>
                <c:pt idx="9491">
                  <c:v>814.13040000000001</c:v>
                </c:pt>
                <c:pt idx="9492">
                  <c:v>814.21339999999998</c:v>
                </c:pt>
                <c:pt idx="9493">
                  <c:v>814.29740000000004</c:v>
                </c:pt>
                <c:pt idx="9494">
                  <c:v>814.38189999999997</c:v>
                </c:pt>
                <c:pt idx="9495">
                  <c:v>814.46370000000002</c:v>
                </c:pt>
                <c:pt idx="9496">
                  <c:v>814.54809999999998</c:v>
                </c:pt>
                <c:pt idx="9497">
                  <c:v>814.63130000000001</c:v>
                </c:pt>
                <c:pt idx="9498">
                  <c:v>814.71439999999996</c:v>
                </c:pt>
                <c:pt idx="9499">
                  <c:v>814.79679999999996</c:v>
                </c:pt>
                <c:pt idx="9500">
                  <c:v>814.87980000000005</c:v>
                </c:pt>
                <c:pt idx="9501">
                  <c:v>814.96450000000004</c:v>
                </c:pt>
                <c:pt idx="9502">
                  <c:v>815.0462</c:v>
                </c:pt>
                <c:pt idx="9503">
                  <c:v>815.13220000000001</c:v>
                </c:pt>
                <c:pt idx="9504">
                  <c:v>815.21489999999994</c:v>
                </c:pt>
                <c:pt idx="9505">
                  <c:v>815.29639999999995</c:v>
                </c:pt>
                <c:pt idx="9506">
                  <c:v>815.38160000000005</c:v>
                </c:pt>
                <c:pt idx="9507">
                  <c:v>815.46609999999998</c:v>
                </c:pt>
                <c:pt idx="9508">
                  <c:v>815.55070000000001</c:v>
                </c:pt>
                <c:pt idx="9509">
                  <c:v>815.63239999999996</c:v>
                </c:pt>
                <c:pt idx="9510">
                  <c:v>815.71600000000001</c:v>
                </c:pt>
                <c:pt idx="9511">
                  <c:v>815.79819999999995</c:v>
                </c:pt>
                <c:pt idx="9512">
                  <c:v>815.8818</c:v>
                </c:pt>
                <c:pt idx="9513">
                  <c:v>815.96709999999996</c:v>
                </c:pt>
                <c:pt idx="9514">
                  <c:v>816.04809999999998</c:v>
                </c:pt>
                <c:pt idx="9515">
                  <c:v>816.13260000000002</c:v>
                </c:pt>
                <c:pt idx="9516">
                  <c:v>816.21600000000001</c:v>
                </c:pt>
                <c:pt idx="9517">
                  <c:v>816.29880000000003</c:v>
                </c:pt>
                <c:pt idx="9518">
                  <c:v>816.38189999999997</c:v>
                </c:pt>
                <c:pt idx="9519">
                  <c:v>816.46479999999997</c:v>
                </c:pt>
                <c:pt idx="9520">
                  <c:v>816.54989999999998</c:v>
                </c:pt>
                <c:pt idx="9521">
                  <c:v>816.63289999999995</c:v>
                </c:pt>
                <c:pt idx="9522">
                  <c:v>816.71559999999999</c:v>
                </c:pt>
                <c:pt idx="9523">
                  <c:v>816.79899999999998</c:v>
                </c:pt>
                <c:pt idx="9524">
                  <c:v>816.88239999999996</c:v>
                </c:pt>
                <c:pt idx="9525">
                  <c:v>816.96370000000002</c:v>
                </c:pt>
                <c:pt idx="9526">
                  <c:v>817.04660000000001</c:v>
                </c:pt>
                <c:pt idx="9527">
                  <c:v>817.13220000000001</c:v>
                </c:pt>
                <c:pt idx="9528">
                  <c:v>817.21379999999999</c:v>
                </c:pt>
                <c:pt idx="9529">
                  <c:v>817.29790000000003</c:v>
                </c:pt>
                <c:pt idx="9530">
                  <c:v>817.38040000000001</c:v>
                </c:pt>
                <c:pt idx="9531">
                  <c:v>817.46489999999994</c:v>
                </c:pt>
                <c:pt idx="9532">
                  <c:v>817.54740000000004</c:v>
                </c:pt>
                <c:pt idx="9533">
                  <c:v>817.62990000000002</c:v>
                </c:pt>
                <c:pt idx="9534">
                  <c:v>817.71339999999998</c:v>
                </c:pt>
                <c:pt idx="9535">
                  <c:v>817.79809999999998</c:v>
                </c:pt>
                <c:pt idx="9536">
                  <c:v>817.88210000000004</c:v>
                </c:pt>
                <c:pt idx="9537">
                  <c:v>817.96400000000006</c:v>
                </c:pt>
                <c:pt idx="9538">
                  <c:v>818.04690000000005</c:v>
                </c:pt>
                <c:pt idx="9539">
                  <c:v>818.13189999999997</c:v>
                </c:pt>
                <c:pt idx="9540">
                  <c:v>818.21410000000003</c:v>
                </c:pt>
                <c:pt idx="9541">
                  <c:v>818.29719999999998</c:v>
                </c:pt>
                <c:pt idx="9542">
                  <c:v>818.38080000000002</c:v>
                </c:pt>
                <c:pt idx="9543">
                  <c:v>818.46500000000003</c:v>
                </c:pt>
                <c:pt idx="9544">
                  <c:v>818.54740000000004</c:v>
                </c:pt>
                <c:pt idx="9545">
                  <c:v>818.62959999999998</c:v>
                </c:pt>
                <c:pt idx="9546">
                  <c:v>818.71400000000006</c:v>
                </c:pt>
                <c:pt idx="9547">
                  <c:v>818.798</c:v>
                </c:pt>
                <c:pt idx="9548">
                  <c:v>818.87959999999998</c:v>
                </c:pt>
                <c:pt idx="9549">
                  <c:v>818.96320000000003</c:v>
                </c:pt>
                <c:pt idx="9550">
                  <c:v>819.04880000000003</c:v>
                </c:pt>
                <c:pt idx="9551">
                  <c:v>819.12969999999996</c:v>
                </c:pt>
                <c:pt idx="9552">
                  <c:v>819.21299999999997</c:v>
                </c:pt>
                <c:pt idx="9553">
                  <c:v>819.2953</c:v>
                </c:pt>
                <c:pt idx="9554">
                  <c:v>819.38049999999998</c:v>
                </c:pt>
                <c:pt idx="9555">
                  <c:v>819.46400000000006</c:v>
                </c:pt>
                <c:pt idx="9556">
                  <c:v>819.548</c:v>
                </c:pt>
                <c:pt idx="9557">
                  <c:v>819.63</c:v>
                </c:pt>
                <c:pt idx="9558">
                  <c:v>819.71469999999999</c:v>
                </c:pt>
                <c:pt idx="9559">
                  <c:v>819.79930000000002</c:v>
                </c:pt>
                <c:pt idx="9560">
                  <c:v>819.88319999999999</c:v>
                </c:pt>
                <c:pt idx="9561">
                  <c:v>819.96500000000003</c:v>
                </c:pt>
                <c:pt idx="9562">
                  <c:v>820.04970000000003</c:v>
                </c:pt>
                <c:pt idx="9563">
                  <c:v>820.13199999999995</c:v>
                </c:pt>
                <c:pt idx="9564">
                  <c:v>820.21699999999998</c:v>
                </c:pt>
                <c:pt idx="9565">
                  <c:v>820.298</c:v>
                </c:pt>
                <c:pt idx="9566">
                  <c:v>820.38239999999996</c:v>
                </c:pt>
                <c:pt idx="9567">
                  <c:v>820.46420000000001</c:v>
                </c:pt>
                <c:pt idx="9568">
                  <c:v>820.54880000000003</c:v>
                </c:pt>
                <c:pt idx="9569">
                  <c:v>820.63</c:v>
                </c:pt>
                <c:pt idx="9570">
                  <c:v>820.71559999999999</c:v>
                </c:pt>
                <c:pt idx="9571">
                  <c:v>820.79880000000003</c:v>
                </c:pt>
                <c:pt idx="9572">
                  <c:v>820.88199999999995</c:v>
                </c:pt>
                <c:pt idx="9573">
                  <c:v>820.96500000000003</c:v>
                </c:pt>
                <c:pt idx="9574">
                  <c:v>821.05070000000001</c:v>
                </c:pt>
                <c:pt idx="9575">
                  <c:v>821.13220000000001</c:v>
                </c:pt>
                <c:pt idx="9576">
                  <c:v>821.21699999999998</c:v>
                </c:pt>
                <c:pt idx="9577">
                  <c:v>821.29970000000003</c:v>
                </c:pt>
                <c:pt idx="9578">
                  <c:v>821.38390000000004</c:v>
                </c:pt>
                <c:pt idx="9579">
                  <c:v>821.46839999999997</c:v>
                </c:pt>
                <c:pt idx="9580">
                  <c:v>821.55010000000004</c:v>
                </c:pt>
                <c:pt idx="9581">
                  <c:v>821.63520000000005</c:v>
                </c:pt>
                <c:pt idx="9582">
                  <c:v>821.71699999999998</c:v>
                </c:pt>
                <c:pt idx="9583">
                  <c:v>821.80319999999995</c:v>
                </c:pt>
                <c:pt idx="9584">
                  <c:v>821.88589999999999</c:v>
                </c:pt>
                <c:pt idx="9585">
                  <c:v>821.9692</c:v>
                </c:pt>
                <c:pt idx="9586">
                  <c:v>822.04939999999999</c:v>
                </c:pt>
                <c:pt idx="9587">
                  <c:v>822.13549999999998</c:v>
                </c:pt>
                <c:pt idx="9588">
                  <c:v>822.21759999999995</c:v>
                </c:pt>
                <c:pt idx="9589">
                  <c:v>822.30070000000001</c:v>
                </c:pt>
                <c:pt idx="9590">
                  <c:v>822.38599999999997</c:v>
                </c:pt>
                <c:pt idx="9591">
                  <c:v>822.47059999999999</c:v>
                </c:pt>
                <c:pt idx="9592">
                  <c:v>822.55309999999997</c:v>
                </c:pt>
                <c:pt idx="9593">
                  <c:v>822.63559999999995</c:v>
                </c:pt>
                <c:pt idx="9594">
                  <c:v>822.72069999999997</c:v>
                </c:pt>
                <c:pt idx="9595">
                  <c:v>822.80280000000005</c:v>
                </c:pt>
                <c:pt idx="9596">
                  <c:v>822.88509999999997</c:v>
                </c:pt>
                <c:pt idx="9597">
                  <c:v>822.97109999999998</c:v>
                </c:pt>
                <c:pt idx="9598">
                  <c:v>823.05219999999997</c:v>
                </c:pt>
                <c:pt idx="9599">
                  <c:v>823.13739999999996</c:v>
                </c:pt>
                <c:pt idx="9600">
                  <c:v>823.21780000000001</c:v>
                </c:pt>
                <c:pt idx="9601">
                  <c:v>823.30259999999998</c:v>
                </c:pt>
                <c:pt idx="9602">
                  <c:v>823.38499999999999</c:v>
                </c:pt>
                <c:pt idx="9603">
                  <c:v>823.46889999999996</c:v>
                </c:pt>
                <c:pt idx="9604">
                  <c:v>823.55589999999995</c:v>
                </c:pt>
                <c:pt idx="9605">
                  <c:v>823.63810000000001</c:v>
                </c:pt>
                <c:pt idx="9606">
                  <c:v>823.71789999999999</c:v>
                </c:pt>
                <c:pt idx="9607">
                  <c:v>823.80240000000003</c:v>
                </c:pt>
                <c:pt idx="9608">
                  <c:v>823.88630000000001</c:v>
                </c:pt>
                <c:pt idx="9609">
                  <c:v>823.96960000000001</c:v>
                </c:pt>
                <c:pt idx="9610">
                  <c:v>824.05280000000005</c:v>
                </c:pt>
                <c:pt idx="9611">
                  <c:v>824.13589999999999</c:v>
                </c:pt>
                <c:pt idx="9612">
                  <c:v>824.21960000000001</c:v>
                </c:pt>
                <c:pt idx="9613">
                  <c:v>824.30240000000003</c:v>
                </c:pt>
                <c:pt idx="9614">
                  <c:v>824.38819999999998</c:v>
                </c:pt>
                <c:pt idx="9615">
                  <c:v>824.47</c:v>
                </c:pt>
                <c:pt idx="9616">
                  <c:v>824.55449999999996</c:v>
                </c:pt>
                <c:pt idx="9617">
                  <c:v>824.63720000000001</c:v>
                </c:pt>
                <c:pt idx="9618">
                  <c:v>824.71939999999995</c:v>
                </c:pt>
                <c:pt idx="9619">
                  <c:v>824.80380000000002</c:v>
                </c:pt>
                <c:pt idx="9620">
                  <c:v>824.88710000000003</c:v>
                </c:pt>
                <c:pt idx="9621">
                  <c:v>824.97349999999994</c:v>
                </c:pt>
                <c:pt idx="9622">
                  <c:v>825.05550000000005</c:v>
                </c:pt>
                <c:pt idx="9623">
                  <c:v>825.13810000000001</c:v>
                </c:pt>
                <c:pt idx="9624">
                  <c:v>825.22180000000003</c:v>
                </c:pt>
                <c:pt idx="9625">
                  <c:v>825.30719999999997</c:v>
                </c:pt>
                <c:pt idx="9626">
                  <c:v>825.39080000000001</c:v>
                </c:pt>
                <c:pt idx="9627">
                  <c:v>825.47580000000005</c:v>
                </c:pt>
                <c:pt idx="9628">
                  <c:v>825.55840000000001</c:v>
                </c:pt>
                <c:pt idx="9629">
                  <c:v>825.64030000000002</c:v>
                </c:pt>
                <c:pt idx="9630">
                  <c:v>825.72500000000002</c:v>
                </c:pt>
                <c:pt idx="9631">
                  <c:v>825.80709999999999</c:v>
                </c:pt>
                <c:pt idx="9632">
                  <c:v>825.8922</c:v>
                </c:pt>
                <c:pt idx="9633">
                  <c:v>825.97320000000002</c:v>
                </c:pt>
                <c:pt idx="9634">
                  <c:v>826.05920000000003</c:v>
                </c:pt>
                <c:pt idx="9635">
                  <c:v>826.14</c:v>
                </c:pt>
                <c:pt idx="9636">
                  <c:v>826.22349999999994</c:v>
                </c:pt>
                <c:pt idx="9637">
                  <c:v>826.30700000000002</c:v>
                </c:pt>
                <c:pt idx="9638">
                  <c:v>826.38919999999996</c:v>
                </c:pt>
                <c:pt idx="9639">
                  <c:v>826.47310000000004</c:v>
                </c:pt>
                <c:pt idx="9640">
                  <c:v>826.55740000000003</c:v>
                </c:pt>
                <c:pt idx="9641">
                  <c:v>826.64239999999995</c:v>
                </c:pt>
                <c:pt idx="9642">
                  <c:v>826.72439999999995</c:v>
                </c:pt>
                <c:pt idx="9643">
                  <c:v>826.81</c:v>
                </c:pt>
                <c:pt idx="9644">
                  <c:v>826.89290000000005</c:v>
                </c:pt>
                <c:pt idx="9645">
                  <c:v>826.976</c:v>
                </c:pt>
                <c:pt idx="9646">
                  <c:v>827.05939999999998</c:v>
                </c:pt>
                <c:pt idx="9647">
                  <c:v>827.14239999999995</c:v>
                </c:pt>
                <c:pt idx="9648">
                  <c:v>827.22640000000001</c:v>
                </c:pt>
                <c:pt idx="9649">
                  <c:v>827.30989999999997</c:v>
                </c:pt>
                <c:pt idx="9650">
                  <c:v>827.39260000000002</c:v>
                </c:pt>
                <c:pt idx="9651">
                  <c:v>827.47559999999999</c:v>
                </c:pt>
                <c:pt idx="9652">
                  <c:v>827.56029999999998</c:v>
                </c:pt>
                <c:pt idx="9653">
                  <c:v>827.64340000000004</c:v>
                </c:pt>
                <c:pt idx="9654">
                  <c:v>827.72609999999997</c:v>
                </c:pt>
                <c:pt idx="9655">
                  <c:v>827.8098</c:v>
                </c:pt>
                <c:pt idx="9656">
                  <c:v>827.89250000000004</c:v>
                </c:pt>
                <c:pt idx="9657">
                  <c:v>827.97590000000002</c:v>
                </c:pt>
                <c:pt idx="9658">
                  <c:v>828.06060000000002</c:v>
                </c:pt>
                <c:pt idx="9659">
                  <c:v>828.14279999999997</c:v>
                </c:pt>
                <c:pt idx="9660">
                  <c:v>828.22720000000004</c:v>
                </c:pt>
                <c:pt idx="9661">
                  <c:v>828.30939999999998</c:v>
                </c:pt>
                <c:pt idx="9662">
                  <c:v>828.39179999999999</c:v>
                </c:pt>
                <c:pt idx="9663">
                  <c:v>828.47680000000003</c:v>
                </c:pt>
                <c:pt idx="9664">
                  <c:v>828.56140000000005</c:v>
                </c:pt>
                <c:pt idx="9665">
                  <c:v>828.64509999999996</c:v>
                </c:pt>
                <c:pt idx="9666">
                  <c:v>828.72720000000004</c:v>
                </c:pt>
                <c:pt idx="9667">
                  <c:v>828.81050000000005</c:v>
                </c:pt>
                <c:pt idx="9668">
                  <c:v>828.89499999999998</c:v>
                </c:pt>
                <c:pt idx="9669">
                  <c:v>828.97699999999998</c:v>
                </c:pt>
                <c:pt idx="9670">
                  <c:v>829.05949999999996</c:v>
                </c:pt>
                <c:pt idx="9671">
                  <c:v>829.14200000000005</c:v>
                </c:pt>
                <c:pt idx="9672">
                  <c:v>829.226</c:v>
                </c:pt>
                <c:pt idx="9673">
                  <c:v>829.31190000000004</c:v>
                </c:pt>
                <c:pt idx="9674">
                  <c:v>829.39409999999998</c:v>
                </c:pt>
                <c:pt idx="9675">
                  <c:v>829.47839999999997</c:v>
                </c:pt>
                <c:pt idx="9676">
                  <c:v>829.56079999999997</c:v>
                </c:pt>
                <c:pt idx="9677">
                  <c:v>829.64469999999994</c:v>
                </c:pt>
                <c:pt idx="9678">
                  <c:v>829.72699999999998</c:v>
                </c:pt>
                <c:pt idx="9679">
                  <c:v>829.8116</c:v>
                </c:pt>
                <c:pt idx="9680">
                  <c:v>829.89499999999998</c:v>
                </c:pt>
                <c:pt idx="9681">
                  <c:v>829.97839999999997</c:v>
                </c:pt>
                <c:pt idx="9682">
                  <c:v>830.06259999999997</c:v>
                </c:pt>
                <c:pt idx="9683">
                  <c:v>830.14599999999996</c:v>
                </c:pt>
                <c:pt idx="9684">
                  <c:v>830.23119999999994</c:v>
                </c:pt>
                <c:pt idx="9685">
                  <c:v>830.31449999999995</c:v>
                </c:pt>
                <c:pt idx="9686">
                  <c:v>830.39580000000001</c:v>
                </c:pt>
                <c:pt idx="9687">
                  <c:v>830.48030000000006</c:v>
                </c:pt>
                <c:pt idx="9688">
                  <c:v>830.56219999999996</c:v>
                </c:pt>
                <c:pt idx="9689">
                  <c:v>830.64599999999996</c:v>
                </c:pt>
                <c:pt idx="9690">
                  <c:v>830.72990000000004</c:v>
                </c:pt>
                <c:pt idx="9691">
                  <c:v>830.81410000000005</c:v>
                </c:pt>
                <c:pt idx="9692">
                  <c:v>830.89620000000002</c:v>
                </c:pt>
                <c:pt idx="9693">
                  <c:v>830.98159999999996</c:v>
                </c:pt>
                <c:pt idx="9694">
                  <c:v>831.06389999999999</c:v>
                </c:pt>
                <c:pt idx="9695">
                  <c:v>831.14700000000005</c:v>
                </c:pt>
                <c:pt idx="9696">
                  <c:v>831.2296</c:v>
                </c:pt>
                <c:pt idx="9697">
                  <c:v>831.31510000000003</c:v>
                </c:pt>
                <c:pt idx="9698">
                  <c:v>831.39700000000005</c:v>
                </c:pt>
                <c:pt idx="9699">
                  <c:v>831.48119999999994</c:v>
                </c:pt>
                <c:pt idx="9700">
                  <c:v>831.56600000000003</c:v>
                </c:pt>
                <c:pt idx="9701">
                  <c:v>831.64890000000003</c:v>
                </c:pt>
                <c:pt idx="9702">
                  <c:v>831.7319</c:v>
                </c:pt>
                <c:pt idx="9703">
                  <c:v>831.81560000000002</c:v>
                </c:pt>
                <c:pt idx="9704">
                  <c:v>831.89940000000001</c:v>
                </c:pt>
                <c:pt idx="9705">
                  <c:v>831.98239999999998</c:v>
                </c:pt>
                <c:pt idx="9706">
                  <c:v>832.06489999999997</c:v>
                </c:pt>
                <c:pt idx="9707">
                  <c:v>832.14959999999996</c:v>
                </c:pt>
                <c:pt idx="9708">
                  <c:v>832.23249999999996</c:v>
                </c:pt>
                <c:pt idx="9709">
                  <c:v>832.31389999999999</c:v>
                </c:pt>
                <c:pt idx="9710">
                  <c:v>832.39949999999999</c:v>
                </c:pt>
                <c:pt idx="9711">
                  <c:v>832.47839999999997</c:v>
                </c:pt>
                <c:pt idx="9712">
                  <c:v>832.56470000000002</c:v>
                </c:pt>
                <c:pt idx="9713">
                  <c:v>832.64559999999994</c:v>
                </c:pt>
                <c:pt idx="9714">
                  <c:v>832.72990000000004</c:v>
                </c:pt>
                <c:pt idx="9715">
                  <c:v>832.81389999999999</c:v>
                </c:pt>
                <c:pt idx="9716">
                  <c:v>832.89639999999997</c:v>
                </c:pt>
                <c:pt idx="9717">
                  <c:v>832.98159999999996</c:v>
                </c:pt>
                <c:pt idx="9718">
                  <c:v>833.06470000000002</c:v>
                </c:pt>
                <c:pt idx="9719">
                  <c:v>833.1499</c:v>
                </c:pt>
                <c:pt idx="9720">
                  <c:v>833.23159999999996</c:v>
                </c:pt>
                <c:pt idx="9721">
                  <c:v>833.31420000000003</c:v>
                </c:pt>
                <c:pt idx="9722">
                  <c:v>833.39779999999996</c:v>
                </c:pt>
                <c:pt idx="9723">
                  <c:v>833.48109999999997</c:v>
                </c:pt>
                <c:pt idx="9724">
                  <c:v>833.5652</c:v>
                </c:pt>
                <c:pt idx="9725">
                  <c:v>833.64800000000002</c:v>
                </c:pt>
                <c:pt idx="9726">
                  <c:v>833.72950000000003</c:v>
                </c:pt>
                <c:pt idx="9727">
                  <c:v>833.81320000000005</c:v>
                </c:pt>
                <c:pt idx="9728">
                  <c:v>833.89819999999997</c:v>
                </c:pt>
                <c:pt idx="9729">
                  <c:v>833.98059999999998</c:v>
                </c:pt>
                <c:pt idx="9730">
                  <c:v>834.06190000000004</c:v>
                </c:pt>
                <c:pt idx="9731">
                  <c:v>834.14679999999998</c:v>
                </c:pt>
                <c:pt idx="9732">
                  <c:v>834.23140000000001</c:v>
                </c:pt>
                <c:pt idx="9733">
                  <c:v>834.31500000000005</c:v>
                </c:pt>
                <c:pt idx="9734">
                  <c:v>834.399</c:v>
                </c:pt>
                <c:pt idx="9735">
                  <c:v>834.47969999999998</c:v>
                </c:pt>
                <c:pt idx="9736">
                  <c:v>834.56489999999997</c:v>
                </c:pt>
                <c:pt idx="9737">
                  <c:v>834.64800000000002</c:v>
                </c:pt>
                <c:pt idx="9738">
                  <c:v>834.7328</c:v>
                </c:pt>
                <c:pt idx="9739">
                  <c:v>834.81529999999998</c:v>
                </c:pt>
                <c:pt idx="9740">
                  <c:v>834.89779999999996</c:v>
                </c:pt>
                <c:pt idx="9741">
                  <c:v>834.98199999999997</c:v>
                </c:pt>
                <c:pt idx="9742">
                  <c:v>835.06389999999999</c:v>
                </c:pt>
                <c:pt idx="9743">
                  <c:v>835.14859999999999</c:v>
                </c:pt>
                <c:pt idx="9744">
                  <c:v>835.23119999999994</c:v>
                </c:pt>
                <c:pt idx="9745">
                  <c:v>835.31359999999995</c:v>
                </c:pt>
                <c:pt idx="9746">
                  <c:v>835.39530000000002</c:v>
                </c:pt>
                <c:pt idx="9747">
                  <c:v>835.48239999999998</c:v>
                </c:pt>
                <c:pt idx="9748">
                  <c:v>835.56380000000001</c:v>
                </c:pt>
                <c:pt idx="9749">
                  <c:v>835.64840000000004</c:v>
                </c:pt>
                <c:pt idx="9750">
                  <c:v>835.73239999999998</c:v>
                </c:pt>
                <c:pt idx="9751">
                  <c:v>835.81399999999996</c:v>
                </c:pt>
                <c:pt idx="9752">
                  <c:v>835.89800000000002</c:v>
                </c:pt>
                <c:pt idx="9753">
                  <c:v>835.97889999999995</c:v>
                </c:pt>
                <c:pt idx="9754">
                  <c:v>836.06380000000001</c:v>
                </c:pt>
                <c:pt idx="9755">
                  <c:v>836.14840000000004</c:v>
                </c:pt>
                <c:pt idx="9756">
                  <c:v>836.23090000000002</c:v>
                </c:pt>
                <c:pt idx="9757">
                  <c:v>836.31470000000002</c:v>
                </c:pt>
                <c:pt idx="9758">
                  <c:v>836.39760000000001</c:v>
                </c:pt>
                <c:pt idx="9759">
                  <c:v>836.48159999999996</c:v>
                </c:pt>
                <c:pt idx="9760">
                  <c:v>836.56399999999996</c:v>
                </c:pt>
                <c:pt idx="9761">
                  <c:v>836.64819999999997</c:v>
                </c:pt>
                <c:pt idx="9762">
                  <c:v>836.73199999999997</c:v>
                </c:pt>
                <c:pt idx="9763">
                  <c:v>836.81650000000002</c:v>
                </c:pt>
                <c:pt idx="9764">
                  <c:v>836.90070000000003</c:v>
                </c:pt>
                <c:pt idx="9765">
                  <c:v>836.98320000000001</c:v>
                </c:pt>
                <c:pt idx="9766">
                  <c:v>837.06619999999998</c:v>
                </c:pt>
                <c:pt idx="9767">
                  <c:v>837.14919999999995</c:v>
                </c:pt>
                <c:pt idx="9768">
                  <c:v>837.23469999999998</c:v>
                </c:pt>
                <c:pt idx="9769">
                  <c:v>837.31500000000005</c:v>
                </c:pt>
                <c:pt idx="9770">
                  <c:v>837.40160000000003</c:v>
                </c:pt>
                <c:pt idx="9771">
                  <c:v>837.48159999999996</c:v>
                </c:pt>
                <c:pt idx="9772">
                  <c:v>837.56719999999996</c:v>
                </c:pt>
                <c:pt idx="9773">
                  <c:v>837.64909999999998</c:v>
                </c:pt>
                <c:pt idx="9774">
                  <c:v>837.73360000000002</c:v>
                </c:pt>
                <c:pt idx="9775">
                  <c:v>837.81600000000003</c:v>
                </c:pt>
                <c:pt idx="9776">
                  <c:v>837.89880000000005</c:v>
                </c:pt>
                <c:pt idx="9777">
                  <c:v>837.9828</c:v>
                </c:pt>
                <c:pt idx="9778">
                  <c:v>838.06619999999998</c:v>
                </c:pt>
                <c:pt idx="9779">
                  <c:v>838.14940000000001</c:v>
                </c:pt>
                <c:pt idx="9780">
                  <c:v>838.23509999999999</c:v>
                </c:pt>
                <c:pt idx="9781">
                  <c:v>838.31619999999998</c:v>
                </c:pt>
                <c:pt idx="9782">
                  <c:v>838.40179999999998</c:v>
                </c:pt>
                <c:pt idx="9783">
                  <c:v>838.48440000000005</c:v>
                </c:pt>
                <c:pt idx="9784">
                  <c:v>838.5652</c:v>
                </c:pt>
                <c:pt idx="9785">
                  <c:v>838.6499</c:v>
                </c:pt>
                <c:pt idx="9786">
                  <c:v>838.73220000000003</c:v>
                </c:pt>
                <c:pt idx="9787">
                  <c:v>838.8152</c:v>
                </c:pt>
                <c:pt idx="9788">
                  <c:v>838.8999</c:v>
                </c:pt>
                <c:pt idx="9789">
                  <c:v>838.98260000000005</c:v>
                </c:pt>
                <c:pt idx="9790">
                  <c:v>839.06590000000006</c:v>
                </c:pt>
                <c:pt idx="9791">
                  <c:v>839.15030000000002</c:v>
                </c:pt>
                <c:pt idx="9792">
                  <c:v>839.23500000000001</c:v>
                </c:pt>
                <c:pt idx="9793">
                  <c:v>839.31679999999994</c:v>
                </c:pt>
                <c:pt idx="9794">
                  <c:v>839.40030000000002</c:v>
                </c:pt>
                <c:pt idx="9795">
                  <c:v>839.48559999999998</c:v>
                </c:pt>
                <c:pt idx="9796">
                  <c:v>839.56709999999998</c:v>
                </c:pt>
                <c:pt idx="9797">
                  <c:v>839.65089999999998</c:v>
                </c:pt>
                <c:pt idx="9798">
                  <c:v>839.73530000000005</c:v>
                </c:pt>
                <c:pt idx="9799">
                  <c:v>839.81809999999996</c:v>
                </c:pt>
                <c:pt idx="9800">
                  <c:v>839.90060000000005</c:v>
                </c:pt>
                <c:pt idx="9801">
                  <c:v>839.98479999999995</c:v>
                </c:pt>
                <c:pt idx="9802">
                  <c:v>840.06809999999996</c:v>
                </c:pt>
                <c:pt idx="9803">
                  <c:v>840.15219999999999</c:v>
                </c:pt>
                <c:pt idx="9804">
                  <c:v>840.2355</c:v>
                </c:pt>
                <c:pt idx="9805">
                  <c:v>840.31809999999996</c:v>
                </c:pt>
                <c:pt idx="9806">
                  <c:v>840.40340000000003</c:v>
                </c:pt>
                <c:pt idx="9807">
                  <c:v>840.48680000000002</c:v>
                </c:pt>
                <c:pt idx="9808">
                  <c:v>840.56910000000005</c:v>
                </c:pt>
                <c:pt idx="9809">
                  <c:v>840.65449999999998</c:v>
                </c:pt>
                <c:pt idx="9810">
                  <c:v>840.73559999999998</c:v>
                </c:pt>
                <c:pt idx="9811">
                  <c:v>840.82090000000005</c:v>
                </c:pt>
                <c:pt idx="9812">
                  <c:v>840.90380000000005</c:v>
                </c:pt>
                <c:pt idx="9813">
                  <c:v>840.98590000000002</c:v>
                </c:pt>
                <c:pt idx="9814">
                  <c:v>841.07029999999997</c:v>
                </c:pt>
                <c:pt idx="9815">
                  <c:v>841.15160000000003</c:v>
                </c:pt>
                <c:pt idx="9816">
                  <c:v>841.23839999999996</c:v>
                </c:pt>
                <c:pt idx="9817">
                  <c:v>841.31910000000005</c:v>
                </c:pt>
                <c:pt idx="9818">
                  <c:v>841.40300000000002</c:v>
                </c:pt>
                <c:pt idx="9819">
                  <c:v>841.48680000000002</c:v>
                </c:pt>
                <c:pt idx="9820">
                  <c:v>841.57039999999995</c:v>
                </c:pt>
                <c:pt idx="9821">
                  <c:v>841.65380000000005</c:v>
                </c:pt>
                <c:pt idx="9822">
                  <c:v>841.73749999999995</c:v>
                </c:pt>
                <c:pt idx="9823">
                  <c:v>841.82010000000002</c:v>
                </c:pt>
                <c:pt idx="9824">
                  <c:v>841.90509999999995</c:v>
                </c:pt>
                <c:pt idx="9825">
                  <c:v>841.98519999999996</c:v>
                </c:pt>
                <c:pt idx="9826">
                  <c:v>842.07069999999999</c:v>
                </c:pt>
                <c:pt idx="9827">
                  <c:v>842.15470000000005</c:v>
                </c:pt>
                <c:pt idx="9828">
                  <c:v>842.23820000000001</c:v>
                </c:pt>
                <c:pt idx="9829">
                  <c:v>842.32219999999995</c:v>
                </c:pt>
                <c:pt idx="9830">
                  <c:v>842.40459999999996</c:v>
                </c:pt>
                <c:pt idx="9831">
                  <c:v>842.48760000000004</c:v>
                </c:pt>
                <c:pt idx="9832">
                  <c:v>842.56809999999996</c:v>
                </c:pt>
                <c:pt idx="9833">
                  <c:v>842.65260000000001</c:v>
                </c:pt>
                <c:pt idx="9834">
                  <c:v>842.73820000000001</c:v>
                </c:pt>
                <c:pt idx="9835">
                  <c:v>842.8184</c:v>
                </c:pt>
                <c:pt idx="9836">
                  <c:v>842.90440000000001</c:v>
                </c:pt>
                <c:pt idx="9837">
                  <c:v>842.98739999999998</c:v>
                </c:pt>
                <c:pt idx="9838">
                  <c:v>843.07010000000002</c:v>
                </c:pt>
                <c:pt idx="9839">
                  <c:v>843.15449999999998</c:v>
                </c:pt>
                <c:pt idx="9840">
                  <c:v>843.23490000000004</c:v>
                </c:pt>
                <c:pt idx="9841">
                  <c:v>843.31949999999995</c:v>
                </c:pt>
                <c:pt idx="9842">
                  <c:v>843.40279999999996</c:v>
                </c:pt>
                <c:pt idx="9843">
                  <c:v>843.48680000000002</c:v>
                </c:pt>
                <c:pt idx="9844">
                  <c:v>843.56889999999999</c:v>
                </c:pt>
                <c:pt idx="9845">
                  <c:v>843.65319999999997</c:v>
                </c:pt>
                <c:pt idx="9846">
                  <c:v>843.73559999999998</c:v>
                </c:pt>
                <c:pt idx="9847">
                  <c:v>843.81939999999997</c:v>
                </c:pt>
                <c:pt idx="9848">
                  <c:v>843.90120000000002</c:v>
                </c:pt>
                <c:pt idx="9849">
                  <c:v>843.98440000000005</c:v>
                </c:pt>
                <c:pt idx="9850">
                  <c:v>844.06719999999996</c:v>
                </c:pt>
                <c:pt idx="9851">
                  <c:v>844.1508</c:v>
                </c:pt>
                <c:pt idx="9852">
                  <c:v>844.23400000000004</c:v>
                </c:pt>
                <c:pt idx="9853">
                  <c:v>844.31859999999995</c:v>
                </c:pt>
                <c:pt idx="9854">
                  <c:v>844.40060000000005</c:v>
                </c:pt>
                <c:pt idx="9855">
                  <c:v>844.48429999999996</c:v>
                </c:pt>
                <c:pt idx="9856">
                  <c:v>844.56790000000001</c:v>
                </c:pt>
                <c:pt idx="9857">
                  <c:v>844.65189999999996</c:v>
                </c:pt>
                <c:pt idx="9858">
                  <c:v>844.73590000000002</c:v>
                </c:pt>
                <c:pt idx="9859">
                  <c:v>844.81949999999995</c:v>
                </c:pt>
                <c:pt idx="9860">
                  <c:v>844.90319999999997</c:v>
                </c:pt>
                <c:pt idx="9861">
                  <c:v>844.98559999999998</c:v>
                </c:pt>
                <c:pt idx="9862">
                  <c:v>845.07060000000001</c:v>
                </c:pt>
                <c:pt idx="9863">
                  <c:v>845.15459999999996</c:v>
                </c:pt>
                <c:pt idx="9864">
                  <c:v>845.23789999999997</c:v>
                </c:pt>
                <c:pt idx="9865">
                  <c:v>845.322</c:v>
                </c:pt>
                <c:pt idx="9866">
                  <c:v>845.40560000000005</c:v>
                </c:pt>
                <c:pt idx="9867">
                  <c:v>845.48839999999996</c:v>
                </c:pt>
                <c:pt idx="9868">
                  <c:v>845.57090000000005</c:v>
                </c:pt>
                <c:pt idx="9869">
                  <c:v>845.65539999999999</c:v>
                </c:pt>
                <c:pt idx="9870">
                  <c:v>845.73810000000003</c:v>
                </c:pt>
                <c:pt idx="9871">
                  <c:v>845.82339999999999</c:v>
                </c:pt>
                <c:pt idx="9872">
                  <c:v>845.90589999999997</c:v>
                </c:pt>
                <c:pt idx="9873">
                  <c:v>845.98919999999998</c:v>
                </c:pt>
                <c:pt idx="9874">
                  <c:v>846.07039999999995</c:v>
                </c:pt>
                <c:pt idx="9875">
                  <c:v>846.15440000000001</c:v>
                </c:pt>
                <c:pt idx="9876">
                  <c:v>846.23869999999999</c:v>
                </c:pt>
                <c:pt idx="9877">
                  <c:v>846.32180000000005</c:v>
                </c:pt>
                <c:pt idx="9878">
                  <c:v>846.40409999999997</c:v>
                </c:pt>
                <c:pt idx="9879">
                  <c:v>846.48789999999997</c:v>
                </c:pt>
                <c:pt idx="9880">
                  <c:v>846.57320000000004</c:v>
                </c:pt>
                <c:pt idx="9881">
                  <c:v>846.65660000000003</c:v>
                </c:pt>
                <c:pt idx="9882">
                  <c:v>846.73889999999994</c:v>
                </c:pt>
                <c:pt idx="9883">
                  <c:v>846.82190000000003</c:v>
                </c:pt>
                <c:pt idx="9884">
                  <c:v>846.90629999999999</c:v>
                </c:pt>
                <c:pt idx="9885">
                  <c:v>846.98860000000002</c:v>
                </c:pt>
                <c:pt idx="9886">
                  <c:v>847.07360000000006</c:v>
                </c:pt>
                <c:pt idx="9887">
                  <c:v>847.15620000000001</c:v>
                </c:pt>
                <c:pt idx="9888">
                  <c:v>847.24069999999995</c:v>
                </c:pt>
                <c:pt idx="9889">
                  <c:v>847.32309999999995</c:v>
                </c:pt>
                <c:pt idx="9890">
                  <c:v>847.40419999999995</c:v>
                </c:pt>
                <c:pt idx="9891">
                  <c:v>847.48950000000002</c:v>
                </c:pt>
                <c:pt idx="9892">
                  <c:v>847.57410000000004</c:v>
                </c:pt>
                <c:pt idx="9893">
                  <c:v>847.65779999999995</c:v>
                </c:pt>
                <c:pt idx="9894">
                  <c:v>847.74069999999995</c:v>
                </c:pt>
                <c:pt idx="9895">
                  <c:v>847.82439999999997</c:v>
                </c:pt>
                <c:pt idx="9896">
                  <c:v>847.90809999999999</c:v>
                </c:pt>
                <c:pt idx="9897">
                  <c:v>847.98860000000002</c:v>
                </c:pt>
                <c:pt idx="9898">
                  <c:v>848.07539999999995</c:v>
                </c:pt>
                <c:pt idx="9899">
                  <c:v>848.15859999999998</c:v>
                </c:pt>
                <c:pt idx="9900">
                  <c:v>848.23940000000005</c:v>
                </c:pt>
                <c:pt idx="9901">
                  <c:v>848.32510000000002</c:v>
                </c:pt>
                <c:pt idx="9902">
                  <c:v>848.40859999999998</c:v>
                </c:pt>
                <c:pt idx="9903">
                  <c:v>848.49239999999998</c:v>
                </c:pt>
                <c:pt idx="9904">
                  <c:v>848.57460000000003</c:v>
                </c:pt>
                <c:pt idx="9905">
                  <c:v>848.65890000000002</c:v>
                </c:pt>
                <c:pt idx="9906">
                  <c:v>848.74339999999995</c:v>
                </c:pt>
                <c:pt idx="9907">
                  <c:v>848.82510000000002</c:v>
                </c:pt>
                <c:pt idx="9908">
                  <c:v>848.91030000000001</c:v>
                </c:pt>
                <c:pt idx="9909">
                  <c:v>848.99279999999999</c:v>
                </c:pt>
                <c:pt idx="9910">
                  <c:v>849.07460000000003</c:v>
                </c:pt>
                <c:pt idx="9911">
                  <c:v>849.15930000000003</c:v>
                </c:pt>
                <c:pt idx="9912">
                  <c:v>849.24199999999996</c:v>
                </c:pt>
                <c:pt idx="9913">
                  <c:v>849.32619999999997</c:v>
                </c:pt>
                <c:pt idx="9914">
                  <c:v>849.40819999999997</c:v>
                </c:pt>
                <c:pt idx="9915">
                  <c:v>849.49260000000004</c:v>
                </c:pt>
                <c:pt idx="9916">
                  <c:v>849.57809999999995</c:v>
                </c:pt>
                <c:pt idx="9917">
                  <c:v>849.65989999999999</c:v>
                </c:pt>
                <c:pt idx="9918">
                  <c:v>849.74180000000001</c:v>
                </c:pt>
                <c:pt idx="9919">
                  <c:v>849.82569999999998</c:v>
                </c:pt>
                <c:pt idx="9920">
                  <c:v>849.90809999999999</c:v>
                </c:pt>
                <c:pt idx="9921">
                  <c:v>849.99360000000001</c:v>
                </c:pt>
                <c:pt idx="9922">
                  <c:v>850.07500000000005</c:v>
                </c:pt>
                <c:pt idx="9923">
                  <c:v>850.15909999999997</c:v>
                </c:pt>
                <c:pt idx="9924">
                  <c:v>850.24220000000003</c:v>
                </c:pt>
                <c:pt idx="9925">
                  <c:v>850.32410000000004</c:v>
                </c:pt>
                <c:pt idx="9926">
                  <c:v>850.40809999999999</c:v>
                </c:pt>
                <c:pt idx="9927">
                  <c:v>850.48900000000003</c:v>
                </c:pt>
                <c:pt idx="9928">
                  <c:v>850.57309999999995</c:v>
                </c:pt>
                <c:pt idx="9929">
                  <c:v>850.65800000000002</c:v>
                </c:pt>
                <c:pt idx="9930">
                  <c:v>850.73969999999997</c:v>
                </c:pt>
                <c:pt idx="9931">
                  <c:v>850.82420000000002</c:v>
                </c:pt>
                <c:pt idx="9932">
                  <c:v>850.90689999999995</c:v>
                </c:pt>
                <c:pt idx="9933">
                  <c:v>850.98940000000005</c:v>
                </c:pt>
                <c:pt idx="9934">
                  <c:v>851.07249999999999</c:v>
                </c:pt>
                <c:pt idx="9935">
                  <c:v>851.15620000000001</c:v>
                </c:pt>
                <c:pt idx="9936">
                  <c:v>851.23839999999996</c:v>
                </c:pt>
                <c:pt idx="9937">
                  <c:v>851.32100000000003</c:v>
                </c:pt>
                <c:pt idx="9938">
                  <c:v>851.40470000000005</c:v>
                </c:pt>
                <c:pt idx="9939">
                  <c:v>851.48659999999995</c:v>
                </c:pt>
                <c:pt idx="9940">
                  <c:v>851.56880000000001</c:v>
                </c:pt>
                <c:pt idx="9941">
                  <c:v>851.65089999999998</c:v>
                </c:pt>
                <c:pt idx="9942">
                  <c:v>851.73680000000002</c:v>
                </c:pt>
                <c:pt idx="9943">
                  <c:v>851.81799999999998</c:v>
                </c:pt>
                <c:pt idx="9944">
                  <c:v>851.90030000000002</c:v>
                </c:pt>
                <c:pt idx="9945">
                  <c:v>851.98490000000004</c:v>
                </c:pt>
                <c:pt idx="9946">
                  <c:v>852.06960000000004</c:v>
                </c:pt>
                <c:pt idx="9947">
                  <c:v>852.15239999999994</c:v>
                </c:pt>
                <c:pt idx="9948">
                  <c:v>852.23659999999995</c:v>
                </c:pt>
                <c:pt idx="9949">
                  <c:v>852.31949999999995</c:v>
                </c:pt>
                <c:pt idx="9950">
                  <c:v>852.40279999999996</c:v>
                </c:pt>
                <c:pt idx="9951">
                  <c:v>852.48720000000003</c:v>
                </c:pt>
                <c:pt idx="9952">
                  <c:v>852.57039999999995</c:v>
                </c:pt>
                <c:pt idx="9953">
                  <c:v>852.65340000000003</c:v>
                </c:pt>
                <c:pt idx="9954">
                  <c:v>852.73680000000002</c:v>
                </c:pt>
                <c:pt idx="9955">
                  <c:v>852.82119999999998</c:v>
                </c:pt>
                <c:pt idx="9956">
                  <c:v>852.90589999999997</c:v>
                </c:pt>
                <c:pt idx="9957">
                  <c:v>852.99069999999995</c:v>
                </c:pt>
                <c:pt idx="9958">
                  <c:v>853.07510000000002</c:v>
                </c:pt>
                <c:pt idx="9959">
                  <c:v>853.15899999999999</c:v>
                </c:pt>
                <c:pt idx="9960">
                  <c:v>853.24</c:v>
                </c:pt>
                <c:pt idx="9961">
                  <c:v>853.32640000000004</c:v>
                </c:pt>
                <c:pt idx="9962">
                  <c:v>853.41060000000004</c:v>
                </c:pt>
                <c:pt idx="9963">
                  <c:v>853.49279999999999</c:v>
                </c:pt>
                <c:pt idx="9964">
                  <c:v>853.57659999999998</c:v>
                </c:pt>
                <c:pt idx="9965">
                  <c:v>853.65949999999998</c:v>
                </c:pt>
                <c:pt idx="9966">
                  <c:v>853.74019999999996</c:v>
                </c:pt>
                <c:pt idx="9967">
                  <c:v>853.82380000000001</c:v>
                </c:pt>
                <c:pt idx="9968">
                  <c:v>853.90909999999997</c:v>
                </c:pt>
                <c:pt idx="9969">
                  <c:v>853.99450000000002</c:v>
                </c:pt>
                <c:pt idx="9970">
                  <c:v>854.07619999999997</c:v>
                </c:pt>
                <c:pt idx="9971">
                  <c:v>854.16020000000003</c:v>
                </c:pt>
                <c:pt idx="9972">
                  <c:v>854.2432</c:v>
                </c:pt>
                <c:pt idx="9973">
                  <c:v>854.32659999999998</c:v>
                </c:pt>
                <c:pt idx="9974">
                  <c:v>854.41079999999999</c:v>
                </c:pt>
                <c:pt idx="9975">
                  <c:v>854.49419999999998</c:v>
                </c:pt>
                <c:pt idx="9976">
                  <c:v>854.57579999999996</c:v>
                </c:pt>
                <c:pt idx="9977">
                  <c:v>854.66020000000003</c:v>
                </c:pt>
                <c:pt idx="9978">
                  <c:v>854.74390000000005</c:v>
                </c:pt>
                <c:pt idx="9979">
                  <c:v>854.82780000000002</c:v>
                </c:pt>
                <c:pt idx="9980">
                  <c:v>854.91010000000006</c:v>
                </c:pt>
                <c:pt idx="9981">
                  <c:v>854.99339999999995</c:v>
                </c:pt>
                <c:pt idx="9982">
                  <c:v>855.07690000000002</c:v>
                </c:pt>
                <c:pt idx="9983">
                  <c:v>855.16</c:v>
                </c:pt>
                <c:pt idx="9984">
                  <c:v>855.24339999999995</c:v>
                </c:pt>
                <c:pt idx="9985">
                  <c:v>855.32560000000001</c:v>
                </c:pt>
                <c:pt idx="9986">
                  <c:v>855.40909999999997</c:v>
                </c:pt>
                <c:pt idx="9987">
                  <c:v>855.49450000000002</c:v>
                </c:pt>
                <c:pt idx="9988">
                  <c:v>855.57950000000005</c:v>
                </c:pt>
                <c:pt idx="9989">
                  <c:v>855.66099999999994</c:v>
                </c:pt>
                <c:pt idx="9990">
                  <c:v>855.74390000000005</c:v>
                </c:pt>
                <c:pt idx="9991">
                  <c:v>855.82889999999998</c:v>
                </c:pt>
                <c:pt idx="9992">
                  <c:v>855.91219999999998</c:v>
                </c:pt>
                <c:pt idx="9993">
                  <c:v>855.99570000000006</c:v>
                </c:pt>
                <c:pt idx="9994">
                  <c:v>856.07839999999999</c:v>
                </c:pt>
                <c:pt idx="9995">
                  <c:v>856.16030000000001</c:v>
                </c:pt>
                <c:pt idx="9996">
                  <c:v>856.24260000000004</c:v>
                </c:pt>
                <c:pt idx="9997">
                  <c:v>856.32650000000001</c:v>
                </c:pt>
                <c:pt idx="9998">
                  <c:v>856.40790000000004</c:v>
                </c:pt>
                <c:pt idx="9999">
                  <c:v>856.49199999999996</c:v>
                </c:pt>
                <c:pt idx="10000">
                  <c:v>856.57680000000005</c:v>
                </c:pt>
                <c:pt idx="10001">
                  <c:v>856.65899999999999</c:v>
                </c:pt>
                <c:pt idx="10002">
                  <c:v>856.74180000000001</c:v>
                </c:pt>
                <c:pt idx="10003">
                  <c:v>856.82690000000002</c:v>
                </c:pt>
                <c:pt idx="10004">
                  <c:v>856.91060000000004</c:v>
                </c:pt>
                <c:pt idx="10005">
                  <c:v>856.99419999999998</c:v>
                </c:pt>
                <c:pt idx="10006">
                  <c:v>857.07889999999998</c:v>
                </c:pt>
                <c:pt idx="10007">
                  <c:v>857.16129999999998</c:v>
                </c:pt>
                <c:pt idx="10008">
                  <c:v>857.24390000000005</c:v>
                </c:pt>
                <c:pt idx="10009">
                  <c:v>857.3288</c:v>
                </c:pt>
                <c:pt idx="10010">
                  <c:v>857.41120000000001</c:v>
                </c:pt>
                <c:pt idx="10011">
                  <c:v>857.49390000000005</c:v>
                </c:pt>
                <c:pt idx="10012">
                  <c:v>857.57780000000002</c:v>
                </c:pt>
                <c:pt idx="10013">
                  <c:v>857.66089999999997</c:v>
                </c:pt>
                <c:pt idx="10014">
                  <c:v>857.74490000000003</c:v>
                </c:pt>
                <c:pt idx="10015">
                  <c:v>857.82820000000004</c:v>
                </c:pt>
                <c:pt idx="10016">
                  <c:v>857.91060000000004</c:v>
                </c:pt>
                <c:pt idx="10017">
                  <c:v>857.99419999999998</c:v>
                </c:pt>
                <c:pt idx="10018">
                  <c:v>858.07799999999997</c:v>
                </c:pt>
                <c:pt idx="10019">
                  <c:v>858.16089999999997</c:v>
                </c:pt>
                <c:pt idx="10020">
                  <c:v>858.24419999999998</c:v>
                </c:pt>
                <c:pt idx="10021">
                  <c:v>858.32839999999999</c:v>
                </c:pt>
                <c:pt idx="10022">
                  <c:v>858.41089999999997</c:v>
                </c:pt>
                <c:pt idx="10023">
                  <c:v>858.49379999999996</c:v>
                </c:pt>
                <c:pt idx="10024">
                  <c:v>858.57820000000004</c:v>
                </c:pt>
                <c:pt idx="10025">
                  <c:v>858.66060000000004</c:v>
                </c:pt>
                <c:pt idx="10026">
                  <c:v>858.74379999999996</c:v>
                </c:pt>
                <c:pt idx="10027">
                  <c:v>858.82500000000005</c:v>
                </c:pt>
                <c:pt idx="10028">
                  <c:v>858.91089999999997</c:v>
                </c:pt>
                <c:pt idx="10029">
                  <c:v>858.9941</c:v>
                </c:pt>
                <c:pt idx="10030">
                  <c:v>859.07849999999996</c:v>
                </c:pt>
                <c:pt idx="10031">
                  <c:v>859.16210000000001</c:v>
                </c:pt>
                <c:pt idx="10032">
                  <c:v>859.24530000000004</c:v>
                </c:pt>
                <c:pt idx="10033">
                  <c:v>859.32849999999996</c:v>
                </c:pt>
                <c:pt idx="10034">
                  <c:v>859.41219999999998</c:v>
                </c:pt>
                <c:pt idx="10035">
                  <c:v>859.49419999999998</c:v>
                </c:pt>
                <c:pt idx="10036">
                  <c:v>859.57889999999998</c:v>
                </c:pt>
                <c:pt idx="10037">
                  <c:v>859.66079999999999</c:v>
                </c:pt>
                <c:pt idx="10038">
                  <c:v>859.74390000000005</c:v>
                </c:pt>
                <c:pt idx="10039">
                  <c:v>859.82989999999995</c:v>
                </c:pt>
                <c:pt idx="10040">
                  <c:v>859.91099999999994</c:v>
                </c:pt>
                <c:pt idx="10041">
                  <c:v>859.99509999999998</c:v>
                </c:pt>
                <c:pt idx="10042">
                  <c:v>860.07929999999999</c:v>
                </c:pt>
                <c:pt idx="10043">
                  <c:v>860.16089999999997</c:v>
                </c:pt>
                <c:pt idx="10044">
                  <c:v>860.24360000000001</c:v>
                </c:pt>
                <c:pt idx="10045">
                  <c:v>860.3297</c:v>
                </c:pt>
                <c:pt idx="10046">
                  <c:v>860.41189999999995</c:v>
                </c:pt>
                <c:pt idx="10047">
                  <c:v>860.49680000000001</c:v>
                </c:pt>
                <c:pt idx="10048">
                  <c:v>860.58029999999997</c:v>
                </c:pt>
                <c:pt idx="10049">
                  <c:v>860.66489999999999</c:v>
                </c:pt>
                <c:pt idx="10050">
                  <c:v>860.74810000000002</c:v>
                </c:pt>
                <c:pt idx="10051">
                  <c:v>860.83159999999998</c:v>
                </c:pt>
                <c:pt idx="10052">
                  <c:v>860.91309999999999</c:v>
                </c:pt>
                <c:pt idx="10053">
                  <c:v>860.99689999999998</c:v>
                </c:pt>
                <c:pt idx="10054">
                  <c:v>861.0806</c:v>
                </c:pt>
                <c:pt idx="10055">
                  <c:v>861.16399999999999</c:v>
                </c:pt>
                <c:pt idx="10056">
                  <c:v>861.24680000000001</c:v>
                </c:pt>
                <c:pt idx="10057">
                  <c:v>861.32889999999998</c:v>
                </c:pt>
                <c:pt idx="10058">
                  <c:v>861.41340000000002</c:v>
                </c:pt>
                <c:pt idx="10059">
                  <c:v>861.49689999999998</c:v>
                </c:pt>
                <c:pt idx="10060">
                  <c:v>861.58090000000004</c:v>
                </c:pt>
                <c:pt idx="10061">
                  <c:v>861.66489999999999</c:v>
                </c:pt>
                <c:pt idx="10062">
                  <c:v>861.74749999999995</c:v>
                </c:pt>
                <c:pt idx="10063">
                  <c:v>861.83240000000001</c:v>
                </c:pt>
                <c:pt idx="10064">
                  <c:v>861.9144</c:v>
                </c:pt>
                <c:pt idx="10065">
                  <c:v>861.99570000000006</c:v>
                </c:pt>
                <c:pt idx="10066">
                  <c:v>862.07950000000005</c:v>
                </c:pt>
                <c:pt idx="10067">
                  <c:v>862.16340000000002</c:v>
                </c:pt>
                <c:pt idx="10068">
                  <c:v>862.24620000000004</c:v>
                </c:pt>
                <c:pt idx="10069">
                  <c:v>862.32920000000001</c:v>
                </c:pt>
                <c:pt idx="10070">
                  <c:v>862.41420000000005</c:v>
                </c:pt>
                <c:pt idx="10071">
                  <c:v>862.49570000000006</c:v>
                </c:pt>
                <c:pt idx="10072">
                  <c:v>862.57889999999998</c:v>
                </c:pt>
                <c:pt idx="10073">
                  <c:v>862.66189999999995</c:v>
                </c:pt>
                <c:pt idx="10074">
                  <c:v>862.7441</c:v>
                </c:pt>
                <c:pt idx="10075">
                  <c:v>862.82820000000004</c:v>
                </c:pt>
                <c:pt idx="10076">
                  <c:v>862.9126</c:v>
                </c:pt>
                <c:pt idx="10077">
                  <c:v>862.99760000000003</c:v>
                </c:pt>
                <c:pt idx="10078">
                  <c:v>863.08010000000002</c:v>
                </c:pt>
                <c:pt idx="10079">
                  <c:v>863.16399999999999</c:v>
                </c:pt>
                <c:pt idx="10080">
                  <c:v>863.24810000000002</c:v>
                </c:pt>
                <c:pt idx="10081">
                  <c:v>863.3306</c:v>
                </c:pt>
                <c:pt idx="10082">
                  <c:v>863.41399999999999</c:v>
                </c:pt>
                <c:pt idx="10083">
                  <c:v>863.49689999999998</c:v>
                </c:pt>
                <c:pt idx="10084">
                  <c:v>863.58029999999997</c:v>
                </c:pt>
                <c:pt idx="10085">
                  <c:v>863.66409999999996</c:v>
                </c:pt>
                <c:pt idx="10086">
                  <c:v>863.74860000000001</c:v>
                </c:pt>
                <c:pt idx="10087">
                  <c:v>863.83190000000002</c:v>
                </c:pt>
                <c:pt idx="10088">
                  <c:v>863.91520000000003</c:v>
                </c:pt>
                <c:pt idx="10089">
                  <c:v>863.99890000000005</c:v>
                </c:pt>
                <c:pt idx="10090">
                  <c:v>864.08280000000002</c:v>
                </c:pt>
                <c:pt idx="10091">
                  <c:v>864.16480000000001</c:v>
                </c:pt>
                <c:pt idx="10092">
                  <c:v>864.24779999999998</c:v>
                </c:pt>
                <c:pt idx="10093">
                  <c:v>864.33240000000001</c:v>
                </c:pt>
                <c:pt idx="10094">
                  <c:v>864.41489999999999</c:v>
                </c:pt>
                <c:pt idx="10095">
                  <c:v>864.49850000000004</c:v>
                </c:pt>
                <c:pt idx="10096">
                  <c:v>864.58180000000004</c:v>
                </c:pt>
                <c:pt idx="10097">
                  <c:v>864.66560000000004</c:v>
                </c:pt>
                <c:pt idx="10098">
                  <c:v>864.74810000000002</c:v>
                </c:pt>
                <c:pt idx="10099">
                  <c:v>864.83349999999996</c:v>
                </c:pt>
                <c:pt idx="10100">
                  <c:v>864.91489999999999</c:v>
                </c:pt>
                <c:pt idx="10101">
                  <c:v>864.99850000000004</c:v>
                </c:pt>
                <c:pt idx="10102">
                  <c:v>865.08119999999997</c:v>
                </c:pt>
                <c:pt idx="10103">
                  <c:v>865.16560000000004</c:v>
                </c:pt>
                <c:pt idx="10104">
                  <c:v>865.24990000000003</c:v>
                </c:pt>
                <c:pt idx="10105">
                  <c:v>865.33029999999997</c:v>
                </c:pt>
                <c:pt idx="10106">
                  <c:v>865.41679999999997</c:v>
                </c:pt>
                <c:pt idx="10107">
                  <c:v>865.49860000000001</c:v>
                </c:pt>
                <c:pt idx="10108">
                  <c:v>865.58320000000003</c:v>
                </c:pt>
                <c:pt idx="10109">
                  <c:v>865.66790000000003</c:v>
                </c:pt>
                <c:pt idx="10110">
                  <c:v>865.75009999999997</c:v>
                </c:pt>
                <c:pt idx="10111">
                  <c:v>865.83410000000003</c:v>
                </c:pt>
                <c:pt idx="10112">
                  <c:v>865.92</c:v>
                </c:pt>
                <c:pt idx="10113">
                  <c:v>866.00580000000002</c:v>
                </c:pt>
                <c:pt idx="10114">
                  <c:v>866.08820000000003</c:v>
                </c:pt>
                <c:pt idx="10115">
                  <c:v>866.17</c:v>
                </c:pt>
                <c:pt idx="10116">
                  <c:v>866.25279999999998</c:v>
                </c:pt>
                <c:pt idx="10117">
                  <c:v>866.33680000000004</c:v>
                </c:pt>
                <c:pt idx="10118">
                  <c:v>866.41880000000003</c:v>
                </c:pt>
                <c:pt idx="10119">
                  <c:v>866.50189999999998</c:v>
                </c:pt>
                <c:pt idx="10120">
                  <c:v>866.58640000000003</c:v>
                </c:pt>
                <c:pt idx="10121">
                  <c:v>866.66949999999997</c:v>
                </c:pt>
                <c:pt idx="10122">
                  <c:v>866.75199999999995</c:v>
                </c:pt>
                <c:pt idx="10123">
                  <c:v>866.83240000000001</c:v>
                </c:pt>
                <c:pt idx="10124">
                  <c:v>866.9153</c:v>
                </c:pt>
                <c:pt idx="10125">
                  <c:v>866.99839999999995</c:v>
                </c:pt>
                <c:pt idx="10126">
                  <c:v>867.08190000000002</c:v>
                </c:pt>
                <c:pt idx="10127">
                  <c:v>867.16570000000002</c:v>
                </c:pt>
                <c:pt idx="10128">
                  <c:v>867.24959999999999</c:v>
                </c:pt>
                <c:pt idx="10129">
                  <c:v>867.33410000000003</c:v>
                </c:pt>
                <c:pt idx="10130">
                  <c:v>867.41800000000001</c:v>
                </c:pt>
                <c:pt idx="10131">
                  <c:v>867.50189999999998</c:v>
                </c:pt>
                <c:pt idx="10132">
                  <c:v>867.58479999999997</c:v>
                </c:pt>
                <c:pt idx="10133">
                  <c:v>867.66809999999998</c:v>
                </c:pt>
                <c:pt idx="10134">
                  <c:v>867.75120000000004</c:v>
                </c:pt>
                <c:pt idx="10135">
                  <c:v>867.83360000000005</c:v>
                </c:pt>
                <c:pt idx="10136">
                  <c:v>867.91880000000003</c:v>
                </c:pt>
                <c:pt idx="10137">
                  <c:v>868.00139999999999</c:v>
                </c:pt>
                <c:pt idx="10138">
                  <c:v>868.08590000000004</c:v>
                </c:pt>
                <c:pt idx="10139">
                  <c:v>868.16880000000003</c:v>
                </c:pt>
                <c:pt idx="10140">
                  <c:v>868.25120000000004</c:v>
                </c:pt>
                <c:pt idx="10141">
                  <c:v>868.33600000000001</c:v>
                </c:pt>
                <c:pt idx="10142">
                  <c:v>868.41790000000003</c:v>
                </c:pt>
                <c:pt idx="10143">
                  <c:v>868.50080000000003</c:v>
                </c:pt>
                <c:pt idx="10144">
                  <c:v>868.58360000000005</c:v>
                </c:pt>
                <c:pt idx="10145">
                  <c:v>868.67</c:v>
                </c:pt>
                <c:pt idx="10146">
                  <c:v>868.7509</c:v>
                </c:pt>
                <c:pt idx="10147">
                  <c:v>868.83360000000005</c:v>
                </c:pt>
                <c:pt idx="10148">
                  <c:v>868.91840000000002</c:v>
                </c:pt>
                <c:pt idx="10149">
                  <c:v>869.00049999999999</c:v>
                </c:pt>
                <c:pt idx="10150">
                  <c:v>869.08420000000001</c:v>
                </c:pt>
                <c:pt idx="10151">
                  <c:v>869.16589999999997</c:v>
                </c:pt>
                <c:pt idx="10152">
                  <c:v>869.2491</c:v>
                </c:pt>
                <c:pt idx="10153">
                  <c:v>869.33209999999997</c:v>
                </c:pt>
                <c:pt idx="10154">
                  <c:v>869.41679999999997</c:v>
                </c:pt>
                <c:pt idx="10155">
                  <c:v>869.49749999999995</c:v>
                </c:pt>
                <c:pt idx="10156">
                  <c:v>869.58280000000002</c:v>
                </c:pt>
                <c:pt idx="10157">
                  <c:v>869.66489999999999</c:v>
                </c:pt>
                <c:pt idx="10158">
                  <c:v>869.75009999999997</c:v>
                </c:pt>
                <c:pt idx="10159">
                  <c:v>869.8329</c:v>
                </c:pt>
                <c:pt idx="10160">
                  <c:v>869.9144</c:v>
                </c:pt>
                <c:pt idx="10161">
                  <c:v>869.99890000000005</c:v>
                </c:pt>
                <c:pt idx="10162">
                  <c:v>870.08219999999994</c:v>
                </c:pt>
                <c:pt idx="10163">
                  <c:v>870.16510000000005</c:v>
                </c:pt>
                <c:pt idx="10164">
                  <c:v>870.24800000000005</c:v>
                </c:pt>
                <c:pt idx="10165">
                  <c:v>870.33140000000003</c:v>
                </c:pt>
                <c:pt idx="10166">
                  <c:v>870.41390000000001</c:v>
                </c:pt>
                <c:pt idx="10167">
                  <c:v>870.49959999999999</c:v>
                </c:pt>
                <c:pt idx="10168">
                  <c:v>870.5838</c:v>
                </c:pt>
                <c:pt idx="10169">
                  <c:v>870.66579999999999</c:v>
                </c:pt>
                <c:pt idx="10170">
                  <c:v>870.74940000000004</c:v>
                </c:pt>
                <c:pt idx="10171">
                  <c:v>870.83199999999999</c:v>
                </c:pt>
                <c:pt idx="10172">
                  <c:v>870.91660000000002</c:v>
                </c:pt>
                <c:pt idx="10173">
                  <c:v>870.99959999999999</c:v>
                </c:pt>
                <c:pt idx="10174">
                  <c:v>871.08370000000002</c:v>
                </c:pt>
                <c:pt idx="10175">
                  <c:v>871.16610000000003</c:v>
                </c:pt>
                <c:pt idx="10176">
                  <c:v>871.2509</c:v>
                </c:pt>
                <c:pt idx="10177">
                  <c:v>871.33510000000001</c:v>
                </c:pt>
                <c:pt idx="10178">
                  <c:v>871.41639999999995</c:v>
                </c:pt>
                <c:pt idx="10179">
                  <c:v>871.50080000000003</c:v>
                </c:pt>
                <c:pt idx="10180">
                  <c:v>871.58429999999998</c:v>
                </c:pt>
                <c:pt idx="10181">
                  <c:v>871.66589999999997</c:v>
                </c:pt>
                <c:pt idx="10182">
                  <c:v>871.74950000000001</c:v>
                </c:pt>
                <c:pt idx="10183">
                  <c:v>871.83240000000001</c:v>
                </c:pt>
                <c:pt idx="10184">
                  <c:v>871.91600000000005</c:v>
                </c:pt>
                <c:pt idx="10185">
                  <c:v>871.99990000000003</c:v>
                </c:pt>
                <c:pt idx="10186">
                  <c:v>872.08360000000005</c:v>
                </c:pt>
                <c:pt idx="10187">
                  <c:v>872.1662</c:v>
                </c:pt>
                <c:pt idx="10188">
                  <c:v>872.25059999999996</c:v>
                </c:pt>
                <c:pt idx="10189">
                  <c:v>872.3356</c:v>
                </c:pt>
                <c:pt idx="10190">
                  <c:v>872.41840000000002</c:v>
                </c:pt>
                <c:pt idx="10191">
                  <c:v>872.5</c:v>
                </c:pt>
                <c:pt idx="10192">
                  <c:v>872.58399999999995</c:v>
                </c:pt>
                <c:pt idx="10193">
                  <c:v>872.66840000000002</c:v>
                </c:pt>
                <c:pt idx="10194">
                  <c:v>872.74919999999997</c:v>
                </c:pt>
                <c:pt idx="10195">
                  <c:v>872.8329</c:v>
                </c:pt>
                <c:pt idx="10196">
                  <c:v>872.91809999999998</c:v>
                </c:pt>
                <c:pt idx="10197">
                  <c:v>873.00160000000005</c:v>
                </c:pt>
                <c:pt idx="10198">
                  <c:v>873.08600000000001</c:v>
                </c:pt>
                <c:pt idx="10199">
                  <c:v>873.16780000000006</c:v>
                </c:pt>
                <c:pt idx="10200">
                  <c:v>873.25199999999995</c:v>
                </c:pt>
                <c:pt idx="10201">
                  <c:v>873.33500000000004</c:v>
                </c:pt>
                <c:pt idx="10202">
                  <c:v>873.42010000000005</c:v>
                </c:pt>
                <c:pt idx="10203">
                  <c:v>873.50109999999995</c:v>
                </c:pt>
                <c:pt idx="10204">
                  <c:v>873.58550000000002</c:v>
                </c:pt>
                <c:pt idx="10205">
                  <c:v>873.66989999999998</c:v>
                </c:pt>
                <c:pt idx="10206">
                  <c:v>873.75030000000004</c:v>
                </c:pt>
                <c:pt idx="10207">
                  <c:v>873.83410000000003</c:v>
                </c:pt>
                <c:pt idx="10208">
                  <c:v>873.9162</c:v>
                </c:pt>
                <c:pt idx="10209">
                  <c:v>874.0009</c:v>
                </c:pt>
                <c:pt idx="10210">
                  <c:v>874.08309999999994</c:v>
                </c:pt>
                <c:pt idx="10211">
                  <c:v>874.16570000000002</c:v>
                </c:pt>
                <c:pt idx="10212">
                  <c:v>874.24860000000001</c:v>
                </c:pt>
                <c:pt idx="10213">
                  <c:v>874.33119999999997</c:v>
                </c:pt>
                <c:pt idx="10214">
                  <c:v>874.41610000000003</c:v>
                </c:pt>
                <c:pt idx="10215">
                  <c:v>874.50040000000001</c:v>
                </c:pt>
                <c:pt idx="10216">
                  <c:v>874.58439999999996</c:v>
                </c:pt>
                <c:pt idx="10217">
                  <c:v>874.66809999999998</c:v>
                </c:pt>
                <c:pt idx="10218">
                  <c:v>874.75059999999996</c:v>
                </c:pt>
                <c:pt idx="10219">
                  <c:v>874.83450000000005</c:v>
                </c:pt>
                <c:pt idx="10220">
                  <c:v>874.91790000000003</c:v>
                </c:pt>
                <c:pt idx="10221">
                  <c:v>875.00059999999996</c:v>
                </c:pt>
                <c:pt idx="10222">
                  <c:v>875.08450000000005</c:v>
                </c:pt>
                <c:pt idx="10223">
                  <c:v>875.16759999999999</c:v>
                </c:pt>
                <c:pt idx="10224">
                  <c:v>875.2509</c:v>
                </c:pt>
                <c:pt idx="10225">
                  <c:v>875.33410000000003</c:v>
                </c:pt>
                <c:pt idx="10226">
                  <c:v>875.41859999999997</c:v>
                </c:pt>
                <c:pt idx="10227">
                  <c:v>875.50360000000001</c:v>
                </c:pt>
                <c:pt idx="10228">
                  <c:v>875.58510000000001</c:v>
                </c:pt>
                <c:pt idx="10229">
                  <c:v>875.66869999999994</c:v>
                </c:pt>
                <c:pt idx="10230">
                  <c:v>875.75120000000004</c:v>
                </c:pt>
                <c:pt idx="10231">
                  <c:v>875.83699999999999</c:v>
                </c:pt>
                <c:pt idx="10232">
                  <c:v>875.91859999999997</c:v>
                </c:pt>
                <c:pt idx="10233">
                  <c:v>876.00220000000002</c:v>
                </c:pt>
                <c:pt idx="10234">
                  <c:v>876.08510000000001</c:v>
                </c:pt>
                <c:pt idx="10235">
                  <c:v>876.16759999999999</c:v>
                </c:pt>
                <c:pt idx="10236">
                  <c:v>876.25</c:v>
                </c:pt>
                <c:pt idx="10237">
                  <c:v>876.3347</c:v>
                </c:pt>
                <c:pt idx="10238">
                  <c:v>876.41819999999996</c:v>
                </c:pt>
                <c:pt idx="10239">
                  <c:v>876.50160000000005</c:v>
                </c:pt>
                <c:pt idx="10240">
                  <c:v>876.5856</c:v>
                </c:pt>
                <c:pt idx="10241">
                  <c:v>876.66660000000002</c:v>
                </c:pt>
                <c:pt idx="10242">
                  <c:v>876.75070000000005</c:v>
                </c:pt>
                <c:pt idx="10243">
                  <c:v>876.83659999999998</c:v>
                </c:pt>
                <c:pt idx="10244">
                  <c:v>876.91809999999998</c:v>
                </c:pt>
                <c:pt idx="10245">
                  <c:v>877.00310000000002</c:v>
                </c:pt>
                <c:pt idx="10246">
                  <c:v>877.08529999999996</c:v>
                </c:pt>
                <c:pt idx="10247">
                  <c:v>877.16909999999996</c:v>
                </c:pt>
                <c:pt idx="10248">
                  <c:v>877.25239999999997</c:v>
                </c:pt>
                <c:pt idx="10249">
                  <c:v>877.3356</c:v>
                </c:pt>
                <c:pt idx="10250">
                  <c:v>877.41819999999996</c:v>
                </c:pt>
                <c:pt idx="10251">
                  <c:v>877.50310000000002</c:v>
                </c:pt>
                <c:pt idx="10252">
                  <c:v>877.58510000000001</c:v>
                </c:pt>
                <c:pt idx="10253">
                  <c:v>877.6694</c:v>
                </c:pt>
                <c:pt idx="10254">
                  <c:v>877.75319999999999</c:v>
                </c:pt>
                <c:pt idx="10255">
                  <c:v>877.83839999999998</c:v>
                </c:pt>
                <c:pt idx="10256">
                  <c:v>877.91880000000003</c:v>
                </c:pt>
                <c:pt idx="10257">
                  <c:v>878.00379999999996</c:v>
                </c:pt>
                <c:pt idx="10258">
                  <c:v>878.0874</c:v>
                </c:pt>
                <c:pt idx="10259">
                  <c:v>878.17200000000003</c:v>
                </c:pt>
                <c:pt idx="10260">
                  <c:v>878.25360000000001</c:v>
                </c:pt>
                <c:pt idx="10261">
                  <c:v>878.33590000000004</c:v>
                </c:pt>
                <c:pt idx="10262">
                  <c:v>878.42079999999999</c:v>
                </c:pt>
                <c:pt idx="10263">
                  <c:v>878.50379999999996</c:v>
                </c:pt>
                <c:pt idx="10264">
                  <c:v>878.58950000000004</c:v>
                </c:pt>
                <c:pt idx="10265">
                  <c:v>878.6712</c:v>
                </c:pt>
                <c:pt idx="10266">
                  <c:v>878.75559999999996</c:v>
                </c:pt>
                <c:pt idx="10267">
                  <c:v>878.83820000000003</c:v>
                </c:pt>
                <c:pt idx="10268">
                  <c:v>878.92010000000005</c:v>
                </c:pt>
                <c:pt idx="10269">
                  <c:v>879.00609999999995</c:v>
                </c:pt>
                <c:pt idx="10270">
                  <c:v>879.08690000000001</c:v>
                </c:pt>
                <c:pt idx="10271">
                  <c:v>879.1712</c:v>
                </c:pt>
                <c:pt idx="10272">
                  <c:v>879.25459999999998</c:v>
                </c:pt>
                <c:pt idx="10273">
                  <c:v>879.33969999999999</c:v>
                </c:pt>
                <c:pt idx="10274">
                  <c:v>879.42179999999996</c:v>
                </c:pt>
                <c:pt idx="10275">
                  <c:v>879.5059</c:v>
                </c:pt>
                <c:pt idx="10276">
                  <c:v>879.58789999999999</c:v>
                </c:pt>
                <c:pt idx="10277">
                  <c:v>879.66959999999995</c:v>
                </c:pt>
                <c:pt idx="10278">
                  <c:v>879.75509999999997</c:v>
                </c:pt>
                <c:pt idx="10279">
                  <c:v>879.84019999999998</c:v>
                </c:pt>
                <c:pt idx="10280">
                  <c:v>879.92079999999999</c:v>
                </c:pt>
                <c:pt idx="10281">
                  <c:v>880.00429999999994</c:v>
                </c:pt>
                <c:pt idx="10282">
                  <c:v>880.08699999999999</c:v>
                </c:pt>
                <c:pt idx="10283">
                  <c:v>880.17049999999995</c:v>
                </c:pt>
                <c:pt idx="10284">
                  <c:v>880.25549999999998</c:v>
                </c:pt>
                <c:pt idx="10285">
                  <c:v>880.33820000000003</c:v>
                </c:pt>
                <c:pt idx="10286">
                  <c:v>880.42200000000003</c:v>
                </c:pt>
                <c:pt idx="10287">
                  <c:v>880.50609999999995</c:v>
                </c:pt>
                <c:pt idx="10288">
                  <c:v>880.58950000000004</c:v>
                </c:pt>
                <c:pt idx="10289">
                  <c:v>880.67309999999998</c:v>
                </c:pt>
                <c:pt idx="10290">
                  <c:v>880.75720000000001</c:v>
                </c:pt>
                <c:pt idx="10291">
                  <c:v>880.84109999999998</c:v>
                </c:pt>
                <c:pt idx="10292">
                  <c:v>880.9239</c:v>
                </c:pt>
                <c:pt idx="10293">
                  <c:v>881.00620000000004</c:v>
                </c:pt>
                <c:pt idx="10294">
                  <c:v>881.09019999999998</c:v>
                </c:pt>
                <c:pt idx="10295">
                  <c:v>881.17309999999998</c:v>
                </c:pt>
                <c:pt idx="10296">
                  <c:v>881.25509999999997</c:v>
                </c:pt>
                <c:pt idx="10297">
                  <c:v>881.33870000000002</c:v>
                </c:pt>
                <c:pt idx="10298">
                  <c:v>881.42110000000002</c:v>
                </c:pt>
                <c:pt idx="10299">
                  <c:v>881.50220000000002</c:v>
                </c:pt>
                <c:pt idx="10300">
                  <c:v>881.58429999999998</c:v>
                </c:pt>
                <c:pt idx="10301">
                  <c:v>881.66890000000001</c:v>
                </c:pt>
                <c:pt idx="10302">
                  <c:v>881.75379999999996</c:v>
                </c:pt>
                <c:pt idx="10303">
                  <c:v>881.83420000000001</c:v>
                </c:pt>
                <c:pt idx="10304">
                  <c:v>881.91750000000002</c:v>
                </c:pt>
                <c:pt idx="10305">
                  <c:v>882.00120000000004</c:v>
                </c:pt>
                <c:pt idx="10306">
                  <c:v>882.08600000000001</c:v>
                </c:pt>
                <c:pt idx="10307">
                  <c:v>882.1694</c:v>
                </c:pt>
                <c:pt idx="10308">
                  <c:v>882.25400000000002</c:v>
                </c:pt>
                <c:pt idx="10309">
                  <c:v>882.33810000000005</c:v>
                </c:pt>
                <c:pt idx="10310">
                  <c:v>882.42200000000003</c:v>
                </c:pt>
                <c:pt idx="10311">
                  <c:v>882.50319999999999</c:v>
                </c:pt>
                <c:pt idx="10312">
                  <c:v>882.58709999999996</c:v>
                </c:pt>
                <c:pt idx="10313">
                  <c:v>882.67259999999999</c:v>
                </c:pt>
                <c:pt idx="10314">
                  <c:v>882.75620000000004</c:v>
                </c:pt>
                <c:pt idx="10315">
                  <c:v>882.84050000000002</c:v>
                </c:pt>
                <c:pt idx="10316">
                  <c:v>882.92309999999998</c:v>
                </c:pt>
                <c:pt idx="10317">
                  <c:v>883.00580000000002</c:v>
                </c:pt>
                <c:pt idx="10318">
                  <c:v>883.08969999999999</c:v>
                </c:pt>
                <c:pt idx="10319">
                  <c:v>883.17219999999998</c:v>
                </c:pt>
                <c:pt idx="10320">
                  <c:v>883.25689999999997</c:v>
                </c:pt>
                <c:pt idx="10321">
                  <c:v>883.3424</c:v>
                </c:pt>
                <c:pt idx="10322">
                  <c:v>883.42280000000005</c:v>
                </c:pt>
                <c:pt idx="10323">
                  <c:v>883.50710000000004</c:v>
                </c:pt>
                <c:pt idx="10324">
                  <c:v>883.59109999999998</c:v>
                </c:pt>
                <c:pt idx="10325">
                  <c:v>883.67589999999996</c:v>
                </c:pt>
                <c:pt idx="10326">
                  <c:v>883.7586</c:v>
                </c:pt>
                <c:pt idx="10327">
                  <c:v>883.84119999999996</c:v>
                </c:pt>
                <c:pt idx="10328">
                  <c:v>883.92560000000003</c:v>
                </c:pt>
                <c:pt idx="10329">
                  <c:v>884.00850000000003</c:v>
                </c:pt>
                <c:pt idx="10330">
                  <c:v>884.09220000000005</c:v>
                </c:pt>
                <c:pt idx="10331">
                  <c:v>884.17460000000005</c:v>
                </c:pt>
                <c:pt idx="10332">
                  <c:v>884.2568</c:v>
                </c:pt>
                <c:pt idx="10333">
                  <c:v>884.34019999999998</c:v>
                </c:pt>
                <c:pt idx="10334">
                  <c:v>884.42340000000002</c:v>
                </c:pt>
                <c:pt idx="10335">
                  <c:v>884.5059</c:v>
                </c:pt>
                <c:pt idx="10336">
                  <c:v>884.58939999999996</c:v>
                </c:pt>
                <c:pt idx="10337">
                  <c:v>884.67619999999999</c:v>
                </c:pt>
                <c:pt idx="10338">
                  <c:v>884.75760000000002</c:v>
                </c:pt>
                <c:pt idx="10339">
                  <c:v>884.8415</c:v>
                </c:pt>
                <c:pt idx="10340">
                  <c:v>884.92489999999998</c:v>
                </c:pt>
                <c:pt idx="10341">
                  <c:v>885.00779999999997</c:v>
                </c:pt>
                <c:pt idx="10342">
                  <c:v>885.08969999999999</c:v>
                </c:pt>
                <c:pt idx="10343">
                  <c:v>885.17340000000002</c:v>
                </c:pt>
                <c:pt idx="10344">
                  <c:v>885.25720000000001</c:v>
                </c:pt>
                <c:pt idx="10345">
                  <c:v>885.34059999999999</c:v>
                </c:pt>
                <c:pt idx="10346">
                  <c:v>885.42489999999998</c:v>
                </c:pt>
                <c:pt idx="10347">
                  <c:v>885.50869999999998</c:v>
                </c:pt>
                <c:pt idx="10348">
                  <c:v>885.59439999999995</c:v>
                </c:pt>
                <c:pt idx="10349">
                  <c:v>885.67690000000005</c:v>
                </c:pt>
                <c:pt idx="10350">
                  <c:v>885.75990000000002</c:v>
                </c:pt>
                <c:pt idx="10351">
                  <c:v>885.84299999999996</c:v>
                </c:pt>
                <c:pt idx="10352">
                  <c:v>885.92690000000005</c:v>
                </c:pt>
                <c:pt idx="10353">
                  <c:v>886.01130000000001</c:v>
                </c:pt>
                <c:pt idx="10354">
                  <c:v>886.09649999999999</c:v>
                </c:pt>
                <c:pt idx="10355">
                  <c:v>886.17759999999998</c:v>
                </c:pt>
                <c:pt idx="10356">
                  <c:v>886.2595</c:v>
                </c:pt>
                <c:pt idx="10357">
                  <c:v>886.34280000000001</c:v>
                </c:pt>
                <c:pt idx="10358">
                  <c:v>886.42560000000003</c:v>
                </c:pt>
                <c:pt idx="10359">
                  <c:v>886.50779999999997</c:v>
                </c:pt>
                <c:pt idx="10360">
                  <c:v>886.59299999999996</c:v>
                </c:pt>
                <c:pt idx="10361">
                  <c:v>886.67539999999997</c:v>
                </c:pt>
                <c:pt idx="10362">
                  <c:v>886.75779999999997</c:v>
                </c:pt>
                <c:pt idx="10363">
                  <c:v>886.84220000000005</c:v>
                </c:pt>
                <c:pt idx="10364">
                  <c:v>886.92639999999994</c:v>
                </c:pt>
                <c:pt idx="10365">
                  <c:v>887.01009999999997</c:v>
                </c:pt>
                <c:pt idx="10366">
                  <c:v>887.09339999999997</c:v>
                </c:pt>
                <c:pt idx="10367">
                  <c:v>887.17750000000001</c:v>
                </c:pt>
                <c:pt idx="10368">
                  <c:v>887.25900000000001</c:v>
                </c:pt>
                <c:pt idx="10369">
                  <c:v>887.34360000000004</c:v>
                </c:pt>
                <c:pt idx="10370">
                  <c:v>887.42690000000005</c:v>
                </c:pt>
                <c:pt idx="10371">
                  <c:v>887.5095</c:v>
                </c:pt>
                <c:pt idx="10372">
                  <c:v>887.59360000000004</c:v>
                </c:pt>
                <c:pt idx="10373">
                  <c:v>887.67660000000001</c:v>
                </c:pt>
                <c:pt idx="10374">
                  <c:v>887.76110000000006</c:v>
                </c:pt>
                <c:pt idx="10375">
                  <c:v>887.84389999999996</c:v>
                </c:pt>
                <c:pt idx="10376">
                  <c:v>887.92639999999994</c:v>
                </c:pt>
                <c:pt idx="10377">
                  <c:v>888.01260000000002</c:v>
                </c:pt>
                <c:pt idx="10378">
                  <c:v>888.09559999999999</c:v>
                </c:pt>
                <c:pt idx="10379">
                  <c:v>888.17719999999997</c:v>
                </c:pt>
                <c:pt idx="10380">
                  <c:v>888.26210000000003</c:v>
                </c:pt>
                <c:pt idx="10381">
                  <c:v>888.34559999999999</c:v>
                </c:pt>
                <c:pt idx="10382">
                  <c:v>888.42819999999995</c:v>
                </c:pt>
                <c:pt idx="10383">
                  <c:v>888.51009999999997</c:v>
                </c:pt>
                <c:pt idx="10384">
                  <c:v>888.59410000000003</c:v>
                </c:pt>
                <c:pt idx="10385">
                  <c:v>888.67639999999994</c:v>
                </c:pt>
                <c:pt idx="10386">
                  <c:v>888.76059999999995</c:v>
                </c:pt>
                <c:pt idx="10387">
                  <c:v>888.8424</c:v>
                </c:pt>
                <c:pt idx="10388">
                  <c:v>888.92489999999998</c:v>
                </c:pt>
                <c:pt idx="10389">
                  <c:v>889.00909999999999</c:v>
                </c:pt>
                <c:pt idx="10390">
                  <c:v>889.09289999999999</c:v>
                </c:pt>
                <c:pt idx="10391">
                  <c:v>889.17660000000001</c:v>
                </c:pt>
                <c:pt idx="10392">
                  <c:v>889.25890000000004</c:v>
                </c:pt>
                <c:pt idx="10393">
                  <c:v>889.34220000000005</c:v>
                </c:pt>
                <c:pt idx="10394">
                  <c:v>889.42690000000005</c:v>
                </c:pt>
                <c:pt idx="10395">
                  <c:v>889.50940000000003</c:v>
                </c:pt>
                <c:pt idx="10396">
                  <c:v>889.59469999999999</c:v>
                </c:pt>
                <c:pt idx="10397">
                  <c:v>889.67690000000005</c:v>
                </c:pt>
                <c:pt idx="10398">
                  <c:v>889.76</c:v>
                </c:pt>
                <c:pt idx="10399">
                  <c:v>889.84439999999995</c:v>
                </c:pt>
                <c:pt idx="10400">
                  <c:v>889.92690000000005</c:v>
                </c:pt>
                <c:pt idx="10401">
                  <c:v>890.01130000000001</c:v>
                </c:pt>
                <c:pt idx="10402">
                  <c:v>890.09490000000005</c:v>
                </c:pt>
                <c:pt idx="10403">
                  <c:v>890.17660000000001</c:v>
                </c:pt>
                <c:pt idx="10404">
                  <c:v>890.25990000000002</c:v>
                </c:pt>
                <c:pt idx="10405">
                  <c:v>890.34370000000001</c:v>
                </c:pt>
                <c:pt idx="10406">
                  <c:v>890.42660000000001</c:v>
                </c:pt>
                <c:pt idx="10407">
                  <c:v>890.51160000000004</c:v>
                </c:pt>
                <c:pt idx="10408">
                  <c:v>890.59550000000002</c:v>
                </c:pt>
                <c:pt idx="10409">
                  <c:v>890.67859999999996</c:v>
                </c:pt>
                <c:pt idx="10410">
                  <c:v>890.76400000000001</c:v>
                </c:pt>
                <c:pt idx="10411">
                  <c:v>890.84720000000004</c:v>
                </c:pt>
                <c:pt idx="10412">
                  <c:v>890.9289</c:v>
                </c:pt>
                <c:pt idx="10413">
                  <c:v>891.01480000000004</c:v>
                </c:pt>
                <c:pt idx="10414">
                  <c:v>891.09910000000002</c:v>
                </c:pt>
                <c:pt idx="10415">
                  <c:v>891.18190000000004</c:v>
                </c:pt>
                <c:pt idx="10416">
                  <c:v>891.26649999999995</c:v>
                </c:pt>
                <c:pt idx="10417">
                  <c:v>891.34879999999998</c:v>
                </c:pt>
                <c:pt idx="10418">
                  <c:v>891.4316</c:v>
                </c:pt>
                <c:pt idx="10419">
                  <c:v>891.51469999999995</c:v>
                </c:pt>
                <c:pt idx="10420">
                  <c:v>891.59820000000002</c:v>
                </c:pt>
                <c:pt idx="10421">
                  <c:v>891.68060000000003</c:v>
                </c:pt>
                <c:pt idx="10422">
                  <c:v>891.76509999999996</c:v>
                </c:pt>
                <c:pt idx="10423">
                  <c:v>891.84690000000001</c:v>
                </c:pt>
                <c:pt idx="10424">
                  <c:v>891.93320000000006</c:v>
                </c:pt>
                <c:pt idx="10425">
                  <c:v>892.01409999999998</c:v>
                </c:pt>
                <c:pt idx="10426">
                  <c:v>892.09580000000005</c:v>
                </c:pt>
                <c:pt idx="10427">
                  <c:v>892.18060000000003</c:v>
                </c:pt>
                <c:pt idx="10428">
                  <c:v>892.26310000000001</c:v>
                </c:pt>
                <c:pt idx="10429">
                  <c:v>892.34659999999997</c:v>
                </c:pt>
                <c:pt idx="10430">
                  <c:v>892.42960000000005</c:v>
                </c:pt>
                <c:pt idx="10431">
                  <c:v>892.51379999999995</c:v>
                </c:pt>
                <c:pt idx="10432">
                  <c:v>892.59640000000002</c:v>
                </c:pt>
                <c:pt idx="10433">
                  <c:v>892.6789</c:v>
                </c:pt>
                <c:pt idx="10434">
                  <c:v>892.76279999999997</c:v>
                </c:pt>
                <c:pt idx="10435">
                  <c:v>892.84839999999997</c:v>
                </c:pt>
                <c:pt idx="10436">
                  <c:v>892.93010000000004</c:v>
                </c:pt>
                <c:pt idx="10437">
                  <c:v>893.01310000000001</c:v>
                </c:pt>
                <c:pt idx="10438">
                  <c:v>893.0951</c:v>
                </c:pt>
                <c:pt idx="10439">
                  <c:v>893.18060000000003</c:v>
                </c:pt>
                <c:pt idx="10440">
                  <c:v>893.26210000000003</c:v>
                </c:pt>
                <c:pt idx="10441">
                  <c:v>893.34690000000001</c:v>
                </c:pt>
                <c:pt idx="10442">
                  <c:v>893.42989999999998</c:v>
                </c:pt>
                <c:pt idx="10443">
                  <c:v>893.51440000000002</c:v>
                </c:pt>
                <c:pt idx="10444">
                  <c:v>893.59760000000006</c:v>
                </c:pt>
                <c:pt idx="10445">
                  <c:v>893.68010000000004</c:v>
                </c:pt>
                <c:pt idx="10446">
                  <c:v>893.76440000000002</c:v>
                </c:pt>
                <c:pt idx="10447">
                  <c:v>893.84760000000006</c:v>
                </c:pt>
                <c:pt idx="10448">
                  <c:v>893.93219999999997</c:v>
                </c:pt>
                <c:pt idx="10449">
                  <c:v>894.0136</c:v>
                </c:pt>
                <c:pt idx="10450">
                  <c:v>894.09849999999994</c:v>
                </c:pt>
                <c:pt idx="10451">
                  <c:v>894.1798</c:v>
                </c:pt>
                <c:pt idx="10452">
                  <c:v>894.26409999999998</c:v>
                </c:pt>
                <c:pt idx="10453">
                  <c:v>894.34760000000006</c:v>
                </c:pt>
                <c:pt idx="10454">
                  <c:v>894.43110000000001</c:v>
                </c:pt>
                <c:pt idx="10455">
                  <c:v>894.51369999999997</c:v>
                </c:pt>
                <c:pt idx="10456">
                  <c:v>894.59879999999998</c:v>
                </c:pt>
                <c:pt idx="10457">
                  <c:v>894.68179999999995</c:v>
                </c:pt>
                <c:pt idx="10458">
                  <c:v>894.7645</c:v>
                </c:pt>
                <c:pt idx="10459">
                  <c:v>894.84739999999999</c:v>
                </c:pt>
                <c:pt idx="10460">
                  <c:v>894.93140000000005</c:v>
                </c:pt>
                <c:pt idx="10461">
                  <c:v>895.01679999999999</c:v>
                </c:pt>
                <c:pt idx="10462">
                  <c:v>895.09760000000006</c:v>
                </c:pt>
                <c:pt idx="10463">
                  <c:v>895.18190000000004</c:v>
                </c:pt>
                <c:pt idx="10464">
                  <c:v>895.26739999999995</c:v>
                </c:pt>
                <c:pt idx="10465">
                  <c:v>895.34760000000006</c:v>
                </c:pt>
                <c:pt idx="10466">
                  <c:v>895.4316</c:v>
                </c:pt>
                <c:pt idx="10467">
                  <c:v>895.51559999999995</c:v>
                </c:pt>
                <c:pt idx="10468">
                  <c:v>895.59969999999998</c:v>
                </c:pt>
                <c:pt idx="10469">
                  <c:v>895.6825</c:v>
                </c:pt>
                <c:pt idx="10470">
                  <c:v>895.76700000000005</c:v>
                </c:pt>
                <c:pt idx="10471">
                  <c:v>895.85080000000005</c:v>
                </c:pt>
                <c:pt idx="10472">
                  <c:v>895.93439999999998</c:v>
                </c:pt>
                <c:pt idx="10473">
                  <c:v>896.01840000000004</c:v>
                </c:pt>
                <c:pt idx="10474">
                  <c:v>896.09939999999995</c:v>
                </c:pt>
              </c:numCache>
            </c:numRef>
          </c:xVal>
          <c:yVal>
            <c:numRef>
              <c:f>'01 Weight%'!$E$6:$E$10480</c:f>
              <c:numCache>
                <c:formatCode>General</c:formatCode>
                <c:ptCount val="10475"/>
                <c:pt idx="0">
                  <c:v>100.00103427895981</c:v>
                </c:pt>
                <c:pt idx="1">
                  <c:v>100.00011081560285</c:v>
                </c:pt>
                <c:pt idx="2">
                  <c:v>99.998817966903076</c:v>
                </c:pt>
                <c:pt idx="3">
                  <c:v>99.999796838061471</c:v>
                </c:pt>
                <c:pt idx="4">
                  <c:v>100.00103427895981</c:v>
                </c:pt>
                <c:pt idx="5">
                  <c:v>100.0003324468085</c:v>
                </c:pt>
                <c:pt idx="6">
                  <c:v>99.99927969858156</c:v>
                </c:pt>
                <c:pt idx="7">
                  <c:v>100</c:v>
                </c:pt>
                <c:pt idx="8">
                  <c:v>100.00096040189126</c:v>
                </c:pt>
                <c:pt idx="9">
                  <c:v>100.00070183215131</c:v>
                </c:pt>
                <c:pt idx="10">
                  <c:v>100</c:v>
                </c:pt>
                <c:pt idx="11">
                  <c:v>100.00038785460994</c:v>
                </c:pt>
                <c:pt idx="12">
                  <c:v>100.00077570921985</c:v>
                </c:pt>
                <c:pt idx="13">
                  <c:v>100.00070183215131</c:v>
                </c:pt>
                <c:pt idx="14">
                  <c:v>100.00057254728132</c:v>
                </c:pt>
                <c:pt idx="15">
                  <c:v>100.00070183215131</c:v>
                </c:pt>
                <c:pt idx="16">
                  <c:v>100.00036938534278</c:v>
                </c:pt>
                <c:pt idx="17">
                  <c:v>100.00038785460994</c:v>
                </c:pt>
                <c:pt idx="18">
                  <c:v>100.00099734042553</c:v>
                </c:pt>
                <c:pt idx="19">
                  <c:v>100.00099734042553</c:v>
                </c:pt>
                <c:pt idx="20">
                  <c:v>100.00040632387706</c:v>
                </c:pt>
                <c:pt idx="21">
                  <c:v>100.00057254728132</c:v>
                </c:pt>
                <c:pt idx="22">
                  <c:v>100.00155141843972</c:v>
                </c:pt>
                <c:pt idx="23">
                  <c:v>100.00162529550826</c:v>
                </c:pt>
                <c:pt idx="24">
                  <c:v>100.00025856973996</c:v>
                </c:pt>
                <c:pt idx="25">
                  <c:v>100.00044326241135</c:v>
                </c:pt>
                <c:pt idx="26">
                  <c:v>100.00142213356975</c:v>
                </c:pt>
                <c:pt idx="27">
                  <c:v>100.00108968676122</c:v>
                </c:pt>
                <c:pt idx="28">
                  <c:v>99.999796838061471</c:v>
                </c:pt>
                <c:pt idx="29">
                  <c:v>100.00029550827423</c:v>
                </c:pt>
                <c:pt idx="30">
                  <c:v>100.00221631205675</c:v>
                </c:pt>
                <c:pt idx="31">
                  <c:v>100.00264110520094</c:v>
                </c:pt>
                <c:pt idx="32">
                  <c:v>100.00164376477541</c:v>
                </c:pt>
                <c:pt idx="33">
                  <c:v>100.00184692671397</c:v>
                </c:pt>
                <c:pt idx="34">
                  <c:v>100.0031397754137</c:v>
                </c:pt>
                <c:pt idx="35">
                  <c:v>100.00358303782507</c:v>
                </c:pt>
                <c:pt idx="36">
                  <c:v>100.00302895981088</c:v>
                </c:pt>
                <c:pt idx="37">
                  <c:v>100.00297355200945</c:v>
                </c:pt>
                <c:pt idx="38">
                  <c:v>100.00373079196218</c:v>
                </c:pt>
                <c:pt idx="39">
                  <c:v>100.00415558510637</c:v>
                </c:pt>
                <c:pt idx="40">
                  <c:v>100.00384160756501</c:v>
                </c:pt>
                <c:pt idx="41">
                  <c:v>100.00387854609929</c:v>
                </c:pt>
                <c:pt idx="42">
                  <c:v>100.00395242316786</c:v>
                </c:pt>
                <c:pt idx="43">
                  <c:v>100.00430333924351</c:v>
                </c:pt>
                <c:pt idx="44">
                  <c:v>100.00445109338062</c:v>
                </c:pt>
                <c:pt idx="45">
                  <c:v>100.00428486997637</c:v>
                </c:pt>
                <c:pt idx="46">
                  <c:v>100.0040632387707</c:v>
                </c:pt>
                <c:pt idx="47">
                  <c:v>100.00397089243498</c:v>
                </c:pt>
                <c:pt idx="48">
                  <c:v>100.00443262411348</c:v>
                </c:pt>
                <c:pt idx="49">
                  <c:v>100.00476507092199</c:v>
                </c:pt>
                <c:pt idx="50">
                  <c:v>100.00422946217495</c:v>
                </c:pt>
                <c:pt idx="51">
                  <c:v>100.00384160756501</c:v>
                </c:pt>
                <c:pt idx="52">
                  <c:v>100.00461731678487</c:v>
                </c:pt>
                <c:pt idx="53">
                  <c:v>100.0049497635934</c:v>
                </c:pt>
                <c:pt idx="54">
                  <c:v>100.00445109338062</c:v>
                </c:pt>
                <c:pt idx="55">
                  <c:v>100.00395242316786</c:v>
                </c:pt>
                <c:pt idx="56">
                  <c:v>100.0044880319149</c:v>
                </c:pt>
                <c:pt idx="57">
                  <c:v>100.00502364066195</c:v>
                </c:pt>
                <c:pt idx="58">
                  <c:v>100.00445109338062</c:v>
                </c:pt>
                <c:pt idx="59">
                  <c:v>100.00397089243498</c:v>
                </c:pt>
                <c:pt idx="60">
                  <c:v>100.00450650118202</c:v>
                </c:pt>
                <c:pt idx="61">
                  <c:v>100.00513445626478</c:v>
                </c:pt>
                <c:pt idx="62">
                  <c:v>100.0049497635934</c:v>
                </c:pt>
                <c:pt idx="63">
                  <c:v>100.00458037825059</c:v>
                </c:pt>
                <c:pt idx="64">
                  <c:v>100.00458037825059</c:v>
                </c:pt>
                <c:pt idx="65">
                  <c:v>100.00528221040187</c:v>
                </c:pt>
                <c:pt idx="66">
                  <c:v>100.00531914893618</c:v>
                </c:pt>
                <c:pt idx="67">
                  <c:v>100.00496823286052</c:v>
                </c:pt>
                <c:pt idx="68">
                  <c:v>100.00476507092199</c:v>
                </c:pt>
                <c:pt idx="69">
                  <c:v>100.00526374113477</c:v>
                </c:pt>
                <c:pt idx="70">
                  <c:v>100.00563312647755</c:v>
                </c:pt>
                <c:pt idx="71">
                  <c:v>100.00550384160756</c:v>
                </c:pt>
                <c:pt idx="72">
                  <c:v>100.00517139479905</c:v>
                </c:pt>
                <c:pt idx="73">
                  <c:v>100.00548537234044</c:v>
                </c:pt>
                <c:pt idx="74">
                  <c:v>100.00587322695036</c:v>
                </c:pt>
                <c:pt idx="75">
                  <c:v>100.00565159574468</c:v>
                </c:pt>
                <c:pt idx="76">
                  <c:v>100.00526374113477</c:v>
                </c:pt>
                <c:pt idx="77">
                  <c:v>100.00522680260049</c:v>
                </c:pt>
                <c:pt idx="78">
                  <c:v>100.00546690307328</c:v>
                </c:pt>
                <c:pt idx="79">
                  <c:v>100.00563312647755</c:v>
                </c:pt>
                <c:pt idx="80">
                  <c:v>100.00539302600473</c:v>
                </c:pt>
                <c:pt idx="81">
                  <c:v>100.00530067966903</c:v>
                </c:pt>
                <c:pt idx="82">
                  <c:v>100.00522680260049</c:v>
                </c:pt>
                <c:pt idx="83">
                  <c:v>100.00535608747046</c:v>
                </c:pt>
                <c:pt idx="84">
                  <c:v>100.00539302600473</c:v>
                </c:pt>
                <c:pt idx="85">
                  <c:v>100.00520833333333</c:v>
                </c:pt>
                <c:pt idx="86">
                  <c:v>100.00520833333333</c:v>
                </c:pt>
                <c:pt idx="87">
                  <c:v>100.00544843380614</c:v>
                </c:pt>
                <c:pt idx="88">
                  <c:v>100.00572547281325</c:v>
                </c:pt>
                <c:pt idx="89">
                  <c:v>100.00550384160756</c:v>
                </c:pt>
                <c:pt idx="90">
                  <c:v>100.00520833333333</c:v>
                </c:pt>
                <c:pt idx="91">
                  <c:v>100.00520833333333</c:v>
                </c:pt>
                <c:pt idx="92">
                  <c:v>100.00550384160756</c:v>
                </c:pt>
                <c:pt idx="93">
                  <c:v>100.00535608747046</c:v>
                </c:pt>
                <c:pt idx="94">
                  <c:v>100.00476507092199</c:v>
                </c:pt>
                <c:pt idx="95">
                  <c:v>100.0049497635934</c:v>
                </c:pt>
                <c:pt idx="96">
                  <c:v>100.005429964539</c:v>
                </c:pt>
                <c:pt idx="97">
                  <c:v>100.00554078014186</c:v>
                </c:pt>
                <c:pt idx="98">
                  <c:v>100.0050975177305</c:v>
                </c:pt>
                <c:pt idx="99">
                  <c:v>100.00500517139479</c:v>
                </c:pt>
                <c:pt idx="100">
                  <c:v>100.00563312647755</c:v>
                </c:pt>
                <c:pt idx="101">
                  <c:v>100.00594710401892</c:v>
                </c:pt>
                <c:pt idx="102">
                  <c:v>100.00535608747046</c:v>
                </c:pt>
                <c:pt idx="103">
                  <c:v>100.00541149527187</c:v>
                </c:pt>
                <c:pt idx="104">
                  <c:v>100.00579934988181</c:v>
                </c:pt>
                <c:pt idx="105">
                  <c:v>100.00568853427896</c:v>
                </c:pt>
                <c:pt idx="106">
                  <c:v>100.00550384160756</c:v>
                </c:pt>
                <c:pt idx="107">
                  <c:v>100.00546690307328</c:v>
                </c:pt>
                <c:pt idx="108">
                  <c:v>100.00559618794327</c:v>
                </c:pt>
                <c:pt idx="109">
                  <c:v>100.00555924940899</c:v>
                </c:pt>
                <c:pt idx="110">
                  <c:v>100.00531914893618</c:v>
                </c:pt>
                <c:pt idx="111">
                  <c:v>100.00520833333333</c:v>
                </c:pt>
                <c:pt idx="112">
                  <c:v>100.00513445626478</c:v>
                </c:pt>
                <c:pt idx="113">
                  <c:v>100.00489435579196</c:v>
                </c:pt>
                <c:pt idx="114">
                  <c:v>100.00531914893618</c:v>
                </c:pt>
                <c:pt idx="115">
                  <c:v>100.00544843380614</c:v>
                </c:pt>
                <c:pt idx="116">
                  <c:v>100.00535608747046</c:v>
                </c:pt>
                <c:pt idx="117">
                  <c:v>100.00522680260049</c:v>
                </c:pt>
                <c:pt idx="118">
                  <c:v>100.00535608747046</c:v>
                </c:pt>
                <c:pt idx="119">
                  <c:v>100.0056146572104</c:v>
                </c:pt>
                <c:pt idx="120">
                  <c:v>100.00520833333333</c:v>
                </c:pt>
                <c:pt idx="121">
                  <c:v>100.00483894799055</c:v>
                </c:pt>
                <c:pt idx="122">
                  <c:v>100.00524527186761</c:v>
                </c:pt>
                <c:pt idx="123">
                  <c:v>100.00563312647755</c:v>
                </c:pt>
                <c:pt idx="124">
                  <c:v>100.00541149527187</c:v>
                </c:pt>
                <c:pt idx="125">
                  <c:v>100.00502364066195</c:v>
                </c:pt>
                <c:pt idx="126">
                  <c:v>100.00530067966903</c:v>
                </c:pt>
                <c:pt idx="127">
                  <c:v>100.00568853427896</c:v>
                </c:pt>
                <c:pt idx="128">
                  <c:v>100.00552231087471</c:v>
                </c:pt>
                <c:pt idx="129">
                  <c:v>100.00520833333333</c:v>
                </c:pt>
                <c:pt idx="130">
                  <c:v>100.00557771867614</c:v>
                </c:pt>
                <c:pt idx="131">
                  <c:v>100.00574394208037</c:v>
                </c:pt>
                <c:pt idx="132">
                  <c:v>100.00550384160756</c:v>
                </c:pt>
                <c:pt idx="133">
                  <c:v>100.00555924940899</c:v>
                </c:pt>
                <c:pt idx="134">
                  <c:v>100.00552231087471</c:v>
                </c:pt>
                <c:pt idx="135">
                  <c:v>100.00550384160756</c:v>
                </c:pt>
                <c:pt idx="136">
                  <c:v>100.00550384160756</c:v>
                </c:pt>
                <c:pt idx="137">
                  <c:v>100.00555924940899</c:v>
                </c:pt>
                <c:pt idx="138">
                  <c:v>100.00554078014186</c:v>
                </c:pt>
                <c:pt idx="139">
                  <c:v>100.00544843380614</c:v>
                </c:pt>
                <c:pt idx="140">
                  <c:v>100.00535608747046</c:v>
                </c:pt>
                <c:pt idx="141">
                  <c:v>100.005429964539</c:v>
                </c:pt>
                <c:pt idx="142">
                  <c:v>100.00524527186761</c:v>
                </c:pt>
                <c:pt idx="143">
                  <c:v>100.00517139479905</c:v>
                </c:pt>
                <c:pt idx="144">
                  <c:v>100.0050975177305</c:v>
                </c:pt>
                <c:pt idx="145">
                  <c:v>100.00539302600473</c:v>
                </c:pt>
                <c:pt idx="146">
                  <c:v>100.00535608747046</c:v>
                </c:pt>
                <c:pt idx="147">
                  <c:v>100.00506057919623</c:v>
                </c:pt>
                <c:pt idx="148">
                  <c:v>100.00500517139479</c:v>
                </c:pt>
                <c:pt idx="149">
                  <c:v>100.00506057919623</c:v>
                </c:pt>
                <c:pt idx="150">
                  <c:v>100.0050975177305</c:v>
                </c:pt>
                <c:pt idx="151">
                  <c:v>100.00482047872342</c:v>
                </c:pt>
                <c:pt idx="152">
                  <c:v>100.00465425531915</c:v>
                </c:pt>
                <c:pt idx="153">
                  <c:v>100.00485741725768</c:v>
                </c:pt>
                <c:pt idx="154">
                  <c:v>100.00496823286052</c:v>
                </c:pt>
                <c:pt idx="155">
                  <c:v>100.0049497635934</c:v>
                </c:pt>
                <c:pt idx="156">
                  <c:v>100.00476507092199</c:v>
                </c:pt>
                <c:pt idx="157">
                  <c:v>100.00487588652483</c:v>
                </c:pt>
                <c:pt idx="158">
                  <c:v>100.0049497635934</c:v>
                </c:pt>
                <c:pt idx="159">
                  <c:v>100.00472813238773</c:v>
                </c:pt>
                <c:pt idx="160">
                  <c:v>100.00472813238773</c:v>
                </c:pt>
                <c:pt idx="161">
                  <c:v>100.00474660165483</c:v>
                </c:pt>
                <c:pt idx="162">
                  <c:v>100.0049497635934</c:v>
                </c:pt>
                <c:pt idx="163">
                  <c:v>100.00507904846336</c:v>
                </c:pt>
                <c:pt idx="164">
                  <c:v>100.0050975177305</c:v>
                </c:pt>
                <c:pt idx="165">
                  <c:v>100.00506057919623</c:v>
                </c:pt>
                <c:pt idx="166">
                  <c:v>100.00531914893618</c:v>
                </c:pt>
                <c:pt idx="167">
                  <c:v>100.00535608747046</c:v>
                </c:pt>
                <c:pt idx="168">
                  <c:v>100.00535608747046</c:v>
                </c:pt>
                <c:pt idx="169">
                  <c:v>100.00535608747046</c:v>
                </c:pt>
                <c:pt idx="170">
                  <c:v>100.00539302600473</c:v>
                </c:pt>
                <c:pt idx="171">
                  <c:v>100.00535608747046</c:v>
                </c:pt>
                <c:pt idx="172">
                  <c:v>100.00546690307328</c:v>
                </c:pt>
                <c:pt idx="173">
                  <c:v>100.00531914893618</c:v>
                </c:pt>
                <c:pt idx="174">
                  <c:v>100.00544843380614</c:v>
                </c:pt>
                <c:pt idx="175">
                  <c:v>100.00552231087471</c:v>
                </c:pt>
                <c:pt idx="176">
                  <c:v>100.00552231087471</c:v>
                </c:pt>
                <c:pt idx="177">
                  <c:v>100.00531914893618</c:v>
                </c:pt>
                <c:pt idx="178">
                  <c:v>100.00507904846336</c:v>
                </c:pt>
                <c:pt idx="179">
                  <c:v>100.0049497635934</c:v>
                </c:pt>
                <c:pt idx="180">
                  <c:v>100.00506057919623</c:v>
                </c:pt>
                <c:pt idx="181">
                  <c:v>100.00502364066195</c:v>
                </c:pt>
                <c:pt idx="182">
                  <c:v>100.00491282505909</c:v>
                </c:pt>
                <c:pt idx="183">
                  <c:v>100.00459884751774</c:v>
                </c:pt>
                <c:pt idx="184">
                  <c:v>100.00476507092199</c:v>
                </c:pt>
                <c:pt idx="185">
                  <c:v>100.00491282505909</c:v>
                </c:pt>
                <c:pt idx="186">
                  <c:v>100.00469119385342</c:v>
                </c:pt>
                <c:pt idx="187">
                  <c:v>100.00450650118202</c:v>
                </c:pt>
                <c:pt idx="188">
                  <c:v>100.00461731678487</c:v>
                </c:pt>
                <c:pt idx="189">
                  <c:v>100.00480200945627</c:v>
                </c:pt>
                <c:pt idx="190">
                  <c:v>100.00496823286052</c:v>
                </c:pt>
                <c:pt idx="191">
                  <c:v>100.00472813238773</c:v>
                </c:pt>
                <c:pt idx="192">
                  <c:v>100.0049497635934</c:v>
                </c:pt>
                <c:pt idx="193">
                  <c:v>100.00517139479905</c:v>
                </c:pt>
                <c:pt idx="194">
                  <c:v>100.00517139479905</c:v>
                </c:pt>
                <c:pt idx="195">
                  <c:v>100.0049497635934</c:v>
                </c:pt>
                <c:pt idx="196">
                  <c:v>100.0049497635934</c:v>
                </c:pt>
                <c:pt idx="197">
                  <c:v>100.00485741725768</c:v>
                </c:pt>
                <c:pt idx="198">
                  <c:v>100.00483894799055</c:v>
                </c:pt>
                <c:pt idx="199">
                  <c:v>100.00496823286052</c:v>
                </c:pt>
                <c:pt idx="200">
                  <c:v>100.0050975177305</c:v>
                </c:pt>
                <c:pt idx="201">
                  <c:v>100.0049497635934</c:v>
                </c:pt>
                <c:pt idx="202">
                  <c:v>100.00500517139479</c:v>
                </c:pt>
                <c:pt idx="203">
                  <c:v>100.00500517139479</c:v>
                </c:pt>
                <c:pt idx="204">
                  <c:v>100.00491282505909</c:v>
                </c:pt>
                <c:pt idx="205">
                  <c:v>100.00482047872342</c:v>
                </c:pt>
                <c:pt idx="206">
                  <c:v>100.0049497635934</c:v>
                </c:pt>
                <c:pt idx="207">
                  <c:v>100.0050975177305</c:v>
                </c:pt>
                <c:pt idx="208">
                  <c:v>100.00524527186761</c:v>
                </c:pt>
                <c:pt idx="209">
                  <c:v>100.00502364066195</c:v>
                </c:pt>
                <c:pt idx="210">
                  <c:v>100.0049497635934</c:v>
                </c:pt>
                <c:pt idx="211">
                  <c:v>100.00482047872342</c:v>
                </c:pt>
                <c:pt idx="212">
                  <c:v>100.00487588652483</c:v>
                </c:pt>
                <c:pt idx="213">
                  <c:v>100.00472813238773</c:v>
                </c:pt>
                <c:pt idx="214">
                  <c:v>100.00461731678487</c:v>
                </c:pt>
                <c:pt idx="215">
                  <c:v>100.00480200945627</c:v>
                </c:pt>
                <c:pt idx="216">
                  <c:v>100.00483894799055</c:v>
                </c:pt>
                <c:pt idx="217">
                  <c:v>100.00441415484633</c:v>
                </c:pt>
                <c:pt idx="218">
                  <c:v>100.00445109338062</c:v>
                </c:pt>
                <c:pt idx="219">
                  <c:v>100.00458037825059</c:v>
                </c:pt>
                <c:pt idx="220">
                  <c:v>100.00472813238773</c:v>
                </c:pt>
                <c:pt idx="221">
                  <c:v>100.00458037825059</c:v>
                </c:pt>
                <c:pt idx="222">
                  <c:v>100.00413711583924</c:v>
                </c:pt>
                <c:pt idx="223">
                  <c:v>100.00408170803783</c:v>
                </c:pt>
                <c:pt idx="224">
                  <c:v>100.00424793144207</c:v>
                </c:pt>
                <c:pt idx="225">
                  <c:v>100.0040632387707</c:v>
                </c:pt>
                <c:pt idx="226">
                  <c:v>100.00435874704492</c:v>
                </c:pt>
                <c:pt idx="227">
                  <c:v>100.00421099290779</c:v>
                </c:pt>
                <c:pt idx="228">
                  <c:v>100.00432180851064</c:v>
                </c:pt>
                <c:pt idx="229">
                  <c:v>100.00437721631205</c:v>
                </c:pt>
                <c:pt idx="230">
                  <c:v>100.0043956855792</c:v>
                </c:pt>
                <c:pt idx="231">
                  <c:v>100.00432180851064</c:v>
                </c:pt>
                <c:pt idx="232">
                  <c:v>100.00443262411348</c:v>
                </c:pt>
                <c:pt idx="233">
                  <c:v>100.00434027777779</c:v>
                </c:pt>
                <c:pt idx="234">
                  <c:v>100.00450650118202</c:v>
                </c:pt>
                <c:pt idx="235">
                  <c:v>100.00454343971631</c:v>
                </c:pt>
                <c:pt idx="236">
                  <c:v>100.0043956855792</c:v>
                </c:pt>
                <c:pt idx="237">
                  <c:v>100.0044880319149</c:v>
                </c:pt>
                <c:pt idx="238">
                  <c:v>100.00452497044918</c:v>
                </c:pt>
                <c:pt idx="239">
                  <c:v>100.00428486997637</c:v>
                </c:pt>
                <c:pt idx="240">
                  <c:v>100.00430333924351</c:v>
                </c:pt>
                <c:pt idx="241">
                  <c:v>100.00441415484633</c:v>
                </c:pt>
                <c:pt idx="242">
                  <c:v>100.00461731678487</c:v>
                </c:pt>
                <c:pt idx="243">
                  <c:v>100.00445109338062</c:v>
                </c:pt>
                <c:pt idx="244">
                  <c:v>100.00432180851064</c:v>
                </c:pt>
                <c:pt idx="245">
                  <c:v>100.00441415484633</c:v>
                </c:pt>
                <c:pt idx="246">
                  <c:v>100.00458037825059</c:v>
                </c:pt>
                <c:pt idx="247">
                  <c:v>100.00472813238773</c:v>
                </c:pt>
                <c:pt idx="248">
                  <c:v>100.00459884751774</c:v>
                </c:pt>
                <c:pt idx="249">
                  <c:v>100.00424793144207</c:v>
                </c:pt>
                <c:pt idx="250">
                  <c:v>100.00450650118202</c:v>
                </c:pt>
                <c:pt idx="251">
                  <c:v>100.00435874704492</c:v>
                </c:pt>
                <c:pt idx="252">
                  <c:v>100.00434027777779</c:v>
                </c:pt>
                <c:pt idx="253">
                  <c:v>100.00411864657211</c:v>
                </c:pt>
                <c:pt idx="254">
                  <c:v>100.00434027777779</c:v>
                </c:pt>
                <c:pt idx="255">
                  <c:v>100.00424793144207</c:v>
                </c:pt>
                <c:pt idx="256">
                  <c:v>100.00437721631205</c:v>
                </c:pt>
                <c:pt idx="257">
                  <c:v>100.00413711583924</c:v>
                </c:pt>
                <c:pt idx="258">
                  <c:v>100.00428486997637</c:v>
                </c:pt>
                <c:pt idx="259">
                  <c:v>100.00434027777779</c:v>
                </c:pt>
                <c:pt idx="260">
                  <c:v>100.00461731678487</c:v>
                </c:pt>
                <c:pt idx="261">
                  <c:v>100.00450650118202</c:v>
                </c:pt>
                <c:pt idx="262">
                  <c:v>100.00445109338062</c:v>
                </c:pt>
                <c:pt idx="263">
                  <c:v>100.00452497044918</c:v>
                </c:pt>
                <c:pt idx="264">
                  <c:v>100.00445109338062</c:v>
                </c:pt>
                <c:pt idx="265">
                  <c:v>100.00459884751774</c:v>
                </c:pt>
                <c:pt idx="266">
                  <c:v>100.00465425531915</c:v>
                </c:pt>
                <c:pt idx="267">
                  <c:v>100.00459884751774</c:v>
                </c:pt>
                <c:pt idx="268">
                  <c:v>100.00483894799055</c:v>
                </c:pt>
                <c:pt idx="269">
                  <c:v>100.00476507092199</c:v>
                </c:pt>
                <c:pt idx="270">
                  <c:v>100.00474660165483</c:v>
                </c:pt>
                <c:pt idx="271">
                  <c:v>100.00454343971631</c:v>
                </c:pt>
                <c:pt idx="272">
                  <c:v>100.00445109338062</c:v>
                </c:pt>
                <c:pt idx="273">
                  <c:v>100.00459884751774</c:v>
                </c:pt>
                <c:pt idx="274">
                  <c:v>100.00461731678487</c:v>
                </c:pt>
                <c:pt idx="275">
                  <c:v>100.00458037825059</c:v>
                </c:pt>
                <c:pt idx="276">
                  <c:v>100.00482047872342</c:v>
                </c:pt>
                <c:pt idx="277">
                  <c:v>100.00482047872342</c:v>
                </c:pt>
                <c:pt idx="278">
                  <c:v>100.0049497635934</c:v>
                </c:pt>
                <c:pt idx="279">
                  <c:v>100.00476507092199</c:v>
                </c:pt>
                <c:pt idx="280">
                  <c:v>100.00474660165483</c:v>
                </c:pt>
                <c:pt idx="281">
                  <c:v>100.00478354018914</c:v>
                </c:pt>
                <c:pt idx="282">
                  <c:v>100.00483894799055</c:v>
                </c:pt>
                <c:pt idx="283">
                  <c:v>100.00445109338062</c:v>
                </c:pt>
                <c:pt idx="284">
                  <c:v>100.00450650118202</c:v>
                </c:pt>
                <c:pt idx="285">
                  <c:v>100.00437721631205</c:v>
                </c:pt>
                <c:pt idx="286">
                  <c:v>100.00450650118202</c:v>
                </c:pt>
                <c:pt idx="287">
                  <c:v>100.00430333924351</c:v>
                </c:pt>
                <c:pt idx="288">
                  <c:v>100.00435874704492</c:v>
                </c:pt>
                <c:pt idx="289">
                  <c:v>100.00428486997637</c:v>
                </c:pt>
                <c:pt idx="290">
                  <c:v>100.00432180851064</c:v>
                </c:pt>
                <c:pt idx="291">
                  <c:v>100.00426640070923</c:v>
                </c:pt>
                <c:pt idx="292">
                  <c:v>100.00437721631205</c:v>
                </c:pt>
                <c:pt idx="293">
                  <c:v>100.00408170803783</c:v>
                </c:pt>
                <c:pt idx="294">
                  <c:v>100.0040632387707</c:v>
                </c:pt>
                <c:pt idx="295">
                  <c:v>100.00428486997637</c:v>
                </c:pt>
                <c:pt idx="296">
                  <c:v>100.00428486997637</c:v>
                </c:pt>
                <c:pt idx="297">
                  <c:v>100.00445109338062</c:v>
                </c:pt>
                <c:pt idx="298">
                  <c:v>100.00450650118202</c:v>
                </c:pt>
                <c:pt idx="299">
                  <c:v>100.00450650118202</c:v>
                </c:pt>
                <c:pt idx="300">
                  <c:v>100.00450650118202</c:v>
                </c:pt>
                <c:pt idx="301">
                  <c:v>100.00443262411348</c:v>
                </c:pt>
                <c:pt idx="302">
                  <c:v>100.00452497044918</c:v>
                </c:pt>
                <c:pt idx="303">
                  <c:v>100.00445109338062</c:v>
                </c:pt>
                <c:pt idx="304">
                  <c:v>100.00461731678487</c:v>
                </c:pt>
                <c:pt idx="305">
                  <c:v>100.00459884751774</c:v>
                </c:pt>
                <c:pt idx="306">
                  <c:v>100.00450650118202</c:v>
                </c:pt>
                <c:pt idx="307">
                  <c:v>100.00435874704492</c:v>
                </c:pt>
                <c:pt idx="308">
                  <c:v>100.00426640070923</c:v>
                </c:pt>
                <c:pt idx="309">
                  <c:v>100.00389701536643</c:v>
                </c:pt>
                <c:pt idx="310">
                  <c:v>100.00421099290779</c:v>
                </c:pt>
                <c:pt idx="311">
                  <c:v>100.00411864657211</c:v>
                </c:pt>
                <c:pt idx="312">
                  <c:v>100.00428486997637</c:v>
                </c:pt>
                <c:pt idx="313">
                  <c:v>100.00421099290779</c:v>
                </c:pt>
                <c:pt idx="314">
                  <c:v>100.00432180851064</c:v>
                </c:pt>
                <c:pt idx="315">
                  <c:v>100.00432180851064</c:v>
                </c:pt>
                <c:pt idx="316">
                  <c:v>100.00445109338062</c:v>
                </c:pt>
                <c:pt idx="317">
                  <c:v>100.00458037825059</c:v>
                </c:pt>
                <c:pt idx="318">
                  <c:v>100.00478354018914</c:v>
                </c:pt>
                <c:pt idx="319">
                  <c:v>100.00476507092199</c:v>
                </c:pt>
                <c:pt idx="320">
                  <c:v>100.00483894799055</c:v>
                </c:pt>
                <c:pt idx="321">
                  <c:v>100.00463578605201</c:v>
                </c:pt>
                <c:pt idx="322">
                  <c:v>100.00452497044918</c:v>
                </c:pt>
                <c:pt idx="323">
                  <c:v>100.00437721631205</c:v>
                </c:pt>
                <c:pt idx="324">
                  <c:v>100.00421099290779</c:v>
                </c:pt>
                <c:pt idx="325">
                  <c:v>100.00428486997637</c:v>
                </c:pt>
                <c:pt idx="326">
                  <c:v>100.00417405437352</c:v>
                </c:pt>
                <c:pt idx="327">
                  <c:v>100.0039339539007</c:v>
                </c:pt>
                <c:pt idx="328">
                  <c:v>100.00387854609929</c:v>
                </c:pt>
                <c:pt idx="329">
                  <c:v>100.0036938534279</c:v>
                </c:pt>
                <c:pt idx="330">
                  <c:v>100.00380466903074</c:v>
                </c:pt>
                <c:pt idx="331">
                  <c:v>100.00386007683215</c:v>
                </c:pt>
                <c:pt idx="332">
                  <c:v>100.00380466903074</c:v>
                </c:pt>
                <c:pt idx="333">
                  <c:v>100.0037861997636</c:v>
                </c:pt>
                <c:pt idx="334">
                  <c:v>100.00387854609929</c:v>
                </c:pt>
                <c:pt idx="335">
                  <c:v>100.00389701536643</c:v>
                </c:pt>
                <c:pt idx="336">
                  <c:v>100.00413711583924</c:v>
                </c:pt>
                <c:pt idx="337">
                  <c:v>100.0039339539007</c:v>
                </c:pt>
                <c:pt idx="338">
                  <c:v>100.00395242316786</c:v>
                </c:pt>
                <c:pt idx="339">
                  <c:v>100.0040632387707</c:v>
                </c:pt>
                <c:pt idx="340">
                  <c:v>100.00404476950355</c:v>
                </c:pt>
                <c:pt idx="341">
                  <c:v>100.00408170803783</c:v>
                </c:pt>
                <c:pt idx="342">
                  <c:v>100.00413711583924</c:v>
                </c:pt>
                <c:pt idx="343">
                  <c:v>100.00402630023642</c:v>
                </c:pt>
                <c:pt idx="344">
                  <c:v>100.00413711583924</c:v>
                </c:pt>
                <c:pt idx="345">
                  <c:v>100.00413711583924</c:v>
                </c:pt>
                <c:pt idx="346">
                  <c:v>100.00421099290779</c:v>
                </c:pt>
                <c:pt idx="347">
                  <c:v>100.0043956855792</c:v>
                </c:pt>
                <c:pt idx="348">
                  <c:v>100.00426640070923</c:v>
                </c:pt>
                <c:pt idx="349">
                  <c:v>100.00417405437352</c:v>
                </c:pt>
                <c:pt idx="350">
                  <c:v>100.00413711583924</c:v>
                </c:pt>
                <c:pt idx="351">
                  <c:v>100.0039339539007</c:v>
                </c:pt>
                <c:pt idx="352">
                  <c:v>100.00413711583924</c:v>
                </c:pt>
                <c:pt idx="353">
                  <c:v>100.00421099290779</c:v>
                </c:pt>
                <c:pt idx="354">
                  <c:v>100.00434027777779</c:v>
                </c:pt>
                <c:pt idx="355">
                  <c:v>100.00441415484633</c:v>
                </c:pt>
                <c:pt idx="356">
                  <c:v>100.00437721631205</c:v>
                </c:pt>
                <c:pt idx="357">
                  <c:v>100.00434027777779</c:v>
                </c:pt>
                <c:pt idx="358">
                  <c:v>100.00450650118202</c:v>
                </c:pt>
                <c:pt idx="359">
                  <c:v>100.00443262411348</c:v>
                </c:pt>
                <c:pt idx="360">
                  <c:v>100.00461731678487</c:v>
                </c:pt>
                <c:pt idx="361">
                  <c:v>100.00454343971631</c:v>
                </c:pt>
                <c:pt idx="362">
                  <c:v>100.00454343971631</c:v>
                </c:pt>
                <c:pt idx="363">
                  <c:v>100.00450650118202</c:v>
                </c:pt>
                <c:pt idx="364">
                  <c:v>100.00450650118202</c:v>
                </c:pt>
                <c:pt idx="365">
                  <c:v>100.00437721631205</c:v>
                </c:pt>
                <c:pt idx="366">
                  <c:v>100.00454343971631</c:v>
                </c:pt>
                <c:pt idx="367">
                  <c:v>100.00445109338062</c:v>
                </c:pt>
                <c:pt idx="368">
                  <c:v>100.00437721631205</c:v>
                </c:pt>
                <c:pt idx="369">
                  <c:v>100.00400783096927</c:v>
                </c:pt>
                <c:pt idx="370">
                  <c:v>100.00434027777779</c:v>
                </c:pt>
                <c:pt idx="371">
                  <c:v>100.00437721631205</c:v>
                </c:pt>
                <c:pt idx="372">
                  <c:v>100.00434027777779</c:v>
                </c:pt>
                <c:pt idx="373">
                  <c:v>100.00428486997637</c:v>
                </c:pt>
                <c:pt idx="374">
                  <c:v>100.0040632387707</c:v>
                </c:pt>
                <c:pt idx="375">
                  <c:v>100.00387854609929</c:v>
                </c:pt>
                <c:pt idx="376">
                  <c:v>100.00387854609929</c:v>
                </c:pt>
                <c:pt idx="377">
                  <c:v>100.0036938534279</c:v>
                </c:pt>
                <c:pt idx="378">
                  <c:v>100.00380466903074</c:v>
                </c:pt>
                <c:pt idx="379">
                  <c:v>100.00386007683215</c:v>
                </c:pt>
                <c:pt idx="380">
                  <c:v>100.00397089243498</c:v>
                </c:pt>
                <c:pt idx="381">
                  <c:v>100.00386007683215</c:v>
                </c:pt>
                <c:pt idx="382">
                  <c:v>100.00376773049646</c:v>
                </c:pt>
                <c:pt idx="383">
                  <c:v>100.00397089243498</c:v>
                </c:pt>
                <c:pt idx="384">
                  <c:v>100.00415558510637</c:v>
                </c:pt>
                <c:pt idx="385">
                  <c:v>100.00413711583924</c:v>
                </c:pt>
                <c:pt idx="386">
                  <c:v>100.00421099290779</c:v>
                </c:pt>
                <c:pt idx="387">
                  <c:v>100.0040632387707</c:v>
                </c:pt>
                <c:pt idx="388">
                  <c:v>100.00422946217495</c:v>
                </c:pt>
                <c:pt idx="389">
                  <c:v>100.00417405437352</c:v>
                </c:pt>
                <c:pt idx="390">
                  <c:v>100.00387854609929</c:v>
                </c:pt>
                <c:pt idx="391">
                  <c:v>100.00373079196218</c:v>
                </c:pt>
                <c:pt idx="392">
                  <c:v>100.00389701536643</c:v>
                </c:pt>
                <c:pt idx="393">
                  <c:v>100.00413711583924</c:v>
                </c:pt>
                <c:pt idx="394">
                  <c:v>100.00424793144207</c:v>
                </c:pt>
                <c:pt idx="395">
                  <c:v>100.00384160756501</c:v>
                </c:pt>
                <c:pt idx="396">
                  <c:v>100.00391548463358</c:v>
                </c:pt>
                <c:pt idx="397">
                  <c:v>100.00421099290779</c:v>
                </c:pt>
                <c:pt idx="398">
                  <c:v>100.00411864657211</c:v>
                </c:pt>
                <c:pt idx="399">
                  <c:v>100.00398936170214</c:v>
                </c:pt>
                <c:pt idx="400">
                  <c:v>100.00397089243498</c:v>
                </c:pt>
                <c:pt idx="401">
                  <c:v>100.00402630023642</c:v>
                </c:pt>
                <c:pt idx="402">
                  <c:v>100.00417405437352</c:v>
                </c:pt>
                <c:pt idx="403">
                  <c:v>100.00402630023642</c:v>
                </c:pt>
                <c:pt idx="404">
                  <c:v>100.00417405437352</c:v>
                </c:pt>
                <c:pt idx="405">
                  <c:v>100.00428486997637</c:v>
                </c:pt>
                <c:pt idx="406">
                  <c:v>100.00443262411348</c:v>
                </c:pt>
                <c:pt idx="407">
                  <c:v>100.00469119385342</c:v>
                </c:pt>
                <c:pt idx="408">
                  <c:v>100.00458037825059</c:v>
                </c:pt>
                <c:pt idx="409">
                  <c:v>100.00461731678487</c:v>
                </c:pt>
                <c:pt idx="410">
                  <c:v>100.00472813238773</c:v>
                </c:pt>
                <c:pt idx="411">
                  <c:v>100.00445109338062</c:v>
                </c:pt>
                <c:pt idx="412">
                  <c:v>100.00426640070923</c:v>
                </c:pt>
                <c:pt idx="413">
                  <c:v>100.00411864657211</c:v>
                </c:pt>
                <c:pt idx="414">
                  <c:v>100.00413711583924</c:v>
                </c:pt>
                <c:pt idx="415">
                  <c:v>100.00413711583924</c:v>
                </c:pt>
                <c:pt idx="416">
                  <c:v>100.0040632387707</c:v>
                </c:pt>
                <c:pt idx="417">
                  <c:v>100.00395242316786</c:v>
                </c:pt>
                <c:pt idx="418">
                  <c:v>100.00397089243498</c:v>
                </c:pt>
                <c:pt idx="419">
                  <c:v>100.00404476950355</c:v>
                </c:pt>
                <c:pt idx="420">
                  <c:v>100.0040632387707</c:v>
                </c:pt>
                <c:pt idx="421">
                  <c:v>100.0039339539007</c:v>
                </c:pt>
                <c:pt idx="422">
                  <c:v>100.0039339539007</c:v>
                </c:pt>
                <c:pt idx="423">
                  <c:v>100.00391548463358</c:v>
                </c:pt>
                <c:pt idx="424">
                  <c:v>100.00386007683215</c:v>
                </c:pt>
                <c:pt idx="425">
                  <c:v>100.00373079196218</c:v>
                </c:pt>
                <c:pt idx="426">
                  <c:v>100.0036938534279</c:v>
                </c:pt>
                <c:pt idx="427">
                  <c:v>100.0036938534279</c:v>
                </c:pt>
                <c:pt idx="428">
                  <c:v>100.00382313829788</c:v>
                </c:pt>
                <c:pt idx="429">
                  <c:v>100.0037861997636</c:v>
                </c:pt>
                <c:pt idx="430">
                  <c:v>100.0037861997636</c:v>
                </c:pt>
                <c:pt idx="431">
                  <c:v>100.0039339539007</c:v>
                </c:pt>
                <c:pt idx="432">
                  <c:v>100.0040632387707</c:v>
                </c:pt>
                <c:pt idx="433">
                  <c:v>100.00408170803783</c:v>
                </c:pt>
                <c:pt idx="434">
                  <c:v>100.00395242316786</c:v>
                </c:pt>
                <c:pt idx="435">
                  <c:v>100.00387854609929</c:v>
                </c:pt>
                <c:pt idx="436">
                  <c:v>100.00395242316786</c:v>
                </c:pt>
                <c:pt idx="437">
                  <c:v>100.00411864657211</c:v>
                </c:pt>
                <c:pt idx="438">
                  <c:v>100.00443262411348</c:v>
                </c:pt>
                <c:pt idx="439">
                  <c:v>100.00426640070923</c:v>
                </c:pt>
                <c:pt idx="440">
                  <c:v>100.00424793144207</c:v>
                </c:pt>
                <c:pt idx="441">
                  <c:v>100.00428486997637</c:v>
                </c:pt>
                <c:pt idx="442">
                  <c:v>100.00422946217495</c:v>
                </c:pt>
                <c:pt idx="443">
                  <c:v>100.00435874704492</c:v>
                </c:pt>
                <c:pt idx="444">
                  <c:v>100.00443262411348</c:v>
                </c:pt>
                <c:pt idx="445">
                  <c:v>100.00434027777779</c:v>
                </c:pt>
                <c:pt idx="446">
                  <c:v>100.00428486997637</c:v>
                </c:pt>
                <c:pt idx="447">
                  <c:v>100.00426640070923</c:v>
                </c:pt>
                <c:pt idx="448">
                  <c:v>100.00428486997637</c:v>
                </c:pt>
                <c:pt idx="449">
                  <c:v>100.0043956855792</c:v>
                </c:pt>
                <c:pt idx="450">
                  <c:v>100.00430333924351</c:v>
                </c:pt>
                <c:pt idx="451">
                  <c:v>100.00424793144207</c:v>
                </c:pt>
                <c:pt idx="452">
                  <c:v>100.00428486997637</c:v>
                </c:pt>
                <c:pt idx="453">
                  <c:v>100.00413711583924</c:v>
                </c:pt>
                <c:pt idx="454">
                  <c:v>100.00432180851064</c:v>
                </c:pt>
                <c:pt idx="455">
                  <c:v>100.00417405437352</c:v>
                </c:pt>
                <c:pt idx="456">
                  <c:v>100.00413711583924</c:v>
                </c:pt>
                <c:pt idx="457">
                  <c:v>100.00424793144207</c:v>
                </c:pt>
                <c:pt idx="458">
                  <c:v>100.00413711583924</c:v>
                </c:pt>
                <c:pt idx="459">
                  <c:v>100.00432180851064</c:v>
                </c:pt>
                <c:pt idx="460">
                  <c:v>100.00437721631205</c:v>
                </c:pt>
                <c:pt idx="461">
                  <c:v>100.00421099290779</c:v>
                </c:pt>
                <c:pt idx="462">
                  <c:v>100.00413711583924</c:v>
                </c:pt>
                <c:pt idx="463">
                  <c:v>100.00415558510637</c:v>
                </c:pt>
                <c:pt idx="464">
                  <c:v>100.00404476950355</c:v>
                </c:pt>
                <c:pt idx="465">
                  <c:v>100.00402630023642</c:v>
                </c:pt>
                <c:pt idx="466">
                  <c:v>100.00389701536643</c:v>
                </c:pt>
                <c:pt idx="467">
                  <c:v>100.00387854609929</c:v>
                </c:pt>
                <c:pt idx="468">
                  <c:v>100.00384160756501</c:v>
                </c:pt>
                <c:pt idx="469">
                  <c:v>100.00397089243498</c:v>
                </c:pt>
                <c:pt idx="470">
                  <c:v>100.00424793144207</c:v>
                </c:pt>
                <c:pt idx="471">
                  <c:v>100.00424793144207</c:v>
                </c:pt>
                <c:pt idx="472">
                  <c:v>100.00413711583924</c:v>
                </c:pt>
                <c:pt idx="473">
                  <c:v>100.00402630023642</c:v>
                </c:pt>
                <c:pt idx="474">
                  <c:v>100.00389701536643</c:v>
                </c:pt>
                <c:pt idx="475">
                  <c:v>100.00398936170214</c:v>
                </c:pt>
                <c:pt idx="476">
                  <c:v>100.0040632387707</c:v>
                </c:pt>
                <c:pt idx="477">
                  <c:v>100.00413711583924</c:v>
                </c:pt>
                <c:pt idx="478">
                  <c:v>100.00424793144207</c:v>
                </c:pt>
                <c:pt idx="479">
                  <c:v>100.00432180851064</c:v>
                </c:pt>
                <c:pt idx="480">
                  <c:v>100.00441415484633</c:v>
                </c:pt>
                <c:pt idx="481">
                  <c:v>100.00432180851064</c:v>
                </c:pt>
                <c:pt idx="482">
                  <c:v>100.00422946217495</c:v>
                </c:pt>
                <c:pt idx="483">
                  <c:v>100.00422946217495</c:v>
                </c:pt>
                <c:pt idx="484">
                  <c:v>100.00421099290779</c:v>
                </c:pt>
                <c:pt idx="485">
                  <c:v>100.00391548463358</c:v>
                </c:pt>
                <c:pt idx="486">
                  <c:v>100.00387854609929</c:v>
                </c:pt>
                <c:pt idx="487">
                  <c:v>100.00386007683215</c:v>
                </c:pt>
                <c:pt idx="488">
                  <c:v>100.00387854609929</c:v>
                </c:pt>
                <c:pt idx="489">
                  <c:v>100.0039339539007</c:v>
                </c:pt>
                <c:pt idx="490">
                  <c:v>100.00400783096927</c:v>
                </c:pt>
                <c:pt idx="491">
                  <c:v>100.00435874704492</c:v>
                </c:pt>
                <c:pt idx="492">
                  <c:v>100.00443262411348</c:v>
                </c:pt>
                <c:pt idx="493">
                  <c:v>100.00443262411348</c:v>
                </c:pt>
                <c:pt idx="494">
                  <c:v>100.00424793144207</c:v>
                </c:pt>
                <c:pt idx="495">
                  <c:v>100.00421099290779</c:v>
                </c:pt>
                <c:pt idx="496">
                  <c:v>100.00435874704492</c:v>
                </c:pt>
                <c:pt idx="497">
                  <c:v>100.00426640070923</c:v>
                </c:pt>
                <c:pt idx="498">
                  <c:v>100.00443262411348</c:v>
                </c:pt>
                <c:pt idx="499">
                  <c:v>100.00441415484633</c:v>
                </c:pt>
                <c:pt idx="500">
                  <c:v>100.00434027777779</c:v>
                </c:pt>
                <c:pt idx="501">
                  <c:v>100.00441415484633</c:v>
                </c:pt>
                <c:pt idx="502">
                  <c:v>100.00428486997637</c:v>
                </c:pt>
                <c:pt idx="503">
                  <c:v>100.00421099290779</c:v>
                </c:pt>
                <c:pt idx="504">
                  <c:v>100.00426640070923</c:v>
                </c:pt>
                <c:pt idx="505">
                  <c:v>100.00417405437352</c:v>
                </c:pt>
                <c:pt idx="506">
                  <c:v>100.00389701536643</c:v>
                </c:pt>
                <c:pt idx="507">
                  <c:v>100.00395242316786</c:v>
                </c:pt>
                <c:pt idx="508">
                  <c:v>100.00395242316786</c:v>
                </c:pt>
                <c:pt idx="509">
                  <c:v>100.00415558510637</c:v>
                </c:pt>
                <c:pt idx="510">
                  <c:v>100.0040632387707</c:v>
                </c:pt>
                <c:pt idx="511">
                  <c:v>100.00395242316786</c:v>
                </c:pt>
                <c:pt idx="512">
                  <c:v>100.00395242316786</c:v>
                </c:pt>
                <c:pt idx="513">
                  <c:v>100.00387854609929</c:v>
                </c:pt>
                <c:pt idx="514">
                  <c:v>100.00387854609929</c:v>
                </c:pt>
                <c:pt idx="515">
                  <c:v>100.00404476950355</c:v>
                </c:pt>
                <c:pt idx="516">
                  <c:v>100.00402630023642</c:v>
                </c:pt>
                <c:pt idx="517">
                  <c:v>100.00421099290779</c:v>
                </c:pt>
                <c:pt idx="518">
                  <c:v>100.00408170803783</c:v>
                </c:pt>
                <c:pt idx="519">
                  <c:v>100.00395242316786</c:v>
                </c:pt>
                <c:pt idx="520">
                  <c:v>100.00397089243498</c:v>
                </c:pt>
                <c:pt idx="521">
                  <c:v>100.00398936170214</c:v>
                </c:pt>
                <c:pt idx="522">
                  <c:v>100.00411864657211</c:v>
                </c:pt>
                <c:pt idx="523">
                  <c:v>100.00402630023642</c:v>
                </c:pt>
                <c:pt idx="524">
                  <c:v>100.00382313829788</c:v>
                </c:pt>
                <c:pt idx="525">
                  <c:v>100.00389701536643</c:v>
                </c:pt>
                <c:pt idx="526">
                  <c:v>100.00384160756501</c:v>
                </c:pt>
                <c:pt idx="527">
                  <c:v>100.0039339539007</c:v>
                </c:pt>
                <c:pt idx="528">
                  <c:v>100.00397089243498</c:v>
                </c:pt>
                <c:pt idx="529">
                  <c:v>100.0039339539007</c:v>
                </c:pt>
                <c:pt idx="530">
                  <c:v>100.00397089243498</c:v>
                </c:pt>
                <c:pt idx="531">
                  <c:v>100.00408170803783</c:v>
                </c:pt>
                <c:pt idx="532">
                  <c:v>100.00402630023642</c:v>
                </c:pt>
                <c:pt idx="533">
                  <c:v>100.00421099290779</c:v>
                </c:pt>
                <c:pt idx="534">
                  <c:v>100.00426640070923</c:v>
                </c:pt>
                <c:pt idx="535">
                  <c:v>100.00437721631205</c:v>
                </c:pt>
                <c:pt idx="536">
                  <c:v>100.00445109338062</c:v>
                </c:pt>
                <c:pt idx="537">
                  <c:v>100.00424793144207</c:v>
                </c:pt>
                <c:pt idx="538">
                  <c:v>100.00421099290779</c:v>
                </c:pt>
                <c:pt idx="539">
                  <c:v>100.00421099290779</c:v>
                </c:pt>
                <c:pt idx="540">
                  <c:v>100.00421099290779</c:v>
                </c:pt>
                <c:pt idx="541">
                  <c:v>100.00422946217495</c:v>
                </c:pt>
                <c:pt idx="542">
                  <c:v>100.00389701536643</c:v>
                </c:pt>
                <c:pt idx="543">
                  <c:v>100.00373079196218</c:v>
                </c:pt>
                <c:pt idx="544">
                  <c:v>100.00350916075651</c:v>
                </c:pt>
                <c:pt idx="545">
                  <c:v>100.00350916075651</c:v>
                </c:pt>
                <c:pt idx="546">
                  <c:v>100.00356456855792</c:v>
                </c:pt>
                <c:pt idx="547">
                  <c:v>100.00339834515366</c:v>
                </c:pt>
                <c:pt idx="548">
                  <c:v>100.00328752955083</c:v>
                </c:pt>
                <c:pt idx="549">
                  <c:v>100.00339834515366</c:v>
                </c:pt>
                <c:pt idx="550">
                  <c:v>100.00354609929079</c:v>
                </c:pt>
                <c:pt idx="551">
                  <c:v>100.0037861997636</c:v>
                </c:pt>
                <c:pt idx="552">
                  <c:v>100.00395242316786</c:v>
                </c:pt>
                <c:pt idx="553">
                  <c:v>100.0040632387707</c:v>
                </c:pt>
                <c:pt idx="554">
                  <c:v>100.00397089243498</c:v>
                </c:pt>
                <c:pt idx="555">
                  <c:v>100.00413711583924</c:v>
                </c:pt>
                <c:pt idx="556">
                  <c:v>100.0040632387707</c:v>
                </c:pt>
                <c:pt idx="557">
                  <c:v>100.00391548463358</c:v>
                </c:pt>
                <c:pt idx="558">
                  <c:v>100.00373079196218</c:v>
                </c:pt>
                <c:pt idx="559">
                  <c:v>100.00384160756501</c:v>
                </c:pt>
                <c:pt idx="560">
                  <c:v>100.0039339539007</c:v>
                </c:pt>
                <c:pt idx="561">
                  <c:v>100.0040632387707</c:v>
                </c:pt>
                <c:pt idx="562">
                  <c:v>100.00404476950355</c:v>
                </c:pt>
                <c:pt idx="563">
                  <c:v>100.00404476950355</c:v>
                </c:pt>
                <c:pt idx="564">
                  <c:v>100.00402630023642</c:v>
                </c:pt>
                <c:pt idx="565">
                  <c:v>100.00391548463358</c:v>
                </c:pt>
                <c:pt idx="566">
                  <c:v>100.00408170803783</c:v>
                </c:pt>
                <c:pt idx="567">
                  <c:v>100.00413711583924</c:v>
                </c:pt>
                <c:pt idx="568">
                  <c:v>100.00400783096927</c:v>
                </c:pt>
                <c:pt idx="569">
                  <c:v>100.00422946217495</c:v>
                </c:pt>
                <c:pt idx="570">
                  <c:v>100.00413711583924</c:v>
                </c:pt>
                <c:pt idx="571">
                  <c:v>100.00411864657211</c:v>
                </c:pt>
                <c:pt idx="572">
                  <c:v>100.00404476950355</c:v>
                </c:pt>
                <c:pt idx="573">
                  <c:v>100.00413711583924</c:v>
                </c:pt>
                <c:pt idx="574">
                  <c:v>100.00424793144207</c:v>
                </c:pt>
                <c:pt idx="575">
                  <c:v>100.00422946217495</c:v>
                </c:pt>
                <c:pt idx="576">
                  <c:v>100.00382313829788</c:v>
                </c:pt>
                <c:pt idx="577">
                  <c:v>100.00398936170214</c:v>
                </c:pt>
                <c:pt idx="578">
                  <c:v>100.00386007683215</c:v>
                </c:pt>
                <c:pt idx="579">
                  <c:v>100.00384160756501</c:v>
                </c:pt>
                <c:pt idx="580">
                  <c:v>100.00384160756501</c:v>
                </c:pt>
                <c:pt idx="581">
                  <c:v>100.0036938534279</c:v>
                </c:pt>
                <c:pt idx="582">
                  <c:v>100.0037861997636</c:v>
                </c:pt>
                <c:pt idx="583">
                  <c:v>100.00380466903074</c:v>
                </c:pt>
                <c:pt idx="584">
                  <c:v>100.0037861997636</c:v>
                </c:pt>
                <c:pt idx="585">
                  <c:v>100.0039339539007</c:v>
                </c:pt>
                <c:pt idx="586">
                  <c:v>100.0037861997636</c:v>
                </c:pt>
                <c:pt idx="587">
                  <c:v>100.00387854609929</c:v>
                </c:pt>
                <c:pt idx="588">
                  <c:v>100.0040632387707</c:v>
                </c:pt>
                <c:pt idx="589">
                  <c:v>100.0036938534279</c:v>
                </c:pt>
                <c:pt idx="590">
                  <c:v>100.0036938534279</c:v>
                </c:pt>
                <c:pt idx="591">
                  <c:v>100.0037861997636</c:v>
                </c:pt>
                <c:pt idx="592">
                  <c:v>100.0037861997636</c:v>
                </c:pt>
                <c:pt idx="593">
                  <c:v>100.0037861997636</c:v>
                </c:pt>
                <c:pt idx="594">
                  <c:v>100.00376773049646</c:v>
                </c:pt>
                <c:pt idx="595">
                  <c:v>100.00391548463358</c:v>
                </c:pt>
                <c:pt idx="596">
                  <c:v>100.00397089243498</c:v>
                </c:pt>
                <c:pt idx="597">
                  <c:v>100.00404476950355</c:v>
                </c:pt>
                <c:pt idx="598">
                  <c:v>100.0040632387707</c:v>
                </c:pt>
                <c:pt idx="599">
                  <c:v>100.00421099290779</c:v>
                </c:pt>
                <c:pt idx="600">
                  <c:v>100.00402630023642</c:v>
                </c:pt>
                <c:pt idx="601">
                  <c:v>100.00397089243498</c:v>
                </c:pt>
                <c:pt idx="602">
                  <c:v>100.00373079196218</c:v>
                </c:pt>
                <c:pt idx="603">
                  <c:v>100.0037861997636</c:v>
                </c:pt>
                <c:pt idx="604">
                  <c:v>100.00373079196218</c:v>
                </c:pt>
                <c:pt idx="605">
                  <c:v>100.00376773049646</c:v>
                </c:pt>
                <c:pt idx="606">
                  <c:v>100.00373079196218</c:v>
                </c:pt>
                <c:pt idx="607">
                  <c:v>100.00387854609929</c:v>
                </c:pt>
                <c:pt idx="608">
                  <c:v>100.0037861997636</c:v>
                </c:pt>
                <c:pt idx="609">
                  <c:v>100.00400783096927</c:v>
                </c:pt>
                <c:pt idx="610">
                  <c:v>100.00389701536643</c:v>
                </c:pt>
                <c:pt idx="611">
                  <c:v>100.0037861997636</c:v>
                </c:pt>
                <c:pt idx="612">
                  <c:v>100.0036015070922</c:v>
                </c:pt>
                <c:pt idx="613">
                  <c:v>100.00376773049646</c:v>
                </c:pt>
                <c:pt idx="614">
                  <c:v>100.0036938534279</c:v>
                </c:pt>
                <c:pt idx="615">
                  <c:v>100.0037861997636</c:v>
                </c:pt>
                <c:pt idx="616">
                  <c:v>100.00386007683215</c:v>
                </c:pt>
                <c:pt idx="617">
                  <c:v>100.00386007683215</c:v>
                </c:pt>
                <c:pt idx="618">
                  <c:v>100.00389701536643</c:v>
                </c:pt>
                <c:pt idx="619">
                  <c:v>100.00387854609929</c:v>
                </c:pt>
                <c:pt idx="620">
                  <c:v>100.00367538416074</c:v>
                </c:pt>
                <c:pt idx="621">
                  <c:v>100.00376773049646</c:v>
                </c:pt>
                <c:pt idx="622">
                  <c:v>100.0036938534279</c:v>
                </c:pt>
                <c:pt idx="623">
                  <c:v>100.0036938534279</c:v>
                </c:pt>
                <c:pt idx="624">
                  <c:v>100.00361997635933</c:v>
                </c:pt>
                <c:pt idx="625">
                  <c:v>100.0036938534279</c:v>
                </c:pt>
                <c:pt idx="626">
                  <c:v>100.00365691489361</c:v>
                </c:pt>
                <c:pt idx="627">
                  <c:v>100.00386007683215</c:v>
                </c:pt>
                <c:pt idx="628">
                  <c:v>100.00382313829788</c:v>
                </c:pt>
                <c:pt idx="629">
                  <c:v>100.00391548463358</c:v>
                </c:pt>
                <c:pt idx="630">
                  <c:v>100.00386007683215</c:v>
                </c:pt>
                <c:pt idx="631">
                  <c:v>100.00376773049646</c:v>
                </c:pt>
                <c:pt idx="632">
                  <c:v>100.0037861997636</c:v>
                </c:pt>
                <c:pt idx="633">
                  <c:v>100.00389701536643</c:v>
                </c:pt>
                <c:pt idx="634">
                  <c:v>100.00386007683215</c:v>
                </c:pt>
                <c:pt idx="635">
                  <c:v>100.00391548463358</c:v>
                </c:pt>
                <c:pt idx="636">
                  <c:v>100.00376773049646</c:v>
                </c:pt>
                <c:pt idx="637">
                  <c:v>100.00386007683215</c:v>
                </c:pt>
                <c:pt idx="638">
                  <c:v>100.00386007683215</c:v>
                </c:pt>
                <c:pt idx="639">
                  <c:v>100.00371232269502</c:v>
                </c:pt>
                <c:pt idx="640">
                  <c:v>100.00350916075651</c:v>
                </c:pt>
                <c:pt idx="641">
                  <c:v>100.00354609929079</c:v>
                </c:pt>
                <c:pt idx="642">
                  <c:v>100.00349069148938</c:v>
                </c:pt>
                <c:pt idx="643">
                  <c:v>100.00358303782507</c:v>
                </c:pt>
                <c:pt idx="644">
                  <c:v>100.00321365248229</c:v>
                </c:pt>
                <c:pt idx="645">
                  <c:v>100.0031397754137</c:v>
                </c:pt>
                <c:pt idx="646">
                  <c:v>100.00301049054374</c:v>
                </c:pt>
                <c:pt idx="647">
                  <c:v>100.00317671394798</c:v>
                </c:pt>
                <c:pt idx="648">
                  <c:v>100.00328752955083</c:v>
                </c:pt>
                <c:pt idx="649">
                  <c:v>100.00354609929079</c:v>
                </c:pt>
                <c:pt idx="650">
                  <c:v>100.00387854609929</c:v>
                </c:pt>
                <c:pt idx="651">
                  <c:v>100.00424793144207</c:v>
                </c:pt>
                <c:pt idx="652">
                  <c:v>100.00413711583924</c:v>
                </c:pt>
                <c:pt idx="653">
                  <c:v>100.00421099290779</c:v>
                </c:pt>
                <c:pt idx="654">
                  <c:v>100.0040632387707</c:v>
                </c:pt>
                <c:pt idx="655">
                  <c:v>100.00391548463358</c:v>
                </c:pt>
                <c:pt idx="656">
                  <c:v>100.0040632387707</c:v>
                </c:pt>
                <c:pt idx="657">
                  <c:v>100.00408170803783</c:v>
                </c:pt>
                <c:pt idx="658">
                  <c:v>100.00402630023642</c:v>
                </c:pt>
                <c:pt idx="659">
                  <c:v>100.0040632387707</c:v>
                </c:pt>
                <c:pt idx="660">
                  <c:v>100.00387854609929</c:v>
                </c:pt>
                <c:pt idx="661">
                  <c:v>100.00395242316786</c:v>
                </c:pt>
                <c:pt idx="662">
                  <c:v>100.0036938534279</c:v>
                </c:pt>
                <c:pt idx="663">
                  <c:v>100.00373079196218</c:v>
                </c:pt>
                <c:pt idx="664">
                  <c:v>100.00354609929079</c:v>
                </c:pt>
                <c:pt idx="665">
                  <c:v>100.00358303782507</c:v>
                </c:pt>
                <c:pt idx="666">
                  <c:v>100.00354609929079</c:v>
                </c:pt>
                <c:pt idx="667">
                  <c:v>100.00361997635933</c:v>
                </c:pt>
                <c:pt idx="668">
                  <c:v>100.00343528368793</c:v>
                </c:pt>
                <c:pt idx="669">
                  <c:v>100.00365691489361</c:v>
                </c:pt>
                <c:pt idx="670">
                  <c:v>100.00354609929079</c:v>
                </c:pt>
                <c:pt idx="671">
                  <c:v>100.00356456855792</c:v>
                </c:pt>
                <c:pt idx="672">
                  <c:v>100.00350916075651</c:v>
                </c:pt>
                <c:pt idx="673">
                  <c:v>100.0036938534279</c:v>
                </c:pt>
                <c:pt idx="674">
                  <c:v>100.00354609929079</c:v>
                </c:pt>
                <c:pt idx="675">
                  <c:v>100.00358303782507</c:v>
                </c:pt>
                <c:pt idx="676">
                  <c:v>100.00358303782507</c:v>
                </c:pt>
                <c:pt idx="677">
                  <c:v>100.00363844562648</c:v>
                </c:pt>
                <c:pt idx="678">
                  <c:v>100.00387854609929</c:v>
                </c:pt>
                <c:pt idx="679">
                  <c:v>100.0037861997636</c:v>
                </c:pt>
                <c:pt idx="680">
                  <c:v>100.00358303782507</c:v>
                </c:pt>
                <c:pt idx="681">
                  <c:v>100.00365691489361</c:v>
                </c:pt>
                <c:pt idx="682">
                  <c:v>100.00358303782507</c:v>
                </c:pt>
                <c:pt idx="683">
                  <c:v>100.00349069148938</c:v>
                </c:pt>
                <c:pt idx="684">
                  <c:v>100.00339834515366</c:v>
                </c:pt>
                <c:pt idx="685">
                  <c:v>100.00334293735224</c:v>
                </c:pt>
                <c:pt idx="686">
                  <c:v>100.00325059101655</c:v>
                </c:pt>
                <c:pt idx="687">
                  <c:v>100.00332446808511</c:v>
                </c:pt>
                <c:pt idx="688">
                  <c:v>100.00306589834516</c:v>
                </c:pt>
                <c:pt idx="689">
                  <c:v>100.00317671394798</c:v>
                </c:pt>
                <c:pt idx="690">
                  <c:v>100.00302895981088</c:v>
                </c:pt>
                <c:pt idx="691">
                  <c:v>100.00304742907802</c:v>
                </c:pt>
                <c:pt idx="692">
                  <c:v>100.00310283687944</c:v>
                </c:pt>
                <c:pt idx="693">
                  <c:v>100.00304742907802</c:v>
                </c:pt>
                <c:pt idx="694">
                  <c:v>100.00310283687944</c:v>
                </c:pt>
                <c:pt idx="695">
                  <c:v>100.00328752955083</c:v>
                </c:pt>
                <c:pt idx="696">
                  <c:v>100.00310283687944</c:v>
                </c:pt>
                <c:pt idx="697">
                  <c:v>100.00330599881796</c:v>
                </c:pt>
                <c:pt idx="698">
                  <c:v>100.00328752955083</c:v>
                </c:pt>
                <c:pt idx="699">
                  <c:v>100.00343528368793</c:v>
                </c:pt>
                <c:pt idx="700">
                  <c:v>100.0034537529551</c:v>
                </c:pt>
                <c:pt idx="701">
                  <c:v>100.0034537529551</c:v>
                </c:pt>
                <c:pt idx="702">
                  <c:v>100.00336140661939</c:v>
                </c:pt>
                <c:pt idx="703">
                  <c:v>100.00339834515366</c:v>
                </c:pt>
                <c:pt idx="704">
                  <c:v>100.00325059101655</c:v>
                </c:pt>
                <c:pt idx="705">
                  <c:v>100.00336140661939</c:v>
                </c:pt>
                <c:pt idx="706">
                  <c:v>100.00354609929079</c:v>
                </c:pt>
                <c:pt idx="707">
                  <c:v>100.00332446808511</c:v>
                </c:pt>
                <c:pt idx="708">
                  <c:v>100.0031397754137</c:v>
                </c:pt>
                <c:pt idx="709">
                  <c:v>100.0031397754137</c:v>
                </c:pt>
                <c:pt idx="710">
                  <c:v>100.00328752955083</c:v>
                </c:pt>
                <c:pt idx="711">
                  <c:v>100.00336140661939</c:v>
                </c:pt>
                <c:pt idx="712">
                  <c:v>100.00321365248229</c:v>
                </c:pt>
                <c:pt idx="713">
                  <c:v>100.00347222222221</c:v>
                </c:pt>
                <c:pt idx="714">
                  <c:v>100.00328752955083</c:v>
                </c:pt>
                <c:pt idx="715">
                  <c:v>100.00350916075651</c:v>
                </c:pt>
                <c:pt idx="716">
                  <c:v>100.00358303782507</c:v>
                </c:pt>
                <c:pt idx="717">
                  <c:v>100.00358303782507</c:v>
                </c:pt>
                <c:pt idx="718">
                  <c:v>100.00361997635933</c:v>
                </c:pt>
                <c:pt idx="719">
                  <c:v>100.0039339539007</c:v>
                </c:pt>
                <c:pt idx="720">
                  <c:v>100.00380466903074</c:v>
                </c:pt>
                <c:pt idx="721">
                  <c:v>100.00389701536643</c:v>
                </c:pt>
                <c:pt idx="722">
                  <c:v>100.00365691489361</c:v>
                </c:pt>
                <c:pt idx="723">
                  <c:v>100.0036938534279</c:v>
                </c:pt>
                <c:pt idx="724">
                  <c:v>100.0037861997636</c:v>
                </c:pt>
                <c:pt idx="725">
                  <c:v>100.0036938534279</c:v>
                </c:pt>
                <c:pt idx="726">
                  <c:v>100.00328752955083</c:v>
                </c:pt>
                <c:pt idx="727">
                  <c:v>100.00334293735224</c:v>
                </c:pt>
                <c:pt idx="728">
                  <c:v>100.00321365248229</c:v>
                </c:pt>
                <c:pt idx="729">
                  <c:v>100.00328752955083</c:v>
                </c:pt>
                <c:pt idx="730">
                  <c:v>100.0031397754137</c:v>
                </c:pt>
                <c:pt idx="731">
                  <c:v>100.0031397754137</c:v>
                </c:pt>
                <c:pt idx="732">
                  <c:v>100.00321365248229</c:v>
                </c:pt>
                <c:pt idx="733">
                  <c:v>100.00328752955083</c:v>
                </c:pt>
                <c:pt idx="734">
                  <c:v>100.00328752955083</c:v>
                </c:pt>
                <c:pt idx="735">
                  <c:v>100.00328752955083</c:v>
                </c:pt>
                <c:pt idx="736">
                  <c:v>100.00310283687944</c:v>
                </c:pt>
                <c:pt idx="737">
                  <c:v>100.00310283687944</c:v>
                </c:pt>
                <c:pt idx="738">
                  <c:v>100.00310283687944</c:v>
                </c:pt>
                <c:pt idx="739">
                  <c:v>100.00310283687944</c:v>
                </c:pt>
                <c:pt idx="740">
                  <c:v>100.00299202127661</c:v>
                </c:pt>
                <c:pt idx="741">
                  <c:v>100.00317671394798</c:v>
                </c:pt>
                <c:pt idx="742">
                  <c:v>100.00310283687944</c:v>
                </c:pt>
                <c:pt idx="743">
                  <c:v>100.00306589834516</c:v>
                </c:pt>
                <c:pt idx="744">
                  <c:v>100.00306589834516</c:v>
                </c:pt>
                <c:pt idx="745">
                  <c:v>100.00302895981088</c:v>
                </c:pt>
                <c:pt idx="746">
                  <c:v>100.00306589834516</c:v>
                </c:pt>
                <c:pt idx="747">
                  <c:v>100.00321365248229</c:v>
                </c:pt>
                <c:pt idx="748">
                  <c:v>100.0031397754137</c:v>
                </c:pt>
                <c:pt idx="749">
                  <c:v>100.00310283687944</c:v>
                </c:pt>
                <c:pt idx="750">
                  <c:v>100.00299202127661</c:v>
                </c:pt>
                <c:pt idx="751">
                  <c:v>100.00301049054374</c:v>
                </c:pt>
                <c:pt idx="752">
                  <c:v>100.00288120567377</c:v>
                </c:pt>
                <c:pt idx="753">
                  <c:v>100.00299202127661</c:v>
                </c:pt>
                <c:pt idx="754">
                  <c:v>100.00306589834516</c:v>
                </c:pt>
                <c:pt idx="755">
                  <c:v>100.00301049054374</c:v>
                </c:pt>
                <c:pt idx="756">
                  <c:v>100.0031397754137</c:v>
                </c:pt>
                <c:pt idx="757">
                  <c:v>100.00325059101655</c:v>
                </c:pt>
                <c:pt idx="758">
                  <c:v>100.00321365248229</c:v>
                </c:pt>
                <c:pt idx="759">
                  <c:v>100.00347222222221</c:v>
                </c:pt>
                <c:pt idx="760">
                  <c:v>100.00339834515366</c:v>
                </c:pt>
                <c:pt idx="761">
                  <c:v>100.00350916075651</c:v>
                </c:pt>
                <c:pt idx="762">
                  <c:v>100.00358303782507</c:v>
                </c:pt>
                <c:pt idx="763">
                  <c:v>100.0036015070922</c:v>
                </c:pt>
                <c:pt idx="764">
                  <c:v>100.0034537529551</c:v>
                </c:pt>
                <c:pt idx="765">
                  <c:v>100.00341681442082</c:v>
                </c:pt>
                <c:pt idx="766">
                  <c:v>100.00321365248229</c:v>
                </c:pt>
                <c:pt idx="767">
                  <c:v>100.00356456855792</c:v>
                </c:pt>
                <c:pt idx="768">
                  <c:v>100.00350916075651</c:v>
                </c:pt>
                <c:pt idx="769">
                  <c:v>100.00336140661939</c:v>
                </c:pt>
                <c:pt idx="770">
                  <c:v>100.00330599881796</c:v>
                </c:pt>
                <c:pt idx="771">
                  <c:v>100.00325059101655</c:v>
                </c:pt>
                <c:pt idx="772">
                  <c:v>100.00325059101655</c:v>
                </c:pt>
                <c:pt idx="773">
                  <c:v>100.00336140661939</c:v>
                </c:pt>
                <c:pt idx="774">
                  <c:v>100.00297355200945</c:v>
                </c:pt>
                <c:pt idx="775">
                  <c:v>100.0031397754137</c:v>
                </c:pt>
                <c:pt idx="776">
                  <c:v>100.00310283687944</c:v>
                </c:pt>
                <c:pt idx="777">
                  <c:v>100.00328752955083</c:v>
                </c:pt>
                <c:pt idx="778">
                  <c:v>100.00323212174942</c:v>
                </c:pt>
                <c:pt idx="779">
                  <c:v>100.00315824468085</c:v>
                </c:pt>
                <c:pt idx="780">
                  <c:v>100.00315824468085</c:v>
                </c:pt>
                <c:pt idx="781">
                  <c:v>100.0031397754137</c:v>
                </c:pt>
                <c:pt idx="782">
                  <c:v>100.00291814420805</c:v>
                </c:pt>
                <c:pt idx="783">
                  <c:v>100.00301049054374</c:v>
                </c:pt>
                <c:pt idx="784">
                  <c:v>100.00286273640661</c:v>
                </c:pt>
                <c:pt idx="785">
                  <c:v>100.00295508274233</c:v>
                </c:pt>
                <c:pt idx="786">
                  <c:v>100.00286273640661</c:v>
                </c:pt>
                <c:pt idx="787">
                  <c:v>100.00278885933807</c:v>
                </c:pt>
                <c:pt idx="788">
                  <c:v>100.00278885933807</c:v>
                </c:pt>
                <c:pt idx="789">
                  <c:v>100.00293661347517</c:v>
                </c:pt>
                <c:pt idx="790">
                  <c:v>100.00291814420805</c:v>
                </c:pt>
                <c:pt idx="791">
                  <c:v>100.00286273640661</c:v>
                </c:pt>
                <c:pt idx="792">
                  <c:v>100.00241947399529</c:v>
                </c:pt>
                <c:pt idx="793">
                  <c:v>100.00249335106383</c:v>
                </c:pt>
                <c:pt idx="794">
                  <c:v>100.0024748817967</c:v>
                </c:pt>
                <c:pt idx="795">
                  <c:v>100.00232712765957</c:v>
                </c:pt>
                <c:pt idx="796">
                  <c:v>100.00225325059102</c:v>
                </c:pt>
                <c:pt idx="797">
                  <c:v>100.00251182033098</c:v>
                </c:pt>
                <c:pt idx="798">
                  <c:v>100.00236406619385</c:v>
                </c:pt>
                <c:pt idx="799">
                  <c:v>100.00251182033098</c:v>
                </c:pt>
                <c:pt idx="800">
                  <c:v>100.00243794326241</c:v>
                </c:pt>
                <c:pt idx="801">
                  <c:v>100.00249335106383</c:v>
                </c:pt>
                <c:pt idx="802">
                  <c:v>100.0026226359338</c:v>
                </c:pt>
                <c:pt idx="803">
                  <c:v>100.00260416666666</c:v>
                </c:pt>
                <c:pt idx="804">
                  <c:v>100.0024748817967</c:v>
                </c:pt>
                <c:pt idx="805">
                  <c:v>100.00264110520094</c:v>
                </c:pt>
                <c:pt idx="806">
                  <c:v>100.0026595744681</c:v>
                </c:pt>
                <c:pt idx="807">
                  <c:v>100.00297355200945</c:v>
                </c:pt>
                <c:pt idx="808">
                  <c:v>100.0031397754137</c:v>
                </c:pt>
                <c:pt idx="809">
                  <c:v>100.00306589834516</c:v>
                </c:pt>
                <c:pt idx="810">
                  <c:v>100.00310283687944</c:v>
                </c:pt>
                <c:pt idx="811">
                  <c:v>100.00325059101655</c:v>
                </c:pt>
                <c:pt idx="812">
                  <c:v>100.00315824468085</c:v>
                </c:pt>
                <c:pt idx="813">
                  <c:v>100.00310283687944</c:v>
                </c:pt>
                <c:pt idx="814">
                  <c:v>100.00306589834516</c:v>
                </c:pt>
                <c:pt idx="815">
                  <c:v>100.00295508274233</c:v>
                </c:pt>
                <c:pt idx="816">
                  <c:v>100.00293661347517</c:v>
                </c:pt>
                <c:pt idx="817">
                  <c:v>100.00310283687944</c:v>
                </c:pt>
                <c:pt idx="818">
                  <c:v>100.00295508274233</c:v>
                </c:pt>
                <c:pt idx="819">
                  <c:v>100.00289967494089</c:v>
                </c:pt>
                <c:pt idx="820">
                  <c:v>100.00277039007092</c:v>
                </c:pt>
                <c:pt idx="821">
                  <c:v>100.00288120567377</c:v>
                </c:pt>
                <c:pt idx="822">
                  <c:v>100.00273345153666</c:v>
                </c:pt>
                <c:pt idx="823">
                  <c:v>100.00260416666666</c:v>
                </c:pt>
                <c:pt idx="824">
                  <c:v>100.00264110520094</c:v>
                </c:pt>
                <c:pt idx="825">
                  <c:v>100.00269651300238</c:v>
                </c:pt>
                <c:pt idx="826">
                  <c:v>100.00254875886525</c:v>
                </c:pt>
                <c:pt idx="827">
                  <c:v>100.00258569739952</c:v>
                </c:pt>
                <c:pt idx="828">
                  <c:v>100.00240100472813</c:v>
                </c:pt>
                <c:pt idx="829">
                  <c:v>100.00264110520094</c:v>
                </c:pt>
                <c:pt idx="830">
                  <c:v>100.00253028959811</c:v>
                </c:pt>
                <c:pt idx="831">
                  <c:v>100.00249335106383</c:v>
                </c:pt>
                <c:pt idx="832">
                  <c:v>100.00234559692672</c:v>
                </c:pt>
                <c:pt idx="833">
                  <c:v>100.00232712765957</c:v>
                </c:pt>
                <c:pt idx="834">
                  <c:v>100.00232712765957</c:v>
                </c:pt>
                <c:pt idx="835">
                  <c:v>100.00240100472813</c:v>
                </c:pt>
                <c:pt idx="836">
                  <c:v>100.00217937352247</c:v>
                </c:pt>
                <c:pt idx="837">
                  <c:v>100.00221631205675</c:v>
                </c:pt>
                <c:pt idx="838">
                  <c:v>100.00217937352247</c:v>
                </c:pt>
                <c:pt idx="839">
                  <c:v>100.00225325059102</c:v>
                </c:pt>
                <c:pt idx="840">
                  <c:v>100.00232712765957</c:v>
                </c:pt>
                <c:pt idx="841">
                  <c:v>100.00223478132388</c:v>
                </c:pt>
                <c:pt idx="842">
                  <c:v>100.0022901891253</c:v>
                </c:pt>
                <c:pt idx="843">
                  <c:v>100.0022901891253</c:v>
                </c:pt>
                <c:pt idx="844">
                  <c:v>100.00195774231679</c:v>
                </c:pt>
                <c:pt idx="845">
                  <c:v>100.00179151891253</c:v>
                </c:pt>
                <c:pt idx="846">
                  <c:v>100.00177304964539</c:v>
                </c:pt>
                <c:pt idx="847">
                  <c:v>100.00205008865248</c:v>
                </c:pt>
                <c:pt idx="848">
                  <c:v>100.00184692671397</c:v>
                </c:pt>
                <c:pt idx="849">
                  <c:v>100.00162529550826</c:v>
                </c:pt>
                <c:pt idx="850">
                  <c:v>100.00179151891253</c:v>
                </c:pt>
                <c:pt idx="851">
                  <c:v>100.00177304964539</c:v>
                </c:pt>
                <c:pt idx="852">
                  <c:v>100.00190233451536</c:v>
                </c:pt>
                <c:pt idx="853">
                  <c:v>100.00210549645389</c:v>
                </c:pt>
                <c:pt idx="854">
                  <c:v>100.00184692671397</c:v>
                </c:pt>
                <c:pt idx="855">
                  <c:v>100.00190233451536</c:v>
                </c:pt>
                <c:pt idx="856">
                  <c:v>100.00195774231679</c:v>
                </c:pt>
                <c:pt idx="857">
                  <c:v>100.00221631205675</c:v>
                </c:pt>
                <c:pt idx="858">
                  <c:v>100.00212396572104</c:v>
                </c:pt>
                <c:pt idx="859">
                  <c:v>100.00217937352247</c:v>
                </c:pt>
                <c:pt idx="860">
                  <c:v>100.00217937352247</c:v>
                </c:pt>
                <c:pt idx="861">
                  <c:v>100.00214243498817</c:v>
                </c:pt>
                <c:pt idx="862">
                  <c:v>100.0020131501182</c:v>
                </c:pt>
                <c:pt idx="863">
                  <c:v>100.00234559692672</c:v>
                </c:pt>
                <c:pt idx="864">
                  <c:v>100.00206855791961</c:v>
                </c:pt>
                <c:pt idx="865">
                  <c:v>100.00212396572104</c:v>
                </c:pt>
                <c:pt idx="866">
                  <c:v>100.00212396572104</c:v>
                </c:pt>
                <c:pt idx="867">
                  <c:v>100.00210549645389</c:v>
                </c:pt>
                <c:pt idx="868">
                  <c:v>100.00205008865248</c:v>
                </c:pt>
                <c:pt idx="869">
                  <c:v>100.00236406619385</c:v>
                </c:pt>
                <c:pt idx="870">
                  <c:v>100.00223478132388</c:v>
                </c:pt>
                <c:pt idx="871">
                  <c:v>100.00199468085107</c:v>
                </c:pt>
                <c:pt idx="872">
                  <c:v>100.00188386524825</c:v>
                </c:pt>
                <c:pt idx="873">
                  <c:v>100.00197621158394</c:v>
                </c:pt>
                <c:pt idx="874">
                  <c:v>100.00203161938535</c:v>
                </c:pt>
                <c:pt idx="875">
                  <c:v>100.00184692671397</c:v>
                </c:pt>
                <c:pt idx="876">
                  <c:v>100.00156988770685</c:v>
                </c:pt>
                <c:pt idx="877">
                  <c:v>100.00179151891253</c:v>
                </c:pt>
                <c:pt idx="878">
                  <c:v>100.00177304964539</c:v>
                </c:pt>
                <c:pt idx="879">
                  <c:v>100.00184692671397</c:v>
                </c:pt>
                <c:pt idx="880">
                  <c:v>100.00192080378253</c:v>
                </c:pt>
                <c:pt idx="881">
                  <c:v>100.00184692671397</c:v>
                </c:pt>
                <c:pt idx="882">
                  <c:v>100.00177304964539</c:v>
                </c:pt>
                <c:pt idx="883">
                  <c:v>100.00203161938535</c:v>
                </c:pt>
                <c:pt idx="884">
                  <c:v>100.00184692671397</c:v>
                </c:pt>
                <c:pt idx="885">
                  <c:v>100.00193927304963</c:v>
                </c:pt>
                <c:pt idx="886">
                  <c:v>100.00197621158394</c:v>
                </c:pt>
                <c:pt idx="887">
                  <c:v>100.00188386524825</c:v>
                </c:pt>
                <c:pt idx="888">
                  <c:v>100.00177304964539</c:v>
                </c:pt>
                <c:pt idx="889">
                  <c:v>100.00177304964539</c:v>
                </c:pt>
                <c:pt idx="890">
                  <c:v>100.00169917257683</c:v>
                </c:pt>
                <c:pt idx="891">
                  <c:v>100.00179151891253</c:v>
                </c:pt>
                <c:pt idx="892">
                  <c:v>100.00155141843972</c:v>
                </c:pt>
                <c:pt idx="893">
                  <c:v>100.00155141843972</c:v>
                </c:pt>
                <c:pt idx="894">
                  <c:v>100.00144060283687</c:v>
                </c:pt>
                <c:pt idx="895">
                  <c:v>100.00114509456266</c:v>
                </c:pt>
                <c:pt idx="896">
                  <c:v>100.00116356382979</c:v>
                </c:pt>
                <c:pt idx="897">
                  <c:v>100.00127437943263</c:v>
                </c:pt>
                <c:pt idx="898">
                  <c:v>100.00132978723404</c:v>
                </c:pt>
                <c:pt idx="899">
                  <c:v>100.00147754137116</c:v>
                </c:pt>
                <c:pt idx="900">
                  <c:v>100.00155141843972</c:v>
                </c:pt>
                <c:pt idx="901">
                  <c:v>100.00203161938535</c:v>
                </c:pt>
                <c:pt idx="902">
                  <c:v>100.00169917257683</c:v>
                </c:pt>
                <c:pt idx="903">
                  <c:v>100.00166223404257</c:v>
                </c:pt>
                <c:pt idx="904">
                  <c:v>100.00151447990544</c:v>
                </c:pt>
                <c:pt idx="905">
                  <c:v>100.00164376477541</c:v>
                </c:pt>
                <c:pt idx="906">
                  <c:v>100.00156988770685</c:v>
                </c:pt>
                <c:pt idx="907">
                  <c:v>100.00136672576832</c:v>
                </c:pt>
                <c:pt idx="908">
                  <c:v>100.00138519503548</c:v>
                </c:pt>
                <c:pt idx="909">
                  <c:v>100.00147754137116</c:v>
                </c:pt>
                <c:pt idx="910">
                  <c:v>100.001588356974</c:v>
                </c:pt>
                <c:pt idx="911">
                  <c:v>100.00155141843972</c:v>
                </c:pt>
                <c:pt idx="912">
                  <c:v>100.00149601063831</c:v>
                </c:pt>
                <c:pt idx="913">
                  <c:v>100.00151447990544</c:v>
                </c:pt>
                <c:pt idx="914">
                  <c:v>100.00151447990544</c:v>
                </c:pt>
                <c:pt idx="915">
                  <c:v>100.00125591016548</c:v>
                </c:pt>
                <c:pt idx="916">
                  <c:v>100.00118203309694</c:v>
                </c:pt>
                <c:pt idx="917">
                  <c:v>100.00132978723404</c:v>
                </c:pt>
                <c:pt idx="918">
                  <c:v>100.00138519503548</c:v>
                </c:pt>
                <c:pt idx="919">
                  <c:v>100.00132978723404</c:v>
                </c:pt>
                <c:pt idx="920">
                  <c:v>100.00092346335698</c:v>
                </c:pt>
                <c:pt idx="921">
                  <c:v>100.00110815602837</c:v>
                </c:pt>
                <c:pt idx="922">
                  <c:v>100.00121897163122</c:v>
                </c:pt>
                <c:pt idx="923">
                  <c:v>100.00120050236407</c:v>
                </c:pt>
                <c:pt idx="924">
                  <c:v>100.00123744089835</c:v>
                </c:pt>
                <c:pt idx="925">
                  <c:v>100.00120050236407</c:v>
                </c:pt>
                <c:pt idx="926">
                  <c:v>100.00108968676122</c:v>
                </c:pt>
                <c:pt idx="927">
                  <c:v>100.0013482565012</c:v>
                </c:pt>
                <c:pt idx="928">
                  <c:v>100.00127437943263</c:v>
                </c:pt>
                <c:pt idx="929">
                  <c:v>100.00125591016548</c:v>
                </c:pt>
                <c:pt idx="930">
                  <c:v>100.00129284869976</c:v>
                </c:pt>
                <c:pt idx="931">
                  <c:v>100.00151447990544</c:v>
                </c:pt>
                <c:pt idx="932">
                  <c:v>100.00147754137116</c:v>
                </c:pt>
                <c:pt idx="933">
                  <c:v>100.00123744089835</c:v>
                </c:pt>
                <c:pt idx="934">
                  <c:v>100.00114509456266</c:v>
                </c:pt>
                <c:pt idx="935">
                  <c:v>100.00129284869976</c:v>
                </c:pt>
                <c:pt idx="936">
                  <c:v>100.00118203309694</c:v>
                </c:pt>
                <c:pt idx="937">
                  <c:v>100.00099734042553</c:v>
                </c:pt>
                <c:pt idx="938">
                  <c:v>100.00096040189126</c:v>
                </c:pt>
                <c:pt idx="939">
                  <c:v>100.00103427895981</c:v>
                </c:pt>
                <c:pt idx="940">
                  <c:v>100.00107121749409</c:v>
                </c:pt>
                <c:pt idx="941">
                  <c:v>100.00120050236407</c:v>
                </c:pt>
                <c:pt idx="942">
                  <c:v>100.00092346335698</c:v>
                </c:pt>
                <c:pt idx="943">
                  <c:v>100.00096040189126</c:v>
                </c:pt>
                <c:pt idx="944">
                  <c:v>100.00110815602837</c:v>
                </c:pt>
                <c:pt idx="945">
                  <c:v>100.00120050236407</c:v>
                </c:pt>
                <c:pt idx="946">
                  <c:v>100.00103427895981</c:v>
                </c:pt>
                <c:pt idx="947">
                  <c:v>100.00103427895981</c:v>
                </c:pt>
                <c:pt idx="948">
                  <c:v>100.00108968676122</c:v>
                </c:pt>
                <c:pt idx="949">
                  <c:v>100.00127437943263</c:v>
                </c:pt>
                <c:pt idx="950">
                  <c:v>100.00125591016548</c:v>
                </c:pt>
                <c:pt idx="951">
                  <c:v>100.00110815602837</c:v>
                </c:pt>
                <c:pt idx="952">
                  <c:v>100.00110815602837</c:v>
                </c:pt>
                <c:pt idx="953">
                  <c:v>100.00112662529553</c:v>
                </c:pt>
                <c:pt idx="954">
                  <c:v>100.00125591016548</c:v>
                </c:pt>
                <c:pt idx="955">
                  <c:v>100.00116356382979</c:v>
                </c:pt>
                <c:pt idx="956">
                  <c:v>100.00108968676122</c:v>
                </c:pt>
                <c:pt idx="957">
                  <c:v>100.00123744089835</c:v>
                </c:pt>
                <c:pt idx="958">
                  <c:v>100.00107121749409</c:v>
                </c:pt>
                <c:pt idx="959">
                  <c:v>100.00099734042553</c:v>
                </c:pt>
                <c:pt idx="960">
                  <c:v>100.00110815602837</c:v>
                </c:pt>
                <c:pt idx="961">
                  <c:v>100.00114509456266</c:v>
                </c:pt>
                <c:pt idx="962">
                  <c:v>100.00105274822695</c:v>
                </c:pt>
                <c:pt idx="963">
                  <c:v>100.00107121749409</c:v>
                </c:pt>
                <c:pt idx="964">
                  <c:v>100.00092346335698</c:v>
                </c:pt>
                <c:pt idx="965">
                  <c:v>100.0009788711584</c:v>
                </c:pt>
                <c:pt idx="966">
                  <c:v>100.0008865248227</c:v>
                </c:pt>
                <c:pt idx="967">
                  <c:v>100.00101580969267</c:v>
                </c:pt>
                <c:pt idx="968">
                  <c:v>100.00094193262412</c:v>
                </c:pt>
                <c:pt idx="969">
                  <c:v>100.00099734042553</c:v>
                </c:pt>
                <c:pt idx="970">
                  <c:v>100.00108968676122</c:v>
                </c:pt>
                <c:pt idx="971">
                  <c:v>100.00105274822695</c:v>
                </c:pt>
                <c:pt idx="972">
                  <c:v>100.00090499408982</c:v>
                </c:pt>
                <c:pt idx="973">
                  <c:v>100.00096040189126</c:v>
                </c:pt>
                <c:pt idx="974">
                  <c:v>100.00070183215131</c:v>
                </c:pt>
                <c:pt idx="975">
                  <c:v>100.00073877068559</c:v>
                </c:pt>
                <c:pt idx="976">
                  <c:v>100.00081264775416</c:v>
                </c:pt>
                <c:pt idx="977">
                  <c:v>100.00073877068559</c:v>
                </c:pt>
                <c:pt idx="978">
                  <c:v>100.00075723995272</c:v>
                </c:pt>
                <c:pt idx="979">
                  <c:v>100.00084958628844</c:v>
                </c:pt>
                <c:pt idx="980">
                  <c:v>100.00081264775416</c:v>
                </c:pt>
                <c:pt idx="981">
                  <c:v>100.00070183215131</c:v>
                </c:pt>
                <c:pt idx="982">
                  <c:v>100.00055407801418</c:v>
                </c:pt>
                <c:pt idx="983">
                  <c:v>100.00062795508275</c:v>
                </c:pt>
                <c:pt idx="984">
                  <c:v>100.00055407801418</c:v>
                </c:pt>
                <c:pt idx="985">
                  <c:v>100.00036938534278</c:v>
                </c:pt>
                <c:pt idx="986">
                  <c:v>100.00044326241135</c:v>
                </c:pt>
                <c:pt idx="987">
                  <c:v>100.00012928486998</c:v>
                </c:pt>
                <c:pt idx="988">
                  <c:v>100.0001846926714</c:v>
                </c:pt>
                <c:pt idx="989">
                  <c:v>100.00025856973996</c:v>
                </c:pt>
                <c:pt idx="990">
                  <c:v>100.00025856973996</c:v>
                </c:pt>
                <c:pt idx="991">
                  <c:v>100.0003324468085</c:v>
                </c:pt>
                <c:pt idx="992">
                  <c:v>100.00051713947991</c:v>
                </c:pt>
                <c:pt idx="993">
                  <c:v>100.00059101654846</c:v>
                </c:pt>
                <c:pt idx="994">
                  <c:v>100.00070183215131</c:v>
                </c:pt>
                <c:pt idx="995">
                  <c:v>100.00068336288417</c:v>
                </c:pt>
                <c:pt idx="996">
                  <c:v>100.00053560874704</c:v>
                </c:pt>
                <c:pt idx="997">
                  <c:v>100.00044326241135</c:v>
                </c:pt>
                <c:pt idx="998">
                  <c:v>100.0003324468085</c:v>
                </c:pt>
                <c:pt idx="999">
                  <c:v>100.00035091607566</c:v>
                </c:pt>
                <c:pt idx="1000">
                  <c:v>100.00055407801418</c:v>
                </c:pt>
                <c:pt idx="1001">
                  <c:v>100.00059101654846</c:v>
                </c:pt>
                <c:pt idx="1002">
                  <c:v>100.00053560874704</c:v>
                </c:pt>
                <c:pt idx="1003">
                  <c:v>100.00059101654846</c:v>
                </c:pt>
                <c:pt idx="1004">
                  <c:v>100.00055407801418</c:v>
                </c:pt>
                <c:pt idx="1005">
                  <c:v>100.00059101654846</c:v>
                </c:pt>
                <c:pt idx="1006">
                  <c:v>100.00062795508275</c:v>
                </c:pt>
                <c:pt idx="1007">
                  <c:v>100.00040632387706</c:v>
                </c:pt>
                <c:pt idx="1008">
                  <c:v>100.00036938534278</c:v>
                </c:pt>
                <c:pt idx="1009">
                  <c:v>100.00035091607566</c:v>
                </c:pt>
                <c:pt idx="1010">
                  <c:v>100.00044326241135</c:v>
                </c:pt>
                <c:pt idx="1011">
                  <c:v>100.00051713947991</c:v>
                </c:pt>
                <c:pt idx="1012">
                  <c:v>100.0003324468085</c:v>
                </c:pt>
                <c:pt idx="1013">
                  <c:v>100.00059101654846</c:v>
                </c:pt>
                <c:pt idx="1014">
                  <c:v>100.00062795508275</c:v>
                </c:pt>
                <c:pt idx="1015">
                  <c:v>100.00036938534278</c:v>
                </c:pt>
                <c:pt idx="1016">
                  <c:v>100.00046173167848</c:v>
                </c:pt>
                <c:pt idx="1017">
                  <c:v>100.00040632387706</c:v>
                </c:pt>
                <c:pt idx="1018">
                  <c:v>100.00038785460994</c:v>
                </c:pt>
                <c:pt idx="1019">
                  <c:v>100.00062795508275</c:v>
                </c:pt>
                <c:pt idx="1020">
                  <c:v>100.00059101654846</c:v>
                </c:pt>
                <c:pt idx="1021">
                  <c:v>100.00055407801418</c:v>
                </c:pt>
                <c:pt idx="1022">
                  <c:v>100.0003324468085</c:v>
                </c:pt>
                <c:pt idx="1023">
                  <c:v>100.00035091607566</c:v>
                </c:pt>
                <c:pt idx="1024">
                  <c:v>100.00036938534278</c:v>
                </c:pt>
                <c:pt idx="1025">
                  <c:v>100.00020316193854</c:v>
                </c:pt>
                <c:pt idx="1026">
                  <c:v>100.00040632387706</c:v>
                </c:pt>
                <c:pt idx="1027">
                  <c:v>100.00027703900709</c:v>
                </c:pt>
                <c:pt idx="1028">
                  <c:v>100.00025856973996</c:v>
                </c:pt>
                <c:pt idx="1029">
                  <c:v>100.00036938534278</c:v>
                </c:pt>
                <c:pt idx="1030">
                  <c:v>100.00029550827423</c:v>
                </c:pt>
                <c:pt idx="1031">
                  <c:v>100.00012928486998</c:v>
                </c:pt>
                <c:pt idx="1032">
                  <c:v>100.0003324468085</c:v>
                </c:pt>
                <c:pt idx="1033">
                  <c:v>100.00036938534278</c:v>
                </c:pt>
                <c:pt idx="1034">
                  <c:v>100.00051713947991</c:v>
                </c:pt>
                <c:pt idx="1035">
                  <c:v>100.0003324468085</c:v>
                </c:pt>
                <c:pt idx="1036">
                  <c:v>100.00048020094563</c:v>
                </c:pt>
                <c:pt idx="1037">
                  <c:v>100.0003324468085</c:v>
                </c:pt>
                <c:pt idx="1038">
                  <c:v>100.00011081560285</c:v>
                </c:pt>
                <c:pt idx="1039">
                  <c:v>100.00025856973996</c:v>
                </c:pt>
                <c:pt idx="1040">
                  <c:v>100.00014775413713</c:v>
                </c:pt>
                <c:pt idx="1041">
                  <c:v>100.00014775413713</c:v>
                </c:pt>
                <c:pt idx="1042">
                  <c:v>100.00020316193854</c:v>
                </c:pt>
                <c:pt idx="1043">
                  <c:v>100.00005540780141</c:v>
                </c:pt>
                <c:pt idx="1044">
                  <c:v>100.00012928486998</c:v>
                </c:pt>
                <c:pt idx="1045">
                  <c:v>100.00009234633569</c:v>
                </c:pt>
                <c:pt idx="1046">
                  <c:v>100.0001846926714</c:v>
                </c:pt>
                <c:pt idx="1047">
                  <c:v>100.00012928486998</c:v>
                </c:pt>
                <c:pt idx="1048">
                  <c:v>100</c:v>
                </c:pt>
                <c:pt idx="1049">
                  <c:v>99.999852245862883</c:v>
                </c:pt>
                <c:pt idx="1050">
                  <c:v>99.999944592198588</c:v>
                </c:pt>
                <c:pt idx="1051">
                  <c:v>99.999889184397176</c:v>
                </c:pt>
                <c:pt idx="1052">
                  <c:v>99.999852245862883</c:v>
                </c:pt>
                <c:pt idx="1053">
                  <c:v>99.999815307328603</c:v>
                </c:pt>
                <c:pt idx="1054">
                  <c:v>99.999796838061471</c:v>
                </c:pt>
                <c:pt idx="1055">
                  <c:v>99.999759899527191</c:v>
                </c:pt>
                <c:pt idx="1056">
                  <c:v>99.999704491725765</c:v>
                </c:pt>
                <c:pt idx="1057">
                  <c:v>99.999667553191486</c:v>
                </c:pt>
                <c:pt idx="1058">
                  <c:v>99.999630614657207</c:v>
                </c:pt>
                <c:pt idx="1059">
                  <c:v>99.999556737588662</c:v>
                </c:pt>
                <c:pt idx="1060">
                  <c:v>99.999445921985824</c:v>
                </c:pt>
                <c:pt idx="1061">
                  <c:v>99.999353575650119</c:v>
                </c:pt>
                <c:pt idx="1062">
                  <c:v>99.999187352245869</c:v>
                </c:pt>
                <c:pt idx="1063">
                  <c:v>99.999187352245869</c:v>
                </c:pt>
                <c:pt idx="1064">
                  <c:v>99.999187352245869</c:v>
                </c:pt>
                <c:pt idx="1065">
                  <c:v>99.99915041371159</c:v>
                </c:pt>
                <c:pt idx="1066">
                  <c:v>99.999242760047295</c:v>
                </c:pt>
                <c:pt idx="1067">
                  <c:v>99.999261229314413</c:v>
                </c:pt>
                <c:pt idx="1068">
                  <c:v>99.999335106382986</c:v>
                </c:pt>
                <c:pt idx="1069">
                  <c:v>99.99927969858156</c:v>
                </c:pt>
                <c:pt idx="1070">
                  <c:v>99.999261229314413</c:v>
                </c:pt>
                <c:pt idx="1071">
                  <c:v>99.999261229314413</c:v>
                </c:pt>
                <c:pt idx="1072">
                  <c:v>99.999445921985824</c:v>
                </c:pt>
                <c:pt idx="1073">
                  <c:v>99.999261229314413</c:v>
                </c:pt>
                <c:pt idx="1074">
                  <c:v>99.999722960992912</c:v>
                </c:pt>
                <c:pt idx="1075">
                  <c:v>99.999612145390088</c:v>
                </c:pt>
                <c:pt idx="1076">
                  <c:v>99.999704491725765</c:v>
                </c:pt>
                <c:pt idx="1077">
                  <c:v>99.999889184397176</c:v>
                </c:pt>
                <c:pt idx="1078">
                  <c:v>99.999704491725765</c:v>
                </c:pt>
                <c:pt idx="1079">
                  <c:v>99.999667553191486</c:v>
                </c:pt>
                <c:pt idx="1080">
                  <c:v>99.999704491725765</c:v>
                </c:pt>
                <c:pt idx="1081">
                  <c:v>99.999353575650119</c:v>
                </c:pt>
                <c:pt idx="1082">
                  <c:v>99.999372044917251</c:v>
                </c:pt>
                <c:pt idx="1083">
                  <c:v>99.99931663711584</c:v>
                </c:pt>
                <c:pt idx="1084">
                  <c:v>99.999445921985824</c:v>
                </c:pt>
                <c:pt idx="1085">
                  <c:v>99.999445921985824</c:v>
                </c:pt>
                <c:pt idx="1086">
                  <c:v>99.99931663711584</c:v>
                </c:pt>
                <c:pt idx="1087">
                  <c:v>99.999538268321515</c:v>
                </c:pt>
                <c:pt idx="1088">
                  <c:v>99.999704491725765</c:v>
                </c:pt>
                <c:pt idx="1089">
                  <c:v>99.999612145390088</c:v>
                </c:pt>
                <c:pt idx="1090">
                  <c:v>99.999556737588662</c:v>
                </c:pt>
                <c:pt idx="1091">
                  <c:v>99.999519799054383</c:v>
                </c:pt>
                <c:pt idx="1092">
                  <c:v>99.999519799054383</c:v>
                </c:pt>
                <c:pt idx="1093">
                  <c:v>99.999482860520104</c:v>
                </c:pt>
                <c:pt idx="1094">
                  <c:v>99.999408983451545</c:v>
                </c:pt>
                <c:pt idx="1095">
                  <c:v>99.999630614657207</c:v>
                </c:pt>
                <c:pt idx="1096">
                  <c:v>99.999667553191486</c:v>
                </c:pt>
                <c:pt idx="1097">
                  <c:v>99.999501329787236</c:v>
                </c:pt>
                <c:pt idx="1098">
                  <c:v>99.999445921985824</c:v>
                </c:pt>
                <c:pt idx="1099">
                  <c:v>99.999335106382986</c:v>
                </c:pt>
                <c:pt idx="1100">
                  <c:v>99.999335106382986</c:v>
                </c:pt>
                <c:pt idx="1101">
                  <c:v>99.999353575650119</c:v>
                </c:pt>
                <c:pt idx="1102">
                  <c:v>99.999168882978722</c:v>
                </c:pt>
                <c:pt idx="1103">
                  <c:v>99.998891843971634</c:v>
                </c:pt>
                <c:pt idx="1104">
                  <c:v>99.998891843971634</c:v>
                </c:pt>
                <c:pt idx="1105">
                  <c:v>99.999039598108737</c:v>
                </c:pt>
                <c:pt idx="1106">
                  <c:v>99.999039598108737</c:v>
                </c:pt>
                <c:pt idx="1107">
                  <c:v>99.998891843971634</c:v>
                </c:pt>
                <c:pt idx="1108">
                  <c:v>99.999168882978722</c:v>
                </c:pt>
                <c:pt idx="1109">
                  <c:v>99.999261229314413</c:v>
                </c:pt>
                <c:pt idx="1110">
                  <c:v>99.999261229314413</c:v>
                </c:pt>
                <c:pt idx="1111">
                  <c:v>99.99911347517731</c:v>
                </c:pt>
                <c:pt idx="1112">
                  <c:v>99.999168882978722</c:v>
                </c:pt>
                <c:pt idx="1113">
                  <c:v>99.999021128841619</c:v>
                </c:pt>
                <c:pt idx="1114">
                  <c:v>99.999039598108737</c:v>
                </c:pt>
                <c:pt idx="1115">
                  <c:v>99.998781028368796</c:v>
                </c:pt>
                <c:pt idx="1116">
                  <c:v>99.998947251773046</c:v>
                </c:pt>
                <c:pt idx="1117">
                  <c:v>99.998928782505914</c:v>
                </c:pt>
                <c:pt idx="1118">
                  <c:v>99.998910313238781</c:v>
                </c:pt>
                <c:pt idx="1119">
                  <c:v>99.998633274231679</c:v>
                </c:pt>
                <c:pt idx="1120">
                  <c:v>99.99855939716312</c:v>
                </c:pt>
                <c:pt idx="1121">
                  <c:v>99.998614804964546</c:v>
                </c:pt>
                <c:pt idx="1122">
                  <c:v>99.998707151300252</c:v>
                </c:pt>
                <c:pt idx="1123">
                  <c:v>99.998467050827429</c:v>
                </c:pt>
                <c:pt idx="1124">
                  <c:v>99.998485520094576</c:v>
                </c:pt>
                <c:pt idx="1125">
                  <c:v>99.9985963356974</c:v>
                </c:pt>
                <c:pt idx="1126">
                  <c:v>99.998744089834517</c:v>
                </c:pt>
                <c:pt idx="1127">
                  <c:v>99.99855939716312</c:v>
                </c:pt>
                <c:pt idx="1128">
                  <c:v>99.99839317375887</c:v>
                </c:pt>
                <c:pt idx="1129">
                  <c:v>99.998522458628841</c:v>
                </c:pt>
                <c:pt idx="1130">
                  <c:v>99.998688682033105</c:v>
                </c:pt>
                <c:pt idx="1131">
                  <c:v>99.998707151300252</c:v>
                </c:pt>
                <c:pt idx="1132">
                  <c:v>99.998744089834517</c:v>
                </c:pt>
                <c:pt idx="1133">
                  <c:v>99.9985963356974</c:v>
                </c:pt>
                <c:pt idx="1134">
                  <c:v>99.998633274231679</c:v>
                </c:pt>
                <c:pt idx="1135">
                  <c:v>99.998633274231679</c:v>
                </c:pt>
                <c:pt idx="1136">
                  <c:v>99.99855939716312</c:v>
                </c:pt>
                <c:pt idx="1137">
                  <c:v>99.9982638888889</c:v>
                </c:pt>
                <c:pt idx="1138">
                  <c:v>99.998226950354606</c:v>
                </c:pt>
                <c:pt idx="1139">
                  <c:v>99.998337765957444</c:v>
                </c:pt>
                <c:pt idx="1140">
                  <c:v>99.998411643026003</c:v>
                </c:pt>
                <c:pt idx="1141">
                  <c:v>99.998448581560297</c:v>
                </c:pt>
                <c:pt idx="1142">
                  <c:v>99.998540927896002</c:v>
                </c:pt>
                <c:pt idx="1143">
                  <c:v>99.998467050827429</c:v>
                </c:pt>
                <c:pt idx="1144">
                  <c:v>99.998319296690312</c:v>
                </c:pt>
                <c:pt idx="1145">
                  <c:v>99.998226950354606</c:v>
                </c:pt>
                <c:pt idx="1146">
                  <c:v>99.998374704491738</c:v>
                </c:pt>
                <c:pt idx="1147">
                  <c:v>99.998245419621753</c:v>
                </c:pt>
                <c:pt idx="1148">
                  <c:v>99.998337765957444</c:v>
                </c:pt>
                <c:pt idx="1149">
                  <c:v>99.99839317375887</c:v>
                </c:pt>
                <c:pt idx="1150">
                  <c:v>99.998282358156033</c:v>
                </c:pt>
                <c:pt idx="1151">
                  <c:v>99.998337765957444</c:v>
                </c:pt>
                <c:pt idx="1152">
                  <c:v>99.998467050827429</c:v>
                </c:pt>
                <c:pt idx="1153">
                  <c:v>99.998411643026003</c:v>
                </c:pt>
                <c:pt idx="1154">
                  <c:v>99.998522458628841</c:v>
                </c:pt>
                <c:pt idx="1155">
                  <c:v>99.998522458628841</c:v>
                </c:pt>
                <c:pt idx="1156">
                  <c:v>99.99855939716312</c:v>
                </c:pt>
                <c:pt idx="1157">
                  <c:v>99.998633274231679</c:v>
                </c:pt>
                <c:pt idx="1158">
                  <c:v>99.99855939716312</c:v>
                </c:pt>
                <c:pt idx="1159">
                  <c:v>99.998485520094576</c:v>
                </c:pt>
                <c:pt idx="1160">
                  <c:v>99.998337765957444</c:v>
                </c:pt>
                <c:pt idx="1161">
                  <c:v>99.998153073286062</c:v>
                </c:pt>
                <c:pt idx="1162">
                  <c:v>99.998374704491738</c:v>
                </c:pt>
                <c:pt idx="1163">
                  <c:v>99.998282358156033</c:v>
                </c:pt>
                <c:pt idx="1164">
                  <c:v>99.998226950354606</c:v>
                </c:pt>
                <c:pt idx="1165">
                  <c:v>99.998134604018901</c:v>
                </c:pt>
                <c:pt idx="1166">
                  <c:v>99.998060726950357</c:v>
                </c:pt>
                <c:pt idx="1167">
                  <c:v>99.998245419621753</c:v>
                </c:pt>
                <c:pt idx="1168">
                  <c:v>99.998226950354606</c:v>
                </c:pt>
                <c:pt idx="1169">
                  <c:v>99.998153073286062</c:v>
                </c:pt>
                <c:pt idx="1170">
                  <c:v>99.998374704491738</c:v>
                </c:pt>
                <c:pt idx="1171">
                  <c:v>99.9982638888889</c:v>
                </c:pt>
                <c:pt idx="1172">
                  <c:v>99.998337765957444</c:v>
                </c:pt>
                <c:pt idx="1173">
                  <c:v>99.998097665484636</c:v>
                </c:pt>
                <c:pt idx="1174">
                  <c:v>99.998079196217503</c:v>
                </c:pt>
                <c:pt idx="1175">
                  <c:v>99.997986849881798</c:v>
                </c:pt>
                <c:pt idx="1176">
                  <c:v>99.997986849881798</c:v>
                </c:pt>
                <c:pt idx="1177">
                  <c:v>99.99800531914893</c:v>
                </c:pt>
                <c:pt idx="1178">
                  <c:v>99.998023788416077</c:v>
                </c:pt>
                <c:pt idx="1179">
                  <c:v>99.997746749408989</c:v>
                </c:pt>
                <c:pt idx="1180">
                  <c:v>99.997746749408989</c:v>
                </c:pt>
                <c:pt idx="1181">
                  <c:v>99.997635933806137</c:v>
                </c:pt>
                <c:pt idx="1182">
                  <c:v>99.997672872340431</c:v>
                </c:pt>
                <c:pt idx="1183">
                  <c:v>99.997654403073284</c:v>
                </c:pt>
                <c:pt idx="1184">
                  <c:v>99.997672872340431</c:v>
                </c:pt>
                <c:pt idx="1185">
                  <c:v>99.997654403073284</c:v>
                </c:pt>
                <c:pt idx="1186">
                  <c:v>99.997672872340431</c:v>
                </c:pt>
                <c:pt idx="1187">
                  <c:v>99.997562056737593</c:v>
                </c:pt>
                <c:pt idx="1188">
                  <c:v>99.997598995271858</c:v>
                </c:pt>
                <c:pt idx="1189">
                  <c:v>99.997562056737593</c:v>
                </c:pt>
                <c:pt idx="1190">
                  <c:v>99.997746749408989</c:v>
                </c:pt>
                <c:pt idx="1191">
                  <c:v>99.997562056737593</c:v>
                </c:pt>
                <c:pt idx="1192">
                  <c:v>99.997746749408989</c:v>
                </c:pt>
                <c:pt idx="1193">
                  <c:v>99.997820626477534</c:v>
                </c:pt>
                <c:pt idx="1194">
                  <c:v>99.99787603427896</c:v>
                </c:pt>
                <c:pt idx="1195">
                  <c:v>99.997728280141843</c:v>
                </c:pt>
                <c:pt idx="1196">
                  <c:v>99.997783687943269</c:v>
                </c:pt>
                <c:pt idx="1197">
                  <c:v>99.997949911347533</c:v>
                </c:pt>
                <c:pt idx="1198">
                  <c:v>99.997986849881798</c:v>
                </c:pt>
                <c:pt idx="1199">
                  <c:v>99.997968380614651</c:v>
                </c:pt>
                <c:pt idx="1200">
                  <c:v>99.997986849881798</c:v>
                </c:pt>
                <c:pt idx="1201">
                  <c:v>99.997802157210401</c:v>
                </c:pt>
                <c:pt idx="1202">
                  <c:v>99.997820626477534</c:v>
                </c:pt>
                <c:pt idx="1203">
                  <c:v>99.997746749408989</c:v>
                </c:pt>
                <c:pt idx="1204">
                  <c:v>99.997469710401887</c:v>
                </c:pt>
                <c:pt idx="1205">
                  <c:v>99.997562056737593</c:v>
                </c:pt>
                <c:pt idx="1206">
                  <c:v>99.997598995271858</c:v>
                </c:pt>
                <c:pt idx="1207">
                  <c:v>99.997635933806137</c:v>
                </c:pt>
                <c:pt idx="1208">
                  <c:v>99.997506648936181</c:v>
                </c:pt>
                <c:pt idx="1209">
                  <c:v>99.997229609929079</c:v>
                </c:pt>
                <c:pt idx="1210">
                  <c:v>99.997340425531917</c:v>
                </c:pt>
                <c:pt idx="1211">
                  <c:v>99.997469710401887</c:v>
                </c:pt>
                <c:pt idx="1212">
                  <c:v>99.997451241134755</c:v>
                </c:pt>
                <c:pt idx="1213">
                  <c:v>99.997340425531917</c:v>
                </c:pt>
                <c:pt idx="1214">
                  <c:v>99.997377364066196</c:v>
                </c:pt>
                <c:pt idx="1215">
                  <c:v>99.997377364066196</c:v>
                </c:pt>
                <c:pt idx="1216">
                  <c:v>99.997303486997637</c:v>
                </c:pt>
                <c:pt idx="1217">
                  <c:v>99.997081855791976</c:v>
                </c:pt>
                <c:pt idx="1218">
                  <c:v>99.997303486997637</c:v>
                </c:pt>
                <c:pt idx="1219">
                  <c:v>99.997488179669034</c:v>
                </c:pt>
                <c:pt idx="1220">
                  <c:v>99.997691341607563</c:v>
                </c:pt>
                <c:pt idx="1221">
                  <c:v>99.997617464539019</c:v>
                </c:pt>
                <c:pt idx="1222">
                  <c:v>99.997562056737593</c:v>
                </c:pt>
                <c:pt idx="1223">
                  <c:v>99.997414302600475</c:v>
                </c:pt>
                <c:pt idx="1224">
                  <c:v>99.997451241134755</c:v>
                </c:pt>
                <c:pt idx="1225">
                  <c:v>99.997266548463358</c:v>
                </c:pt>
                <c:pt idx="1226">
                  <c:v>99.997174202127667</c:v>
                </c:pt>
                <c:pt idx="1227">
                  <c:v>99.997007978723417</c:v>
                </c:pt>
                <c:pt idx="1228">
                  <c:v>99.997044917257696</c:v>
                </c:pt>
                <c:pt idx="1229">
                  <c:v>99.997137263593373</c:v>
                </c:pt>
                <c:pt idx="1230">
                  <c:v>99.996897163120565</c:v>
                </c:pt>
                <c:pt idx="1231">
                  <c:v>99.996749408983447</c:v>
                </c:pt>
                <c:pt idx="1232">
                  <c:v>99.9968602245863</c:v>
                </c:pt>
                <c:pt idx="1233">
                  <c:v>99.9968602245863</c:v>
                </c:pt>
                <c:pt idx="1234">
                  <c:v>99.997007978723417</c:v>
                </c:pt>
                <c:pt idx="1235">
                  <c:v>99.996749408983447</c:v>
                </c:pt>
                <c:pt idx="1236">
                  <c:v>99.996934101654844</c:v>
                </c:pt>
                <c:pt idx="1237">
                  <c:v>99.996934101654844</c:v>
                </c:pt>
                <c:pt idx="1238">
                  <c:v>99.996934101654844</c:v>
                </c:pt>
                <c:pt idx="1239">
                  <c:v>99.99682328605202</c:v>
                </c:pt>
                <c:pt idx="1240">
                  <c:v>99.996749408983447</c:v>
                </c:pt>
                <c:pt idx="1241">
                  <c:v>99.996841755319153</c:v>
                </c:pt>
                <c:pt idx="1242">
                  <c:v>99.99682328605202</c:v>
                </c:pt>
                <c:pt idx="1243">
                  <c:v>99.99682328605202</c:v>
                </c:pt>
                <c:pt idx="1244">
                  <c:v>99.99682328605202</c:v>
                </c:pt>
                <c:pt idx="1245">
                  <c:v>99.9968602245863</c:v>
                </c:pt>
                <c:pt idx="1246">
                  <c:v>99.9968602245863</c:v>
                </c:pt>
                <c:pt idx="1247">
                  <c:v>99.996897163120565</c:v>
                </c:pt>
                <c:pt idx="1248">
                  <c:v>99.996749408983447</c:v>
                </c:pt>
                <c:pt idx="1249">
                  <c:v>99.996564716312051</c:v>
                </c:pt>
                <c:pt idx="1250">
                  <c:v>99.99660165484633</c:v>
                </c:pt>
                <c:pt idx="1251">
                  <c:v>99.996546247044932</c:v>
                </c:pt>
                <c:pt idx="1252">
                  <c:v>99.99647236997636</c:v>
                </c:pt>
                <c:pt idx="1253">
                  <c:v>99.99630614657211</c:v>
                </c:pt>
                <c:pt idx="1254">
                  <c:v>99.996232269503551</c:v>
                </c:pt>
                <c:pt idx="1255">
                  <c:v>99.996176861702139</c:v>
                </c:pt>
                <c:pt idx="1256">
                  <c:v>99.996380023640668</c:v>
                </c:pt>
                <c:pt idx="1257">
                  <c:v>99.996380023640668</c:v>
                </c:pt>
                <c:pt idx="1258">
                  <c:v>99.996490839243506</c:v>
                </c:pt>
                <c:pt idx="1259">
                  <c:v>99.996749408983447</c:v>
                </c:pt>
                <c:pt idx="1260">
                  <c:v>99.996749408983447</c:v>
                </c:pt>
                <c:pt idx="1261">
                  <c:v>99.996749408983447</c:v>
                </c:pt>
                <c:pt idx="1262">
                  <c:v>99.9968602245863</c:v>
                </c:pt>
                <c:pt idx="1263">
                  <c:v>99.996657062647756</c:v>
                </c:pt>
                <c:pt idx="1264">
                  <c:v>99.9968602245863</c:v>
                </c:pt>
                <c:pt idx="1265">
                  <c:v>99.996490839243506</c:v>
                </c:pt>
                <c:pt idx="1266">
                  <c:v>99.996527777777771</c:v>
                </c:pt>
                <c:pt idx="1267">
                  <c:v>99.996324615839256</c:v>
                </c:pt>
                <c:pt idx="1268">
                  <c:v>99.99613992316786</c:v>
                </c:pt>
                <c:pt idx="1269">
                  <c:v>99.99630614657211</c:v>
                </c:pt>
                <c:pt idx="1270">
                  <c:v>99.99626920803783</c:v>
                </c:pt>
                <c:pt idx="1271">
                  <c:v>99.996010638297889</c:v>
                </c:pt>
                <c:pt idx="1272">
                  <c:v>99.996195330969257</c:v>
                </c:pt>
                <c:pt idx="1273">
                  <c:v>99.996232269503551</c:v>
                </c:pt>
                <c:pt idx="1274">
                  <c:v>99.99630614657211</c:v>
                </c:pt>
                <c:pt idx="1275">
                  <c:v>99.99613992316786</c:v>
                </c:pt>
                <c:pt idx="1276">
                  <c:v>99.995936761229316</c:v>
                </c:pt>
                <c:pt idx="1277">
                  <c:v>99.995899822695037</c:v>
                </c:pt>
                <c:pt idx="1278">
                  <c:v>99.996121453900713</c:v>
                </c:pt>
                <c:pt idx="1279">
                  <c:v>99.996121453900713</c:v>
                </c:pt>
                <c:pt idx="1280">
                  <c:v>99.996121453900713</c:v>
                </c:pt>
                <c:pt idx="1281">
                  <c:v>99.995936761229316</c:v>
                </c:pt>
                <c:pt idx="1282">
                  <c:v>99.996250738770684</c:v>
                </c:pt>
                <c:pt idx="1283">
                  <c:v>99.996066046099287</c:v>
                </c:pt>
                <c:pt idx="1284">
                  <c:v>99.996029107565008</c:v>
                </c:pt>
                <c:pt idx="1285">
                  <c:v>99.996084515366434</c:v>
                </c:pt>
                <c:pt idx="1286">
                  <c:v>99.996158392434992</c:v>
                </c:pt>
                <c:pt idx="1287">
                  <c:v>99.99626920803783</c:v>
                </c:pt>
                <c:pt idx="1288">
                  <c:v>99.99626920803783</c:v>
                </c:pt>
                <c:pt idx="1289">
                  <c:v>99.995862884160758</c:v>
                </c:pt>
                <c:pt idx="1290">
                  <c:v>99.996084515366434</c:v>
                </c:pt>
                <c:pt idx="1291">
                  <c:v>99.995973699763596</c:v>
                </c:pt>
                <c:pt idx="1292">
                  <c:v>99.995973699763596</c:v>
                </c:pt>
                <c:pt idx="1293">
                  <c:v>99.995936761229316</c:v>
                </c:pt>
                <c:pt idx="1294">
                  <c:v>99.996010638297889</c:v>
                </c:pt>
                <c:pt idx="1295">
                  <c:v>99.996195330969257</c:v>
                </c:pt>
                <c:pt idx="1296">
                  <c:v>99.996398492907801</c:v>
                </c:pt>
                <c:pt idx="1297">
                  <c:v>99.996158392434992</c:v>
                </c:pt>
                <c:pt idx="1298">
                  <c:v>99.99613992316786</c:v>
                </c:pt>
                <c:pt idx="1299">
                  <c:v>99.99626920803783</c:v>
                </c:pt>
                <c:pt idx="1300">
                  <c:v>99.99630614657211</c:v>
                </c:pt>
                <c:pt idx="1301">
                  <c:v>99.996287677304963</c:v>
                </c:pt>
                <c:pt idx="1302">
                  <c:v>99.996250738770684</c:v>
                </c:pt>
                <c:pt idx="1303">
                  <c:v>99.996195330969257</c:v>
                </c:pt>
                <c:pt idx="1304">
                  <c:v>99.996213800236404</c:v>
                </c:pt>
                <c:pt idx="1305">
                  <c:v>99.99630614657211</c:v>
                </c:pt>
                <c:pt idx="1306">
                  <c:v>99.996213800236404</c:v>
                </c:pt>
                <c:pt idx="1307">
                  <c:v>99.99613992316786</c:v>
                </c:pt>
                <c:pt idx="1308">
                  <c:v>99.996324615839256</c:v>
                </c:pt>
                <c:pt idx="1309">
                  <c:v>99.99613992316786</c:v>
                </c:pt>
                <c:pt idx="1310">
                  <c:v>99.996010638297889</c:v>
                </c:pt>
                <c:pt idx="1311">
                  <c:v>99.995936761229316</c:v>
                </c:pt>
                <c:pt idx="1312">
                  <c:v>99.996010638297889</c:v>
                </c:pt>
                <c:pt idx="1313">
                  <c:v>99.996158392434992</c:v>
                </c:pt>
                <c:pt idx="1314">
                  <c:v>99.996121453900713</c:v>
                </c:pt>
                <c:pt idx="1315">
                  <c:v>99.995936761229316</c:v>
                </c:pt>
                <c:pt idx="1316">
                  <c:v>99.996010638297889</c:v>
                </c:pt>
                <c:pt idx="1317">
                  <c:v>99.995936761229316</c:v>
                </c:pt>
                <c:pt idx="1318">
                  <c:v>99.995973699763596</c:v>
                </c:pt>
                <c:pt idx="1319">
                  <c:v>99.995678191489361</c:v>
                </c:pt>
                <c:pt idx="1320">
                  <c:v>99.995475029550846</c:v>
                </c:pt>
                <c:pt idx="1321">
                  <c:v>99.995659722222214</c:v>
                </c:pt>
                <c:pt idx="1322">
                  <c:v>99.995789007092199</c:v>
                </c:pt>
                <c:pt idx="1323">
                  <c:v>99.995678191489361</c:v>
                </c:pt>
                <c:pt idx="1324">
                  <c:v>99.995567375886523</c:v>
                </c:pt>
                <c:pt idx="1325">
                  <c:v>99.995456560283685</c:v>
                </c:pt>
                <c:pt idx="1326">
                  <c:v>99.995493498817964</c:v>
                </c:pt>
                <c:pt idx="1327">
                  <c:v>99.99541962174942</c:v>
                </c:pt>
                <c:pt idx="1328">
                  <c:v>99.995271867612303</c:v>
                </c:pt>
                <c:pt idx="1329">
                  <c:v>99.995234929078009</c:v>
                </c:pt>
                <c:pt idx="1330">
                  <c:v>99.995216459810877</c:v>
                </c:pt>
                <c:pt idx="1331">
                  <c:v>99.995382683215141</c:v>
                </c:pt>
                <c:pt idx="1332">
                  <c:v>99.995271867612303</c:v>
                </c:pt>
                <c:pt idx="1333">
                  <c:v>99.995308806146582</c:v>
                </c:pt>
                <c:pt idx="1334">
                  <c:v>99.99558584515367</c:v>
                </c:pt>
                <c:pt idx="1335">
                  <c:v>99.995567375886523</c:v>
                </c:pt>
                <c:pt idx="1336">
                  <c:v>99.995438091016553</c:v>
                </c:pt>
                <c:pt idx="1337">
                  <c:v>99.995678191489361</c:v>
                </c:pt>
                <c:pt idx="1338">
                  <c:v>99.995511968085111</c:v>
                </c:pt>
                <c:pt idx="1339">
                  <c:v>99.995567375886523</c:v>
                </c:pt>
                <c:pt idx="1340">
                  <c:v>99.99571513002364</c:v>
                </c:pt>
                <c:pt idx="1341">
                  <c:v>99.995567375886523</c:v>
                </c:pt>
                <c:pt idx="1342">
                  <c:v>99.995475029550846</c:v>
                </c:pt>
                <c:pt idx="1343">
                  <c:v>99.995382683215141</c:v>
                </c:pt>
                <c:pt idx="1344">
                  <c:v>99.995308806146582</c:v>
                </c:pt>
                <c:pt idx="1345">
                  <c:v>99.99516105200945</c:v>
                </c:pt>
                <c:pt idx="1346">
                  <c:v>99.99503176713948</c:v>
                </c:pt>
                <c:pt idx="1347">
                  <c:v>99.99503176713948</c:v>
                </c:pt>
                <c:pt idx="1348">
                  <c:v>99.994920951536642</c:v>
                </c:pt>
                <c:pt idx="1349">
                  <c:v>99.994754728132378</c:v>
                </c:pt>
                <c:pt idx="1350">
                  <c:v>99.994939420803789</c:v>
                </c:pt>
                <c:pt idx="1351">
                  <c:v>99.994791666666671</c:v>
                </c:pt>
                <c:pt idx="1352">
                  <c:v>99.994994828605201</c:v>
                </c:pt>
                <c:pt idx="1353">
                  <c:v>99.99503176713948</c:v>
                </c:pt>
                <c:pt idx="1354">
                  <c:v>99.994847074468083</c:v>
                </c:pt>
                <c:pt idx="1355">
                  <c:v>99.994994828605201</c:v>
                </c:pt>
                <c:pt idx="1356">
                  <c:v>99.994994828605201</c:v>
                </c:pt>
                <c:pt idx="1357">
                  <c:v>99.995142582742318</c:v>
                </c:pt>
                <c:pt idx="1358">
                  <c:v>99.995271867612303</c:v>
                </c:pt>
                <c:pt idx="1359">
                  <c:v>99.995068705673773</c:v>
                </c:pt>
                <c:pt idx="1360">
                  <c:v>99.994902482269509</c:v>
                </c:pt>
                <c:pt idx="1361">
                  <c:v>99.994902482269509</c:v>
                </c:pt>
                <c:pt idx="1362">
                  <c:v>99.994865543735216</c:v>
                </c:pt>
                <c:pt idx="1363">
                  <c:v>99.994920951536642</c:v>
                </c:pt>
                <c:pt idx="1364">
                  <c:v>99.994957890070921</c:v>
                </c:pt>
                <c:pt idx="1365">
                  <c:v>99.994847074468083</c:v>
                </c:pt>
                <c:pt idx="1366">
                  <c:v>99.994717789598113</c:v>
                </c:pt>
                <c:pt idx="1367">
                  <c:v>99.994884013002377</c:v>
                </c:pt>
                <c:pt idx="1368">
                  <c:v>99.994828605200951</c:v>
                </c:pt>
                <c:pt idx="1369">
                  <c:v>99.994773197399539</c:v>
                </c:pt>
                <c:pt idx="1370">
                  <c:v>99.994884013002377</c:v>
                </c:pt>
                <c:pt idx="1371">
                  <c:v>99.994643912529554</c:v>
                </c:pt>
                <c:pt idx="1372">
                  <c:v>99.994717789598113</c:v>
                </c:pt>
                <c:pt idx="1373">
                  <c:v>99.994847074468083</c:v>
                </c:pt>
                <c:pt idx="1374">
                  <c:v>99.994828605200951</c:v>
                </c:pt>
                <c:pt idx="1375">
                  <c:v>99.994680851063833</c:v>
                </c:pt>
                <c:pt idx="1376">
                  <c:v>99.994828605200951</c:v>
                </c:pt>
                <c:pt idx="1377">
                  <c:v>99.994606973995275</c:v>
                </c:pt>
                <c:pt idx="1378">
                  <c:v>99.994477689125304</c:v>
                </c:pt>
                <c:pt idx="1379">
                  <c:v>99.994625443262407</c:v>
                </c:pt>
                <c:pt idx="1380">
                  <c:v>99.99457003546101</c:v>
                </c:pt>
                <c:pt idx="1381">
                  <c:v>99.994606973995275</c:v>
                </c:pt>
                <c:pt idx="1382">
                  <c:v>99.994477689125304</c:v>
                </c:pt>
                <c:pt idx="1383">
                  <c:v>99.994533096926702</c:v>
                </c:pt>
                <c:pt idx="1384">
                  <c:v>99.994551566193863</c:v>
                </c:pt>
                <c:pt idx="1385">
                  <c:v>99.994459219858157</c:v>
                </c:pt>
                <c:pt idx="1386">
                  <c:v>99.994533096926702</c:v>
                </c:pt>
                <c:pt idx="1387">
                  <c:v>99.994625443262407</c:v>
                </c:pt>
                <c:pt idx="1388">
                  <c:v>99.994440750591025</c:v>
                </c:pt>
                <c:pt idx="1389">
                  <c:v>99.99457003546101</c:v>
                </c:pt>
                <c:pt idx="1390">
                  <c:v>99.994422281323878</c:v>
                </c:pt>
                <c:pt idx="1391">
                  <c:v>99.99457003546101</c:v>
                </c:pt>
                <c:pt idx="1392">
                  <c:v>99.994606973995275</c:v>
                </c:pt>
                <c:pt idx="1393">
                  <c:v>99.994717789598113</c:v>
                </c:pt>
                <c:pt idx="1394">
                  <c:v>99.99473625886526</c:v>
                </c:pt>
                <c:pt idx="1395">
                  <c:v>99.994551566193863</c:v>
                </c:pt>
                <c:pt idx="1396">
                  <c:v>99.994440750591025</c:v>
                </c:pt>
                <c:pt idx="1397">
                  <c:v>99.994533096926702</c:v>
                </c:pt>
                <c:pt idx="1398">
                  <c:v>99.994274527186761</c:v>
                </c:pt>
                <c:pt idx="1399">
                  <c:v>99.994477689125304</c:v>
                </c:pt>
                <c:pt idx="1400">
                  <c:v>99.994625443262407</c:v>
                </c:pt>
                <c:pt idx="1401">
                  <c:v>99.994459219858157</c:v>
                </c:pt>
                <c:pt idx="1402">
                  <c:v>99.994403812056746</c:v>
                </c:pt>
                <c:pt idx="1403">
                  <c:v>99.994274527186761</c:v>
                </c:pt>
                <c:pt idx="1404">
                  <c:v>99.994089834515364</c:v>
                </c:pt>
                <c:pt idx="1405">
                  <c:v>99.994126773049643</c:v>
                </c:pt>
                <c:pt idx="1406">
                  <c:v>99.994200650118216</c:v>
                </c:pt>
                <c:pt idx="1407">
                  <c:v>99.994385342789599</c:v>
                </c:pt>
                <c:pt idx="1408">
                  <c:v>99.994385342789599</c:v>
                </c:pt>
                <c:pt idx="1409">
                  <c:v>99.994459219858157</c:v>
                </c:pt>
                <c:pt idx="1410">
                  <c:v>99.99473625886526</c:v>
                </c:pt>
                <c:pt idx="1411">
                  <c:v>99.99457003546101</c:v>
                </c:pt>
                <c:pt idx="1412">
                  <c:v>99.994385342789599</c:v>
                </c:pt>
                <c:pt idx="1413">
                  <c:v>99.994459219858157</c:v>
                </c:pt>
                <c:pt idx="1414">
                  <c:v>99.994274527186761</c:v>
                </c:pt>
                <c:pt idx="1415">
                  <c:v>99.994163711583923</c:v>
                </c:pt>
                <c:pt idx="1416">
                  <c:v>99.993997488179659</c:v>
                </c:pt>
                <c:pt idx="1417">
                  <c:v>99.994126773049643</c:v>
                </c:pt>
                <c:pt idx="1418">
                  <c:v>99.993868203309702</c:v>
                </c:pt>
                <c:pt idx="1419">
                  <c:v>99.993665041371159</c:v>
                </c:pt>
                <c:pt idx="1420">
                  <c:v>99.993665041371159</c:v>
                </c:pt>
                <c:pt idx="1421">
                  <c:v>99.993831264775409</c:v>
                </c:pt>
                <c:pt idx="1422">
                  <c:v>99.993720449172571</c:v>
                </c:pt>
                <c:pt idx="1423">
                  <c:v>99.993831264775409</c:v>
                </c:pt>
                <c:pt idx="1424">
                  <c:v>99.993831264775409</c:v>
                </c:pt>
                <c:pt idx="1425">
                  <c:v>99.993775856973997</c:v>
                </c:pt>
                <c:pt idx="1426">
                  <c:v>99.993498817966895</c:v>
                </c:pt>
                <c:pt idx="1427">
                  <c:v>99.993443410165497</c:v>
                </c:pt>
                <c:pt idx="1428">
                  <c:v>99.993498817966895</c:v>
                </c:pt>
                <c:pt idx="1429">
                  <c:v>99.993332594562645</c:v>
                </c:pt>
                <c:pt idx="1430">
                  <c:v>99.993351063829792</c:v>
                </c:pt>
                <c:pt idx="1431">
                  <c:v>99.993332594562645</c:v>
                </c:pt>
                <c:pt idx="1432">
                  <c:v>99.993277186761233</c:v>
                </c:pt>
                <c:pt idx="1433">
                  <c:v>99.993092494089836</c:v>
                </c:pt>
                <c:pt idx="1434">
                  <c:v>99.993129432624102</c:v>
                </c:pt>
                <c:pt idx="1435">
                  <c:v>99.993240248226954</c:v>
                </c:pt>
                <c:pt idx="1436">
                  <c:v>99.993055555555557</c:v>
                </c:pt>
                <c:pt idx="1437">
                  <c:v>99.993055555555557</c:v>
                </c:pt>
                <c:pt idx="1438">
                  <c:v>99.993314125295512</c:v>
                </c:pt>
                <c:pt idx="1439">
                  <c:v>99.993295656028366</c:v>
                </c:pt>
                <c:pt idx="1440">
                  <c:v>99.993055555555557</c:v>
                </c:pt>
                <c:pt idx="1441">
                  <c:v>99.99290780141844</c:v>
                </c:pt>
                <c:pt idx="1442">
                  <c:v>99.99287086288416</c:v>
                </c:pt>
                <c:pt idx="1443">
                  <c:v>99.992981678486998</c:v>
                </c:pt>
                <c:pt idx="1444">
                  <c:v>99.992815455082749</c:v>
                </c:pt>
                <c:pt idx="1445">
                  <c:v>99.99287086288416</c:v>
                </c:pt>
                <c:pt idx="1446">
                  <c:v>99.992981678486998</c:v>
                </c:pt>
                <c:pt idx="1447">
                  <c:v>99.992944739952733</c:v>
                </c:pt>
                <c:pt idx="1448">
                  <c:v>99.992833924349895</c:v>
                </c:pt>
                <c:pt idx="1449">
                  <c:v>99.992981678486998</c:v>
                </c:pt>
                <c:pt idx="1450">
                  <c:v>99.99290780141844</c:v>
                </c:pt>
                <c:pt idx="1451">
                  <c:v>99.992833924349895</c:v>
                </c:pt>
                <c:pt idx="1452">
                  <c:v>99.992796985815602</c:v>
                </c:pt>
                <c:pt idx="1453">
                  <c:v>99.992981678486998</c:v>
                </c:pt>
                <c:pt idx="1454">
                  <c:v>99.993000147754145</c:v>
                </c:pt>
                <c:pt idx="1455">
                  <c:v>99.992889332151307</c:v>
                </c:pt>
                <c:pt idx="1456">
                  <c:v>99.992833924349895</c:v>
                </c:pt>
                <c:pt idx="1457">
                  <c:v>99.993092494089836</c:v>
                </c:pt>
                <c:pt idx="1458">
                  <c:v>99.992944739952733</c:v>
                </c:pt>
                <c:pt idx="1459">
                  <c:v>99.99274157801419</c:v>
                </c:pt>
                <c:pt idx="1460">
                  <c:v>99.992704639479911</c:v>
                </c:pt>
                <c:pt idx="1461">
                  <c:v>99.992723108747043</c:v>
                </c:pt>
                <c:pt idx="1462">
                  <c:v>99.992760047281322</c:v>
                </c:pt>
                <c:pt idx="1463">
                  <c:v>99.992667700945631</c:v>
                </c:pt>
                <c:pt idx="1464">
                  <c:v>99.992538416075661</c:v>
                </c:pt>
                <c:pt idx="1465">
                  <c:v>99.992686170212764</c:v>
                </c:pt>
                <c:pt idx="1466">
                  <c:v>99.992464539007088</c:v>
                </c:pt>
                <c:pt idx="1467">
                  <c:v>99.992390661938529</c:v>
                </c:pt>
                <c:pt idx="1468">
                  <c:v>99.992242907801426</c:v>
                </c:pt>
                <c:pt idx="1469">
                  <c:v>99.992224438534279</c:v>
                </c:pt>
                <c:pt idx="1470">
                  <c:v>99.992095153664295</c:v>
                </c:pt>
                <c:pt idx="1471">
                  <c:v>99.992095153664295</c:v>
                </c:pt>
                <c:pt idx="1472">
                  <c:v>99.992058215130015</c:v>
                </c:pt>
                <c:pt idx="1473">
                  <c:v>99.991984338061471</c:v>
                </c:pt>
                <c:pt idx="1474">
                  <c:v>99.992039745862897</c:v>
                </c:pt>
                <c:pt idx="1475">
                  <c:v>99.992279846335691</c:v>
                </c:pt>
                <c:pt idx="1476">
                  <c:v>99.992427600472809</c:v>
                </c:pt>
                <c:pt idx="1477">
                  <c:v>99.992593823877058</c:v>
                </c:pt>
                <c:pt idx="1478">
                  <c:v>99.992538416075661</c:v>
                </c:pt>
                <c:pt idx="1479">
                  <c:v>99.992612293144205</c:v>
                </c:pt>
                <c:pt idx="1480">
                  <c:v>99.992612293144205</c:v>
                </c:pt>
                <c:pt idx="1481">
                  <c:v>99.993000147754145</c:v>
                </c:pt>
                <c:pt idx="1482">
                  <c:v>99.992833924349895</c:v>
                </c:pt>
                <c:pt idx="1483">
                  <c:v>99.992833924349895</c:v>
                </c:pt>
                <c:pt idx="1484">
                  <c:v>99.992723108747043</c:v>
                </c:pt>
                <c:pt idx="1485">
                  <c:v>99.992612293144205</c:v>
                </c:pt>
                <c:pt idx="1486">
                  <c:v>99.992667700945631</c:v>
                </c:pt>
                <c:pt idx="1487">
                  <c:v>99.992501477541381</c:v>
                </c:pt>
                <c:pt idx="1488">
                  <c:v>99.992279846335691</c:v>
                </c:pt>
                <c:pt idx="1489">
                  <c:v>99.992224438534279</c:v>
                </c:pt>
                <c:pt idx="1490">
                  <c:v>99.992279846335691</c:v>
                </c:pt>
                <c:pt idx="1491">
                  <c:v>99.992316784869985</c:v>
                </c:pt>
                <c:pt idx="1492">
                  <c:v>99.992242907801426</c:v>
                </c:pt>
                <c:pt idx="1493">
                  <c:v>99.992316784869985</c:v>
                </c:pt>
                <c:pt idx="1494">
                  <c:v>99.992335254137117</c:v>
                </c:pt>
                <c:pt idx="1495">
                  <c:v>99.992095153664295</c:v>
                </c:pt>
                <c:pt idx="1496">
                  <c:v>99.991965868794324</c:v>
                </c:pt>
                <c:pt idx="1497">
                  <c:v>99.992095153664295</c:v>
                </c:pt>
                <c:pt idx="1498">
                  <c:v>99.992279846335691</c:v>
                </c:pt>
                <c:pt idx="1499">
                  <c:v>99.992390661938529</c:v>
                </c:pt>
                <c:pt idx="1500">
                  <c:v>99.992132092198588</c:v>
                </c:pt>
                <c:pt idx="1501">
                  <c:v>99.992169030732867</c:v>
                </c:pt>
                <c:pt idx="1502">
                  <c:v>99.991965868794324</c:v>
                </c:pt>
                <c:pt idx="1503">
                  <c:v>99.991873522458633</c:v>
                </c:pt>
                <c:pt idx="1504">
                  <c:v>99.991781176122927</c:v>
                </c:pt>
                <c:pt idx="1505">
                  <c:v>99.991836583924353</c:v>
                </c:pt>
                <c:pt idx="1506">
                  <c:v>99.991744237588648</c:v>
                </c:pt>
                <c:pt idx="1507">
                  <c:v>99.991744237588648</c:v>
                </c:pt>
                <c:pt idx="1508">
                  <c:v>99.991430260047281</c:v>
                </c:pt>
                <c:pt idx="1509">
                  <c:v>99.991651891252957</c:v>
                </c:pt>
                <c:pt idx="1510">
                  <c:v>99.991688829787222</c:v>
                </c:pt>
                <c:pt idx="1511">
                  <c:v>99.991559544917251</c:v>
                </c:pt>
                <c:pt idx="1512">
                  <c:v>99.991596483451531</c:v>
                </c:pt>
                <c:pt idx="1513">
                  <c:v>99.99146719858156</c:v>
                </c:pt>
                <c:pt idx="1514">
                  <c:v>99.991504137115854</c:v>
                </c:pt>
                <c:pt idx="1515">
                  <c:v>99.991688829787222</c:v>
                </c:pt>
                <c:pt idx="1516">
                  <c:v>99.991411790780148</c:v>
                </c:pt>
                <c:pt idx="1517">
                  <c:v>99.991430260047281</c:v>
                </c:pt>
                <c:pt idx="1518">
                  <c:v>99.99146719858156</c:v>
                </c:pt>
                <c:pt idx="1519">
                  <c:v>99.991559544917251</c:v>
                </c:pt>
                <c:pt idx="1520">
                  <c:v>99.991393321513002</c:v>
                </c:pt>
                <c:pt idx="1521">
                  <c:v>99.991245567375884</c:v>
                </c:pt>
                <c:pt idx="1522">
                  <c:v>99.991245567375884</c:v>
                </c:pt>
                <c:pt idx="1523">
                  <c:v>99.991319444444443</c:v>
                </c:pt>
                <c:pt idx="1524">
                  <c:v>99.990950059101664</c:v>
                </c:pt>
                <c:pt idx="1525">
                  <c:v>99.990876182033105</c:v>
                </c:pt>
                <c:pt idx="1526">
                  <c:v>99.990691489361708</c:v>
                </c:pt>
                <c:pt idx="1527">
                  <c:v>99.990986997635929</c:v>
                </c:pt>
                <c:pt idx="1528">
                  <c:v>99.990986997635929</c:v>
                </c:pt>
                <c:pt idx="1529">
                  <c:v>99.990765366430267</c:v>
                </c:pt>
                <c:pt idx="1530">
                  <c:v>99.990802304964546</c:v>
                </c:pt>
                <c:pt idx="1531">
                  <c:v>99.991208628841605</c:v>
                </c:pt>
                <c:pt idx="1532">
                  <c:v>99.99117169030734</c:v>
                </c:pt>
                <c:pt idx="1533">
                  <c:v>99.991245567375884</c:v>
                </c:pt>
                <c:pt idx="1534">
                  <c:v>99.991153221040179</c:v>
                </c:pt>
                <c:pt idx="1535">
                  <c:v>99.990950059101664</c:v>
                </c:pt>
                <c:pt idx="1536">
                  <c:v>99.991208628841605</c:v>
                </c:pt>
                <c:pt idx="1537">
                  <c:v>99.991374852245869</c:v>
                </c:pt>
                <c:pt idx="1538">
                  <c:v>99.99113475177306</c:v>
                </c:pt>
                <c:pt idx="1539">
                  <c:v>99.991060874704488</c:v>
                </c:pt>
                <c:pt idx="1540">
                  <c:v>99.991023936170208</c:v>
                </c:pt>
                <c:pt idx="1541">
                  <c:v>99.991282505910178</c:v>
                </c:pt>
                <c:pt idx="1542">
                  <c:v>99.99113475177306</c:v>
                </c:pt>
                <c:pt idx="1543">
                  <c:v>99.990950059101664</c:v>
                </c:pt>
                <c:pt idx="1544">
                  <c:v>99.990876182033105</c:v>
                </c:pt>
                <c:pt idx="1545">
                  <c:v>99.991245567375884</c:v>
                </c:pt>
                <c:pt idx="1546">
                  <c:v>99.99146719858156</c:v>
                </c:pt>
                <c:pt idx="1547">
                  <c:v>99.991245567375884</c:v>
                </c:pt>
                <c:pt idx="1548">
                  <c:v>99.990968528368811</c:v>
                </c:pt>
                <c:pt idx="1549">
                  <c:v>99.991153221040179</c:v>
                </c:pt>
                <c:pt idx="1550">
                  <c:v>99.991245567375884</c:v>
                </c:pt>
                <c:pt idx="1551">
                  <c:v>99.991245567375884</c:v>
                </c:pt>
                <c:pt idx="1552">
                  <c:v>99.990876182033105</c:v>
                </c:pt>
                <c:pt idx="1553">
                  <c:v>99.990950059101664</c:v>
                </c:pt>
                <c:pt idx="1554">
                  <c:v>99.991060874704488</c:v>
                </c:pt>
                <c:pt idx="1555">
                  <c:v>99.991097813238781</c:v>
                </c:pt>
                <c:pt idx="1556">
                  <c:v>99.990617612293136</c:v>
                </c:pt>
                <c:pt idx="1557">
                  <c:v>99.990562204491738</c:v>
                </c:pt>
                <c:pt idx="1558">
                  <c:v>99.990562204491738</c:v>
                </c:pt>
                <c:pt idx="1559">
                  <c:v>99.990839243498826</c:v>
                </c:pt>
                <c:pt idx="1560">
                  <c:v>99.990469858156033</c:v>
                </c:pt>
                <c:pt idx="1561">
                  <c:v>99.990248226950357</c:v>
                </c:pt>
                <c:pt idx="1562">
                  <c:v>99.990229757683224</c:v>
                </c:pt>
                <c:pt idx="1563">
                  <c:v>99.990525265957444</c:v>
                </c:pt>
                <c:pt idx="1564">
                  <c:v>99.990303634751783</c:v>
                </c:pt>
                <c:pt idx="1565">
                  <c:v>99.990082003546092</c:v>
                </c:pt>
                <c:pt idx="1566">
                  <c:v>99.989841903073298</c:v>
                </c:pt>
                <c:pt idx="1567">
                  <c:v>99.990118942080372</c:v>
                </c:pt>
                <c:pt idx="1568">
                  <c:v>99.990229757683224</c:v>
                </c:pt>
                <c:pt idx="1569">
                  <c:v>99.990026595744681</c:v>
                </c:pt>
                <c:pt idx="1570">
                  <c:v>99.989841903073298</c:v>
                </c:pt>
                <c:pt idx="1571">
                  <c:v>99.989749556737593</c:v>
                </c:pt>
                <c:pt idx="1572">
                  <c:v>99.989841903073298</c:v>
                </c:pt>
                <c:pt idx="1573">
                  <c:v>99.989934249408989</c:v>
                </c:pt>
                <c:pt idx="1574">
                  <c:v>99.989749556737593</c:v>
                </c:pt>
                <c:pt idx="1575">
                  <c:v>99.989841903073298</c:v>
                </c:pt>
                <c:pt idx="1576">
                  <c:v>99.989749556737593</c:v>
                </c:pt>
                <c:pt idx="1577">
                  <c:v>99.989786495271872</c:v>
                </c:pt>
                <c:pt idx="1578">
                  <c:v>99.989361702127667</c:v>
                </c:pt>
                <c:pt idx="1579">
                  <c:v>99.989472517730505</c:v>
                </c:pt>
                <c:pt idx="1580">
                  <c:v>99.989620271867608</c:v>
                </c:pt>
                <c:pt idx="1581">
                  <c:v>99.989989657210401</c:v>
                </c:pt>
                <c:pt idx="1582">
                  <c:v>99.989786495271872</c:v>
                </c:pt>
                <c:pt idx="1583">
                  <c:v>99.989841903073298</c:v>
                </c:pt>
                <c:pt idx="1584">
                  <c:v>99.98989731087471</c:v>
                </c:pt>
                <c:pt idx="1585">
                  <c:v>99.990082003546092</c:v>
                </c:pt>
                <c:pt idx="1586">
                  <c:v>99.989841903073298</c:v>
                </c:pt>
                <c:pt idx="1587">
                  <c:v>99.989989657210401</c:v>
                </c:pt>
                <c:pt idx="1588">
                  <c:v>99.989934249408989</c:v>
                </c:pt>
                <c:pt idx="1589">
                  <c:v>99.990174349881798</c:v>
                </c:pt>
                <c:pt idx="1590">
                  <c:v>99.990118942080372</c:v>
                </c:pt>
                <c:pt idx="1591">
                  <c:v>99.989952718676122</c:v>
                </c:pt>
                <c:pt idx="1592">
                  <c:v>99.989657210401901</c:v>
                </c:pt>
                <c:pt idx="1593">
                  <c:v>99.989583333333329</c:v>
                </c:pt>
                <c:pt idx="1594">
                  <c:v>99.989657210401901</c:v>
                </c:pt>
                <c:pt idx="1595">
                  <c:v>99.989620271867608</c:v>
                </c:pt>
                <c:pt idx="1596">
                  <c:v>99.989490986997637</c:v>
                </c:pt>
                <c:pt idx="1597">
                  <c:v>99.989361702127667</c:v>
                </c:pt>
                <c:pt idx="1598">
                  <c:v>99.989657210401901</c:v>
                </c:pt>
                <c:pt idx="1599">
                  <c:v>99.989786495271872</c:v>
                </c:pt>
                <c:pt idx="1600">
                  <c:v>99.989435579196225</c:v>
                </c:pt>
                <c:pt idx="1601">
                  <c:v>99.989435579196225</c:v>
                </c:pt>
                <c:pt idx="1602">
                  <c:v>99.989454048463358</c:v>
                </c:pt>
                <c:pt idx="1603">
                  <c:v>99.989620271867608</c:v>
                </c:pt>
                <c:pt idx="1604">
                  <c:v>99.989583333333329</c:v>
                </c:pt>
                <c:pt idx="1605">
                  <c:v>99.989398640661946</c:v>
                </c:pt>
                <c:pt idx="1606">
                  <c:v>99.989103132387712</c:v>
                </c:pt>
                <c:pt idx="1607">
                  <c:v>99.989158540189123</c:v>
                </c:pt>
                <c:pt idx="1608">
                  <c:v>99.989103132387712</c:v>
                </c:pt>
                <c:pt idx="1609">
                  <c:v>99.98917700945627</c:v>
                </c:pt>
                <c:pt idx="1610">
                  <c:v>99.988826093380609</c:v>
                </c:pt>
                <c:pt idx="1611">
                  <c:v>99.989029255319167</c:v>
                </c:pt>
                <c:pt idx="1612">
                  <c:v>99.989010786052006</c:v>
                </c:pt>
                <c:pt idx="1613">
                  <c:v>99.988955378250594</c:v>
                </c:pt>
                <c:pt idx="1614">
                  <c:v>99.989029255319167</c:v>
                </c:pt>
                <c:pt idx="1615">
                  <c:v>99.988992316784859</c:v>
                </c:pt>
                <c:pt idx="1616">
                  <c:v>99.988973847517741</c:v>
                </c:pt>
                <c:pt idx="1617">
                  <c:v>99.989250886524829</c:v>
                </c:pt>
                <c:pt idx="1618">
                  <c:v>99.989213947990535</c:v>
                </c:pt>
                <c:pt idx="1619">
                  <c:v>99.989121601654844</c:v>
                </c:pt>
                <c:pt idx="1620">
                  <c:v>99.989066193853432</c:v>
                </c:pt>
                <c:pt idx="1621">
                  <c:v>99.989140070921991</c:v>
                </c:pt>
                <c:pt idx="1622">
                  <c:v>99.989121601654844</c:v>
                </c:pt>
                <c:pt idx="1623">
                  <c:v>99.988955378250594</c:v>
                </c:pt>
                <c:pt idx="1624">
                  <c:v>99.988770685579198</c:v>
                </c:pt>
                <c:pt idx="1625">
                  <c:v>99.988918439716315</c:v>
                </c:pt>
                <c:pt idx="1626">
                  <c:v>99.989029255319167</c:v>
                </c:pt>
                <c:pt idx="1627">
                  <c:v>99.989250886524829</c:v>
                </c:pt>
                <c:pt idx="1628">
                  <c:v>99.98917700945627</c:v>
                </c:pt>
                <c:pt idx="1629">
                  <c:v>99.988918439716315</c:v>
                </c:pt>
                <c:pt idx="1630">
                  <c:v>99.98917700945627</c:v>
                </c:pt>
                <c:pt idx="1631">
                  <c:v>99.98917700945627</c:v>
                </c:pt>
                <c:pt idx="1632">
                  <c:v>99.988715277777771</c:v>
                </c:pt>
                <c:pt idx="1633">
                  <c:v>99.988438238770698</c:v>
                </c:pt>
                <c:pt idx="1634">
                  <c:v>99.988345892434992</c:v>
                </c:pt>
                <c:pt idx="1635">
                  <c:v>99.988493646572124</c:v>
                </c:pt>
                <c:pt idx="1636">
                  <c:v>99.988216607565022</c:v>
                </c:pt>
                <c:pt idx="1637">
                  <c:v>99.987865691489361</c:v>
                </c:pt>
                <c:pt idx="1638">
                  <c:v>99.987588652482259</c:v>
                </c:pt>
                <c:pt idx="1639">
                  <c:v>99.988031914893625</c:v>
                </c:pt>
                <c:pt idx="1640">
                  <c:v>99.988031914893625</c:v>
                </c:pt>
                <c:pt idx="1641">
                  <c:v>99.987847222222229</c:v>
                </c:pt>
                <c:pt idx="1642">
                  <c:v>99.987514775413715</c:v>
                </c:pt>
                <c:pt idx="1643">
                  <c:v>99.987625591016567</c:v>
                </c:pt>
                <c:pt idx="1644">
                  <c:v>99.988050384160758</c:v>
                </c:pt>
                <c:pt idx="1645">
                  <c:v>99.988031914893625</c:v>
                </c:pt>
                <c:pt idx="1646">
                  <c:v>99.987810283687949</c:v>
                </c:pt>
                <c:pt idx="1647">
                  <c:v>99.987810283687949</c:v>
                </c:pt>
                <c:pt idx="1648">
                  <c:v>99.987958037825052</c:v>
                </c:pt>
                <c:pt idx="1649">
                  <c:v>99.988031914893625</c:v>
                </c:pt>
                <c:pt idx="1650">
                  <c:v>99.987662529550832</c:v>
                </c:pt>
                <c:pt idx="1651">
                  <c:v>99.987403959810877</c:v>
                </c:pt>
                <c:pt idx="1652">
                  <c:v>99.987514775413715</c:v>
                </c:pt>
                <c:pt idx="1653">
                  <c:v>99.987810283687949</c:v>
                </c:pt>
                <c:pt idx="1654">
                  <c:v>99.987810283687949</c:v>
                </c:pt>
                <c:pt idx="1655">
                  <c:v>99.987607121749406</c:v>
                </c:pt>
                <c:pt idx="1656">
                  <c:v>99.987459367612303</c:v>
                </c:pt>
                <c:pt idx="1657">
                  <c:v>99.987717937352244</c:v>
                </c:pt>
                <c:pt idx="1658">
                  <c:v>99.987699468085111</c:v>
                </c:pt>
                <c:pt idx="1659">
                  <c:v>99.987440898345156</c:v>
                </c:pt>
                <c:pt idx="1660">
                  <c:v>99.987311613475185</c:v>
                </c:pt>
                <c:pt idx="1661">
                  <c:v>99.987588652482259</c:v>
                </c:pt>
                <c:pt idx="1662">
                  <c:v>99.987644060283685</c:v>
                </c:pt>
                <c:pt idx="1663">
                  <c:v>99.98755171394798</c:v>
                </c:pt>
                <c:pt idx="1664">
                  <c:v>99.987440898345156</c:v>
                </c:pt>
                <c:pt idx="1665">
                  <c:v>99.987496306146582</c:v>
                </c:pt>
                <c:pt idx="1666">
                  <c:v>99.98755171394798</c:v>
                </c:pt>
                <c:pt idx="1667">
                  <c:v>99.987625591016567</c:v>
                </c:pt>
                <c:pt idx="1668">
                  <c:v>99.987330082742318</c:v>
                </c:pt>
                <c:pt idx="1669">
                  <c:v>99.987367021276597</c:v>
                </c:pt>
                <c:pt idx="1670">
                  <c:v>99.98755171394798</c:v>
                </c:pt>
                <c:pt idx="1671">
                  <c:v>99.98755171394798</c:v>
                </c:pt>
                <c:pt idx="1672">
                  <c:v>99.987496306146582</c:v>
                </c:pt>
                <c:pt idx="1673">
                  <c:v>99.987016105200937</c:v>
                </c:pt>
                <c:pt idx="1674">
                  <c:v>99.987108451536642</c:v>
                </c:pt>
                <c:pt idx="1675">
                  <c:v>99.987440898345156</c:v>
                </c:pt>
                <c:pt idx="1676">
                  <c:v>99.987367021276597</c:v>
                </c:pt>
                <c:pt idx="1677">
                  <c:v>99.987182328605201</c:v>
                </c:pt>
                <c:pt idx="1678">
                  <c:v>99.986942228132392</c:v>
                </c:pt>
                <c:pt idx="1679">
                  <c:v>99.987053043735216</c:v>
                </c:pt>
                <c:pt idx="1680">
                  <c:v>99.98738549054373</c:v>
                </c:pt>
                <c:pt idx="1681">
                  <c:v>99.987126920803789</c:v>
                </c:pt>
                <c:pt idx="1682">
                  <c:v>99.986849881796687</c:v>
                </c:pt>
                <c:pt idx="1683">
                  <c:v>99.987016105200937</c:v>
                </c:pt>
                <c:pt idx="1684">
                  <c:v>99.987182328605201</c:v>
                </c:pt>
                <c:pt idx="1685">
                  <c:v>99.987200797872347</c:v>
                </c:pt>
                <c:pt idx="1686">
                  <c:v>99.986776004728142</c:v>
                </c:pt>
                <c:pt idx="1687">
                  <c:v>99.986554373522452</c:v>
                </c:pt>
                <c:pt idx="1688">
                  <c:v>99.986868351063833</c:v>
                </c:pt>
                <c:pt idx="1689">
                  <c:v>99.986960697399539</c:v>
                </c:pt>
                <c:pt idx="1690">
                  <c:v>99.986739066193849</c:v>
                </c:pt>
                <c:pt idx="1691">
                  <c:v>99.986406619385349</c:v>
                </c:pt>
                <c:pt idx="1692">
                  <c:v>99.986277334515378</c:v>
                </c:pt>
                <c:pt idx="1693">
                  <c:v>99.986665189125304</c:v>
                </c:pt>
                <c:pt idx="1694">
                  <c:v>99.986554373522452</c:v>
                </c:pt>
                <c:pt idx="1695">
                  <c:v>99.986221926713952</c:v>
                </c:pt>
                <c:pt idx="1696">
                  <c:v>99.986000295508276</c:v>
                </c:pt>
                <c:pt idx="1697">
                  <c:v>99.986184988179673</c:v>
                </c:pt>
                <c:pt idx="1698">
                  <c:v>99.986480496453893</c:v>
                </c:pt>
                <c:pt idx="1699">
                  <c:v>99.986240395981085</c:v>
                </c:pt>
                <c:pt idx="1700">
                  <c:v>99.985926418439718</c:v>
                </c:pt>
                <c:pt idx="1701">
                  <c:v>99.985926418439718</c:v>
                </c:pt>
                <c:pt idx="1702">
                  <c:v>99.986055703309702</c:v>
                </c:pt>
                <c:pt idx="1703">
                  <c:v>99.986000295508276</c:v>
                </c:pt>
                <c:pt idx="1704">
                  <c:v>99.985630910165497</c:v>
                </c:pt>
                <c:pt idx="1705">
                  <c:v>99.985575502364071</c:v>
                </c:pt>
                <c:pt idx="1706">
                  <c:v>99.986037234042556</c:v>
                </c:pt>
                <c:pt idx="1707">
                  <c:v>99.98636968085107</c:v>
                </c:pt>
                <c:pt idx="1708">
                  <c:v>99.98616651891254</c:v>
                </c:pt>
                <c:pt idx="1709">
                  <c:v>99.985963356974011</c:v>
                </c:pt>
                <c:pt idx="1710">
                  <c:v>99.985907949172585</c:v>
                </c:pt>
                <c:pt idx="1711">
                  <c:v>99.986000295508276</c:v>
                </c:pt>
                <c:pt idx="1712">
                  <c:v>99.985852541371159</c:v>
                </c:pt>
                <c:pt idx="1713">
                  <c:v>99.985704787234042</c:v>
                </c:pt>
                <c:pt idx="1714">
                  <c:v>99.985667848699762</c:v>
                </c:pt>
                <c:pt idx="1715">
                  <c:v>99.985907949172585</c:v>
                </c:pt>
                <c:pt idx="1716">
                  <c:v>99.98594488770685</c:v>
                </c:pt>
                <c:pt idx="1717">
                  <c:v>99.985760195035468</c:v>
                </c:pt>
                <c:pt idx="1718">
                  <c:v>99.985630910165497</c:v>
                </c:pt>
                <c:pt idx="1719">
                  <c:v>99.985963356974011</c:v>
                </c:pt>
                <c:pt idx="1720">
                  <c:v>99.98581560283688</c:v>
                </c:pt>
                <c:pt idx="1721">
                  <c:v>99.9857786643026</c:v>
                </c:pt>
                <c:pt idx="1722">
                  <c:v>99.985667848699762</c:v>
                </c:pt>
                <c:pt idx="1723">
                  <c:v>99.985557033096939</c:v>
                </c:pt>
                <c:pt idx="1724">
                  <c:v>99.985852541371159</c:v>
                </c:pt>
                <c:pt idx="1725">
                  <c:v>99.98598182624113</c:v>
                </c:pt>
                <c:pt idx="1726">
                  <c:v>99.985723256501188</c:v>
                </c:pt>
                <c:pt idx="1727">
                  <c:v>99.985593971631218</c:v>
                </c:pt>
                <c:pt idx="1728">
                  <c:v>99.985704787234042</c:v>
                </c:pt>
                <c:pt idx="1729">
                  <c:v>99.985871010638306</c:v>
                </c:pt>
                <c:pt idx="1730">
                  <c:v>99.985704787234042</c:v>
                </c:pt>
                <c:pt idx="1731">
                  <c:v>99.985335401891263</c:v>
                </c:pt>
                <c:pt idx="1732">
                  <c:v>99.985409278959807</c:v>
                </c:pt>
                <c:pt idx="1733">
                  <c:v>99.985557033096939</c:v>
                </c:pt>
                <c:pt idx="1734">
                  <c:v>99.985427748226968</c:v>
                </c:pt>
                <c:pt idx="1735">
                  <c:v>99.985224586288425</c:v>
                </c:pt>
                <c:pt idx="1736">
                  <c:v>99.985095301418454</c:v>
                </c:pt>
                <c:pt idx="1737">
                  <c:v>99.985150709219866</c:v>
                </c:pt>
                <c:pt idx="1738">
                  <c:v>99.985316932624116</c:v>
                </c:pt>
                <c:pt idx="1739">
                  <c:v>99.985095301418454</c:v>
                </c:pt>
                <c:pt idx="1740">
                  <c:v>99.984984485815602</c:v>
                </c:pt>
                <c:pt idx="1741">
                  <c:v>99.984892139479911</c:v>
                </c:pt>
                <c:pt idx="1742">
                  <c:v>99.984892139479911</c:v>
                </c:pt>
                <c:pt idx="1743">
                  <c:v>99.98492907801419</c:v>
                </c:pt>
                <c:pt idx="1744">
                  <c:v>99.984615100472809</c:v>
                </c:pt>
                <c:pt idx="1745">
                  <c:v>99.984485815602824</c:v>
                </c:pt>
                <c:pt idx="1746">
                  <c:v>99.984762854609926</c:v>
                </c:pt>
                <c:pt idx="1747">
                  <c:v>99.984762854609926</c:v>
                </c:pt>
                <c:pt idx="1748">
                  <c:v>99.984670508274235</c:v>
                </c:pt>
                <c:pt idx="1749">
                  <c:v>99.984375</c:v>
                </c:pt>
                <c:pt idx="1750">
                  <c:v>99.984430407801426</c:v>
                </c:pt>
                <c:pt idx="1751">
                  <c:v>99.984744385342793</c:v>
                </c:pt>
                <c:pt idx="1752">
                  <c:v>99.98454122340425</c:v>
                </c:pt>
                <c:pt idx="1753">
                  <c:v>99.984301122931441</c:v>
                </c:pt>
                <c:pt idx="1754">
                  <c:v>99.984079491725765</c:v>
                </c:pt>
                <c:pt idx="1755">
                  <c:v>99.984282653664309</c:v>
                </c:pt>
                <c:pt idx="1756">
                  <c:v>99.984375</c:v>
                </c:pt>
                <c:pt idx="1757">
                  <c:v>99.984171838061471</c:v>
                </c:pt>
                <c:pt idx="1758">
                  <c:v>99.984134899527191</c:v>
                </c:pt>
                <c:pt idx="1759">
                  <c:v>99.984227245862883</c:v>
                </c:pt>
                <c:pt idx="1760">
                  <c:v>99.984393469267147</c:v>
                </c:pt>
                <c:pt idx="1761">
                  <c:v>99.984153368794338</c:v>
                </c:pt>
                <c:pt idx="1762">
                  <c:v>99.984097960992912</c:v>
                </c:pt>
                <c:pt idx="1763">
                  <c:v>99.983931737588662</c:v>
                </c:pt>
                <c:pt idx="1764">
                  <c:v>99.984024083924368</c:v>
                </c:pt>
                <c:pt idx="1765">
                  <c:v>99.984024083924368</c:v>
                </c:pt>
                <c:pt idx="1766">
                  <c:v>99.983968676122942</c:v>
                </c:pt>
                <c:pt idx="1767">
                  <c:v>99.983894799054383</c:v>
                </c:pt>
                <c:pt idx="1768">
                  <c:v>99.984208776595736</c:v>
                </c:pt>
                <c:pt idx="1769">
                  <c:v>99.984375</c:v>
                </c:pt>
                <c:pt idx="1770">
                  <c:v>99.984375</c:v>
                </c:pt>
                <c:pt idx="1771">
                  <c:v>99.984042553191486</c:v>
                </c:pt>
                <c:pt idx="1772">
                  <c:v>99.983931737588662</c:v>
                </c:pt>
                <c:pt idx="1773">
                  <c:v>99.984079491725765</c:v>
                </c:pt>
                <c:pt idx="1774">
                  <c:v>99.984097960992912</c:v>
                </c:pt>
                <c:pt idx="1775">
                  <c:v>99.983710106382986</c:v>
                </c:pt>
                <c:pt idx="1776">
                  <c:v>99.983599290780148</c:v>
                </c:pt>
                <c:pt idx="1777">
                  <c:v>99.983470005910164</c:v>
                </c:pt>
                <c:pt idx="1778">
                  <c:v>99.983599290780148</c:v>
                </c:pt>
                <c:pt idx="1779">
                  <c:v>99.983396128841619</c:v>
                </c:pt>
                <c:pt idx="1780">
                  <c:v>99.983008274231679</c:v>
                </c:pt>
                <c:pt idx="1781">
                  <c:v>99.983100620567384</c:v>
                </c:pt>
                <c:pt idx="1782">
                  <c:v>99.983266843971634</c:v>
                </c:pt>
                <c:pt idx="1783">
                  <c:v>99.983229905437355</c:v>
                </c:pt>
                <c:pt idx="1784">
                  <c:v>99.983192966903076</c:v>
                </c:pt>
                <c:pt idx="1785">
                  <c:v>99.982860520094562</c:v>
                </c:pt>
                <c:pt idx="1786">
                  <c:v>99.98280511229315</c:v>
                </c:pt>
                <c:pt idx="1787">
                  <c:v>99.983082151300223</c:v>
                </c:pt>
                <c:pt idx="1788">
                  <c:v>99.983008274231679</c:v>
                </c:pt>
                <c:pt idx="1789">
                  <c:v>99.982565011820341</c:v>
                </c:pt>
                <c:pt idx="1790">
                  <c:v>99.982491134751783</c:v>
                </c:pt>
                <c:pt idx="1791">
                  <c:v>99.982601950354606</c:v>
                </c:pt>
                <c:pt idx="1792">
                  <c:v>99.982842050827429</c:v>
                </c:pt>
                <c:pt idx="1793">
                  <c:v>99.982269503546107</c:v>
                </c:pt>
                <c:pt idx="1794">
                  <c:v>99.981973995271872</c:v>
                </c:pt>
                <c:pt idx="1795">
                  <c:v>99.982177157210401</c:v>
                </c:pt>
                <c:pt idx="1796">
                  <c:v>99.982565011820341</c:v>
                </c:pt>
                <c:pt idx="1797">
                  <c:v>99.982435726950357</c:v>
                </c:pt>
                <c:pt idx="1798">
                  <c:v>99.982010933806137</c:v>
                </c:pt>
                <c:pt idx="1799">
                  <c:v>99.982010933806137</c:v>
                </c:pt>
                <c:pt idx="1800">
                  <c:v>99.982657358156033</c:v>
                </c:pt>
                <c:pt idx="1801">
                  <c:v>99.982491134751783</c:v>
                </c:pt>
                <c:pt idx="1802">
                  <c:v>99.982417257683224</c:v>
                </c:pt>
                <c:pt idx="1803">
                  <c:v>99.98208481087471</c:v>
                </c:pt>
                <c:pt idx="1804">
                  <c:v>99.982010933806137</c:v>
                </c:pt>
                <c:pt idx="1805">
                  <c:v>99.982306442080386</c:v>
                </c:pt>
                <c:pt idx="1806">
                  <c:v>99.982177157210401</c:v>
                </c:pt>
                <c:pt idx="1807">
                  <c:v>99.982047872340416</c:v>
                </c:pt>
                <c:pt idx="1808">
                  <c:v>99.982121749408989</c:v>
                </c:pt>
                <c:pt idx="1809">
                  <c:v>99.981863179669034</c:v>
                </c:pt>
                <c:pt idx="1810">
                  <c:v>99.981733894799049</c:v>
                </c:pt>
                <c:pt idx="1811">
                  <c:v>99.98153073286052</c:v>
                </c:pt>
                <c:pt idx="1812">
                  <c:v>99.981438386524829</c:v>
                </c:pt>
                <c:pt idx="1813">
                  <c:v>99.981733894799049</c:v>
                </c:pt>
                <c:pt idx="1814">
                  <c:v>99.981881648936167</c:v>
                </c:pt>
                <c:pt idx="1815">
                  <c:v>99.981715425531917</c:v>
                </c:pt>
                <c:pt idx="1816">
                  <c:v>99.981789302600475</c:v>
                </c:pt>
                <c:pt idx="1817">
                  <c:v>99.981789302600475</c:v>
                </c:pt>
                <c:pt idx="1818">
                  <c:v>99.981789302600475</c:v>
                </c:pt>
                <c:pt idx="1819">
                  <c:v>99.981567671394799</c:v>
                </c:pt>
                <c:pt idx="1820">
                  <c:v>99.981567671394799</c:v>
                </c:pt>
                <c:pt idx="1821">
                  <c:v>99.981549202127667</c:v>
                </c:pt>
                <c:pt idx="1822">
                  <c:v>99.981752364066196</c:v>
                </c:pt>
                <c:pt idx="1823">
                  <c:v>99.981789302600475</c:v>
                </c:pt>
                <c:pt idx="1824">
                  <c:v>99.98153073286052</c:v>
                </c:pt>
                <c:pt idx="1825">
                  <c:v>99.981309101654844</c:v>
                </c:pt>
                <c:pt idx="1826">
                  <c:v>99.981549202127667</c:v>
                </c:pt>
                <c:pt idx="1827">
                  <c:v>99.981549202127667</c:v>
                </c:pt>
                <c:pt idx="1828">
                  <c:v>99.98153073286052</c:v>
                </c:pt>
                <c:pt idx="1829">
                  <c:v>99.981050531914903</c:v>
                </c:pt>
                <c:pt idx="1830">
                  <c:v>99.981309101654844</c:v>
                </c:pt>
                <c:pt idx="1831">
                  <c:v>99.98153073286052</c:v>
                </c:pt>
                <c:pt idx="1832">
                  <c:v>99.98153073286052</c:v>
                </c:pt>
                <c:pt idx="1833">
                  <c:v>99.981161347517727</c:v>
                </c:pt>
                <c:pt idx="1834">
                  <c:v>99.980884308510639</c:v>
                </c:pt>
                <c:pt idx="1835">
                  <c:v>99.98097665484633</c:v>
                </c:pt>
                <c:pt idx="1836">
                  <c:v>99.981124408983462</c:v>
                </c:pt>
                <c:pt idx="1837">
                  <c:v>99.980736554373522</c:v>
                </c:pt>
                <c:pt idx="1838">
                  <c:v>99.980496453900713</c:v>
                </c:pt>
                <c:pt idx="1839">
                  <c:v>99.980237884160758</c:v>
                </c:pt>
                <c:pt idx="1840">
                  <c:v>99.980496453900713</c:v>
                </c:pt>
                <c:pt idx="1841">
                  <c:v>99.980533392434992</c:v>
                </c:pt>
                <c:pt idx="1842">
                  <c:v>99.98012706855792</c:v>
                </c:pt>
                <c:pt idx="1843">
                  <c:v>99.979942375886523</c:v>
                </c:pt>
                <c:pt idx="1844">
                  <c:v>99.980164007092199</c:v>
                </c:pt>
                <c:pt idx="1845">
                  <c:v>99.980219414893625</c:v>
                </c:pt>
                <c:pt idx="1846">
                  <c:v>99.980367169030743</c:v>
                </c:pt>
                <c:pt idx="1847">
                  <c:v>99.979868498817964</c:v>
                </c:pt>
                <c:pt idx="1848">
                  <c:v>99.979923906619391</c:v>
                </c:pt>
                <c:pt idx="1849">
                  <c:v>99.98012706855792</c:v>
                </c:pt>
                <c:pt idx="1850">
                  <c:v>99.980053191489375</c:v>
                </c:pt>
                <c:pt idx="1851">
                  <c:v>99.979702275413715</c:v>
                </c:pt>
                <c:pt idx="1852">
                  <c:v>99.979739213947994</c:v>
                </c:pt>
                <c:pt idx="1853">
                  <c:v>99.979776152482273</c:v>
                </c:pt>
                <c:pt idx="1854">
                  <c:v>99.980053191489375</c:v>
                </c:pt>
                <c:pt idx="1855">
                  <c:v>99.979683806146582</c:v>
                </c:pt>
                <c:pt idx="1856">
                  <c:v>99.979314420803789</c:v>
                </c:pt>
                <c:pt idx="1857">
                  <c:v>99.979277482269495</c:v>
                </c:pt>
                <c:pt idx="1858">
                  <c:v>99.979499113475185</c:v>
                </c:pt>
                <c:pt idx="1859">
                  <c:v>99.979388297872347</c:v>
                </c:pt>
                <c:pt idx="1860">
                  <c:v>99.979092789598113</c:v>
                </c:pt>
                <c:pt idx="1861">
                  <c:v>99.978981973995289</c:v>
                </c:pt>
                <c:pt idx="1862">
                  <c:v>99.979314420803789</c:v>
                </c:pt>
                <c:pt idx="1863">
                  <c:v>99.979148197399539</c:v>
                </c:pt>
                <c:pt idx="1864">
                  <c:v>99.978963504728142</c:v>
                </c:pt>
                <c:pt idx="1865">
                  <c:v>99.978981973995289</c:v>
                </c:pt>
                <c:pt idx="1866">
                  <c:v>99.979148197399539</c:v>
                </c:pt>
                <c:pt idx="1867">
                  <c:v>99.979332890070921</c:v>
                </c:pt>
                <c:pt idx="1868">
                  <c:v>99.979314420803789</c:v>
                </c:pt>
                <c:pt idx="1869">
                  <c:v>99.978945035460981</c:v>
                </c:pt>
                <c:pt idx="1870">
                  <c:v>99.978871158392437</c:v>
                </c:pt>
                <c:pt idx="1871">
                  <c:v>99.979129728132392</c:v>
                </c:pt>
                <c:pt idx="1872">
                  <c:v>99.979332890070921</c:v>
                </c:pt>
                <c:pt idx="1873">
                  <c:v>99.979092789598113</c:v>
                </c:pt>
                <c:pt idx="1874">
                  <c:v>99.978834219858157</c:v>
                </c:pt>
                <c:pt idx="1875">
                  <c:v>99.97868646572104</c:v>
                </c:pt>
                <c:pt idx="1876">
                  <c:v>99.978631057919614</c:v>
                </c:pt>
                <c:pt idx="1877">
                  <c:v>99.97855718085107</c:v>
                </c:pt>
                <c:pt idx="1878">
                  <c:v>99.978483303782511</c:v>
                </c:pt>
                <c:pt idx="1879">
                  <c:v>99.978538711583923</c:v>
                </c:pt>
                <c:pt idx="1880">
                  <c:v>99.97885268912529</c:v>
                </c:pt>
                <c:pt idx="1881">
                  <c:v>99.978631057919614</c:v>
                </c:pt>
                <c:pt idx="1882">
                  <c:v>99.978317080378247</c:v>
                </c:pt>
                <c:pt idx="1883">
                  <c:v>99.978058510638306</c:v>
                </c:pt>
                <c:pt idx="1884">
                  <c:v>99.978280141843982</c:v>
                </c:pt>
                <c:pt idx="1885">
                  <c:v>99.97839095744682</c:v>
                </c:pt>
                <c:pt idx="1886">
                  <c:v>99.978427895981099</c:v>
                </c:pt>
                <c:pt idx="1887">
                  <c:v>99.978206264775409</c:v>
                </c:pt>
                <c:pt idx="1888">
                  <c:v>99.978040041371159</c:v>
                </c:pt>
                <c:pt idx="1889">
                  <c:v>99.978076979905438</c:v>
                </c:pt>
                <c:pt idx="1890">
                  <c:v>99.978243203309688</c:v>
                </c:pt>
                <c:pt idx="1891">
                  <c:v>99.977947695035468</c:v>
                </c:pt>
                <c:pt idx="1892">
                  <c:v>99.977892287234056</c:v>
                </c:pt>
                <c:pt idx="1893">
                  <c:v>99.978113918439732</c:v>
                </c:pt>
                <c:pt idx="1894">
                  <c:v>99.978206264775409</c:v>
                </c:pt>
                <c:pt idx="1895">
                  <c:v>99.977707594562645</c:v>
                </c:pt>
                <c:pt idx="1896">
                  <c:v>99.977356678487013</c:v>
                </c:pt>
                <c:pt idx="1897">
                  <c:v>99.977541371158381</c:v>
                </c:pt>
                <c:pt idx="1898">
                  <c:v>99.97800310283688</c:v>
                </c:pt>
                <c:pt idx="1899">
                  <c:v>99.977689125295512</c:v>
                </c:pt>
                <c:pt idx="1900">
                  <c:v>99.977615248226954</c:v>
                </c:pt>
                <c:pt idx="1901">
                  <c:v>99.97728280141844</c:v>
                </c:pt>
                <c:pt idx="1902">
                  <c:v>99.97724586288416</c:v>
                </c:pt>
                <c:pt idx="1903">
                  <c:v>99.977541371158381</c:v>
                </c:pt>
                <c:pt idx="1904">
                  <c:v>99.977375147754131</c:v>
                </c:pt>
                <c:pt idx="1905">
                  <c:v>99.977042700945645</c:v>
                </c:pt>
                <c:pt idx="1906">
                  <c:v>99.977098108747043</c:v>
                </c:pt>
                <c:pt idx="1907">
                  <c:v>99.97728280141844</c:v>
                </c:pt>
                <c:pt idx="1908">
                  <c:v>99.97724586288416</c:v>
                </c:pt>
                <c:pt idx="1909">
                  <c:v>99.976488622931441</c:v>
                </c:pt>
                <c:pt idx="1910">
                  <c:v>99.976507092198574</c:v>
                </c:pt>
                <c:pt idx="1911">
                  <c:v>99.976617907801426</c:v>
                </c:pt>
                <c:pt idx="1912">
                  <c:v>99.976691784869971</c:v>
                </c:pt>
                <c:pt idx="1913">
                  <c:v>99.976654846335705</c:v>
                </c:pt>
                <c:pt idx="1914">
                  <c:v>99.976359338061471</c:v>
                </c:pt>
                <c:pt idx="1915">
                  <c:v>99.9762300531915</c:v>
                </c:pt>
                <c:pt idx="1916">
                  <c:v>99.976470153664295</c:v>
                </c:pt>
                <c:pt idx="1917">
                  <c:v>99.976322399527191</c:v>
                </c:pt>
                <c:pt idx="1918">
                  <c:v>99.9762300531915</c:v>
                </c:pt>
                <c:pt idx="1919">
                  <c:v>99.976174645390074</c:v>
                </c:pt>
                <c:pt idx="1920">
                  <c:v>99.976470153664295</c:v>
                </c:pt>
                <c:pt idx="1921">
                  <c:v>99.976654846335705</c:v>
                </c:pt>
                <c:pt idx="1922">
                  <c:v>99.976470153664295</c:v>
                </c:pt>
                <c:pt idx="1923">
                  <c:v>99.975971483451531</c:v>
                </c:pt>
                <c:pt idx="1924">
                  <c:v>99.975953014184398</c:v>
                </c:pt>
                <c:pt idx="1925">
                  <c:v>99.975989952718678</c:v>
                </c:pt>
                <c:pt idx="1926">
                  <c:v>99.976285460992912</c:v>
                </c:pt>
                <c:pt idx="1927">
                  <c:v>99.976045360520104</c:v>
                </c:pt>
                <c:pt idx="1928">
                  <c:v>99.975916075650133</c:v>
                </c:pt>
                <c:pt idx="1929">
                  <c:v>99.975860667848707</c:v>
                </c:pt>
                <c:pt idx="1930">
                  <c:v>99.975749852245869</c:v>
                </c:pt>
                <c:pt idx="1931">
                  <c:v>99.97550975177306</c:v>
                </c:pt>
                <c:pt idx="1932">
                  <c:v>99.975177304964546</c:v>
                </c:pt>
                <c:pt idx="1933">
                  <c:v>99.975066489361694</c:v>
                </c:pt>
                <c:pt idx="1934">
                  <c:v>99.975361997635943</c:v>
                </c:pt>
                <c:pt idx="1935">
                  <c:v>99.97550975177306</c:v>
                </c:pt>
                <c:pt idx="1936">
                  <c:v>99.975269651300238</c:v>
                </c:pt>
                <c:pt idx="1937">
                  <c:v>99.975011081560297</c:v>
                </c:pt>
                <c:pt idx="1938">
                  <c:v>99.975195774231679</c:v>
                </c:pt>
                <c:pt idx="1939">
                  <c:v>99.97550975177306</c:v>
                </c:pt>
                <c:pt idx="1940">
                  <c:v>99.975472813238767</c:v>
                </c:pt>
                <c:pt idx="1941">
                  <c:v>99.975066489361694</c:v>
                </c:pt>
                <c:pt idx="1942">
                  <c:v>99.974974143026017</c:v>
                </c:pt>
                <c:pt idx="1943">
                  <c:v>99.975066489361694</c:v>
                </c:pt>
                <c:pt idx="1944">
                  <c:v>99.975232712765958</c:v>
                </c:pt>
                <c:pt idx="1945">
                  <c:v>99.974881796690312</c:v>
                </c:pt>
                <c:pt idx="1946">
                  <c:v>99.974660165484636</c:v>
                </c:pt>
                <c:pt idx="1947">
                  <c:v>99.9748263888889</c:v>
                </c:pt>
                <c:pt idx="1948">
                  <c:v>99.975140366430267</c:v>
                </c:pt>
                <c:pt idx="1949">
                  <c:v>99.974900265957444</c:v>
                </c:pt>
                <c:pt idx="1950">
                  <c:v>99.974697104018915</c:v>
                </c:pt>
                <c:pt idx="1951">
                  <c:v>99.974586288416077</c:v>
                </c:pt>
                <c:pt idx="1952">
                  <c:v>99.974881796690312</c:v>
                </c:pt>
                <c:pt idx="1953">
                  <c:v>99.97495567375887</c:v>
                </c:pt>
                <c:pt idx="1954">
                  <c:v>99.974807919621753</c:v>
                </c:pt>
                <c:pt idx="1955">
                  <c:v>99.974475472813253</c:v>
                </c:pt>
                <c:pt idx="1956">
                  <c:v>99.974512411347533</c:v>
                </c:pt>
                <c:pt idx="1957">
                  <c:v>99.974530880614651</c:v>
                </c:pt>
                <c:pt idx="1958">
                  <c:v>99.974346187943269</c:v>
                </c:pt>
                <c:pt idx="1959">
                  <c:v>99.973884456264784</c:v>
                </c:pt>
                <c:pt idx="1960">
                  <c:v>99.974087618203313</c:v>
                </c:pt>
                <c:pt idx="1961">
                  <c:v>99.974179964539019</c:v>
                </c:pt>
                <c:pt idx="1962">
                  <c:v>99.974346187943269</c:v>
                </c:pt>
                <c:pt idx="1963">
                  <c:v>99.97393986406621</c:v>
                </c:pt>
                <c:pt idx="1964">
                  <c:v>99.97355200945627</c:v>
                </c:pt>
                <c:pt idx="1965">
                  <c:v>99.973921394799063</c:v>
                </c:pt>
                <c:pt idx="1966">
                  <c:v>99.973884456264784</c:v>
                </c:pt>
                <c:pt idx="1967">
                  <c:v>99.973847517730505</c:v>
                </c:pt>
                <c:pt idx="1968">
                  <c:v>99.97338578605202</c:v>
                </c:pt>
                <c:pt idx="1969">
                  <c:v>99.973034869976345</c:v>
                </c:pt>
                <c:pt idx="1970">
                  <c:v>99.973367316784874</c:v>
                </c:pt>
                <c:pt idx="1971">
                  <c:v>99.973293439716315</c:v>
                </c:pt>
                <c:pt idx="1972">
                  <c:v>99.973108747044932</c:v>
                </c:pt>
                <c:pt idx="1973">
                  <c:v>99.972850177304977</c:v>
                </c:pt>
                <c:pt idx="1974">
                  <c:v>99.973219562647756</c:v>
                </c:pt>
                <c:pt idx="1975">
                  <c:v>99.973219562647756</c:v>
                </c:pt>
                <c:pt idx="1976">
                  <c:v>99.973293439716315</c:v>
                </c:pt>
                <c:pt idx="1977">
                  <c:v>99.973108747044932</c:v>
                </c:pt>
                <c:pt idx="1978">
                  <c:v>99.973293439716315</c:v>
                </c:pt>
                <c:pt idx="1979">
                  <c:v>99.973459663120565</c:v>
                </c:pt>
                <c:pt idx="1980">
                  <c:v>99.973367316784874</c:v>
                </c:pt>
                <c:pt idx="1981">
                  <c:v>99.972739361702139</c:v>
                </c:pt>
                <c:pt idx="1982">
                  <c:v>99.972480791962184</c:v>
                </c:pt>
                <c:pt idx="1983">
                  <c:v>99.972406914893625</c:v>
                </c:pt>
                <c:pt idx="1984">
                  <c:v>99.972388445626478</c:v>
                </c:pt>
                <c:pt idx="1985">
                  <c:v>99.972074468085111</c:v>
                </c:pt>
                <c:pt idx="1986">
                  <c:v>99.971945183215141</c:v>
                </c:pt>
                <c:pt idx="1987">
                  <c:v>99.97198212174942</c:v>
                </c:pt>
                <c:pt idx="1988">
                  <c:v>99.972259160756508</c:v>
                </c:pt>
                <c:pt idx="1989">
                  <c:v>99.972185283687935</c:v>
                </c:pt>
                <c:pt idx="1990">
                  <c:v>99.972000591016538</c:v>
                </c:pt>
                <c:pt idx="1991">
                  <c:v>99.971742021276597</c:v>
                </c:pt>
                <c:pt idx="1992">
                  <c:v>99.971926713947994</c:v>
                </c:pt>
                <c:pt idx="1993">
                  <c:v>99.971778959810877</c:v>
                </c:pt>
                <c:pt idx="1994">
                  <c:v>99.971723552009465</c:v>
                </c:pt>
                <c:pt idx="1995">
                  <c:v>99.971483451536642</c:v>
                </c:pt>
                <c:pt idx="1996">
                  <c:v>99.971464982269495</c:v>
                </c:pt>
                <c:pt idx="1997">
                  <c:v>99.971575797872347</c:v>
                </c:pt>
                <c:pt idx="1998">
                  <c:v>99.971612736406627</c:v>
                </c:pt>
                <c:pt idx="1999">
                  <c:v>99.971224881796701</c:v>
                </c:pt>
                <c:pt idx="2000">
                  <c:v>99.971187943262422</c:v>
                </c:pt>
                <c:pt idx="2001">
                  <c:v>99.971372635933804</c:v>
                </c:pt>
                <c:pt idx="2002">
                  <c:v>99.971335697399539</c:v>
                </c:pt>
                <c:pt idx="2003">
                  <c:v>99.971021719858157</c:v>
                </c:pt>
                <c:pt idx="2004">
                  <c:v>99.970966312056731</c:v>
                </c:pt>
                <c:pt idx="2005">
                  <c:v>99.970781619385349</c:v>
                </c:pt>
                <c:pt idx="2006">
                  <c:v>99.970818557919628</c:v>
                </c:pt>
                <c:pt idx="2007">
                  <c:v>99.970855496453908</c:v>
                </c:pt>
                <c:pt idx="2008">
                  <c:v>99.970596926713952</c:v>
                </c:pt>
                <c:pt idx="2009">
                  <c:v>99.97054151891254</c:v>
                </c:pt>
                <c:pt idx="2010">
                  <c:v>99.970689273049658</c:v>
                </c:pt>
                <c:pt idx="2011">
                  <c:v>99.97070774231679</c:v>
                </c:pt>
                <c:pt idx="2012">
                  <c:v>99.970559988179659</c:v>
                </c:pt>
                <c:pt idx="2013">
                  <c:v>99.97035682624113</c:v>
                </c:pt>
                <c:pt idx="2014">
                  <c:v>99.970430703309688</c:v>
                </c:pt>
                <c:pt idx="2015">
                  <c:v>99.970319887706864</c:v>
                </c:pt>
                <c:pt idx="2016">
                  <c:v>99.970246010638292</c:v>
                </c:pt>
                <c:pt idx="2017">
                  <c:v>99.970005910165497</c:v>
                </c:pt>
                <c:pt idx="2018">
                  <c:v>99.969599586288425</c:v>
                </c:pt>
                <c:pt idx="2019">
                  <c:v>99.969673463356983</c:v>
                </c:pt>
                <c:pt idx="2020">
                  <c:v>99.969821217494086</c:v>
                </c:pt>
                <c:pt idx="2021">
                  <c:v>99.969414893617028</c:v>
                </c:pt>
                <c:pt idx="2022">
                  <c:v>99.969433362884175</c:v>
                </c:pt>
                <c:pt idx="2023">
                  <c:v>99.969248670212778</c:v>
                </c:pt>
                <c:pt idx="2024">
                  <c:v>99.969525709219852</c:v>
                </c:pt>
                <c:pt idx="2025">
                  <c:v>99.969451832151307</c:v>
                </c:pt>
                <c:pt idx="2026">
                  <c:v>99.969156323877073</c:v>
                </c:pt>
                <c:pt idx="2027">
                  <c:v>99.969082446808514</c:v>
                </c:pt>
                <c:pt idx="2028">
                  <c:v>99.969156323877073</c:v>
                </c:pt>
                <c:pt idx="2029">
                  <c:v>99.969193262411352</c:v>
                </c:pt>
                <c:pt idx="2030">
                  <c:v>99.969082446808514</c:v>
                </c:pt>
                <c:pt idx="2031">
                  <c:v>99.968676122931441</c:v>
                </c:pt>
                <c:pt idx="2032">
                  <c:v>99.968676122931441</c:v>
                </c:pt>
                <c:pt idx="2033">
                  <c:v>99.968897754137117</c:v>
                </c:pt>
                <c:pt idx="2034">
                  <c:v>99.968879284869985</c:v>
                </c:pt>
                <c:pt idx="2035">
                  <c:v>99.968786938534279</c:v>
                </c:pt>
                <c:pt idx="2036">
                  <c:v>99.968436022458633</c:v>
                </c:pt>
                <c:pt idx="2037">
                  <c:v>99.968417553191486</c:v>
                </c:pt>
                <c:pt idx="2038">
                  <c:v>99.968676122931441</c:v>
                </c:pt>
                <c:pt idx="2039">
                  <c:v>99.968380614657221</c:v>
                </c:pt>
                <c:pt idx="2040">
                  <c:v>99.968122044917266</c:v>
                </c:pt>
                <c:pt idx="2041">
                  <c:v>99.968029698581574</c:v>
                </c:pt>
                <c:pt idx="2042">
                  <c:v>99.968232860520104</c:v>
                </c:pt>
                <c:pt idx="2043">
                  <c:v>99.968066637115854</c:v>
                </c:pt>
                <c:pt idx="2044">
                  <c:v>99.967678782505914</c:v>
                </c:pt>
                <c:pt idx="2045">
                  <c:v>99.967586436170208</c:v>
                </c:pt>
                <c:pt idx="2046">
                  <c:v>99.967881944444443</c:v>
                </c:pt>
                <c:pt idx="2047">
                  <c:v>99.96786347517731</c:v>
                </c:pt>
                <c:pt idx="2048">
                  <c:v>99.967789598108752</c:v>
                </c:pt>
                <c:pt idx="2049">
                  <c:v>99.967475620567384</c:v>
                </c:pt>
                <c:pt idx="2050">
                  <c:v>99.96714317375887</c:v>
                </c:pt>
                <c:pt idx="2051">
                  <c:v>99.967401743498826</c:v>
                </c:pt>
                <c:pt idx="2052">
                  <c:v>99.967438682033105</c:v>
                </c:pt>
                <c:pt idx="2053">
                  <c:v>99.967124704491724</c:v>
                </c:pt>
                <c:pt idx="2054">
                  <c:v>99.966976950354621</c:v>
                </c:pt>
                <c:pt idx="2055">
                  <c:v>99.967124704491724</c:v>
                </c:pt>
                <c:pt idx="2056">
                  <c:v>99.96714317375887</c:v>
                </c:pt>
                <c:pt idx="2057">
                  <c:v>99.966940011820341</c:v>
                </c:pt>
                <c:pt idx="2058">
                  <c:v>99.966570626477548</c:v>
                </c:pt>
                <c:pt idx="2059">
                  <c:v>99.966681442080386</c:v>
                </c:pt>
                <c:pt idx="2060">
                  <c:v>99.96679225768321</c:v>
                </c:pt>
                <c:pt idx="2061">
                  <c:v>99.966810726950357</c:v>
                </c:pt>
                <c:pt idx="2062">
                  <c:v>99.966348995271872</c:v>
                </c:pt>
                <c:pt idx="2063">
                  <c:v>99.966201241134755</c:v>
                </c:pt>
                <c:pt idx="2064">
                  <c:v>99.966348995271872</c:v>
                </c:pt>
                <c:pt idx="2065">
                  <c:v>99.966385933806151</c:v>
                </c:pt>
                <c:pt idx="2066">
                  <c:v>99.96612736406621</c:v>
                </c:pt>
                <c:pt idx="2067">
                  <c:v>99.965850325059108</c:v>
                </c:pt>
                <c:pt idx="2068">
                  <c:v>99.965979609929079</c:v>
                </c:pt>
                <c:pt idx="2069">
                  <c:v>99.966275118203313</c:v>
                </c:pt>
                <c:pt idx="2070">
                  <c:v>99.966090425531917</c:v>
                </c:pt>
                <c:pt idx="2071">
                  <c:v>99.965942671394799</c:v>
                </c:pt>
                <c:pt idx="2072">
                  <c:v>99.965942671394799</c:v>
                </c:pt>
                <c:pt idx="2073">
                  <c:v>99.965998079196225</c:v>
                </c:pt>
                <c:pt idx="2074">
                  <c:v>99.966053486997623</c:v>
                </c:pt>
                <c:pt idx="2075">
                  <c:v>99.965850325059108</c:v>
                </c:pt>
                <c:pt idx="2076">
                  <c:v>99.965684101654844</c:v>
                </c:pt>
                <c:pt idx="2077">
                  <c:v>99.965702570921991</c:v>
                </c:pt>
                <c:pt idx="2078">
                  <c:v>99.965702570921991</c:v>
                </c:pt>
                <c:pt idx="2079">
                  <c:v>99.965794917257682</c:v>
                </c:pt>
                <c:pt idx="2080">
                  <c:v>99.965425531914889</c:v>
                </c:pt>
                <c:pt idx="2081">
                  <c:v>99.965240839243506</c:v>
                </c:pt>
                <c:pt idx="2082">
                  <c:v>99.965536347517741</c:v>
                </c:pt>
                <c:pt idx="2083">
                  <c:v>99.965166962174948</c:v>
                </c:pt>
                <c:pt idx="2084">
                  <c:v>99.964945330969272</c:v>
                </c:pt>
                <c:pt idx="2085">
                  <c:v>99.965019208037816</c:v>
                </c:pt>
                <c:pt idx="2086">
                  <c:v>99.965000738770698</c:v>
                </c:pt>
                <c:pt idx="2087">
                  <c:v>99.965093085106389</c:v>
                </c:pt>
                <c:pt idx="2088">
                  <c:v>99.964686761229316</c:v>
                </c:pt>
                <c:pt idx="2089">
                  <c:v>99.964280437352244</c:v>
                </c:pt>
                <c:pt idx="2090">
                  <c:v>99.964354314420802</c:v>
                </c:pt>
                <c:pt idx="2091">
                  <c:v>99.964446660756494</c:v>
                </c:pt>
                <c:pt idx="2092">
                  <c:v>99.964354314420802</c:v>
                </c:pt>
                <c:pt idx="2093">
                  <c:v>99.964280437352244</c:v>
                </c:pt>
                <c:pt idx="2094">
                  <c:v>99.964151152482273</c:v>
                </c:pt>
                <c:pt idx="2095">
                  <c:v>99.964095744680861</c:v>
                </c:pt>
                <c:pt idx="2096">
                  <c:v>99.96411421394798</c:v>
                </c:pt>
                <c:pt idx="2097">
                  <c:v>99.963763297872347</c:v>
                </c:pt>
                <c:pt idx="2098">
                  <c:v>99.963689420803775</c:v>
                </c:pt>
                <c:pt idx="2099">
                  <c:v>99.96361554373523</c:v>
                </c:pt>
                <c:pt idx="2100">
                  <c:v>99.964021867612288</c:v>
                </c:pt>
                <c:pt idx="2101">
                  <c:v>99.964003398345156</c:v>
                </c:pt>
                <c:pt idx="2102">
                  <c:v>99.963744828605201</c:v>
                </c:pt>
                <c:pt idx="2103">
                  <c:v>99.963541666666671</c:v>
                </c:pt>
                <c:pt idx="2104">
                  <c:v>99.96361554373523</c:v>
                </c:pt>
                <c:pt idx="2105">
                  <c:v>99.963726359338068</c:v>
                </c:pt>
                <c:pt idx="2106">
                  <c:v>99.96361554373523</c:v>
                </c:pt>
                <c:pt idx="2107">
                  <c:v>99.963467789598113</c:v>
                </c:pt>
                <c:pt idx="2108">
                  <c:v>99.963578605200937</c:v>
                </c:pt>
                <c:pt idx="2109">
                  <c:v>99.963763297872347</c:v>
                </c:pt>
                <c:pt idx="2110">
                  <c:v>99.963652482269509</c:v>
                </c:pt>
                <c:pt idx="2111">
                  <c:v>99.963283096926716</c:v>
                </c:pt>
                <c:pt idx="2112">
                  <c:v>99.963006057919628</c:v>
                </c:pt>
                <c:pt idx="2113">
                  <c:v>99.962969119385349</c:v>
                </c:pt>
                <c:pt idx="2114">
                  <c:v>99.962858303782511</c:v>
                </c:pt>
                <c:pt idx="2115">
                  <c:v>99.96254432624113</c:v>
                </c:pt>
                <c:pt idx="2116">
                  <c:v>99.962193410165483</c:v>
                </c:pt>
                <c:pt idx="2117">
                  <c:v>99.962101063829792</c:v>
                </c:pt>
                <c:pt idx="2118">
                  <c:v>99.962285756501174</c:v>
                </c:pt>
                <c:pt idx="2119">
                  <c:v>99.96221187943263</c:v>
                </c:pt>
                <c:pt idx="2120">
                  <c:v>99.961879432624116</c:v>
                </c:pt>
                <c:pt idx="2121">
                  <c:v>99.961694739952719</c:v>
                </c:pt>
                <c:pt idx="2122">
                  <c:v>99.961842494089836</c:v>
                </c:pt>
                <c:pt idx="2123">
                  <c:v>99.961934840425542</c:v>
                </c:pt>
                <c:pt idx="2124">
                  <c:v>99.961916371158395</c:v>
                </c:pt>
                <c:pt idx="2125">
                  <c:v>99.961694739952719</c:v>
                </c:pt>
                <c:pt idx="2126">
                  <c:v>99.961620862884175</c:v>
                </c:pt>
                <c:pt idx="2127">
                  <c:v>99.961768617021278</c:v>
                </c:pt>
                <c:pt idx="2128">
                  <c:v>99.961620862884175</c:v>
                </c:pt>
                <c:pt idx="2129">
                  <c:v>99.961325354609926</c:v>
                </c:pt>
                <c:pt idx="2130">
                  <c:v>99.961085254137117</c:v>
                </c:pt>
                <c:pt idx="2131">
                  <c:v>99.961325354609926</c:v>
                </c:pt>
                <c:pt idx="2132">
                  <c:v>99.961528516548469</c:v>
                </c:pt>
                <c:pt idx="2133">
                  <c:v>99.961214539007088</c:v>
                </c:pt>
                <c:pt idx="2134">
                  <c:v>99.960863622931456</c:v>
                </c:pt>
                <c:pt idx="2135">
                  <c:v>99.96077127659575</c:v>
                </c:pt>
                <c:pt idx="2136">
                  <c:v>99.960752807328618</c:v>
                </c:pt>
                <c:pt idx="2137">
                  <c:v>99.960882092198574</c:v>
                </c:pt>
                <c:pt idx="2138">
                  <c:v>99.960438829787236</c:v>
                </c:pt>
                <c:pt idx="2139">
                  <c:v>99.96021719858156</c:v>
                </c:pt>
                <c:pt idx="2140">
                  <c:v>99.960180260047281</c:v>
                </c:pt>
                <c:pt idx="2141">
                  <c:v>99.960180260047281</c:v>
                </c:pt>
                <c:pt idx="2142">
                  <c:v>99.960161790780148</c:v>
                </c:pt>
                <c:pt idx="2143">
                  <c:v>99.959847813238767</c:v>
                </c:pt>
                <c:pt idx="2144">
                  <c:v>99.959773936170222</c:v>
                </c:pt>
                <c:pt idx="2145">
                  <c:v>99.960106382978722</c:v>
                </c:pt>
                <c:pt idx="2146">
                  <c:v>99.960106382978722</c:v>
                </c:pt>
                <c:pt idx="2147">
                  <c:v>99.959810874704488</c:v>
                </c:pt>
                <c:pt idx="2148">
                  <c:v>99.959459958628855</c:v>
                </c:pt>
                <c:pt idx="2149">
                  <c:v>99.959570774231679</c:v>
                </c:pt>
                <c:pt idx="2150">
                  <c:v>99.959958628841619</c:v>
                </c:pt>
                <c:pt idx="2151">
                  <c:v>99.959681589834517</c:v>
                </c:pt>
                <c:pt idx="2152">
                  <c:v>99.959238327423179</c:v>
                </c:pt>
                <c:pt idx="2153">
                  <c:v>99.959386081560297</c:v>
                </c:pt>
                <c:pt idx="2154">
                  <c:v>99.959515366430267</c:v>
                </c:pt>
                <c:pt idx="2155">
                  <c:v>99.95949689716312</c:v>
                </c:pt>
                <c:pt idx="2156">
                  <c:v>99.959127511820327</c:v>
                </c:pt>
                <c:pt idx="2157">
                  <c:v>99.958665780141843</c:v>
                </c:pt>
                <c:pt idx="2158">
                  <c:v>99.95881353427896</c:v>
                </c:pt>
                <c:pt idx="2159">
                  <c:v>99.958961288416077</c:v>
                </c:pt>
                <c:pt idx="2160">
                  <c:v>99.958628841607563</c:v>
                </c:pt>
                <c:pt idx="2161">
                  <c:v>99.958148640661932</c:v>
                </c:pt>
                <c:pt idx="2162">
                  <c:v>99.957908540189123</c:v>
                </c:pt>
                <c:pt idx="2163">
                  <c:v>99.958277925531917</c:v>
                </c:pt>
                <c:pt idx="2164">
                  <c:v>99.958240986997637</c:v>
                </c:pt>
                <c:pt idx="2165">
                  <c:v>99.957890070921991</c:v>
                </c:pt>
                <c:pt idx="2166">
                  <c:v>99.957705378250594</c:v>
                </c:pt>
                <c:pt idx="2167">
                  <c:v>99.957853132387726</c:v>
                </c:pt>
                <c:pt idx="2168">
                  <c:v>99.957890070921991</c:v>
                </c:pt>
                <c:pt idx="2169">
                  <c:v>99.957631501182036</c:v>
                </c:pt>
                <c:pt idx="2170">
                  <c:v>99.957132830969257</c:v>
                </c:pt>
                <c:pt idx="2171">
                  <c:v>99.957151300236418</c:v>
                </c:pt>
                <c:pt idx="2172">
                  <c:v>99.957262115839256</c:v>
                </c:pt>
                <c:pt idx="2173">
                  <c:v>99.95740986997636</c:v>
                </c:pt>
                <c:pt idx="2174">
                  <c:v>99.956985076832154</c:v>
                </c:pt>
                <c:pt idx="2175">
                  <c:v>99.956726507092213</c:v>
                </c:pt>
                <c:pt idx="2176">
                  <c:v>99.956781914893625</c:v>
                </c:pt>
                <c:pt idx="2177">
                  <c:v>99.956892730496463</c:v>
                </c:pt>
                <c:pt idx="2178">
                  <c:v>99.956726507092213</c:v>
                </c:pt>
                <c:pt idx="2179">
                  <c:v>99.956467937352244</c:v>
                </c:pt>
                <c:pt idx="2180">
                  <c:v>99.956227836879435</c:v>
                </c:pt>
                <c:pt idx="2181">
                  <c:v>99.956375591016538</c:v>
                </c:pt>
                <c:pt idx="2182">
                  <c:v>99.956190898345156</c:v>
                </c:pt>
                <c:pt idx="2183">
                  <c:v>99.955932328605201</c:v>
                </c:pt>
                <c:pt idx="2184">
                  <c:v>99.955673758865245</c:v>
                </c:pt>
                <c:pt idx="2185">
                  <c:v>99.955562943262407</c:v>
                </c:pt>
                <c:pt idx="2186">
                  <c:v>99.955766105200951</c:v>
                </c:pt>
                <c:pt idx="2187">
                  <c:v>99.955562943262407</c:v>
                </c:pt>
                <c:pt idx="2188">
                  <c:v>99.955156619385349</c:v>
                </c:pt>
                <c:pt idx="2189">
                  <c:v>99.955193557919628</c:v>
                </c:pt>
                <c:pt idx="2190">
                  <c:v>99.955470596926716</c:v>
                </c:pt>
                <c:pt idx="2191">
                  <c:v>99.955673758865245</c:v>
                </c:pt>
                <c:pt idx="2192">
                  <c:v>99.955230496453908</c:v>
                </c:pt>
                <c:pt idx="2193">
                  <c:v>99.954990395981085</c:v>
                </c:pt>
                <c:pt idx="2194">
                  <c:v>99.955193557919628</c:v>
                </c:pt>
                <c:pt idx="2195">
                  <c:v>99.955452127659584</c:v>
                </c:pt>
                <c:pt idx="2196">
                  <c:v>99.954971926713938</c:v>
                </c:pt>
                <c:pt idx="2197">
                  <c:v>99.954731826241144</c:v>
                </c:pt>
                <c:pt idx="2198">
                  <c:v>99.954676418439718</c:v>
                </c:pt>
                <c:pt idx="2199">
                  <c:v>99.95495345744682</c:v>
                </c:pt>
                <c:pt idx="2200">
                  <c:v>99.954768764775409</c:v>
                </c:pt>
                <c:pt idx="2201">
                  <c:v>99.95436244089835</c:v>
                </c:pt>
                <c:pt idx="2202">
                  <c:v>99.954307033096924</c:v>
                </c:pt>
                <c:pt idx="2203">
                  <c:v>99.954491725768321</c:v>
                </c:pt>
                <c:pt idx="2204">
                  <c:v>99.95436244089835</c:v>
                </c:pt>
                <c:pt idx="2205">
                  <c:v>99.954085401891263</c:v>
                </c:pt>
                <c:pt idx="2206">
                  <c:v>99.953716016548469</c:v>
                </c:pt>
                <c:pt idx="2207">
                  <c:v>99.954011524822704</c:v>
                </c:pt>
                <c:pt idx="2208">
                  <c:v>99.954233156028366</c:v>
                </c:pt>
                <c:pt idx="2209">
                  <c:v>99.953956117021278</c:v>
                </c:pt>
                <c:pt idx="2210">
                  <c:v>99.953642139479911</c:v>
                </c:pt>
                <c:pt idx="2211">
                  <c:v>99.953402039007088</c:v>
                </c:pt>
                <c:pt idx="2212">
                  <c:v>99.95367907801419</c:v>
                </c:pt>
                <c:pt idx="2213">
                  <c:v>99.953716016548469</c:v>
                </c:pt>
                <c:pt idx="2214">
                  <c:v>99.953180407801426</c:v>
                </c:pt>
                <c:pt idx="2215">
                  <c:v>99.952921838061471</c:v>
                </c:pt>
                <c:pt idx="2216">
                  <c:v>99.952977245862897</c:v>
                </c:pt>
                <c:pt idx="2217">
                  <c:v>99.953088061465721</c:v>
                </c:pt>
                <c:pt idx="2218">
                  <c:v>99.953051122931441</c:v>
                </c:pt>
                <c:pt idx="2219">
                  <c:v>99.952903368794324</c:v>
                </c:pt>
                <c:pt idx="2220">
                  <c:v>99.952570921985824</c:v>
                </c:pt>
                <c:pt idx="2221">
                  <c:v>99.952460106382972</c:v>
                </c:pt>
                <c:pt idx="2222">
                  <c:v>99.952127659574472</c:v>
                </c:pt>
                <c:pt idx="2223">
                  <c:v>99.952016843971634</c:v>
                </c:pt>
                <c:pt idx="2224">
                  <c:v>99.951758274231679</c:v>
                </c:pt>
                <c:pt idx="2225">
                  <c:v>99.951998374704488</c:v>
                </c:pt>
                <c:pt idx="2226">
                  <c:v>99.952330821513002</c:v>
                </c:pt>
                <c:pt idx="2227">
                  <c:v>99.952293882978722</c:v>
                </c:pt>
                <c:pt idx="2228">
                  <c:v>99.951979905437355</c:v>
                </c:pt>
                <c:pt idx="2229">
                  <c:v>99.951961436170208</c:v>
                </c:pt>
                <c:pt idx="2230">
                  <c:v>99.951961436170208</c:v>
                </c:pt>
                <c:pt idx="2231">
                  <c:v>99.951998374704488</c:v>
                </c:pt>
                <c:pt idx="2232">
                  <c:v>99.951425827423165</c:v>
                </c:pt>
                <c:pt idx="2233">
                  <c:v>99.951259604018915</c:v>
                </c:pt>
                <c:pt idx="2234">
                  <c:v>99.951278073286048</c:v>
                </c:pt>
                <c:pt idx="2235">
                  <c:v>99.951499704491724</c:v>
                </c:pt>
                <c:pt idx="2236">
                  <c:v>99.951278073286048</c:v>
                </c:pt>
                <c:pt idx="2237">
                  <c:v>99.950853280141843</c:v>
                </c:pt>
                <c:pt idx="2238">
                  <c:v>99.950779403073298</c:v>
                </c:pt>
                <c:pt idx="2239">
                  <c:v>99.950834810874696</c:v>
                </c:pt>
                <c:pt idx="2240">
                  <c:v>99.950650118203313</c:v>
                </c:pt>
                <c:pt idx="2241">
                  <c:v>99.950299202127653</c:v>
                </c:pt>
                <c:pt idx="2242">
                  <c:v>99.95011450945627</c:v>
                </c:pt>
                <c:pt idx="2243">
                  <c:v>99.950132978723403</c:v>
                </c:pt>
                <c:pt idx="2244">
                  <c:v>99.950243794326241</c:v>
                </c:pt>
                <c:pt idx="2245">
                  <c:v>99.950040632387712</c:v>
                </c:pt>
                <c:pt idx="2246">
                  <c:v>99.949837470449182</c:v>
                </c:pt>
                <c:pt idx="2247">
                  <c:v>99.949689716312065</c:v>
                </c:pt>
                <c:pt idx="2248">
                  <c:v>99.949615839243506</c:v>
                </c:pt>
                <c:pt idx="2249">
                  <c:v>99.949615839243506</c:v>
                </c:pt>
                <c:pt idx="2250">
                  <c:v>99.949135638297875</c:v>
                </c:pt>
                <c:pt idx="2251">
                  <c:v>99.949135638297875</c:v>
                </c:pt>
                <c:pt idx="2252">
                  <c:v>99.949209515366434</c:v>
                </c:pt>
                <c:pt idx="2253">
                  <c:v>99.949135638297875</c:v>
                </c:pt>
                <c:pt idx="2254">
                  <c:v>99.948950945626478</c:v>
                </c:pt>
                <c:pt idx="2255">
                  <c:v>99.948950945626478</c:v>
                </c:pt>
                <c:pt idx="2256">
                  <c:v>99.948673906619391</c:v>
                </c:pt>
                <c:pt idx="2257">
                  <c:v>99.948840130023655</c:v>
                </c:pt>
                <c:pt idx="2258">
                  <c:v>99.948618498817964</c:v>
                </c:pt>
                <c:pt idx="2259">
                  <c:v>99.948396867612288</c:v>
                </c:pt>
                <c:pt idx="2260">
                  <c:v>99.948138297872347</c:v>
                </c:pt>
                <c:pt idx="2261">
                  <c:v>99.948249113475185</c:v>
                </c:pt>
                <c:pt idx="2262">
                  <c:v>99.948470744680861</c:v>
                </c:pt>
                <c:pt idx="2263">
                  <c:v>99.948101359338068</c:v>
                </c:pt>
                <c:pt idx="2264">
                  <c:v>99.947510342789599</c:v>
                </c:pt>
                <c:pt idx="2265">
                  <c:v>99.947639627659584</c:v>
                </c:pt>
                <c:pt idx="2266">
                  <c:v>99.947750443262422</c:v>
                </c:pt>
                <c:pt idx="2267">
                  <c:v>99.947768912529554</c:v>
                </c:pt>
                <c:pt idx="2268">
                  <c:v>99.947362588652481</c:v>
                </c:pt>
                <c:pt idx="2269">
                  <c:v>99.946993203309688</c:v>
                </c:pt>
                <c:pt idx="2270">
                  <c:v>99.947122488179673</c:v>
                </c:pt>
                <c:pt idx="2271">
                  <c:v>99.947473404255334</c:v>
                </c:pt>
                <c:pt idx="2272">
                  <c:v>99.947251773049643</c:v>
                </c:pt>
                <c:pt idx="2273">
                  <c:v>99.9467161643026</c:v>
                </c:pt>
                <c:pt idx="2274">
                  <c:v>99.94654994089835</c:v>
                </c:pt>
                <c:pt idx="2275">
                  <c:v>99.946734633569747</c:v>
                </c:pt>
                <c:pt idx="2276">
                  <c:v>99.946660756501188</c:v>
                </c:pt>
                <c:pt idx="2277">
                  <c:v>99.946402186761247</c:v>
                </c:pt>
                <c:pt idx="2278">
                  <c:v>99.946051270685572</c:v>
                </c:pt>
                <c:pt idx="2279">
                  <c:v>99.946051270685572</c:v>
                </c:pt>
                <c:pt idx="2280">
                  <c:v>99.946088209219866</c:v>
                </c:pt>
                <c:pt idx="2281">
                  <c:v>99.946069739952719</c:v>
                </c:pt>
                <c:pt idx="2282">
                  <c:v>99.94570035460994</c:v>
                </c:pt>
                <c:pt idx="2283">
                  <c:v>99.945644946808514</c:v>
                </c:pt>
                <c:pt idx="2284">
                  <c:v>99.945589539007102</c:v>
                </c:pt>
                <c:pt idx="2285">
                  <c:v>99.945608008274235</c:v>
                </c:pt>
                <c:pt idx="2286">
                  <c:v>99.945183215130029</c:v>
                </c:pt>
                <c:pt idx="2287">
                  <c:v>99.944943114657221</c:v>
                </c:pt>
                <c:pt idx="2288">
                  <c:v>99.945109338061471</c:v>
                </c:pt>
                <c:pt idx="2289">
                  <c:v>99.945072399527191</c:v>
                </c:pt>
                <c:pt idx="2290">
                  <c:v>99.944647606382986</c:v>
                </c:pt>
                <c:pt idx="2291">
                  <c:v>99.944481382978722</c:v>
                </c:pt>
                <c:pt idx="2292">
                  <c:v>99.944222813238767</c:v>
                </c:pt>
                <c:pt idx="2293">
                  <c:v>99.944481382978722</c:v>
                </c:pt>
                <c:pt idx="2294">
                  <c:v>99.944536790780148</c:v>
                </c:pt>
                <c:pt idx="2295">
                  <c:v>99.944241282505914</c:v>
                </c:pt>
                <c:pt idx="2296">
                  <c:v>99.943853427895974</c:v>
                </c:pt>
                <c:pt idx="2297">
                  <c:v>99.943927304964532</c:v>
                </c:pt>
                <c:pt idx="2298">
                  <c:v>99.94407505910165</c:v>
                </c:pt>
                <c:pt idx="2299">
                  <c:v>99.944001182033105</c:v>
                </c:pt>
                <c:pt idx="2300">
                  <c:v>99.943631796690312</c:v>
                </c:pt>
                <c:pt idx="2301">
                  <c:v>99.943557919621753</c:v>
                </c:pt>
                <c:pt idx="2302">
                  <c:v>99.943520981087474</c:v>
                </c:pt>
                <c:pt idx="2303">
                  <c:v>99.943484042553195</c:v>
                </c:pt>
                <c:pt idx="2304">
                  <c:v>99.943225472813239</c:v>
                </c:pt>
                <c:pt idx="2305">
                  <c:v>99.942893026004725</c:v>
                </c:pt>
                <c:pt idx="2306">
                  <c:v>99.942948433806151</c:v>
                </c:pt>
                <c:pt idx="2307">
                  <c:v>99.942911495271872</c:v>
                </c:pt>
                <c:pt idx="2308">
                  <c:v>99.942819148936167</c:v>
                </c:pt>
                <c:pt idx="2309">
                  <c:v>99.942689864066196</c:v>
                </c:pt>
                <c:pt idx="2310">
                  <c:v>99.942560579196225</c:v>
                </c:pt>
                <c:pt idx="2311">
                  <c:v>99.942745271867622</c:v>
                </c:pt>
                <c:pt idx="2312">
                  <c:v>99.942782210401887</c:v>
                </c:pt>
                <c:pt idx="2313">
                  <c:v>99.94246823286052</c:v>
                </c:pt>
                <c:pt idx="2314">
                  <c:v>99.942006501182036</c:v>
                </c:pt>
                <c:pt idx="2315">
                  <c:v>99.942080378250594</c:v>
                </c:pt>
                <c:pt idx="2316">
                  <c:v>99.942265070922005</c:v>
                </c:pt>
                <c:pt idx="2317">
                  <c:v>99.942320478723403</c:v>
                </c:pt>
                <c:pt idx="2318">
                  <c:v>99.941951093380609</c:v>
                </c:pt>
                <c:pt idx="2319">
                  <c:v>99.942024970449168</c:v>
                </c:pt>
                <c:pt idx="2320">
                  <c:v>99.941969562647756</c:v>
                </c:pt>
                <c:pt idx="2321">
                  <c:v>99.941969562647756</c:v>
                </c:pt>
                <c:pt idx="2322">
                  <c:v>99.941655585106375</c:v>
                </c:pt>
                <c:pt idx="2323">
                  <c:v>99.941378546099287</c:v>
                </c:pt>
                <c:pt idx="2324">
                  <c:v>99.941341607565022</c:v>
                </c:pt>
                <c:pt idx="2325">
                  <c:v>99.941452423167846</c:v>
                </c:pt>
                <c:pt idx="2326">
                  <c:v>99.941415484633566</c:v>
                </c:pt>
                <c:pt idx="2327">
                  <c:v>99.941009160756494</c:v>
                </c:pt>
                <c:pt idx="2328">
                  <c:v>99.940602836879435</c:v>
                </c:pt>
                <c:pt idx="2329">
                  <c:v>99.940639775413715</c:v>
                </c:pt>
                <c:pt idx="2330">
                  <c:v>99.940787529550818</c:v>
                </c:pt>
                <c:pt idx="2331">
                  <c:v>99.94034426713948</c:v>
                </c:pt>
                <c:pt idx="2332">
                  <c:v>99.939974881796687</c:v>
                </c:pt>
                <c:pt idx="2333">
                  <c:v>99.939974881796687</c:v>
                </c:pt>
                <c:pt idx="2334">
                  <c:v>99.940159574468083</c:v>
                </c:pt>
                <c:pt idx="2335">
                  <c:v>99.940196513002363</c:v>
                </c:pt>
                <c:pt idx="2336">
                  <c:v>99.939734781323892</c:v>
                </c:pt>
                <c:pt idx="2337">
                  <c:v>99.939642434988187</c:v>
                </c:pt>
                <c:pt idx="2338">
                  <c:v>99.939864066193863</c:v>
                </c:pt>
                <c:pt idx="2339">
                  <c:v>99.939937943262407</c:v>
                </c:pt>
                <c:pt idx="2340">
                  <c:v>99.939439273049643</c:v>
                </c:pt>
                <c:pt idx="2341">
                  <c:v>99.938885195035454</c:v>
                </c:pt>
                <c:pt idx="2342">
                  <c:v>99.938829787234056</c:v>
                </c:pt>
                <c:pt idx="2343">
                  <c:v>99.93906988770685</c:v>
                </c:pt>
                <c:pt idx="2344">
                  <c:v>99.938977541371159</c:v>
                </c:pt>
                <c:pt idx="2345">
                  <c:v>99.938792848699777</c:v>
                </c:pt>
                <c:pt idx="2346">
                  <c:v>99.938368055555557</c:v>
                </c:pt>
                <c:pt idx="2347">
                  <c:v>99.938571217494086</c:v>
                </c:pt>
                <c:pt idx="2348">
                  <c:v>99.938497340425542</c:v>
                </c:pt>
                <c:pt idx="2349">
                  <c:v>99.93834958628841</c:v>
                </c:pt>
                <c:pt idx="2350">
                  <c:v>99.938127955082749</c:v>
                </c:pt>
                <c:pt idx="2351">
                  <c:v>99.938072547281322</c:v>
                </c:pt>
                <c:pt idx="2352">
                  <c:v>99.938072547281322</c:v>
                </c:pt>
                <c:pt idx="2353">
                  <c:v>99.937943262411338</c:v>
                </c:pt>
                <c:pt idx="2354">
                  <c:v>99.937407653664295</c:v>
                </c:pt>
                <c:pt idx="2355">
                  <c:v>99.937426122931456</c:v>
                </c:pt>
                <c:pt idx="2356">
                  <c:v>99.937536938534279</c:v>
                </c:pt>
                <c:pt idx="2357">
                  <c:v>99.937407653664295</c:v>
                </c:pt>
                <c:pt idx="2358">
                  <c:v>99.937112145390074</c:v>
                </c:pt>
                <c:pt idx="2359">
                  <c:v>99.936724290780148</c:v>
                </c:pt>
                <c:pt idx="2360">
                  <c:v>99.93661347517731</c:v>
                </c:pt>
                <c:pt idx="2361">
                  <c:v>99.936687352245869</c:v>
                </c:pt>
                <c:pt idx="2362">
                  <c:v>99.9360963356974</c:v>
                </c:pt>
                <c:pt idx="2363">
                  <c:v>99.935800827423165</c:v>
                </c:pt>
                <c:pt idx="2364">
                  <c:v>99.935800827423165</c:v>
                </c:pt>
                <c:pt idx="2365">
                  <c:v>99.9360963356974</c:v>
                </c:pt>
                <c:pt idx="2366">
                  <c:v>99.936207151300238</c:v>
                </c:pt>
                <c:pt idx="2367">
                  <c:v>99.935985520094576</c:v>
                </c:pt>
                <c:pt idx="2368">
                  <c:v>99.935690011820327</c:v>
                </c:pt>
                <c:pt idx="2369">
                  <c:v>99.9357638888889</c:v>
                </c:pt>
                <c:pt idx="2370">
                  <c:v>99.9357638888889</c:v>
                </c:pt>
                <c:pt idx="2371">
                  <c:v>99.935579196217489</c:v>
                </c:pt>
                <c:pt idx="2372">
                  <c:v>99.935098995271872</c:v>
                </c:pt>
                <c:pt idx="2373">
                  <c:v>99.934988179669034</c:v>
                </c:pt>
                <c:pt idx="2374">
                  <c:v>99.935043587470446</c:v>
                </c:pt>
                <c:pt idx="2375">
                  <c:v>99.934877364066182</c:v>
                </c:pt>
                <c:pt idx="2376">
                  <c:v>99.934544917257682</c:v>
                </c:pt>
                <c:pt idx="2377">
                  <c:v>99.934286347517741</c:v>
                </c:pt>
                <c:pt idx="2378">
                  <c:v>99.93397236997636</c:v>
                </c:pt>
                <c:pt idx="2379">
                  <c:v>99.934175531914889</c:v>
                </c:pt>
                <c:pt idx="2380">
                  <c:v>99.933843085106375</c:v>
                </c:pt>
                <c:pt idx="2381">
                  <c:v>99.93360298463358</c:v>
                </c:pt>
                <c:pt idx="2382">
                  <c:v>99.93360298463358</c:v>
                </c:pt>
                <c:pt idx="2383">
                  <c:v>99.933713800236418</c:v>
                </c:pt>
                <c:pt idx="2384">
                  <c:v>99.933787677304977</c:v>
                </c:pt>
                <c:pt idx="2385">
                  <c:v>99.933418291962184</c:v>
                </c:pt>
                <c:pt idx="2386">
                  <c:v>99.932956560283685</c:v>
                </c:pt>
                <c:pt idx="2387">
                  <c:v>99.933104314420802</c:v>
                </c:pt>
                <c:pt idx="2388">
                  <c:v>99.932975029550832</c:v>
                </c:pt>
                <c:pt idx="2389">
                  <c:v>99.932808806146568</c:v>
                </c:pt>
                <c:pt idx="2390">
                  <c:v>99.932624113475171</c:v>
                </c:pt>
                <c:pt idx="2391">
                  <c:v>99.932550236406627</c:v>
                </c:pt>
                <c:pt idx="2392">
                  <c:v>99.932550236406627</c:v>
                </c:pt>
                <c:pt idx="2393">
                  <c:v>99.932217789598127</c:v>
                </c:pt>
                <c:pt idx="2394">
                  <c:v>99.931719119385349</c:v>
                </c:pt>
                <c:pt idx="2395">
                  <c:v>99.931589834515364</c:v>
                </c:pt>
                <c:pt idx="2396">
                  <c:v>99.93147901891254</c:v>
                </c:pt>
                <c:pt idx="2397">
                  <c:v>99.931700650118202</c:v>
                </c:pt>
                <c:pt idx="2398">
                  <c:v>99.931442080378247</c:v>
                </c:pt>
                <c:pt idx="2399">
                  <c:v>99.930906471631204</c:v>
                </c:pt>
                <c:pt idx="2400">
                  <c:v>99.930758717494101</c:v>
                </c:pt>
                <c:pt idx="2401">
                  <c:v>99.930814125295512</c:v>
                </c:pt>
                <c:pt idx="2402">
                  <c:v>99.930758717494101</c:v>
                </c:pt>
                <c:pt idx="2403">
                  <c:v>99.930481678486998</c:v>
                </c:pt>
                <c:pt idx="2404">
                  <c:v>99.930204639479896</c:v>
                </c:pt>
                <c:pt idx="2405">
                  <c:v>99.930204639479896</c:v>
                </c:pt>
                <c:pt idx="2406">
                  <c:v>99.930352393617028</c:v>
                </c:pt>
                <c:pt idx="2407">
                  <c:v>99.930333924349881</c:v>
                </c:pt>
                <c:pt idx="2408">
                  <c:v>99.92990913120569</c:v>
                </c:pt>
                <c:pt idx="2409">
                  <c:v>99.929779846335705</c:v>
                </c:pt>
                <c:pt idx="2410">
                  <c:v>99.930149231678485</c:v>
                </c:pt>
                <c:pt idx="2411">
                  <c:v>99.930038416075647</c:v>
                </c:pt>
                <c:pt idx="2412">
                  <c:v>99.929576684397176</c:v>
                </c:pt>
                <c:pt idx="2413">
                  <c:v>99.929373522458619</c:v>
                </c:pt>
                <c:pt idx="2414">
                  <c:v>99.929336583924339</c:v>
                </c:pt>
                <c:pt idx="2415">
                  <c:v>99.929447399527191</c:v>
                </c:pt>
                <c:pt idx="2416">
                  <c:v>99.929188829787236</c:v>
                </c:pt>
                <c:pt idx="2417">
                  <c:v>99.928782505910178</c:v>
                </c:pt>
                <c:pt idx="2418">
                  <c:v>99.928671690307326</c:v>
                </c:pt>
                <c:pt idx="2419">
                  <c:v>99.928727098108752</c:v>
                </c:pt>
                <c:pt idx="2420">
                  <c:v>99.928819444444457</c:v>
                </c:pt>
                <c:pt idx="2421">
                  <c:v>99.928413120567384</c:v>
                </c:pt>
                <c:pt idx="2422">
                  <c:v>99.927785165484636</c:v>
                </c:pt>
                <c:pt idx="2423">
                  <c:v>99.927840573286062</c:v>
                </c:pt>
                <c:pt idx="2424">
                  <c:v>99.928154550827429</c:v>
                </c:pt>
                <c:pt idx="2425">
                  <c:v>99.927748226950371</c:v>
                </c:pt>
                <c:pt idx="2426">
                  <c:v>99.927323433806151</c:v>
                </c:pt>
                <c:pt idx="2427">
                  <c:v>99.927101802600475</c:v>
                </c:pt>
                <c:pt idx="2428">
                  <c:v>99.927471187943269</c:v>
                </c:pt>
                <c:pt idx="2429">
                  <c:v>99.927526595744681</c:v>
                </c:pt>
                <c:pt idx="2430">
                  <c:v>99.927009456264784</c:v>
                </c:pt>
                <c:pt idx="2431">
                  <c:v>99.926603132387697</c:v>
                </c:pt>
                <c:pt idx="2432">
                  <c:v>99.926898640661932</c:v>
                </c:pt>
                <c:pt idx="2433">
                  <c:v>99.927194148936167</c:v>
                </c:pt>
                <c:pt idx="2434">
                  <c:v>99.927175679669034</c:v>
                </c:pt>
                <c:pt idx="2435">
                  <c:v>99.926566193853432</c:v>
                </c:pt>
                <c:pt idx="2436">
                  <c:v>99.926270685579212</c:v>
                </c:pt>
                <c:pt idx="2437">
                  <c:v>99.926640070921991</c:v>
                </c:pt>
                <c:pt idx="2438">
                  <c:v>99.926399970449182</c:v>
                </c:pt>
                <c:pt idx="2439">
                  <c:v>99.926030585106389</c:v>
                </c:pt>
                <c:pt idx="2440">
                  <c:v>99.925531914893611</c:v>
                </c:pt>
                <c:pt idx="2441">
                  <c:v>99.925587322695037</c:v>
                </c:pt>
                <c:pt idx="2442">
                  <c:v>99.925864361702125</c:v>
                </c:pt>
                <c:pt idx="2443">
                  <c:v>99.925531914893611</c:v>
                </c:pt>
                <c:pt idx="2444">
                  <c:v>99.924959367612303</c:v>
                </c:pt>
                <c:pt idx="2445">
                  <c:v>99.924959367612303</c:v>
                </c:pt>
                <c:pt idx="2446">
                  <c:v>99.925236406619391</c:v>
                </c:pt>
                <c:pt idx="2447">
                  <c:v>99.925088652482273</c:v>
                </c:pt>
                <c:pt idx="2448">
                  <c:v>99.924645390070935</c:v>
                </c:pt>
                <c:pt idx="2449">
                  <c:v>99.924128250591011</c:v>
                </c:pt>
                <c:pt idx="2450">
                  <c:v>99.924257535460995</c:v>
                </c:pt>
                <c:pt idx="2451">
                  <c:v>99.924405289598113</c:v>
                </c:pt>
                <c:pt idx="2452">
                  <c:v>99.924294473995275</c:v>
                </c:pt>
                <c:pt idx="2453">
                  <c:v>99.923721926713952</c:v>
                </c:pt>
                <c:pt idx="2454">
                  <c:v>99.923500295508276</c:v>
                </c:pt>
                <c:pt idx="2455">
                  <c:v>99.923721926713952</c:v>
                </c:pt>
                <c:pt idx="2456">
                  <c:v>99.923795803782497</c:v>
                </c:pt>
                <c:pt idx="2457">
                  <c:v>99.923426418439718</c:v>
                </c:pt>
                <c:pt idx="2458">
                  <c:v>99.923075502364071</c:v>
                </c:pt>
                <c:pt idx="2459">
                  <c:v>99.923352541371159</c:v>
                </c:pt>
                <c:pt idx="2460">
                  <c:v>99.923352541371159</c:v>
                </c:pt>
                <c:pt idx="2461">
                  <c:v>99.92314937943263</c:v>
                </c:pt>
                <c:pt idx="2462">
                  <c:v>99.922539893617028</c:v>
                </c:pt>
                <c:pt idx="2463">
                  <c:v>99.922318262411352</c:v>
                </c:pt>
                <c:pt idx="2464">
                  <c:v>99.92242907801419</c:v>
                </c:pt>
                <c:pt idx="2465">
                  <c:v>99.922207446808514</c:v>
                </c:pt>
                <c:pt idx="2466">
                  <c:v>99.921690307328603</c:v>
                </c:pt>
                <c:pt idx="2467">
                  <c:v>99.921265514184412</c:v>
                </c:pt>
                <c:pt idx="2468">
                  <c:v>99.921247044917266</c:v>
                </c:pt>
                <c:pt idx="2469">
                  <c:v>99.921431737588662</c:v>
                </c:pt>
                <c:pt idx="2470">
                  <c:v>99.921265514184412</c:v>
                </c:pt>
                <c:pt idx="2471">
                  <c:v>99.920729905437369</c:v>
                </c:pt>
                <c:pt idx="2472">
                  <c:v>99.920729905437369</c:v>
                </c:pt>
                <c:pt idx="2473">
                  <c:v>99.921099290780148</c:v>
                </c:pt>
                <c:pt idx="2474">
                  <c:v>99.921062352245869</c:v>
                </c:pt>
                <c:pt idx="2475">
                  <c:v>99.920692966903061</c:v>
                </c:pt>
                <c:pt idx="2476">
                  <c:v>99.920175827423179</c:v>
                </c:pt>
                <c:pt idx="2477">
                  <c:v>99.920028073286062</c:v>
                </c:pt>
                <c:pt idx="2478">
                  <c:v>99.920360520094562</c:v>
                </c:pt>
                <c:pt idx="2479">
                  <c:v>99.919898788416077</c:v>
                </c:pt>
                <c:pt idx="2480">
                  <c:v>99.919418587470446</c:v>
                </c:pt>
                <c:pt idx="2481">
                  <c:v>99.919196956264784</c:v>
                </c:pt>
                <c:pt idx="2482">
                  <c:v>99.919363179669034</c:v>
                </c:pt>
                <c:pt idx="2483">
                  <c:v>99.919307771867622</c:v>
                </c:pt>
                <c:pt idx="2484">
                  <c:v>99.91886450945627</c:v>
                </c:pt>
                <c:pt idx="2485">
                  <c:v>99.918513593380624</c:v>
                </c:pt>
                <c:pt idx="2486">
                  <c:v>99.918605939716315</c:v>
                </c:pt>
                <c:pt idx="2487">
                  <c:v>99.918882978723403</c:v>
                </c:pt>
                <c:pt idx="2488">
                  <c:v>99.9187352245863</c:v>
                </c:pt>
                <c:pt idx="2489">
                  <c:v>99.918014923167846</c:v>
                </c:pt>
                <c:pt idx="2490">
                  <c:v>99.917719414893611</c:v>
                </c:pt>
                <c:pt idx="2491">
                  <c:v>99.917830230496463</c:v>
                </c:pt>
                <c:pt idx="2492">
                  <c:v>99.917867169030743</c:v>
                </c:pt>
                <c:pt idx="2493">
                  <c:v>99.917405437352244</c:v>
                </c:pt>
                <c:pt idx="2494">
                  <c:v>99.916999113475185</c:v>
                </c:pt>
                <c:pt idx="2495">
                  <c:v>99.916925236406627</c:v>
                </c:pt>
                <c:pt idx="2496">
                  <c:v>99.917405437352244</c:v>
                </c:pt>
                <c:pt idx="2497">
                  <c:v>99.917183806146568</c:v>
                </c:pt>
                <c:pt idx="2498">
                  <c:v>99.916518912529554</c:v>
                </c:pt>
                <c:pt idx="2499">
                  <c:v>99.916297281323878</c:v>
                </c:pt>
                <c:pt idx="2500">
                  <c:v>99.916481973995275</c:v>
                </c:pt>
                <c:pt idx="2501">
                  <c:v>99.916463504728142</c:v>
                </c:pt>
                <c:pt idx="2502">
                  <c:v>99.916131057919628</c:v>
                </c:pt>
                <c:pt idx="2503">
                  <c:v>99.915447695035468</c:v>
                </c:pt>
                <c:pt idx="2504">
                  <c:v>99.915484633569747</c:v>
                </c:pt>
                <c:pt idx="2505">
                  <c:v>99.915743203309688</c:v>
                </c:pt>
                <c:pt idx="2506">
                  <c:v>99.915706264775423</c:v>
                </c:pt>
                <c:pt idx="2507">
                  <c:v>99.91517065602838</c:v>
                </c:pt>
                <c:pt idx="2508">
                  <c:v>99.914671985815602</c:v>
                </c:pt>
                <c:pt idx="2509">
                  <c:v>99.914838209219852</c:v>
                </c:pt>
                <c:pt idx="2510">
                  <c:v>99.915133717494101</c:v>
                </c:pt>
                <c:pt idx="2511">
                  <c:v>99.914671985815602</c:v>
                </c:pt>
                <c:pt idx="2512">
                  <c:v>99.914394946808514</c:v>
                </c:pt>
                <c:pt idx="2513">
                  <c:v>99.914080969267133</c:v>
                </c:pt>
                <c:pt idx="2514">
                  <c:v>99.914228723404264</c:v>
                </c:pt>
                <c:pt idx="2515">
                  <c:v>99.9140625</c:v>
                </c:pt>
                <c:pt idx="2516">
                  <c:v>99.913600768321515</c:v>
                </c:pt>
                <c:pt idx="2517">
                  <c:v>99.91334219858156</c:v>
                </c:pt>
                <c:pt idx="2518">
                  <c:v>99.91356382978725</c:v>
                </c:pt>
                <c:pt idx="2519">
                  <c:v>99.913914745862883</c:v>
                </c:pt>
                <c:pt idx="2520">
                  <c:v>99.913416075650119</c:v>
                </c:pt>
                <c:pt idx="2521">
                  <c:v>99.912677304964532</c:v>
                </c:pt>
                <c:pt idx="2522">
                  <c:v>99.912603427895988</c:v>
                </c:pt>
                <c:pt idx="2523">
                  <c:v>99.91262189716312</c:v>
                </c:pt>
                <c:pt idx="2524">
                  <c:v>99.912418735224591</c:v>
                </c:pt>
                <c:pt idx="2525">
                  <c:v>99.911809249408975</c:v>
                </c:pt>
                <c:pt idx="2526">
                  <c:v>99.911384456264784</c:v>
                </c:pt>
                <c:pt idx="2527">
                  <c:v>99.911827718676122</c:v>
                </c:pt>
                <c:pt idx="2528">
                  <c:v>99.911901595744681</c:v>
                </c:pt>
                <c:pt idx="2529">
                  <c:v>99.911458333333343</c:v>
                </c:pt>
                <c:pt idx="2530">
                  <c:v>99.910978132387712</c:v>
                </c:pt>
                <c:pt idx="2531">
                  <c:v>99.910830378250594</c:v>
                </c:pt>
                <c:pt idx="2532">
                  <c:v>99.911236702127653</c:v>
                </c:pt>
                <c:pt idx="2533">
                  <c:v>99.910904255319139</c:v>
                </c:pt>
                <c:pt idx="2534">
                  <c:v>99.910516400709227</c:v>
                </c:pt>
                <c:pt idx="2535">
                  <c:v>99.91033170803783</c:v>
                </c:pt>
                <c:pt idx="2536">
                  <c:v>99.910553339243506</c:v>
                </c:pt>
                <c:pt idx="2537">
                  <c:v>99.91053486997636</c:v>
                </c:pt>
                <c:pt idx="2538">
                  <c:v>99.910276300236404</c:v>
                </c:pt>
                <c:pt idx="2539">
                  <c:v>99.909537529550832</c:v>
                </c:pt>
                <c:pt idx="2540">
                  <c:v>99.90964834515367</c:v>
                </c:pt>
                <c:pt idx="2541">
                  <c:v>99.909888445626478</c:v>
                </c:pt>
                <c:pt idx="2542">
                  <c:v>99.909629875886523</c:v>
                </c:pt>
                <c:pt idx="2543">
                  <c:v>99.908909574468083</c:v>
                </c:pt>
                <c:pt idx="2544">
                  <c:v>99.908577127659569</c:v>
                </c:pt>
                <c:pt idx="2545">
                  <c:v>99.908854166666671</c:v>
                </c:pt>
                <c:pt idx="2546">
                  <c:v>99.909075797872333</c:v>
                </c:pt>
                <c:pt idx="2547">
                  <c:v>99.908281619385349</c:v>
                </c:pt>
                <c:pt idx="2548">
                  <c:v>99.907949172576835</c:v>
                </c:pt>
                <c:pt idx="2549">
                  <c:v>99.908041518912526</c:v>
                </c:pt>
                <c:pt idx="2550">
                  <c:v>99.908318557919628</c:v>
                </c:pt>
                <c:pt idx="2551">
                  <c:v>99.908096926713952</c:v>
                </c:pt>
                <c:pt idx="2552">
                  <c:v>99.907376625295512</c:v>
                </c:pt>
                <c:pt idx="2553">
                  <c:v>99.906896424349881</c:v>
                </c:pt>
                <c:pt idx="2554">
                  <c:v>99.90748744089835</c:v>
                </c:pt>
                <c:pt idx="2555">
                  <c:v>99.907450502364071</c:v>
                </c:pt>
                <c:pt idx="2556">
                  <c:v>99.906693262411352</c:v>
                </c:pt>
                <c:pt idx="2557">
                  <c:v>99.906194592198588</c:v>
                </c:pt>
                <c:pt idx="2558">
                  <c:v>99.906397754137117</c:v>
                </c:pt>
                <c:pt idx="2559">
                  <c:v>99.906637854609926</c:v>
                </c:pt>
                <c:pt idx="2560">
                  <c:v>99.906286938534279</c:v>
                </c:pt>
                <c:pt idx="2561">
                  <c:v>99.905455821513002</c:v>
                </c:pt>
                <c:pt idx="2562">
                  <c:v>99.905252659574472</c:v>
                </c:pt>
                <c:pt idx="2563">
                  <c:v>99.905622044917266</c:v>
                </c:pt>
                <c:pt idx="2564">
                  <c:v>99.90556663711584</c:v>
                </c:pt>
                <c:pt idx="2565">
                  <c:v>99.904698581560282</c:v>
                </c:pt>
                <c:pt idx="2566">
                  <c:v>99.904144503546107</c:v>
                </c:pt>
                <c:pt idx="2567">
                  <c:v>99.904476950354621</c:v>
                </c:pt>
                <c:pt idx="2568">
                  <c:v>99.904920212765958</c:v>
                </c:pt>
                <c:pt idx="2569">
                  <c:v>99.904273788416091</c:v>
                </c:pt>
                <c:pt idx="2570">
                  <c:v>99.903590425531917</c:v>
                </c:pt>
                <c:pt idx="2571">
                  <c:v>99.903424202127667</c:v>
                </c:pt>
                <c:pt idx="2572">
                  <c:v>99.903848995271872</c:v>
                </c:pt>
                <c:pt idx="2573">
                  <c:v>99.903590425531917</c:v>
                </c:pt>
                <c:pt idx="2574">
                  <c:v>99.902999408983447</c:v>
                </c:pt>
                <c:pt idx="2575">
                  <c:v>99.902666962174933</c:v>
                </c:pt>
                <c:pt idx="2576">
                  <c:v>99.902703900709227</c:v>
                </c:pt>
                <c:pt idx="2577">
                  <c:v>99.902814716312065</c:v>
                </c:pt>
                <c:pt idx="2578">
                  <c:v>99.902445330969272</c:v>
                </c:pt>
                <c:pt idx="2579">
                  <c:v>99.901577275413729</c:v>
                </c:pt>
                <c:pt idx="2580">
                  <c:v>99.901706560283699</c:v>
                </c:pt>
                <c:pt idx="2581">
                  <c:v>99.902112884160772</c:v>
                </c:pt>
                <c:pt idx="2582">
                  <c:v>99.902075945626493</c:v>
                </c:pt>
                <c:pt idx="2583">
                  <c:v>99.901300236406627</c:v>
                </c:pt>
                <c:pt idx="2584">
                  <c:v>99.900856973995261</c:v>
                </c:pt>
                <c:pt idx="2585">
                  <c:v>99.901004728132392</c:v>
                </c:pt>
                <c:pt idx="2586">
                  <c:v>99.901263297872333</c:v>
                </c:pt>
                <c:pt idx="2587">
                  <c:v>99.900653812056746</c:v>
                </c:pt>
                <c:pt idx="2588">
                  <c:v>99.899970449172585</c:v>
                </c:pt>
                <c:pt idx="2589">
                  <c:v>99.89987810283688</c:v>
                </c:pt>
                <c:pt idx="2590">
                  <c:v>99.900450650118216</c:v>
                </c:pt>
                <c:pt idx="2591">
                  <c:v>99.900062795508276</c:v>
                </c:pt>
                <c:pt idx="2592">
                  <c:v>99.899527186761233</c:v>
                </c:pt>
                <c:pt idx="2593">
                  <c:v>99.899194739952719</c:v>
                </c:pt>
                <c:pt idx="2594">
                  <c:v>99.899342494089836</c:v>
                </c:pt>
                <c:pt idx="2595">
                  <c:v>99.899453309692674</c:v>
                </c:pt>
                <c:pt idx="2596">
                  <c:v>99.898880762411352</c:v>
                </c:pt>
                <c:pt idx="2597">
                  <c:v>99.898160460992898</c:v>
                </c:pt>
                <c:pt idx="2598">
                  <c:v>99.898400561465735</c:v>
                </c:pt>
                <c:pt idx="2599">
                  <c:v>99.898640661938543</c:v>
                </c:pt>
                <c:pt idx="2600">
                  <c:v>99.898548315602838</c:v>
                </c:pt>
                <c:pt idx="2601">
                  <c:v>99.897735667848707</c:v>
                </c:pt>
                <c:pt idx="2602">
                  <c:v>99.897366282505914</c:v>
                </c:pt>
                <c:pt idx="2603">
                  <c:v>99.898012706855795</c:v>
                </c:pt>
                <c:pt idx="2604">
                  <c:v>99.898308215130029</c:v>
                </c:pt>
                <c:pt idx="2605">
                  <c:v>99.89755097517731</c:v>
                </c:pt>
                <c:pt idx="2606">
                  <c:v>99.89686761229315</c:v>
                </c:pt>
                <c:pt idx="2607">
                  <c:v>99.89686761229315</c:v>
                </c:pt>
                <c:pt idx="2608">
                  <c:v>99.897624852245855</c:v>
                </c:pt>
                <c:pt idx="2609">
                  <c:v>99.897310874704488</c:v>
                </c:pt>
                <c:pt idx="2610">
                  <c:v>99.896368942080386</c:v>
                </c:pt>
                <c:pt idx="2611">
                  <c:v>99.895907210401887</c:v>
                </c:pt>
                <c:pt idx="2612">
                  <c:v>99.896128841607577</c:v>
                </c:pt>
                <c:pt idx="2613">
                  <c:v>99.896387411347519</c:v>
                </c:pt>
                <c:pt idx="2614">
                  <c:v>99.895870271867608</c:v>
                </c:pt>
                <c:pt idx="2615">
                  <c:v>99.895039154846344</c:v>
                </c:pt>
                <c:pt idx="2616">
                  <c:v>99.895371601654844</c:v>
                </c:pt>
                <c:pt idx="2617">
                  <c:v>99.895574763593388</c:v>
                </c:pt>
                <c:pt idx="2618">
                  <c:v>99.8952977245863</c:v>
                </c:pt>
                <c:pt idx="2619">
                  <c:v>99.894485076832154</c:v>
                </c:pt>
                <c:pt idx="2620">
                  <c:v>99.894134160756508</c:v>
                </c:pt>
                <c:pt idx="2621">
                  <c:v>99.89454048463358</c:v>
                </c:pt>
                <c:pt idx="2622">
                  <c:v>99.894835992907801</c:v>
                </c:pt>
                <c:pt idx="2623">
                  <c:v>99.893986406619391</c:v>
                </c:pt>
                <c:pt idx="2624">
                  <c:v>99.893376920803789</c:v>
                </c:pt>
                <c:pt idx="2625">
                  <c:v>99.89346926713948</c:v>
                </c:pt>
                <c:pt idx="2626">
                  <c:v>99.89402334515367</c:v>
                </c:pt>
                <c:pt idx="2627">
                  <c:v>99.893838652482273</c:v>
                </c:pt>
                <c:pt idx="2628">
                  <c:v>99.892952127659569</c:v>
                </c:pt>
                <c:pt idx="2629">
                  <c:v>99.892767434988187</c:v>
                </c:pt>
                <c:pt idx="2630">
                  <c:v>99.893339982269509</c:v>
                </c:pt>
                <c:pt idx="2631">
                  <c:v>99.893210697399525</c:v>
                </c:pt>
                <c:pt idx="2632">
                  <c:v>99.892434988179673</c:v>
                </c:pt>
                <c:pt idx="2633">
                  <c:v>99.891548463356969</c:v>
                </c:pt>
                <c:pt idx="2634">
                  <c:v>99.89186244089835</c:v>
                </c:pt>
                <c:pt idx="2635">
                  <c:v>99.892268764775423</c:v>
                </c:pt>
                <c:pt idx="2636">
                  <c:v>99.891991725768321</c:v>
                </c:pt>
                <c:pt idx="2637">
                  <c:v>99.891234485815602</c:v>
                </c:pt>
                <c:pt idx="2638">
                  <c:v>99.891105200945631</c:v>
                </c:pt>
                <c:pt idx="2639">
                  <c:v>99.891603871158395</c:v>
                </c:pt>
                <c:pt idx="2640">
                  <c:v>99.89173315602838</c:v>
                </c:pt>
                <c:pt idx="2641">
                  <c:v>99.890865100472809</c:v>
                </c:pt>
                <c:pt idx="2642">
                  <c:v>99.890181737588648</c:v>
                </c:pt>
                <c:pt idx="2643">
                  <c:v>99.890421838061471</c:v>
                </c:pt>
                <c:pt idx="2644">
                  <c:v>99.890957446808514</c:v>
                </c:pt>
                <c:pt idx="2645">
                  <c:v>99.890218676122942</c:v>
                </c:pt>
                <c:pt idx="2646">
                  <c:v>99.889184397163135</c:v>
                </c:pt>
                <c:pt idx="2647">
                  <c:v>99.888981235224577</c:v>
                </c:pt>
                <c:pt idx="2648">
                  <c:v>99.889590721040207</c:v>
                </c:pt>
                <c:pt idx="2649">
                  <c:v>99.889664598108752</c:v>
                </c:pt>
                <c:pt idx="2650">
                  <c:v>99.888815011820327</c:v>
                </c:pt>
                <c:pt idx="2651">
                  <c:v>99.888057771867622</c:v>
                </c:pt>
                <c:pt idx="2652">
                  <c:v>99.888445626477534</c:v>
                </c:pt>
                <c:pt idx="2653">
                  <c:v>99.888741134751768</c:v>
                </c:pt>
                <c:pt idx="2654">
                  <c:v>99.888334810874696</c:v>
                </c:pt>
                <c:pt idx="2655">
                  <c:v>99.88744828605202</c:v>
                </c:pt>
                <c:pt idx="2656">
                  <c:v>99.887245124113477</c:v>
                </c:pt>
                <c:pt idx="2657">
                  <c:v>99.887632978723403</c:v>
                </c:pt>
                <c:pt idx="2658">
                  <c:v>99.887559101654858</c:v>
                </c:pt>
                <c:pt idx="2659">
                  <c:v>99.886487884160758</c:v>
                </c:pt>
                <c:pt idx="2660">
                  <c:v>99.885896867612303</c:v>
                </c:pt>
                <c:pt idx="2661">
                  <c:v>99.885970744680847</c:v>
                </c:pt>
                <c:pt idx="2662">
                  <c:v>99.886432476359346</c:v>
                </c:pt>
                <c:pt idx="2663">
                  <c:v>99.885804521276597</c:v>
                </c:pt>
                <c:pt idx="2664">
                  <c:v>99.884973404255319</c:v>
                </c:pt>
                <c:pt idx="2665">
                  <c:v>99.884751773049658</c:v>
                </c:pt>
                <c:pt idx="2666">
                  <c:v>99.885195035460995</c:v>
                </c:pt>
                <c:pt idx="2667">
                  <c:v>99.885121158392437</c:v>
                </c:pt>
                <c:pt idx="2668">
                  <c:v>99.884382387706864</c:v>
                </c:pt>
                <c:pt idx="2669">
                  <c:v>99.88349586288416</c:v>
                </c:pt>
                <c:pt idx="2670">
                  <c:v>99.883920656028366</c:v>
                </c:pt>
                <c:pt idx="2671">
                  <c:v>99.884160756501188</c:v>
                </c:pt>
                <c:pt idx="2672">
                  <c:v>99.88353280141844</c:v>
                </c:pt>
                <c:pt idx="2673">
                  <c:v>99.882535460992898</c:v>
                </c:pt>
                <c:pt idx="2674">
                  <c:v>99.882239952718692</c:v>
                </c:pt>
                <c:pt idx="2675">
                  <c:v>99.882535460992898</c:v>
                </c:pt>
                <c:pt idx="2676">
                  <c:v>99.88264627659575</c:v>
                </c:pt>
                <c:pt idx="2677">
                  <c:v>99.881593528368796</c:v>
                </c:pt>
                <c:pt idx="2678">
                  <c:v>99.881113327423179</c:v>
                </c:pt>
                <c:pt idx="2679">
                  <c:v>99.881445774231679</c:v>
                </c:pt>
                <c:pt idx="2680">
                  <c:v>99.881833628841605</c:v>
                </c:pt>
                <c:pt idx="2681">
                  <c:v>99.881279550827429</c:v>
                </c:pt>
                <c:pt idx="2682">
                  <c:v>99.88035608747046</c:v>
                </c:pt>
                <c:pt idx="2683">
                  <c:v>99.88013445626477</c:v>
                </c:pt>
                <c:pt idx="2684">
                  <c:v>99.880780880614665</c:v>
                </c:pt>
                <c:pt idx="2685">
                  <c:v>99.880743942080386</c:v>
                </c:pt>
                <c:pt idx="2686">
                  <c:v>99.879820478723403</c:v>
                </c:pt>
                <c:pt idx="2687">
                  <c:v>99.878878546099287</c:v>
                </c:pt>
                <c:pt idx="2688">
                  <c:v>99.879192523640654</c:v>
                </c:pt>
                <c:pt idx="2689">
                  <c:v>99.879561908983447</c:v>
                </c:pt>
                <c:pt idx="2690">
                  <c:v>99.879229462174933</c:v>
                </c:pt>
                <c:pt idx="2691">
                  <c:v>99.878232121749406</c:v>
                </c:pt>
                <c:pt idx="2692">
                  <c:v>99.878324468085111</c:v>
                </c:pt>
                <c:pt idx="2693">
                  <c:v>99.878841607565022</c:v>
                </c:pt>
                <c:pt idx="2694">
                  <c:v>99.878841607565022</c:v>
                </c:pt>
                <c:pt idx="2695">
                  <c:v>99.878084367612303</c:v>
                </c:pt>
                <c:pt idx="2696">
                  <c:v>99.877733451536656</c:v>
                </c:pt>
                <c:pt idx="2697">
                  <c:v>99.878102836879449</c:v>
                </c:pt>
                <c:pt idx="2698">
                  <c:v>99.878250591016553</c:v>
                </c:pt>
                <c:pt idx="2699">
                  <c:v>99.877308658392437</c:v>
                </c:pt>
                <c:pt idx="2700">
                  <c:v>99.87644060283688</c:v>
                </c:pt>
                <c:pt idx="2701">
                  <c:v>99.876625295508276</c:v>
                </c:pt>
                <c:pt idx="2702">
                  <c:v>99.877234781323892</c:v>
                </c:pt>
                <c:pt idx="2703">
                  <c:v>99.87679151891254</c:v>
                </c:pt>
                <c:pt idx="2704">
                  <c:v>99.875443262411352</c:v>
                </c:pt>
                <c:pt idx="2705">
                  <c:v>99.874889184397162</c:v>
                </c:pt>
                <c:pt idx="2706">
                  <c:v>99.875886524822704</c:v>
                </c:pt>
                <c:pt idx="2707">
                  <c:v>99.875904994089836</c:v>
                </c:pt>
                <c:pt idx="2708">
                  <c:v>99.875073877068559</c:v>
                </c:pt>
                <c:pt idx="2709">
                  <c:v>99.874353575650119</c:v>
                </c:pt>
                <c:pt idx="2710">
                  <c:v>99.874649083924353</c:v>
                </c:pt>
                <c:pt idx="2711">
                  <c:v>99.875092346335691</c:v>
                </c:pt>
                <c:pt idx="2712">
                  <c:v>99.874722960992898</c:v>
                </c:pt>
                <c:pt idx="2713">
                  <c:v>99.873577866430267</c:v>
                </c:pt>
                <c:pt idx="2714">
                  <c:v>99.873448581560282</c:v>
                </c:pt>
                <c:pt idx="2715">
                  <c:v>99.874002659574472</c:v>
                </c:pt>
                <c:pt idx="2716">
                  <c:v>99.874002659574472</c:v>
                </c:pt>
                <c:pt idx="2717">
                  <c:v>99.872912972813239</c:v>
                </c:pt>
                <c:pt idx="2718">
                  <c:v>99.871915632387712</c:v>
                </c:pt>
                <c:pt idx="2719">
                  <c:v>99.872007978723403</c:v>
                </c:pt>
                <c:pt idx="2720">
                  <c:v>99.872488179669034</c:v>
                </c:pt>
                <c:pt idx="2721">
                  <c:v>99.872007978723403</c:v>
                </c:pt>
                <c:pt idx="2722">
                  <c:v>99.871176861702125</c:v>
                </c:pt>
                <c:pt idx="2723">
                  <c:v>99.870807476359332</c:v>
                </c:pt>
                <c:pt idx="2724">
                  <c:v>99.87130614657211</c:v>
                </c:pt>
                <c:pt idx="2725">
                  <c:v>99.87126920803783</c:v>
                </c:pt>
                <c:pt idx="2726">
                  <c:v>99.870124113475185</c:v>
                </c:pt>
                <c:pt idx="2727">
                  <c:v>99.869440750591025</c:v>
                </c:pt>
                <c:pt idx="2728">
                  <c:v>99.869957890070921</c:v>
                </c:pt>
                <c:pt idx="2729">
                  <c:v>99.870308806146582</c:v>
                </c:pt>
                <c:pt idx="2730">
                  <c:v>99.86986554373523</c:v>
                </c:pt>
                <c:pt idx="2731">
                  <c:v>99.868868203309702</c:v>
                </c:pt>
                <c:pt idx="2732">
                  <c:v>99.868609633569733</c:v>
                </c:pt>
                <c:pt idx="2733">
                  <c:v>99.868905141843982</c:v>
                </c:pt>
                <c:pt idx="2734">
                  <c:v>99.86846187943263</c:v>
                </c:pt>
                <c:pt idx="2735">
                  <c:v>99.867353723404264</c:v>
                </c:pt>
                <c:pt idx="2736">
                  <c:v>99.866651891252971</c:v>
                </c:pt>
                <c:pt idx="2737">
                  <c:v>99.866891991725765</c:v>
                </c:pt>
                <c:pt idx="2738">
                  <c:v>99.867686170212778</c:v>
                </c:pt>
                <c:pt idx="2739">
                  <c:v>99.867261377068559</c:v>
                </c:pt>
                <c:pt idx="2740">
                  <c:v>99.865931589834517</c:v>
                </c:pt>
                <c:pt idx="2741">
                  <c:v>99.865673020094562</c:v>
                </c:pt>
                <c:pt idx="2742">
                  <c:v>99.86633791371159</c:v>
                </c:pt>
                <c:pt idx="2743">
                  <c:v>99.866208628841605</c:v>
                </c:pt>
                <c:pt idx="2744">
                  <c:v>99.865137411347519</c:v>
                </c:pt>
                <c:pt idx="2745">
                  <c:v>99.864361702127667</c:v>
                </c:pt>
                <c:pt idx="2746">
                  <c:v>99.864823433806151</c:v>
                </c:pt>
                <c:pt idx="2747">
                  <c:v>99.865322104018915</c:v>
                </c:pt>
                <c:pt idx="2748">
                  <c:v>99.864620271867622</c:v>
                </c:pt>
                <c:pt idx="2749">
                  <c:v>99.863327423167846</c:v>
                </c:pt>
                <c:pt idx="2750">
                  <c:v>99.863216607565022</c:v>
                </c:pt>
                <c:pt idx="2751">
                  <c:v>99.863844562647756</c:v>
                </c:pt>
                <c:pt idx="2752">
                  <c:v>99.863549054373536</c:v>
                </c:pt>
                <c:pt idx="2753">
                  <c:v>99.862514775413729</c:v>
                </c:pt>
                <c:pt idx="2754">
                  <c:v>99.861812943262422</c:v>
                </c:pt>
                <c:pt idx="2755">
                  <c:v>99.862237736406627</c:v>
                </c:pt>
                <c:pt idx="2756">
                  <c:v>99.862625591016553</c:v>
                </c:pt>
                <c:pt idx="2757">
                  <c:v>99.861886820330966</c:v>
                </c:pt>
                <c:pt idx="2758">
                  <c:v>99.860926418439718</c:v>
                </c:pt>
                <c:pt idx="2759">
                  <c:v>99.860963356973997</c:v>
                </c:pt>
                <c:pt idx="2760">
                  <c:v>99.861554373522466</c:v>
                </c:pt>
                <c:pt idx="2761">
                  <c:v>99.861184988179673</c:v>
                </c:pt>
                <c:pt idx="2762">
                  <c:v>99.860002955082734</c:v>
                </c:pt>
                <c:pt idx="2763">
                  <c:v>99.859356530732867</c:v>
                </c:pt>
                <c:pt idx="2764">
                  <c:v>99.859744385342793</c:v>
                </c:pt>
                <c:pt idx="2765">
                  <c:v>99.859947547281337</c:v>
                </c:pt>
                <c:pt idx="2766">
                  <c:v>99.859264184397162</c:v>
                </c:pt>
                <c:pt idx="2767">
                  <c:v>99.858211436170222</c:v>
                </c:pt>
                <c:pt idx="2768">
                  <c:v>99.858506944444457</c:v>
                </c:pt>
                <c:pt idx="2769">
                  <c:v>99.8590425531915</c:v>
                </c:pt>
                <c:pt idx="2770">
                  <c:v>99.858340721040193</c:v>
                </c:pt>
                <c:pt idx="2771">
                  <c:v>99.857306442080386</c:v>
                </c:pt>
                <c:pt idx="2772">
                  <c:v>99.856770833333343</c:v>
                </c:pt>
                <c:pt idx="2773">
                  <c:v>99.857269503546092</c:v>
                </c:pt>
                <c:pt idx="2774">
                  <c:v>99.857417257683224</c:v>
                </c:pt>
                <c:pt idx="2775">
                  <c:v>99.856419917257682</c:v>
                </c:pt>
                <c:pt idx="2776">
                  <c:v>99.85568114657211</c:v>
                </c:pt>
                <c:pt idx="2777">
                  <c:v>99.855939716312065</c:v>
                </c:pt>
                <c:pt idx="2778">
                  <c:v>99.856142878250594</c:v>
                </c:pt>
                <c:pt idx="2779">
                  <c:v>99.855755023640668</c:v>
                </c:pt>
                <c:pt idx="2780">
                  <c:v>99.854628398345142</c:v>
                </c:pt>
                <c:pt idx="2781">
                  <c:v>99.854018912529554</c:v>
                </c:pt>
                <c:pt idx="2782">
                  <c:v>99.854720744680847</c:v>
                </c:pt>
                <c:pt idx="2783">
                  <c:v>99.854868498817979</c:v>
                </c:pt>
                <c:pt idx="2784">
                  <c:v>99.854018912529554</c:v>
                </c:pt>
                <c:pt idx="2785">
                  <c:v>99.853132387706864</c:v>
                </c:pt>
                <c:pt idx="2786">
                  <c:v>99.853058510638292</c:v>
                </c:pt>
                <c:pt idx="2787">
                  <c:v>99.853667996453908</c:v>
                </c:pt>
                <c:pt idx="2788">
                  <c:v>99.853206264775423</c:v>
                </c:pt>
                <c:pt idx="2789">
                  <c:v>99.852098108747057</c:v>
                </c:pt>
                <c:pt idx="2790">
                  <c:v>99.851710254137117</c:v>
                </c:pt>
                <c:pt idx="2791">
                  <c:v>99.851839539007088</c:v>
                </c:pt>
                <c:pt idx="2792">
                  <c:v>99.851821069739955</c:v>
                </c:pt>
                <c:pt idx="2793">
                  <c:v>99.850916075650119</c:v>
                </c:pt>
                <c:pt idx="2794">
                  <c:v>99.850066489361708</c:v>
                </c:pt>
                <c:pt idx="2795">
                  <c:v>99.850269651300238</c:v>
                </c:pt>
                <c:pt idx="2796">
                  <c:v>99.850620567375884</c:v>
                </c:pt>
                <c:pt idx="2797">
                  <c:v>99.850214243498812</c:v>
                </c:pt>
                <c:pt idx="2798">
                  <c:v>99.849106087470446</c:v>
                </c:pt>
                <c:pt idx="2799">
                  <c:v>99.848755171394799</c:v>
                </c:pt>
                <c:pt idx="2800">
                  <c:v>99.849253841607563</c:v>
                </c:pt>
                <c:pt idx="2801">
                  <c:v>99.849253841607563</c:v>
                </c:pt>
                <c:pt idx="2802">
                  <c:v>99.848367316784874</c:v>
                </c:pt>
                <c:pt idx="2803">
                  <c:v>99.847425384160758</c:v>
                </c:pt>
                <c:pt idx="2804">
                  <c:v>99.847443853427905</c:v>
                </c:pt>
                <c:pt idx="2805">
                  <c:v>99.847887115839242</c:v>
                </c:pt>
                <c:pt idx="2806">
                  <c:v>99.847443853427905</c:v>
                </c:pt>
                <c:pt idx="2807">
                  <c:v>99.846187943262422</c:v>
                </c:pt>
                <c:pt idx="2808">
                  <c:v>99.84574468085107</c:v>
                </c:pt>
                <c:pt idx="2809">
                  <c:v>99.846409574468083</c:v>
                </c:pt>
                <c:pt idx="2810">
                  <c:v>99.846409574468083</c:v>
                </c:pt>
                <c:pt idx="2811">
                  <c:v>99.845338356973997</c:v>
                </c:pt>
                <c:pt idx="2812">
                  <c:v>99.844414893617014</c:v>
                </c:pt>
                <c:pt idx="2813">
                  <c:v>99.844821217494101</c:v>
                </c:pt>
                <c:pt idx="2814">
                  <c:v>99.845301418439732</c:v>
                </c:pt>
                <c:pt idx="2815">
                  <c:v>99.844858156028366</c:v>
                </c:pt>
                <c:pt idx="2816">
                  <c:v>99.843953161938543</c:v>
                </c:pt>
                <c:pt idx="2817">
                  <c:v>99.843842346335691</c:v>
                </c:pt>
                <c:pt idx="2818">
                  <c:v>99.84463652482269</c:v>
                </c:pt>
                <c:pt idx="2819">
                  <c:v>99.844618055555557</c:v>
                </c:pt>
                <c:pt idx="2820">
                  <c:v>99.8434175531915</c:v>
                </c:pt>
                <c:pt idx="2821">
                  <c:v>99.842586436170222</c:v>
                </c:pt>
                <c:pt idx="2822">
                  <c:v>99.842845005910164</c:v>
                </c:pt>
                <c:pt idx="2823">
                  <c:v>99.8434175531915</c:v>
                </c:pt>
                <c:pt idx="2824">
                  <c:v>99.842420212765973</c:v>
                </c:pt>
                <c:pt idx="2825">
                  <c:v>99.841348995271872</c:v>
                </c:pt>
                <c:pt idx="2826">
                  <c:v>99.841312056737593</c:v>
                </c:pt>
                <c:pt idx="2827">
                  <c:v>99.841903073286048</c:v>
                </c:pt>
                <c:pt idx="2828">
                  <c:v>99.841829196217503</c:v>
                </c:pt>
                <c:pt idx="2829">
                  <c:v>99.840924202127667</c:v>
                </c:pt>
                <c:pt idx="2830">
                  <c:v>99.840093085106389</c:v>
                </c:pt>
                <c:pt idx="2831">
                  <c:v>99.840868794326241</c:v>
                </c:pt>
                <c:pt idx="2832">
                  <c:v>99.84090573286052</c:v>
                </c:pt>
                <c:pt idx="2833">
                  <c:v>99.839834515366434</c:v>
                </c:pt>
                <c:pt idx="2834">
                  <c:v>99.838578605200951</c:v>
                </c:pt>
                <c:pt idx="2835">
                  <c:v>99.838283096926716</c:v>
                </c:pt>
                <c:pt idx="2836">
                  <c:v>99.839021867612303</c:v>
                </c:pt>
                <c:pt idx="2837">
                  <c:v>99.838855644208053</c:v>
                </c:pt>
                <c:pt idx="2838">
                  <c:v>99.83772901891254</c:v>
                </c:pt>
                <c:pt idx="2839">
                  <c:v>99.837285756501188</c:v>
                </c:pt>
                <c:pt idx="2840">
                  <c:v>99.837581264775423</c:v>
                </c:pt>
                <c:pt idx="2841">
                  <c:v>99.837692080378247</c:v>
                </c:pt>
                <c:pt idx="2842">
                  <c:v>99.83687943262413</c:v>
                </c:pt>
                <c:pt idx="2843">
                  <c:v>99.835660460992912</c:v>
                </c:pt>
                <c:pt idx="2844">
                  <c:v>99.835660460992912</c:v>
                </c:pt>
                <c:pt idx="2845">
                  <c:v>99.83610372340425</c:v>
                </c:pt>
                <c:pt idx="2846">
                  <c:v>99.835623522458633</c:v>
                </c:pt>
                <c:pt idx="2847">
                  <c:v>99.83470005910165</c:v>
                </c:pt>
                <c:pt idx="2848">
                  <c:v>99.834145981087474</c:v>
                </c:pt>
                <c:pt idx="2849">
                  <c:v>99.834607712765973</c:v>
                </c:pt>
                <c:pt idx="2850">
                  <c:v>99.834829343971634</c:v>
                </c:pt>
                <c:pt idx="2851">
                  <c:v>99.833887411347519</c:v>
                </c:pt>
                <c:pt idx="2852">
                  <c:v>99.832631501182036</c:v>
                </c:pt>
                <c:pt idx="2853">
                  <c:v>99.832705378250594</c:v>
                </c:pt>
                <c:pt idx="2854">
                  <c:v>99.833111702127667</c:v>
                </c:pt>
                <c:pt idx="2855">
                  <c:v>99.832982417257682</c:v>
                </c:pt>
                <c:pt idx="2856">
                  <c:v>99.831486406619391</c:v>
                </c:pt>
                <c:pt idx="2857">
                  <c:v>99.831209367612288</c:v>
                </c:pt>
                <c:pt idx="2858">
                  <c:v>99.831744976359332</c:v>
                </c:pt>
                <c:pt idx="2859">
                  <c:v>99.831726507092199</c:v>
                </c:pt>
                <c:pt idx="2860">
                  <c:v>99.830729166666671</c:v>
                </c:pt>
                <c:pt idx="2861">
                  <c:v>99.829768764775423</c:v>
                </c:pt>
                <c:pt idx="2862">
                  <c:v>99.829898049645408</c:v>
                </c:pt>
                <c:pt idx="2863">
                  <c:v>99.830562943262407</c:v>
                </c:pt>
                <c:pt idx="2864">
                  <c:v>99.8298611111111</c:v>
                </c:pt>
                <c:pt idx="2865">
                  <c:v>99.828623670212764</c:v>
                </c:pt>
                <c:pt idx="2866">
                  <c:v>99.828161938534294</c:v>
                </c:pt>
                <c:pt idx="2867">
                  <c:v>99.828900709219866</c:v>
                </c:pt>
                <c:pt idx="2868">
                  <c:v>99.828937647754145</c:v>
                </c:pt>
                <c:pt idx="2869">
                  <c:v>99.827755614657207</c:v>
                </c:pt>
                <c:pt idx="2870">
                  <c:v>99.826924497635929</c:v>
                </c:pt>
                <c:pt idx="2871">
                  <c:v>99.826979905437355</c:v>
                </c:pt>
                <c:pt idx="2872">
                  <c:v>99.827533983451545</c:v>
                </c:pt>
                <c:pt idx="2873">
                  <c:v>99.827090721040193</c:v>
                </c:pt>
                <c:pt idx="2874">
                  <c:v>99.825705526004725</c:v>
                </c:pt>
                <c:pt idx="2875">
                  <c:v>99.825539302600475</c:v>
                </c:pt>
                <c:pt idx="2876">
                  <c:v>99.826093380614665</c:v>
                </c:pt>
                <c:pt idx="2877">
                  <c:v>99.825982565011813</c:v>
                </c:pt>
                <c:pt idx="2878">
                  <c:v>99.824911347517727</c:v>
                </c:pt>
                <c:pt idx="2879">
                  <c:v>99.824024822695051</c:v>
                </c:pt>
                <c:pt idx="2880">
                  <c:v>99.824301861702139</c:v>
                </c:pt>
                <c:pt idx="2881">
                  <c:v>99.824726654846344</c:v>
                </c:pt>
                <c:pt idx="2882">
                  <c:v>99.82384013002364</c:v>
                </c:pt>
                <c:pt idx="2883">
                  <c:v>99.822805851063833</c:v>
                </c:pt>
                <c:pt idx="2884">
                  <c:v>99.822731973995289</c:v>
                </c:pt>
                <c:pt idx="2885">
                  <c:v>99.823618498817964</c:v>
                </c:pt>
                <c:pt idx="2886">
                  <c:v>99.8234522754137</c:v>
                </c:pt>
                <c:pt idx="2887">
                  <c:v>99.822288711583923</c:v>
                </c:pt>
                <c:pt idx="2888">
                  <c:v>99.821439125295512</c:v>
                </c:pt>
                <c:pt idx="2889">
                  <c:v>99.821790041371159</c:v>
                </c:pt>
                <c:pt idx="2890">
                  <c:v>99.822104018912526</c:v>
                </c:pt>
                <c:pt idx="2891">
                  <c:v>99.821383717494086</c:v>
                </c:pt>
                <c:pt idx="2892">
                  <c:v>99.819980053191486</c:v>
                </c:pt>
                <c:pt idx="2893">
                  <c:v>99.819961583924353</c:v>
                </c:pt>
                <c:pt idx="2894">
                  <c:v>99.820663416075647</c:v>
                </c:pt>
                <c:pt idx="2895">
                  <c:v>99.820367907801426</c:v>
                </c:pt>
                <c:pt idx="2896">
                  <c:v>99.819148936170222</c:v>
                </c:pt>
                <c:pt idx="2897">
                  <c:v>99.818447104018901</c:v>
                </c:pt>
                <c:pt idx="2898">
                  <c:v>99.8189088356974</c:v>
                </c:pt>
                <c:pt idx="2899">
                  <c:v>99.819185874704502</c:v>
                </c:pt>
                <c:pt idx="2900">
                  <c:v>99.818262411347519</c:v>
                </c:pt>
                <c:pt idx="2901">
                  <c:v>99.817117316784874</c:v>
                </c:pt>
                <c:pt idx="2902">
                  <c:v>99.816988031914903</c:v>
                </c:pt>
                <c:pt idx="2903">
                  <c:v>99.817652925531917</c:v>
                </c:pt>
                <c:pt idx="2904">
                  <c:v>99.817375886524815</c:v>
                </c:pt>
                <c:pt idx="2905">
                  <c:v>99.815824468085111</c:v>
                </c:pt>
                <c:pt idx="2906">
                  <c:v>99.81501182033098</c:v>
                </c:pt>
                <c:pt idx="2907">
                  <c:v>99.815676713947994</c:v>
                </c:pt>
                <c:pt idx="2908">
                  <c:v>99.815584367612303</c:v>
                </c:pt>
                <c:pt idx="2909">
                  <c:v>99.814660904255319</c:v>
                </c:pt>
                <c:pt idx="2910">
                  <c:v>99.813275709219866</c:v>
                </c:pt>
                <c:pt idx="2911">
                  <c:v>99.813589686761233</c:v>
                </c:pt>
                <c:pt idx="2912">
                  <c:v>99.814014479905438</c:v>
                </c:pt>
                <c:pt idx="2913">
                  <c:v>99.813645094562659</c:v>
                </c:pt>
                <c:pt idx="2914">
                  <c:v>99.812149083924353</c:v>
                </c:pt>
                <c:pt idx="2915">
                  <c:v>99.811724290780148</c:v>
                </c:pt>
                <c:pt idx="2916">
                  <c:v>99.812130614657207</c:v>
                </c:pt>
                <c:pt idx="2917">
                  <c:v>99.812352245862883</c:v>
                </c:pt>
                <c:pt idx="2918">
                  <c:v>99.811354905437355</c:v>
                </c:pt>
                <c:pt idx="2919">
                  <c:v>99.810154403073298</c:v>
                </c:pt>
                <c:pt idx="2920">
                  <c:v>99.810320626477548</c:v>
                </c:pt>
                <c:pt idx="2921">
                  <c:v>99.810874704491738</c:v>
                </c:pt>
                <c:pt idx="2922">
                  <c:v>99.810449911347519</c:v>
                </c:pt>
                <c:pt idx="2923">
                  <c:v>99.809027777777786</c:v>
                </c:pt>
                <c:pt idx="2924">
                  <c:v>99.808436761229331</c:v>
                </c:pt>
                <c:pt idx="2925">
                  <c:v>99.809249408983462</c:v>
                </c:pt>
                <c:pt idx="2926">
                  <c:v>99.809323286052006</c:v>
                </c:pt>
                <c:pt idx="2927">
                  <c:v>99.808178191489375</c:v>
                </c:pt>
                <c:pt idx="2928">
                  <c:v>99.807033096926716</c:v>
                </c:pt>
                <c:pt idx="2929">
                  <c:v>99.807310135933818</c:v>
                </c:pt>
                <c:pt idx="2930">
                  <c:v>99.807938091016553</c:v>
                </c:pt>
                <c:pt idx="2931">
                  <c:v>99.807291666666657</c:v>
                </c:pt>
                <c:pt idx="2932">
                  <c:v>99.805740248226954</c:v>
                </c:pt>
                <c:pt idx="2933">
                  <c:v>99.805260047281322</c:v>
                </c:pt>
                <c:pt idx="2934">
                  <c:v>99.805869533096939</c:v>
                </c:pt>
                <c:pt idx="2935">
                  <c:v>99.806146572104026</c:v>
                </c:pt>
                <c:pt idx="2936">
                  <c:v>99.804742907801426</c:v>
                </c:pt>
                <c:pt idx="2937">
                  <c:v>99.803893321513016</c:v>
                </c:pt>
                <c:pt idx="2938">
                  <c:v>99.804207299054383</c:v>
                </c:pt>
                <c:pt idx="2939">
                  <c:v>99.80485372340425</c:v>
                </c:pt>
                <c:pt idx="2940">
                  <c:v>99.804041075650119</c:v>
                </c:pt>
                <c:pt idx="2941">
                  <c:v>99.802582003546107</c:v>
                </c:pt>
                <c:pt idx="2942">
                  <c:v>99.802138741134755</c:v>
                </c:pt>
                <c:pt idx="2943">
                  <c:v>99.803025265957459</c:v>
                </c:pt>
                <c:pt idx="2944">
                  <c:v>99.802859042553209</c:v>
                </c:pt>
                <c:pt idx="2945">
                  <c:v>99.801492316784874</c:v>
                </c:pt>
                <c:pt idx="2946">
                  <c:v>99.800642730496463</c:v>
                </c:pt>
                <c:pt idx="2947">
                  <c:v>99.801122931442094</c:v>
                </c:pt>
                <c:pt idx="2948">
                  <c:v>99.801363031914903</c:v>
                </c:pt>
                <c:pt idx="2949">
                  <c:v>99.800642730496463</c:v>
                </c:pt>
                <c:pt idx="2950">
                  <c:v>99.799054373522466</c:v>
                </c:pt>
                <c:pt idx="2951">
                  <c:v>99.799239066193863</c:v>
                </c:pt>
                <c:pt idx="2952">
                  <c:v>99.799940898345156</c:v>
                </c:pt>
                <c:pt idx="2953">
                  <c:v>99.799442228132378</c:v>
                </c:pt>
                <c:pt idx="2954">
                  <c:v>99.797964686761233</c:v>
                </c:pt>
                <c:pt idx="2955">
                  <c:v>99.797188977541367</c:v>
                </c:pt>
                <c:pt idx="2956">
                  <c:v>99.797835401891248</c:v>
                </c:pt>
                <c:pt idx="2957">
                  <c:v>99.79811244089835</c:v>
                </c:pt>
                <c:pt idx="2958">
                  <c:v>99.796948877068559</c:v>
                </c:pt>
                <c:pt idx="2959">
                  <c:v>99.795545212765958</c:v>
                </c:pt>
                <c:pt idx="2960">
                  <c:v>99.795803782505914</c:v>
                </c:pt>
                <c:pt idx="2961">
                  <c:v>99.796579491725765</c:v>
                </c:pt>
                <c:pt idx="2962">
                  <c:v>99.796283983451545</c:v>
                </c:pt>
                <c:pt idx="2963">
                  <c:v>99.794732565011827</c:v>
                </c:pt>
                <c:pt idx="2964">
                  <c:v>99.793919917257696</c:v>
                </c:pt>
                <c:pt idx="2965">
                  <c:v>99.794824911347519</c:v>
                </c:pt>
                <c:pt idx="2966">
                  <c:v>99.795083481087474</c:v>
                </c:pt>
                <c:pt idx="2967">
                  <c:v>99.793919917257696</c:v>
                </c:pt>
                <c:pt idx="2968">
                  <c:v>99.79259013002364</c:v>
                </c:pt>
                <c:pt idx="2969">
                  <c:v>99.792774822695023</c:v>
                </c:pt>
                <c:pt idx="2970">
                  <c:v>99.793513593380624</c:v>
                </c:pt>
                <c:pt idx="2971">
                  <c:v>99.79297798463358</c:v>
                </c:pt>
                <c:pt idx="2972">
                  <c:v>99.791204934988173</c:v>
                </c:pt>
                <c:pt idx="2973">
                  <c:v>99.79063238770685</c:v>
                </c:pt>
                <c:pt idx="2974">
                  <c:v>99.791112588652481</c:v>
                </c:pt>
                <c:pt idx="2975">
                  <c:v>99.791186465721054</c:v>
                </c:pt>
                <c:pt idx="2976">
                  <c:v>99.789967494089836</c:v>
                </c:pt>
                <c:pt idx="2977">
                  <c:v>99.788508421985824</c:v>
                </c:pt>
                <c:pt idx="2978">
                  <c:v>99.788545360520104</c:v>
                </c:pt>
                <c:pt idx="2979">
                  <c:v>99.789191784869985</c:v>
                </c:pt>
                <c:pt idx="2980">
                  <c:v>99.788674645390074</c:v>
                </c:pt>
                <c:pt idx="2981">
                  <c:v>99.786975472813239</c:v>
                </c:pt>
                <c:pt idx="2982">
                  <c:v>99.786458333333343</c:v>
                </c:pt>
                <c:pt idx="2983">
                  <c:v>99.787289450354606</c:v>
                </c:pt>
                <c:pt idx="2984">
                  <c:v>99.787418735224591</c:v>
                </c:pt>
                <c:pt idx="2985">
                  <c:v>99.786033540189123</c:v>
                </c:pt>
                <c:pt idx="2986">
                  <c:v>99.78464834515367</c:v>
                </c:pt>
                <c:pt idx="2987">
                  <c:v>99.785054669030743</c:v>
                </c:pt>
                <c:pt idx="2988">
                  <c:v>99.785645685579212</c:v>
                </c:pt>
                <c:pt idx="2989">
                  <c:v>99.78498079196217</c:v>
                </c:pt>
                <c:pt idx="2990">
                  <c:v>99.783318557919614</c:v>
                </c:pt>
                <c:pt idx="2991">
                  <c:v>99.78281988770685</c:v>
                </c:pt>
                <c:pt idx="2992">
                  <c:v>99.783503250591025</c:v>
                </c:pt>
                <c:pt idx="2993">
                  <c:v>99.78379875886526</c:v>
                </c:pt>
                <c:pt idx="2994">
                  <c:v>99.782173463356983</c:v>
                </c:pt>
                <c:pt idx="2995">
                  <c:v>99.780972960992912</c:v>
                </c:pt>
                <c:pt idx="2996">
                  <c:v>99.781397754137117</c:v>
                </c:pt>
                <c:pt idx="2997">
                  <c:v>99.782062647754145</c:v>
                </c:pt>
                <c:pt idx="2998">
                  <c:v>99.781213061465721</c:v>
                </c:pt>
                <c:pt idx="2999">
                  <c:v>99.77968011229315</c:v>
                </c:pt>
                <c:pt idx="3000">
                  <c:v>99.77912603427896</c:v>
                </c:pt>
                <c:pt idx="3001">
                  <c:v>99.780104905437355</c:v>
                </c:pt>
                <c:pt idx="3002">
                  <c:v>99.780067966903076</c:v>
                </c:pt>
                <c:pt idx="3003">
                  <c:v>99.778627364066196</c:v>
                </c:pt>
                <c:pt idx="3004">
                  <c:v>99.777408392434978</c:v>
                </c:pt>
                <c:pt idx="3005">
                  <c:v>99.777870124113477</c:v>
                </c:pt>
                <c:pt idx="3006">
                  <c:v>99.77840573286052</c:v>
                </c:pt>
                <c:pt idx="3007">
                  <c:v>99.777722369976374</c:v>
                </c:pt>
                <c:pt idx="3008">
                  <c:v>99.775930851063833</c:v>
                </c:pt>
                <c:pt idx="3009">
                  <c:v>99.775598404255334</c:v>
                </c:pt>
                <c:pt idx="3010">
                  <c:v>99.776374113475171</c:v>
                </c:pt>
                <c:pt idx="3011">
                  <c:v>99.776170951536642</c:v>
                </c:pt>
                <c:pt idx="3012">
                  <c:v>99.774638002364071</c:v>
                </c:pt>
                <c:pt idx="3013">
                  <c:v>99.773640661938529</c:v>
                </c:pt>
                <c:pt idx="3014">
                  <c:v>99.77412086288416</c:v>
                </c:pt>
                <c:pt idx="3015">
                  <c:v>99.774896572104026</c:v>
                </c:pt>
                <c:pt idx="3016">
                  <c:v>99.773677600472809</c:v>
                </c:pt>
                <c:pt idx="3017">
                  <c:v>99.772310874704502</c:v>
                </c:pt>
                <c:pt idx="3018">
                  <c:v>99.772236997635929</c:v>
                </c:pt>
                <c:pt idx="3019">
                  <c:v>99.772828014184398</c:v>
                </c:pt>
                <c:pt idx="3020">
                  <c:v>99.77238475177306</c:v>
                </c:pt>
                <c:pt idx="3021">
                  <c:v>99.770777925531917</c:v>
                </c:pt>
                <c:pt idx="3022">
                  <c:v>99.769743646572095</c:v>
                </c:pt>
                <c:pt idx="3023">
                  <c:v>99.770390070921991</c:v>
                </c:pt>
                <c:pt idx="3024">
                  <c:v>99.770833333333329</c:v>
                </c:pt>
                <c:pt idx="3025">
                  <c:v>99.769762115839242</c:v>
                </c:pt>
                <c:pt idx="3026">
                  <c:v>99.768081412529568</c:v>
                </c:pt>
                <c:pt idx="3027">
                  <c:v>99.768081412529568</c:v>
                </c:pt>
                <c:pt idx="3028">
                  <c:v>99.768949468085111</c:v>
                </c:pt>
                <c:pt idx="3029">
                  <c:v>99.768617021276611</c:v>
                </c:pt>
                <c:pt idx="3030">
                  <c:v>99.767084072104026</c:v>
                </c:pt>
                <c:pt idx="3031">
                  <c:v>99.766363770685587</c:v>
                </c:pt>
                <c:pt idx="3032">
                  <c:v>99.766954787234042</c:v>
                </c:pt>
                <c:pt idx="3033">
                  <c:v>99.767047133569747</c:v>
                </c:pt>
                <c:pt idx="3034">
                  <c:v>99.765625</c:v>
                </c:pt>
                <c:pt idx="3035">
                  <c:v>99.764258274231679</c:v>
                </c:pt>
                <c:pt idx="3036">
                  <c:v>99.764147458628855</c:v>
                </c:pt>
                <c:pt idx="3037">
                  <c:v>99.764904698581574</c:v>
                </c:pt>
                <c:pt idx="3038">
                  <c:v>99.764535313238767</c:v>
                </c:pt>
                <c:pt idx="3039">
                  <c:v>99.762965425531917</c:v>
                </c:pt>
                <c:pt idx="3040">
                  <c:v>99.762041962174948</c:v>
                </c:pt>
                <c:pt idx="3041">
                  <c:v>99.762854609929079</c:v>
                </c:pt>
                <c:pt idx="3042">
                  <c:v>99.763113179669034</c:v>
                </c:pt>
                <c:pt idx="3043">
                  <c:v>99.761838800236418</c:v>
                </c:pt>
                <c:pt idx="3044">
                  <c:v>99.760158096926716</c:v>
                </c:pt>
                <c:pt idx="3045">
                  <c:v>99.760379728132392</c:v>
                </c:pt>
                <c:pt idx="3046">
                  <c:v>99.76104462174942</c:v>
                </c:pt>
                <c:pt idx="3047">
                  <c:v>99.760601359338068</c:v>
                </c:pt>
                <c:pt idx="3048">
                  <c:v>99.758846778959807</c:v>
                </c:pt>
                <c:pt idx="3049">
                  <c:v>99.758034131205676</c:v>
                </c:pt>
                <c:pt idx="3050">
                  <c:v>99.758717494089836</c:v>
                </c:pt>
                <c:pt idx="3051">
                  <c:v>99.758994533096924</c:v>
                </c:pt>
                <c:pt idx="3052">
                  <c:v>99.75764627659575</c:v>
                </c:pt>
                <c:pt idx="3053">
                  <c:v>99.756039450354621</c:v>
                </c:pt>
                <c:pt idx="3054">
                  <c:v>99.756279550827415</c:v>
                </c:pt>
                <c:pt idx="3055">
                  <c:v>99.756833628841619</c:v>
                </c:pt>
                <c:pt idx="3056">
                  <c:v>99.756002511820341</c:v>
                </c:pt>
                <c:pt idx="3057">
                  <c:v>99.754358747044918</c:v>
                </c:pt>
                <c:pt idx="3058">
                  <c:v>99.753527630023655</c:v>
                </c:pt>
                <c:pt idx="3059">
                  <c:v>99.75424793144208</c:v>
                </c:pt>
                <c:pt idx="3060">
                  <c:v>99.754580378250594</c:v>
                </c:pt>
                <c:pt idx="3061">
                  <c:v>99.753176713947994</c:v>
                </c:pt>
                <c:pt idx="3062">
                  <c:v>99.751754580378261</c:v>
                </c:pt>
                <c:pt idx="3063">
                  <c:v>99.751883865248232</c:v>
                </c:pt>
                <c:pt idx="3064">
                  <c:v>99.752548758865245</c:v>
                </c:pt>
                <c:pt idx="3065">
                  <c:v>99.752068557919628</c:v>
                </c:pt>
                <c:pt idx="3066">
                  <c:v>99.750073877068559</c:v>
                </c:pt>
                <c:pt idx="3067">
                  <c:v>99.749464391252957</c:v>
                </c:pt>
                <c:pt idx="3068">
                  <c:v>99.749926122931441</c:v>
                </c:pt>
                <c:pt idx="3069">
                  <c:v>99.749833776595736</c:v>
                </c:pt>
                <c:pt idx="3070">
                  <c:v>99.748522458628855</c:v>
                </c:pt>
                <c:pt idx="3071">
                  <c:v>99.74702644799055</c:v>
                </c:pt>
                <c:pt idx="3072">
                  <c:v>99.747321956264784</c:v>
                </c:pt>
                <c:pt idx="3073">
                  <c:v>99.748153073286062</c:v>
                </c:pt>
                <c:pt idx="3074">
                  <c:v>99.747377364066196</c:v>
                </c:pt>
                <c:pt idx="3075">
                  <c:v>99.745641252955082</c:v>
                </c:pt>
                <c:pt idx="3076">
                  <c:v>99.74503176713948</c:v>
                </c:pt>
                <c:pt idx="3077">
                  <c:v>99.745715130023655</c:v>
                </c:pt>
                <c:pt idx="3078">
                  <c:v>99.745936761229316</c:v>
                </c:pt>
                <c:pt idx="3079">
                  <c:v>99.744496158392437</c:v>
                </c:pt>
                <c:pt idx="3080">
                  <c:v>99.74290780141844</c:v>
                </c:pt>
                <c:pt idx="3081">
                  <c:v>99.743240248226954</c:v>
                </c:pt>
                <c:pt idx="3082">
                  <c:v>99.74379432624113</c:v>
                </c:pt>
                <c:pt idx="3083">
                  <c:v>99.742796985815602</c:v>
                </c:pt>
                <c:pt idx="3084">
                  <c:v>99.740894651300238</c:v>
                </c:pt>
                <c:pt idx="3085">
                  <c:v>99.740506796690326</c:v>
                </c:pt>
                <c:pt idx="3086">
                  <c:v>99.741430260047281</c:v>
                </c:pt>
                <c:pt idx="3087">
                  <c:v>99.741725768321515</c:v>
                </c:pt>
                <c:pt idx="3088">
                  <c:v>99.740229757683224</c:v>
                </c:pt>
                <c:pt idx="3089">
                  <c:v>99.738863031914889</c:v>
                </c:pt>
                <c:pt idx="3090">
                  <c:v>99.739324763593388</c:v>
                </c:pt>
                <c:pt idx="3091">
                  <c:v>99.739675679669034</c:v>
                </c:pt>
                <c:pt idx="3092">
                  <c:v>99.738493646572095</c:v>
                </c:pt>
                <c:pt idx="3093">
                  <c:v>99.736812943262407</c:v>
                </c:pt>
                <c:pt idx="3094">
                  <c:v>99.73633274231679</c:v>
                </c:pt>
                <c:pt idx="3095">
                  <c:v>99.737293144208039</c:v>
                </c:pt>
                <c:pt idx="3096">
                  <c:v>99.737274674940906</c:v>
                </c:pt>
                <c:pt idx="3097">
                  <c:v>99.735686317966895</c:v>
                </c:pt>
                <c:pt idx="3098">
                  <c:v>99.734411938534279</c:v>
                </c:pt>
                <c:pt idx="3099">
                  <c:v>99.735039893617028</c:v>
                </c:pt>
                <c:pt idx="3100">
                  <c:v>99.735483156028366</c:v>
                </c:pt>
                <c:pt idx="3101">
                  <c:v>99.73459663120569</c:v>
                </c:pt>
                <c:pt idx="3102">
                  <c:v>99.732749704491724</c:v>
                </c:pt>
                <c:pt idx="3103">
                  <c:v>99.732306442080372</c:v>
                </c:pt>
                <c:pt idx="3104">
                  <c:v>99.733137559101664</c:v>
                </c:pt>
                <c:pt idx="3105">
                  <c:v>99.73258348108746</c:v>
                </c:pt>
                <c:pt idx="3106">
                  <c:v>99.730755023640668</c:v>
                </c:pt>
                <c:pt idx="3107">
                  <c:v>99.729868498817979</c:v>
                </c:pt>
                <c:pt idx="3108">
                  <c:v>99.730441046099287</c:v>
                </c:pt>
                <c:pt idx="3109">
                  <c:v>99.730791962174948</c:v>
                </c:pt>
                <c:pt idx="3110">
                  <c:v>99.729536052009465</c:v>
                </c:pt>
                <c:pt idx="3111">
                  <c:v>99.727596778959821</c:v>
                </c:pt>
                <c:pt idx="3112">
                  <c:v>99.727485963356983</c:v>
                </c:pt>
                <c:pt idx="3113">
                  <c:v>99.72816932624113</c:v>
                </c:pt>
                <c:pt idx="3114">
                  <c:v>99.727947695035454</c:v>
                </c:pt>
                <c:pt idx="3115">
                  <c:v>99.726507092198574</c:v>
                </c:pt>
                <c:pt idx="3116">
                  <c:v>99.725361997635943</c:v>
                </c:pt>
                <c:pt idx="3117">
                  <c:v>99.726137706855795</c:v>
                </c:pt>
                <c:pt idx="3118">
                  <c:v>99.726193114657207</c:v>
                </c:pt>
                <c:pt idx="3119">
                  <c:v>99.72499261229315</c:v>
                </c:pt>
                <c:pt idx="3120">
                  <c:v>99.723293439716315</c:v>
                </c:pt>
                <c:pt idx="3121">
                  <c:v>99.723127216312051</c:v>
                </c:pt>
                <c:pt idx="3122">
                  <c:v>99.723810579196211</c:v>
                </c:pt>
                <c:pt idx="3123">
                  <c:v>99.723182624113477</c:v>
                </c:pt>
                <c:pt idx="3124">
                  <c:v>99.721372635933804</c:v>
                </c:pt>
                <c:pt idx="3125">
                  <c:v>99.720559988179673</c:v>
                </c:pt>
                <c:pt idx="3126">
                  <c:v>99.721151004728142</c:v>
                </c:pt>
                <c:pt idx="3127">
                  <c:v>99.721224881796687</c:v>
                </c:pt>
                <c:pt idx="3128">
                  <c:v>99.719636524822704</c:v>
                </c:pt>
                <c:pt idx="3129">
                  <c:v>99.717955821513002</c:v>
                </c:pt>
                <c:pt idx="3130">
                  <c:v>99.717974290780148</c:v>
                </c:pt>
                <c:pt idx="3131">
                  <c:v>99.718602245862883</c:v>
                </c:pt>
                <c:pt idx="3132">
                  <c:v>99.717900413711575</c:v>
                </c:pt>
                <c:pt idx="3133">
                  <c:v>99.716090425531917</c:v>
                </c:pt>
                <c:pt idx="3134">
                  <c:v>99.715093085106375</c:v>
                </c:pt>
                <c:pt idx="3135">
                  <c:v>99.715591755319139</c:v>
                </c:pt>
                <c:pt idx="3136">
                  <c:v>99.716016548463358</c:v>
                </c:pt>
                <c:pt idx="3137">
                  <c:v>99.714520537825052</c:v>
                </c:pt>
                <c:pt idx="3138">
                  <c:v>99.713042996453908</c:v>
                </c:pt>
                <c:pt idx="3139">
                  <c:v>99.713209219858157</c:v>
                </c:pt>
                <c:pt idx="3140">
                  <c:v>99.713911052009465</c:v>
                </c:pt>
                <c:pt idx="3141">
                  <c:v>99.713190750591025</c:v>
                </c:pt>
                <c:pt idx="3142">
                  <c:v>99.711251477541367</c:v>
                </c:pt>
                <c:pt idx="3143">
                  <c:v>99.710438829787236</c:v>
                </c:pt>
                <c:pt idx="3144">
                  <c:v>99.711011377068559</c:v>
                </c:pt>
                <c:pt idx="3145">
                  <c:v>99.710845153664309</c:v>
                </c:pt>
                <c:pt idx="3146">
                  <c:v>99.709404550827429</c:v>
                </c:pt>
                <c:pt idx="3147">
                  <c:v>99.70792700945627</c:v>
                </c:pt>
                <c:pt idx="3148">
                  <c:v>99.708130171394799</c:v>
                </c:pt>
                <c:pt idx="3149">
                  <c:v>99.708739657210415</c:v>
                </c:pt>
                <c:pt idx="3150">
                  <c:v>99.707890070921991</c:v>
                </c:pt>
                <c:pt idx="3151">
                  <c:v>99.706080082742304</c:v>
                </c:pt>
                <c:pt idx="3152">
                  <c:v>99.70541518912529</c:v>
                </c:pt>
                <c:pt idx="3153">
                  <c:v>99.705821513002363</c:v>
                </c:pt>
                <c:pt idx="3154">
                  <c:v>99.705766105200951</c:v>
                </c:pt>
                <c:pt idx="3155">
                  <c:v>99.704029994089836</c:v>
                </c:pt>
                <c:pt idx="3156">
                  <c:v>99.702755614657207</c:v>
                </c:pt>
                <c:pt idx="3157">
                  <c:v>99.702903368794324</c:v>
                </c:pt>
                <c:pt idx="3158">
                  <c:v>99.703272754137117</c:v>
                </c:pt>
                <c:pt idx="3159">
                  <c:v>99.702386229314428</c:v>
                </c:pt>
                <c:pt idx="3160">
                  <c:v>99.700391548463358</c:v>
                </c:pt>
                <c:pt idx="3161">
                  <c:v>99.699689716312051</c:v>
                </c:pt>
                <c:pt idx="3162">
                  <c:v>99.700576241134755</c:v>
                </c:pt>
                <c:pt idx="3163">
                  <c:v>99.700354609929093</c:v>
                </c:pt>
                <c:pt idx="3164">
                  <c:v>99.698766252955082</c:v>
                </c:pt>
                <c:pt idx="3165">
                  <c:v>99.69743646572104</c:v>
                </c:pt>
                <c:pt idx="3166">
                  <c:v>99.697713504728142</c:v>
                </c:pt>
                <c:pt idx="3167">
                  <c:v>99.698138297872347</c:v>
                </c:pt>
                <c:pt idx="3168">
                  <c:v>99.696956264775423</c:v>
                </c:pt>
                <c:pt idx="3169">
                  <c:v>99.695183215130029</c:v>
                </c:pt>
                <c:pt idx="3170">
                  <c:v>99.694887706855795</c:v>
                </c:pt>
                <c:pt idx="3171">
                  <c:v>99.695497192671382</c:v>
                </c:pt>
                <c:pt idx="3172">
                  <c:v>99.695330969267133</c:v>
                </c:pt>
                <c:pt idx="3173">
                  <c:v>99.69370567375887</c:v>
                </c:pt>
                <c:pt idx="3174">
                  <c:v>99.69233894799055</c:v>
                </c:pt>
                <c:pt idx="3175">
                  <c:v>99.692505171394814</c:v>
                </c:pt>
                <c:pt idx="3176">
                  <c:v>99.692929964539005</c:v>
                </c:pt>
                <c:pt idx="3177">
                  <c:v>99.691821808510639</c:v>
                </c:pt>
                <c:pt idx="3178">
                  <c:v>99.690233451536642</c:v>
                </c:pt>
                <c:pt idx="3179">
                  <c:v>99.689679373522466</c:v>
                </c:pt>
                <c:pt idx="3180">
                  <c:v>99.690418144208039</c:v>
                </c:pt>
                <c:pt idx="3181">
                  <c:v>99.690270390070935</c:v>
                </c:pt>
                <c:pt idx="3182">
                  <c:v>99.688423463356969</c:v>
                </c:pt>
                <c:pt idx="3183">
                  <c:v>99.687093676122942</c:v>
                </c:pt>
                <c:pt idx="3184">
                  <c:v>99.6875</c:v>
                </c:pt>
                <c:pt idx="3185">
                  <c:v>99.687536938534279</c:v>
                </c:pt>
                <c:pt idx="3186">
                  <c:v>99.686262559101664</c:v>
                </c:pt>
                <c:pt idx="3187">
                  <c:v>99.684618794326241</c:v>
                </c:pt>
                <c:pt idx="3188">
                  <c:v>99.684304816784874</c:v>
                </c:pt>
                <c:pt idx="3189">
                  <c:v>99.684840425531917</c:v>
                </c:pt>
                <c:pt idx="3190">
                  <c:v>99.684581855791961</c:v>
                </c:pt>
                <c:pt idx="3191">
                  <c:v>99.682882683215126</c:v>
                </c:pt>
                <c:pt idx="3192">
                  <c:v>99.681774527186761</c:v>
                </c:pt>
                <c:pt idx="3193">
                  <c:v>99.682180851063833</c:v>
                </c:pt>
                <c:pt idx="3194">
                  <c:v>99.682420951536656</c:v>
                </c:pt>
                <c:pt idx="3195">
                  <c:v>99.681072695035468</c:v>
                </c:pt>
                <c:pt idx="3196">
                  <c:v>99.679484338061471</c:v>
                </c:pt>
                <c:pt idx="3197">
                  <c:v>99.679336583924353</c:v>
                </c:pt>
                <c:pt idx="3198">
                  <c:v>99.680001477541367</c:v>
                </c:pt>
                <c:pt idx="3199">
                  <c:v>99.679262706855795</c:v>
                </c:pt>
                <c:pt idx="3200">
                  <c:v>99.677415780141857</c:v>
                </c:pt>
                <c:pt idx="3201">
                  <c:v>99.67615986997636</c:v>
                </c:pt>
                <c:pt idx="3202">
                  <c:v>99.676695478723403</c:v>
                </c:pt>
                <c:pt idx="3203">
                  <c:v>99.676750886524829</c:v>
                </c:pt>
                <c:pt idx="3204">
                  <c:v>99.675236406619376</c:v>
                </c:pt>
                <c:pt idx="3205">
                  <c:v>99.673334072104012</c:v>
                </c:pt>
                <c:pt idx="3206">
                  <c:v>99.673463356973997</c:v>
                </c:pt>
                <c:pt idx="3207">
                  <c:v>99.673906619385349</c:v>
                </c:pt>
                <c:pt idx="3208">
                  <c:v>99.673093971631204</c:v>
                </c:pt>
                <c:pt idx="3209">
                  <c:v>99.671265514184398</c:v>
                </c:pt>
                <c:pt idx="3210">
                  <c:v>99.670415927895988</c:v>
                </c:pt>
                <c:pt idx="3211">
                  <c:v>99.670785313238781</c:v>
                </c:pt>
                <c:pt idx="3212">
                  <c:v>99.670951536643031</c:v>
                </c:pt>
                <c:pt idx="3213">
                  <c:v>99.669326241134755</c:v>
                </c:pt>
                <c:pt idx="3214">
                  <c:v>99.667848699763596</c:v>
                </c:pt>
                <c:pt idx="3215">
                  <c:v>99.667664007092199</c:v>
                </c:pt>
                <c:pt idx="3216">
                  <c:v>99.668088800236404</c:v>
                </c:pt>
                <c:pt idx="3217">
                  <c:v>99.667054521276597</c:v>
                </c:pt>
                <c:pt idx="3218">
                  <c:v>99.665115248226954</c:v>
                </c:pt>
                <c:pt idx="3219">
                  <c:v>99.664117907801426</c:v>
                </c:pt>
                <c:pt idx="3220">
                  <c:v>99.665041371158395</c:v>
                </c:pt>
                <c:pt idx="3221">
                  <c:v>99.66478280141844</c:v>
                </c:pt>
                <c:pt idx="3222">
                  <c:v>99.663305260047281</c:v>
                </c:pt>
                <c:pt idx="3223">
                  <c:v>99.661679964539005</c:v>
                </c:pt>
                <c:pt idx="3224">
                  <c:v>99.661679964539005</c:v>
                </c:pt>
                <c:pt idx="3225">
                  <c:v>99.662160165484636</c:v>
                </c:pt>
                <c:pt idx="3226">
                  <c:v>99.66108894799055</c:v>
                </c:pt>
                <c:pt idx="3227">
                  <c:v>99.658872635933804</c:v>
                </c:pt>
                <c:pt idx="3228">
                  <c:v>99.658337027186761</c:v>
                </c:pt>
                <c:pt idx="3229">
                  <c:v>99.658687943262407</c:v>
                </c:pt>
                <c:pt idx="3230">
                  <c:v>99.658835697399525</c:v>
                </c:pt>
                <c:pt idx="3231">
                  <c:v>99.657154994089836</c:v>
                </c:pt>
                <c:pt idx="3232">
                  <c:v>99.655585106382986</c:v>
                </c:pt>
                <c:pt idx="3233">
                  <c:v>99.655585106382986</c:v>
                </c:pt>
                <c:pt idx="3234">
                  <c:v>99.655991430260045</c:v>
                </c:pt>
                <c:pt idx="3235">
                  <c:v>99.654994089834517</c:v>
                </c:pt>
                <c:pt idx="3236">
                  <c:v>99.653147163120565</c:v>
                </c:pt>
                <c:pt idx="3237">
                  <c:v>99.652371453900713</c:v>
                </c:pt>
                <c:pt idx="3238">
                  <c:v>99.653073286052006</c:v>
                </c:pt>
                <c:pt idx="3239">
                  <c:v>99.652925531914889</c:v>
                </c:pt>
                <c:pt idx="3240">
                  <c:v>99.651226359338068</c:v>
                </c:pt>
                <c:pt idx="3241">
                  <c:v>99.649601063829778</c:v>
                </c:pt>
                <c:pt idx="3242">
                  <c:v>99.64971187943263</c:v>
                </c:pt>
                <c:pt idx="3243">
                  <c:v>99.650099734042556</c:v>
                </c:pt>
                <c:pt idx="3244">
                  <c:v>99.648973108747057</c:v>
                </c:pt>
                <c:pt idx="3245">
                  <c:v>99.64683067375887</c:v>
                </c:pt>
                <c:pt idx="3246">
                  <c:v>99.646110372340431</c:v>
                </c:pt>
                <c:pt idx="3247">
                  <c:v>99.646682919621753</c:v>
                </c:pt>
                <c:pt idx="3248">
                  <c:v>99.646498226950357</c:v>
                </c:pt>
                <c:pt idx="3249">
                  <c:v>99.644854462174933</c:v>
                </c:pt>
                <c:pt idx="3250">
                  <c:v>99.643247635933804</c:v>
                </c:pt>
                <c:pt idx="3251">
                  <c:v>99.643192228132378</c:v>
                </c:pt>
                <c:pt idx="3252">
                  <c:v>99.643506205673759</c:v>
                </c:pt>
                <c:pt idx="3253">
                  <c:v>99.642527334515364</c:v>
                </c:pt>
                <c:pt idx="3254">
                  <c:v>99.640606530732867</c:v>
                </c:pt>
                <c:pt idx="3255">
                  <c:v>99.640033983451531</c:v>
                </c:pt>
                <c:pt idx="3256">
                  <c:v>99.640698877068573</c:v>
                </c:pt>
                <c:pt idx="3257">
                  <c:v>99.640033983451531</c:v>
                </c:pt>
                <c:pt idx="3258">
                  <c:v>99.638150118203299</c:v>
                </c:pt>
                <c:pt idx="3259">
                  <c:v>99.636783392434992</c:v>
                </c:pt>
                <c:pt idx="3260">
                  <c:v>99.63706043144208</c:v>
                </c:pt>
                <c:pt idx="3261">
                  <c:v>99.637411347517741</c:v>
                </c:pt>
                <c:pt idx="3262">
                  <c:v>99.636229314420817</c:v>
                </c:pt>
                <c:pt idx="3263">
                  <c:v>99.634290041371159</c:v>
                </c:pt>
                <c:pt idx="3264">
                  <c:v>99.633828309692674</c:v>
                </c:pt>
                <c:pt idx="3265">
                  <c:v>99.634216164302615</c:v>
                </c:pt>
                <c:pt idx="3266">
                  <c:v>99.633680555555543</c:v>
                </c:pt>
                <c:pt idx="3267">
                  <c:v>99.63157505910165</c:v>
                </c:pt>
                <c:pt idx="3268">
                  <c:v>99.630503841607563</c:v>
                </c:pt>
                <c:pt idx="3269">
                  <c:v>99.630854757683224</c:v>
                </c:pt>
                <c:pt idx="3270">
                  <c:v>99.631020981087488</c:v>
                </c:pt>
                <c:pt idx="3271">
                  <c:v>99.629395685579198</c:v>
                </c:pt>
                <c:pt idx="3272">
                  <c:v>99.627751920803789</c:v>
                </c:pt>
                <c:pt idx="3273">
                  <c:v>99.627401004728128</c:v>
                </c:pt>
                <c:pt idx="3274">
                  <c:v>99.627881205673759</c:v>
                </c:pt>
                <c:pt idx="3275">
                  <c:v>99.627401004728128</c:v>
                </c:pt>
                <c:pt idx="3276">
                  <c:v>99.625664893617014</c:v>
                </c:pt>
                <c:pt idx="3277">
                  <c:v>99.624593676122927</c:v>
                </c:pt>
                <c:pt idx="3278">
                  <c:v>99.624926122931441</c:v>
                </c:pt>
                <c:pt idx="3279">
                  <c:v>99.624889184397176</c:v>
                </c:pt>
                <c:pt idx="3280">
                  <c:v>99.623522458628841</c:v>
                </c:pt>
                <c:pt idx="3281">
                  <c:v>99.621380023640654</c:v>
                </c:pt>
                <c:pt idx="3282">
                  <c:v>99.621047576832154</c:v>
                </c:pt>
                <c:pt idx="3283">
                  <c:v>99.621509308510653</c:v>
                </c:pt>
                <c:pt idx="3284">
                  <c:v>99.620641252955096</c:v>
                </c:pt>
                <c:pt idx="3285">
                  <c:v>99.618738918439718</c:v>
                </c:pt>
                <c:pt idx="3286">
                  <c:v>99.617575354609926</c:v>
                </c:pt>
                <c:pt idx="3287">
                  <c:v>99.617704639479911</c:v>
                </c:pt>
                <c:pt idx="3288">
                  <c:v>99.617815455082749</c:v>
                </c:pt>
                <c:pt idx="3289">
                  <c:v>99.616042405437355</c:v>
                </c:pt>
                <c:pt idx="3290">
                  <c:v>99.614380171394799</c:v>
                </c:pt>
                <c:pt idx="3291">
                  <c:v>99.614140070921991</c:v>
                </c:pt>
                <c:pt idx="3292">
                  <c:v>99.614546394799049</c:v>
                </c:pt>
                <c:pt idx="3293">
                  <c:v>99.613604462174948</c:v>
                </c:pt>
                <c:pt idx="3294">
                  <c:v>99.611812943262407</c:v>
                </c:pt>
                <c:pt idx="3295">
                  <c:v>99.610520094562659</c:v>
                </c:pt>
                <c:pt idx="3296">
                  <c:v>99.6111111111111</c:v>
                </c:pt>
                <c:pt idx="3297">
                  <c:v>99.610926418439732</c:v>
                </c:pt>
                <c:pt idx="3298">
                  <c:v>99.609264184397162</c:v>
                </c:pt>
                <c:pt idx="3299">
                  <c:v>99.607657358156033</c:v>
                </c:pt>
                <c:pt idx="3300">
                  <c:v>99.607380319148945</c:v>
                </c:pt>
                <c:pt idx="3301">
                  <c:v>99.607749704491738</c:v>
                </c:pt>
                <c:pt idx="3302">
                  <c:v>99.606973995271858</c:v>
                </c:pt>
                <c:pt idx="3303">
                  <c:v>99.604813091016553</c:v>
                </c:pt>
                <c:pt idx="3304">
                  <c:v>99.603612588652496</c:v>
                </c:pt>
                <c:pt idx="3305">
                  <c:v>99.603741873522466</c:v>
                </c:pt>
                <c:pt idx="3306">
                  <c:v>99.603723404255319</c:v>
                </c:pt>
                <c:pt idx="3307">
                  <c:v>99.601913416075661</c:v>
                </c:pt>
                <c:pt idx="3308">
                  <c:v>99.600214243498826</c:v>
                </c:pt>
                <c:pt idx="3309">
                  <c:v>99.600177304964546</c:v>
                </c:pt>
                <c:pt idx="3310">
                  <c:v>99.600361997635929</c:v>
                </c:pt>
                <c:pt idx="3311">
                  <c:v>99.599124556737578</c:v>
                </c:pt>
                <c:pt idx="3312">
                  <c:v>99.597166814420817</c:v>
                </c:pt>
                <c:pt idx="3313">
                  <c:v>99.596335697399525</c:v>
                </c:pt>
                <c:pt idx="3314">
                  <c:v>99.596963652482273</c:v>
                </c:pt>
                <c:pt idx="3315">
                  <c:v>99.596889775413715</c:v>
                </c:pt>
                <c:pt idx="3316">
                  <c:v>99.595061317966909</c:v>
                </c:pt>
                <c:pt idx="3317">
                  <c:v>99.593306737588662</c:v>
                </c:pt>
                <c:pt idx="3318">
                  <c:v>99.593399083924368</c:v>
                </c:pt>
                <c:pt idx="3319">
                  <c:v>99.593565307328618</c:v>
                </c:pt>
                <c:pt idx="3320">
                  <c:v>99.592494089834531</c:v>
                </c:pt>
                <c:pt idx="3321">
                  <c:v>99.590684101654844</c:v>
                </c:pt>
                <c:pt idx="3322">
                  <c:v>99.590019208037845</c:v>
                </c:pt>
                <c:pt idx="3323">
                  <c:v>99.590166962174948</c:v>
                </c:pt>
                <c:pt idx="3324">
                  <c:v>99.589797576832154</c:v>
                </c:pt>
                <c:pt idx="3325">
                  <c:v>99.58793218085107</c:v>
                </c:pt>
                <c:pt idx="3326">
                  <c:v>99.586288416075647</c:v>
                </c:pt>
                <c:pt idx="3327">
                  <c:v>99.586583924349895</c:v>
                </c:pt>
                <c:pt idx="3328">
                  <c:v>99.586916371158395</c:v>
                </c:pt>
                <c:pt idx="3329">
                  <c:v>99.585328014184398</c:v>
                </c:pt>
                <c:pt idx="3330">
                  <c:v>99.583259456264784</c:v>
                </c:pt>
                <c:pt idx="3331">
                  <c:v>99.582594562647756</c:v>
                </c:pt>
                <c:pt idx="3332">
                  <c:v>99.583056294326241</c:v>
                </c:pt>
                <c:pt idx="3333">
                  <c:v>99.582280585106389</c:v>
                </c:pt>
                <c:pt idx="3334">
                  <c:v>99.580341312056746</c:v>
                </c:pt>
                <c:pt idx="3335">
                  <c:v>99.578863770685572</c:v>
                </c:pt>
                <c:pt idx="3336">
                  <c:v>99.578937647754145</c:v>
                </c:pt>
                <c:pt idx="3337">
                  <c:v>99.578974586288425</c:v>
                </c:pt>
                <c:pt idx="3338">
                  <c:v>99.577718676122942</c:v>
                </c:pt>
                <c:pt idx="3339">
                  <c:v>99.57550236406621</c:v>
                </c:pt>
                <c:pt idx="3340">
                  <c:v>99.574800531914903</c:v>
                </c:pt>
                <c:pt idx="3341">
                  <c:v>99.575022163120565</c:v>
                </c:pt>
                <c:pt idx="3342">
                  <c:v>99.574615839243492</c:v>
                </c:pt>
                <c:pt idx="3343">
                  <c:v>99.572621158392437</c:v>
                </c:pt>
                <c:pt idx="3344">
                  <c:v>99.571180555555557</c:v>
                </c:pt>
                <c:pt idx="3345">
                  <c:v>99.571069739952719</c:v>
                </c:pt>
                <c:pt idx="3346">
                  <c:v>99.570977393617028</c:v>
                </c:pt>
                <c:pt idx="3347">
                  <c:v>99.569130466903076</c:v>
                </c:pt>
                <c:pt idx="3348">
                  <c:v>99.567431294326241</c:v>
                </c:pt>
                <c:pt idx="3349">
                  <c:v>99.566858747044932</c:v>
                </c:pt>
                <c:pt idx="3350">
                  <c:v>99.567191193853432</c:v>
                </c:pt>
                <c:pt idx="3351">
                  <c:v>99.566674054373522</c:v>
                </c:pt>
                <c:pt idx="3352">
                  <c:v>99.564531619385349</c:v>
                </c:pt>
                <c:pt idx="3353">
                  <c:v>99.563091016548469</c:v>
                </c:pt>
                <c:pt idx="3354">
                  <c:v>99.563423463356983</c:v>
                </c:pt>
                <c:pt idx="3355">
                  <c:v>99.563201832151307</c:v>
                </c:pt>
                <c:pt idx="3356">
                  <c:v>99.56165041371159</c:v>
                </c:pt>
                <c:pt idx="3357">
                  <c:v>99.559581855791961</c:v>
                </c:pt>
                <c:pt idx="3358">
                  <c:v>99.559046247044918</c:v>
                </c:pt>
                <c:pt idx="3359">
                  <c:v>99.559544917257696</c:v>
                </c:pt>
                <c:pt idx="3360">
                  <c:v>99.558990839243506</c:v>
                </c:pt>
                <c:pt idx="3361">
                  <c:v>99.557070035460995</c:v>
                </c:pt>
                <c:pt idx="3362">
                  <c:v>99.555407801418454</c:v>
                </c:pt>
                <c:pt idx="3363">
                  <c:v>99.555296985815602</c:v>
                </c:pt>
                <c:pt idx="3364">
                  <c:v>99.555555555555557</c:v>
                </c:pt>
                <c:pt idx="3365">
                  <c:v>99.553782505910178</c:v>
                </c:pt>
                <c:pt idx="3366">
                  <c:v>99.551621601654844</c:v>
                </c:pt>
                <c:pt idx="3367">
                  <c:v>99.55112293144208</c:v>
                </c:pt>
                <c:pt idx="3368">
                  <c:v>99.551566193853432</c:v>
                </c:pt>
                <c:pt idx="3369">
                  <c:v>99.550661199763596</c:v>
                </c:pt>
                <c:pt idx="3370">
                  <c:v>99.548574172576835</c:v>
                </c:pt>
                <c:pt idx="3371">
                  <c:v>99.547355200945617</c:v>
                </c:pt>
                <c:pt idx="3372">
                  <c:v>99.547724586288425</c:v>
                </c:pt>
                <c:pt idx="3373">
                  <c:v>99.547466016548469</c:v>
                </c:pt>
                <c:pt idx="3374">
                  <c:v>99.545748374704488</c:v>
                </c:pt>
                <c:pt idx="3375">
                  <c:v>99.543569001182036</c:v>
                </c:pt>
                <c:pt idx="3376">
                  <c:v>99.543365839243506</c:v>
                </c:pt>
                <c:pt idx="3377">
                  <c:v>99.543624408983462</c:v>
                </c:pt>
                <c:pt idx="3378">
                  <c:v>99.542719414893625</c:v>
                </c:pt>
                <c:pt idx="3379">
                  <c:v>99.540595449172571</c:v>
                </c:pt>
                <c:pt idx="3380">
                  <c:v>99.539524231678485</c:v>
                </c:pt>
                <c:pt idx="3381">
                  <c:v>99.540041371158395</c:v>
                </c:pt>
                <c:pt idx="3382">
                  <c:v>99.539838209219852</c:v>
                </c:pt>
                <c:pt idx="3383">
                  <c:v>99.537806589834503</c:v>
                </c:pt>
                <c:pt idx="3384">
                  <c:v>99.535867316784859</c:v>
                </c:pt>
                <c:pt idx="3385">
                  <c:v>99.535738031914889</c:v>
                </c:pt>
                <c:pt idx="3386">
                  <c:v>99.53605200945627</c:v>
                </c:pt>
                <c:pt idx="3387">
                  <c:v>99.534980791962184</c:v>
                </c:pt>
                <c:pt idx="3388">
                  <c:v>99.532746010638306</c:v>
                </c:pt>
                <c:pt idx="3389">
                  <c:v>99.531545508274235</c:v>
                </c:pt>
                <c:pt idx="3390">
                  <c:v>99.53209958628841</c:v>
                </c:pt>
                <c:pt idx="3391">
                  <c:v>99.53141622340425</c:v>
                </c:pt>
                <c:pt idx="3392">
                  <c:v>99.529329196217489</c:v>
                </c:pt>
                <c:pt idx="3393">
                  <c:v>99.52751920803783</c:v>
                </c:pt>
                <c:pt idx="3394">
                  <c:v>99.527279107565008</c:v>
                </c:pt>
                <c:pt idx="3395">
                  <c:v>99.527593085106375</c:v>
                </c:pt>
                <c:pt idx="3396">
                  <c:v>99.526300236406627</c:v>
                </c:pt>
                <c:pt idx="3397">
                  <c:v>99.523788416075647</c:v>
                </c:pt>
                <c:pt idx="3398">
                  <c:v>99.523031176122927</c:v>
                </c:pt>
                <c:pt idx="3399">
                  <c:v>99.52327127659575</c:v>
                </c:pt>
                <c:pt idx="3400">
                  <c:v>99.522458628841619</c:v>
                </c:pt>
                <c:pt idx="3401">
                  <c:v>99.520537825059108</c:v>
                </c:pt>
                <c:pt idx="3402">
                  <c:v>99.518875591016538</c:v>
                </c:pt>
                <c:pt idx="3403">
                  <c:v>99.518764775413715</c:v>
                </c:pt>
                <c:pt idx="3404">
                  <c:v>99.519097222222229</c:v>
                </c:pt>
                <c:pt idx="3405">
                  <c:v>99.517379580378247</c:v>
                </c:pt>
                <c:pt idx="3406">
                  <c:v>99.514849290780148</c:v>
                </c:pt>
                <c:pt idx="3407">
                  <c:v>99.513630319148945</c:v>
                </c:pt>
                <c:pt idx="3408">
                  <c:v>99.514073581560282</c:v>
                </c:pt>
                <c:pt idx="3409">
                  <c:v>99.513778073286062</c:v>
                </c:pt>
                <c:pt idx="3410">
                  <c:v>99.511617169030743</c:v>
                </c:pt>
                <c:pt idx="3411">
                  <c:v>99.509622488179673</c:v>
                </c:pt>
                <c:pt idx="3412">
                  <c:v>99.509567080378247</c:v>
                </c:pt>
                <c:pt idx="3413">
                  <c:v>99.50964095744682</c:v>
                </c:pt>
                <c:pt idx="3414">
                  <c:v>99.508348108747043</c:v>
                </c:pt>
                <c:pt idx="3415">
                  <c:v>99.506279550827429</c:v>
                </c:pt>
                <c:pt idx="3416">
                  <c:v>99.50552231087471</c:v>
                </c:pt>
                <c:pt idx="3417">
                  <c:v>99.505873226950357</c:v>
                </c:pt>
                <c:pt idx="3418">
                  <c:v>99.505245271867608</c:v>
                </c:pt>
                <c:pt idx="3419">
                  <c:v>99.503084367612288</c:v>
                </c:pt>
                <c:pt idx="3420">
                  <c:v>99.501348256501188</c:v>
                </c:pt>
                <c:pt idx="3421">
                  <c:v>99.501385195035468</c:v>
                </c:pt>
                <c:pt idx="3422">
                  <c:v>99.501625295508276</c:v>
                </c:pt>
                <c:pt idx="3423">
                  <c:v>99.499963061465721</c:v>
                </c:pt>
                <c:pt idx="3424">
                  <c:v>99.497765218676122</c:v>
                </c:pt>
                <c:pt idx="3425">
                  <c:v>99.496730939716315</c:v>
                </c:pt>
                <c:pt idx="3426">
                  <c:v>99.497192671394814</c:v>
                </c:pt>
                <c:pt idx="3427">
                  <c:v>99.496490839243506</c:v>
                </c:pt>
                <c:pt idx="3428">
                  <c:v>99.494274527186761</c:v>
                </c:pt>
                <c:pt idx="3429">
                  <c:v>99.492612293144219</c:v>
                </c:pt>
                <c:pt idx="3430">
                  <c:v>99.492796985815602</c:v>
                </c:pt>
                <c:pt idx="3431">
                  <c:v>99.492612293144219</c:v>
                </c:pt>
                <c:pt idx="3432">
                  <c:v>99.490765366430253</c:v>
                </c:pt>
                <c:pt idx="3433">
                  <c:v>99.488512115839256</c:v>
                </c:pt>
                <c:pt idx="3434">
                  <c:v>99.488105791962184</c:v>
                </c:pt>
                <c:pt idx="3435">
                  <c:v>99.488308953900713</c:v>
                </c:pt>
                <c:pt idx="3436">
                  <c:v>99.487348552009465</c:v>
                </c:pt>
                <c:pt idx="3437">
                  <c:v>99.485150709219866</c:v>
                </c:pt>
                <c:pt idx="3438">
                  <c:v>99.483783983451531</c:v>
                </c:pt>
                <c:pt idx="3439">
                  <c:v>99.483820921985824</c:v>
                </c:pt>
                <c:pt idx="3440">
                  <c:v>99.483710106382986</c:v>
                </c:pt>
                <c:pt idx="3441">
                  <c:v>99.481789302600475</c:v>
                </c:pt>
                <c:pt idx="3442">
                  <c:v>99.479499113475185</c:v>
                </c:pt>
                <c:pt idx="3443">
                  <c:v>99.478723404255319</c:v>
                </c:pt>
                <c:pt idx="3444">
                  <c:v>99.478981973995275</c:v>
                </c:pt>
                <c:pt idx="3445">
                  <c:v>99.477966164302615</c:v>
                </c:pt>
                <c:pt idx="3446">
                  <c:v>99.475768321513002</c:v>
                </c:pt>
                <c:pt idx="3447">
                  <c:v>99.473995271867622</c:v>
                </c:pt>
                <c:pt idx="3448">
                  <c:v>99.474327718676122</c:v>
                </c:pt>
                <c:pt idx="3449">
                  <c:v>99.474106087470446</c:v>
                </c:pt>
                <c:pt idx="3450">
                  <c:v>99.472351507092199</c:v>
                </c:pt>
                <c:pt idx="3451">
                  <c:v>99.46998744089835</c:v>
                </c:pt>
                <c:pt idx="3452">
                  <c:v>99.469174793144205</c:v>
                </c:pt>
                <c:pt idx="3453">
                  <c:v>99.469359485815616</c:v>
                </c:pt>
                <c:pt idx="3454">
                  <c:v>99.46845449172578</c:v>
                </c:pt>
                <c:pt idx="3455">
                  <c:v>99.465979609929093</c:v>
                </c:pt>
                <c:pt idx="3456">
                  <c:v>99.464612884160758</c:v>
                </c:pt>
                <c:pt idx="3457">
                  <c:v>99.46450206855792</c:v>
                </c:pt>
                <c:pt idx="3458">
                  <c:v>99.464280437352244</c:v>
                </c:pt>
                <c:pt idx="3459">
                  <c:v>99.462581264775423</c:v>
                </c:pt>
                <c:pt idx="3460">
                  <c:v>99.460161790780148</c:v>
                </c:pt>
                <c:pt idx="3461">
                  <c:v>99.45949689716312</c:v>
                </c:pt>
                <c:pt idx="3462">
                  <c:v>99.459884751773046</c:v>
                </c:pt>
                <c:pt idx="3463">
                  <c:v>99.458739657210401</c:v>
                </c:pt>
                <c:pt idx="3464">
                  <c:v>99.456523345153656</c:v>
                </c:pt>
                <c:pt idx="3465">
                  <c:v>99.454824172576835</c:v>
                </c:pt>
                <c:pt idx="3466">
                  <c:v>99.454916518912526</c:v>
                </c:pt>
                <c:pt idx="3467">
                  <c:v>99.454916518912526</c:v>
                </c:pt>
                <c:pt idx="3468">
                  <c:v>99.453088061465735</c:v>
                </c:pt>
                <c:pt idx="3469">
                  <c:v>99.450723995271872</c:v>
                </c:pt>
                <c:pt idx="3470">
                  <c:v>99.450077570921977</c:v>
                </c:pt>
                <c:pt idx="3471">
                  <c:v>99.450391548463372</c:v>
                </c:pt>
                <c:pt idx="3472">
                  <c:v>99.449652777777786</c:v>
                </c:pt>
                <c:pt idx="3473">
                  <c:v>99.446937795508276</c:v>
                </c:pt>
                <c:pt idx="3474">
                  <c:v>99.445330969267147</c:v>
                </c:pt>
                <c:pt idx="3475">
                  <c:v>99.445257092198588</c:v>
                </c:pt>
                <c:pt idx="3476">
                  <c:v>99.445257092198588</c:v>
                </c:pt>
                <c:pt idx="3477">
                  <c:v>99.443428634751768</c:v>
                </c:pt>
                <c:pt idx="3478">
                  <c:v>99.441267730496449</c:v>
                </c:pt>
                <c:pt idx="3479">
                  <c:v>99.440565898345156</c:v>
                </c:pt>
                <c:pt idx="3480">
                  <c:v>99.440565898345156</c:v>
                </c:pt>
                <c:pt idx="3481">
                  <c:v>99.43945774231679</c:v>
                </c:pt>
                <c:pt idx="3482">
                  <c:v>99.437093676122927</c:v>
                </c:pt>
                <c:pt idx="3483">
                  <c:v>99.435616134751768</c:v>
                </c:pt>
                <c:pt idx="3484">
                  <c:v>99.435948581560282</c:v>
                </c:pt>
                <c:pt idx="3485">
                  <c:v>99.435579196217489</c:v>
                </c:pt>
                <c:pt idx="3486">
                  <c:v>99.43341829196217</c:v>
                </c:pt>
                <c:pt idx="3487">
                  <c:v>99.431294326241144</c:v>
                </c:pt>
                <c:pt idx="3488">
                  <c:v>99.430666371158395</c:v>
                </c:pt>
                <c:pt idx="3489">
                  <c:v>99.430888002364057</c:v>
                </c:pt>
                <c:pt idx="3490">
                  <c:v>99.429761377068559</c:v>
                </c:pt>
                <c:pt idx="3491">
                  <c:v>99.427175679669034</c:v>
                </c:pt>
                <c:pt idx="3492">
                  <c:v>99.42582742316786</c:v>
                </c:pt>
                <c:pt idx="3493">
                  <c:v>99.42582742316786</c:v>
                </c:pt>
                <c:pt idx="3494">
                  <c:v>99.425421099290787</c:v>
                </c:pt>
                <c:pt idx="3495">
                  <c:v>99.423297133569747</c:v>
                </c:pt>
                <c:pt idx="3496">
                  <c:v>99.42115469858156</c:v>
                </c:pt>
                <c:pt idx="3497">
                  <c:v>99.420415927895988</c:v>
                </c:pt>
                <c:pt idx="3498">
                  <c:v>99.420508274231693</c:v>
                </c:pt>
                <c:pt idx="3499">
                  <c:v>99.418956855791961</c:v>
                </c:pt>
                <c:pt idx="3500">
                  <c:v>99.416592789598113</c:v>
                </c:pt>
                <c:pt idx="3501">
                  <c:v>99.415078309692674</c:v>
                </c:pt>
                <c:pt idx="3502">
                  <c:v>99.41533687943263</c:v>
                </c:pt>
                <c:pt idx="3503">
                  <c:v>99.415059840425528</c:v>
                </c:pt>
                <c:pt idx="3504">
                  <c:v>99.412843528368796</c:v>
                </c:pt>
                <c:pt idx="3505">
                  <c:v>99.410276300236404</c:v>
                </c:pt>
                <c:pt idx="3506">
                  <c:v>99.410276300236404</c:v>
                </c:pt>
                <c:pt idx="3507">
                  <c:v>99.410239361702139</c:v>
                </c:pt>
                <c:pt idx="3508">
                  <c:v>99.408835697399539</c:v>
                </c:pt>
                <c:pt idx="3509">
                  <c:v>99.406157653664309</c:v>
                </c:pt>
                <c:pt idx="3510">
                  <c:v>99.404883274231665</c:v>
                </c:pt>
                <c:pt idx="3511">
                  <c:v>99.405031028368796</c:v>
                </c:pt>
                <c:pt idx="3512">
                  <c:v>99.404366134751783</c:v>
                </c:pt>
                <c:pt idx="3513">
                  <c:v>99.401891252955082</c:v>
                </c:pt>
                <c:pt idx="3514">
                  <c:v>99.399933510638292</c:v>
                </c:pt>
                <c:pt idx="3515">
                  <c:v>99.39954565602838</c:v>
                </c:pt>
                <c:pt idx="3516">
                  <c:v>99.399785756501188</c:v>
                </c:pt>
                <c:pt idx="3517">
                  <c:v>99.397994237588648</c:v>
                </c:pt>
                <c:pt idx="3518">
                  <c:v>99.395242316784888</c:v>
                </c:pt>
                <c:pt idx="3519">
                  <c:v>99.394041814420802</c:v>
                </c:pt>
                <c:pt idx="3520">
                  <c:v>99.394466607565008</c:v>
                </c:pt>
                <c:pt idx="3521">
                  <c:v>99.39380171394798</c:v>
                </c:pt>
                <c:pt idx="3522">
                  <c:v>99.391474586288425</c:v>
                </c:pt>
                <c:pt idx="3523">
                  <c:v>99.389258274231679</c:v>
                </c:pt>
                <c:pt idx="3524">
                  <c:v>99.3892213356974</c:v>
                </c:pt>
                <c:pt idx="3525">
                  <c:v>99.389073581560297</c:v>
                </c:pt>
                <c:pt idx="3526">
                  <c:v>99.387466755319153</c:v>
                </c:pt>
                <c:pt idx="3527">
                  <c:v>99.384862588652496</c:v>
                </c:pt>
                <c:pt idx="3528">
                  <c:v>99.383828309692674</c:v>
                </c:pt>
                <c:pt idx="3529">
                  <c:v>99.384142287234042</c:v>
                </c:pt>
                <c:pt idx="3530">
                  <c:v>99.383348108747043</c:v>
                </c:pt>
                <c:pt idx="3531">
                  <c:v>99.380688534278974</c:v>
                </c:pt>
                <c:pt idx="3532">
                  <c:v>99.378804669030728</c:v>
                </c:pt>
                <c:pt idx="3533">
                  <c:v>99.378509160756494</c:v>
                </c:pt>
                <c:pt idx="3534">
                  <c:v>99.378472222222229</c:v>
                </c:pt>
                <c:pt idx="3535">
                  <c:v>99.376422133569747</c:v>
                </c:pt>
                <c:pt idx="3536">
                  <c:v>99.373891843971634</c:v>
                </c:pt>
                <c:pt idx="3537">
                  <c:v>99.373042257683224</c:v>
                </c:pt>
                <c:pt idx="3538">
                  <c:v>99.373374704491738</c:v>
                </c:pt>
                <c:pt idx="3539">
                  <c:v>99.372451241134755</c:v>
                </c:pt>
                <c:pt idx="3540">
                  <c:v>99.369957890070921</c:v>
                </c:pt>
                <c:pt idx="3541">
                  <c:v>99.368055555555557</c:v>
                </c:pt>
                <c:pt idx="3542">
                  <c:v>99.368110963356983</c:v>
                </c:pt>
                <c:pt idx="3543">
                  <c:v>99.36757535460994</c:v>
                </c:pt>
                <c:pt idx="3544">
                  <c:v>99.365543735224591</c:v>
                </c:pt>
                <c:pt idx="3545">
                  <c:v>99.363013445626478</c:v>
                </c:pt>
                <c:pt idx="3546">
                  <c:v>99.361997635933804</c:v>
                </c:pt>
                <c:pt idx="3547">
                  <c:v>99.361960697399525</c:v>
                </c:pt>
                <c:pt idx="3548">
                  <c:v>99.361074172576835</c:v>
                </c:pt>
                <c:pt idx="3549">
                  <c:v>99.358451536643017</c:v>
                </c:pt>
                <c:pt idx="3550">
                  <c:v>99.357084810874724</c:v>
                </c:pt>
                <c:pt idx="3551">
                  <c:v>99.357140218676122</c:v>
                </c:pt>
                <c:pt idx="3552">
                  <c:v>99.356789302600475</c:v>
                </c:pt>
                <c:pt idx="3553">
                  <c:v>99.35453605200945</c:v>
                </c:pt>
                <c:pt idx="3554">
                  <c:v>99.351950354609926</c:v>
                </c:pt>
                <c:pt idx="3555">
                  <c:v>99.351322399527191</c:v>
                </c:pt>
                <c:pt idx="3556">
                  <c:v>99.351636377068559</c:v>
                </c:pt>
                <c:pt idx="3557">
                  <c:v>99.350140366430267</c:v>
                </c:pt>
                <c:pt idx="3558">
                  <c:v>99.347776300236418</c:v>
                </c:pt>
                <c:pt idx="3559">
                  <c:v>99.346151004728128</c:v>
                </c:pt>
                <c:pt idx="3560">
                  <c:v>99.346132535460981</c:v>
                </c:pt>
                <c:pt idx="3561">
                  <c:v>99.345430703309688</c:v>
                </c:pt>
                <c:pt idx="3562">
                  <c:v>99.343029698581574</c:v>
                </c:pt>
                <c:pt idx="3563">
                  <c:v>99.340721040189123</c:v>
                </c:pt>
                <c:pt idx="3564">
                  <c:v>99.340203900709227</c:v>
                </c:pt>
                <c:pt idx="3565">
                  <c:v>99.34018543144208</c:v>
                </c:pt>
                <c:pt idx="3566">
                  <c:v>99.339040336879435</c:v>
                </c:pt>
                <c:pt idx="3567">
                  <c:v>99.336473108747043</c:v>
                </c:pt>
                <c:pt idx="3568">
                  <c:v>99.334940159574472</c:v>
                </c:pt>
                <c:pt idx="3569">
                  <c:v>99.334829343971634</c:v>
                </c:pt>
                <c:pt idx="3570">
                  <c:v>99.334127511820341</c:v>
                </c:pt>
                <c:pt idx="3571">
                  <c:v>99.33185579196217</c:v>
                </c:pt>
                <c:pt idx="3572">
                  <c:v>99.329805703309688</c:v>
                </c:pt>
                <c:pt idx="3573">
                  <c:v>99.329307033096924</c:v>
                </c:pt>
                <c:pt idx="3574">
                  <c:v>99.32923315602838</c:v>
                </c:pt>
                <c:pt idx="3575">
                  <c:v>99.327497044917251</c:v>
                </c:pt>
                <c:pt idx="3576">
                  <c:v>99.32494828605202</c:v>
                </c:pt>
                <c:pt idx="3577">
                  <c:v>99.323507683215141</c:v>
                </c:pt>
                <c:pt idx="3578">
                  <c:v>99.323489213947994</c:v>
                </c:pt>
                <c:pt idx="3579">
                  <c:v>99.322805851063833</c:v>
                </c:pt>
                <c:pt idx="3580">
                  <c:v>99.320608008274235</c:v>
                </c:pt>
                <c:pt idx="3581">
                  <c:v>99.318262411347519</c:v>
                </c:pt>
                <c:pt idx="3582">
                  <c:v>99.317893026004725</c:v>
                </c:pt>
                <c:pt idx="3583">
                  <c:v>99.317689864066196</c:v>
                </c:pt>
                <c:pt idx="3584">
                  <c:v>99.315879875886523</c:v>
                </c:pt>
                <c:pt idx="3585">
                  <c:v>99.313146424349881</c:v>
                </c:pt>
                <c:pt idx="3586">
                  <c:v>99.312001329787236</c:v>
                </c:pt>
                <c:pt idx="3587">
                  <c:v>99.311761229314428</c:v>
                </c:pt>
                <c:pt idx="3588">
                  <c:v>99.31089317375887</c:v>
                </c:pt>
                <c:pt idx="3589">
                  <c:v>99.308492169030743</c:v>
                </c:pt>
                <c:pt idx="3590">
                  <c:v>99.30647901891254</c:v>
                </c:pt>
                <c:pt idx="3591">
                  <c:v>99.30592494089835</c:v>
                </c:pt>
                <c:pt idx="3592">
                  <c:v>99.305481678487013</c:v>
                </c:pt>
                <c:pt idx="3593">
                  <c:v>99.303634751773046</c:v>
                </c:pt>
                <c:pt idx="3594">
                  <c:v>99.30112293144208</c:v>
                </c:pt>
                <c:pt idx="3595">
                  <c:v>99.300014775413715</c:v>
                </c:pt>
                <c:pt idx="3596">
                  <c:v>99.299867021276583</c:v>
                </c:pt>
                <c:pt idx="3597">
                  <c:v>99.29870345744682</c:v>
                </c:pt>
                <c:pt idx="3598">
                  <c:v>99.296117760047281</c:v>
                </c:pt>
                <c:pt idx="3599">
                  <c:v>99.294104609929079</c:v>
                </c:pt>
                <c:pt idx="3600">
                  <c:v>99.293790632387697</c:v>
                </c:pt>
                <c:pt idx="3601">
                  <c:v>99.293365839243506</c:v>
                </c:pt>
                <c:pt idx="3602">
                  <c:v>99.291334219858157</c:v>
                </c:pt>
                <c:pt idx="3603">
                  <c:v>99.288822399527206</c:v>
                </c:pt>
                <c:pt idx="3604">
                  <c:v>99.287880466903061</c:v>
                </c:pt>
                <c:pt idx="3605">
                  <c:v>99.287825059101664</c:v>
                </c:pt>
                <c:pt idx="3606">
                  <c:v>99.286439864066196</c:v>
                </c:pt>
                <c:pt idx="3607">
                  <c:v>99.283632535460995</c:v>
                </c:pt>
                <c:pt idx="3608">
                  <c:v>99.282247340425542</c:v>
                </c:pt>
                <c:pt idx="3609">
                  <c:v>99.281914893617028</c:v>
                </c:pt>
                <c:pt idx="3610">
                  <c:v>99.281213061465721</c:v>
                </c:pt>
                <c:pt idx="3611">
                  <c:v>99.278922872340431</c:v>
                </c:pt>
                <c:pt idx="3612">
                  <c:v>99.276595744680847</c:v>
                </c:pt>
                <c:pt idx="3613">
                  <c:v>99.275783096926716</c:v>
                </c:pt>
                <c:pt idx="3614">
                  <c:v>99.275376773049658</c:v>
                </c:pt>
                <c:pt idx="3615">
                  <c:v>99.273677600472823</c:v>
                </c:pt>
                <c:pt idx="3616">
                  <c:v>99.271276595744681</c:v>
                </c:pt>
                <c:pt idx="3617">
                  <c:v>99.269835992907801</c:v>
                </c:pt>
                <c:pt idx="3618">
                  <c:v>99.269429669030743</c:v>
                </c:pt>
                <c:pt idx="3619">
                  <c:v>99.26846926713948</c:v>
                </c:pt>
                <c:pt idx="3620">
                  <c:v>99.266012854609926</c:v>
                </c:pt>
                <c:pt idx="3621">
                  <c:v>99.263981235224591</c:v>
                </c:pt>
                <c:pt idx="3622">
                  <c:v>99.263260933806151</c:v>
                </c:pt>
                <c:pt idx="3623">
                  <c:v>99.262688386524829</c:v>
                </c:pt>
                <c:pt idx="3624">
                  <c:v>99.260933806146568</c:v>
                </c:pt>
                <c:pt idx="3625">
                  <c:v>99.258458924349881</c:v>
                </c:pt>
                <c:pt idx="3626">
                  <c:v>99.257147606382986</c:v>
                </c:pt>
                <c:pt idx="3627">
                  <c:v>99.256889036643031</c:v>
                </c:pt>
                <c:pt idx="3628">
                  <c:v>99.25568853427896</c:v>
                </c:pt>
                <c:pt idx="3629">
                  <c:v>99.253324468085097</c:v>
                </c:pt>
                <c:pt idx="3630">
                  <c:v>99.251348256501188</c:v>
                </c:pt>
                <c:pt idx="3631">
                  <c:v>99.250517139479911</c:v>
                </c:pt>
                <c:pt idx="3632">
                  <c:v>99.249907653664309</c:v>
                </c:pt>
                <c:pt idx="3633">
                  <c:v>99.247949911347519</c:v>
                </c:pt>
                <c:pt idx="3634">
                  <c:v>99.245622783687949</c:v>
                </c:pt>
                <c:pt idx="3635">
                  <c:v>99.244403812056731</c:v>
                </c:pt>
                <c:pt idx="3636">
                  <c:v>99.243905141843967</c:v>
                </c:pt>
                <c:pt idx="3637">
                  <c:v>99.242556885342793</c:v>
                </c:pt>
                <c:pt idx="3638">
                  <c:v>99.239989657210401</c:v>
                </c:pt>
                <c:pt idx="3639">
                  <c:v>99.238087322695051</c:v>
                </c:pt>
                <c:pt idx="3640">
                  <c:v>99.237459367612303</c:v>
                </c:pt>
                <c:pt idx="3641">
                  <c:v>99.236702127659569</c:v>
                </c:pt>
                <c:pt idx="3642">
                  <c:v>99.23492907801419</c:v>
                </c:pt>
                <c:pt idx="3643">
                  <c:v>99.232601950354606</c:v>
                </c:pt>
                <c:pt idx="3644">
                  <c:v>99.231549202127667</c:v>
                </c:pt>
                <c:pt idx="3645">
                  <c:v>99.231032062647756</c:v>
                </c:pt>
                <c:pt idx="3646">
                  <c:v>99.229462174940892</c:v>
                </c:pt>
                <c:pt idx="3647">
                  <c:v>99.227079639479911</c:v>
                </c:pt>
                <c:pt idx="3648">
                  <c:v>99.225343528368796</c:v>
                </c:pt>
                <c:pt idx="3649">
                  <c:v>99.224770981087474</c:v>
                </c:pt>
                <c:pt idx="3650">
                  <c:v>99.223902925531917</c:v>
                </c:pt>
                <c:pt idx="3651">
                  <c:v>99.221723552009465</c:v>
                </c:pt>
                <c:pt idx="3652">
                  <c:v>99.219562647754145</c:v>
                </c:pt>
                <c:pt idx="3653">
                  <c:v>99.218343676122927</c:v>
                </c:pt>
                <c:pt idx="3654">
                  <c:v>99.217752659574472</c:v>
                </c:pt>
                <c:pt idx="3655">
                  <c:v>99.216090425531917</c:v>
                </c:pt>
                <c:pt idx="3656">
                  <c:v>99.213541666666657</c:v>
                </c:pt>
                <c:pt idx="3657">
                  <c:v>99.211750147754145</c:v>
                </c:pt>
                <c:pt idx="3658">
                  <c:v>99.211177600472823</c:v>
                </c:pt>
                <c:pt idx="3659">
                  <c:v>99.209958628841605</c:v>
                </c:pt>
                <c:pt idx="3660">
                  <c:v>99.207963947990535</c:v>
                </c:pt>
                <c:pt idx="3661">
                  <c:v>99.205950797872347</c:v>
                </c:pt>
                <c:pt idx="3662">
                  <c:v>99.205008865248232</c:v>
                </c:pt>
                <c:pt idx="3663">
                  <c:v>99.204325502364071</c:v>
                </c:pt>
                <c:pt idx="3664">
                  <c:v>99.202497044917266</c:v>
                </c:pt>
                <c:pt idx="3665">
                  <c:v>99.199837470449182</c:v>
                </c:pt>
                <c:pt idx="3666">
                  <c:v>99.198563091016553</c:v>
                </c:pt>
                <c:pt idx="3667">
                  <c:v>99.197916666666657</c:v>
                </c:pt>
                <c:pt idx="3668">
                  <c:v>99.196771572104026</c:v>
                </c:pt>
                <c:pt idx="3669">
                  <c:v>99.19403812056737</c:v>
                </c:pt>
                <c:pt idx="3670">
                  <c:v>99.191858747044932</c:v>
                </c:pt>
                <c:pt idx="3671">
                  <c:v>99.191230791962184</c:v>
                </c:pt>
                <c:pt idx="3672">
                  <c:v>99.19034426713948</c:v>
                </c:pt>
                <c:pt idx="3673">
                  <c:v>99.188275709219866</c:v>
                </c:pt>
                <c:pt idx="3674">
                  <c:v>99.185948581560297</c:v>
                </c:pt>
                <c:pt idx="3675">
                  <c:v>99.184544917257682</c:v>
                </c:pt>
                <c:pt idx="3676">
                  <c:v>99.183990839243492</c:v>
                </c:pt>
                <c:pt idx="3677">
                  <c:v>99.182439420803789</c:v>
                </c:pt>
                <c:pt idx="3678">
                  <c:v>99.180167700945631</c:v>
                </c:pt>
                <c:pt idx="3679">
                  <c:v>99.178505466903076</c:v>
                </c:pt>
                <c:pt idx="3680">
                  <c:v>99.177563534278974</c:v>
                </c:pt>
                <c:pt idx="3681">
                  <c:v>99.176603132387712</c:v>
                </c:pt>
                <c:pt idx="3682">
                  <c:v>99.174460697399539</c:v>
                </c:pt>
                <c:pt idx="3683">
                  <c:v>99.172133569739955</c:v>
                </c:pt>
                <c:pt idx="3684">
                  <c:v>99.17102541371159</c:v>
                </c:pt>
                <c:pt idx="3685">
                  <c:v>99.170212765957444</c:v>
                </c:pt>
                <c:pt idx="3686">
                  <c:v>99.168624408983447</c:v>
                </c:pt>
                <c:pt idx="3687">
                  <c:v>99.166352689125304</c:v>
                </c:pt>
                <c:pt idx="3688">
                  <c:v>99.16461657801419</c:v>
                </c:pt>
                <c:pt idx="3689">
                  <c:v>99.163693114657221</c:v>
                </c:pt>
                <c:pt idx="3690">
                  <c:v>99.162511081560297</c:v>
                </c:pt>
                <c:pt idx="3691">
                  <c:v>99.160479462174948</c:v>
                </c:pt>
                <c:pt idx="3692">
                  <c:v>99.158337027186775</c:v>
                </c:pt>
                <c:pt idx="3693">
                  <c:v>99.157099586288425</c:v>
                </c:pt>
                <c:pt idx="3694">
                  <c:v>99.156065307328618</c:v>
                </c:pt>
                <c:pt idx="3695">
                  <c:v>99.15425531914893</c:v>
                </c:pt>
                <c:pt idx="3696">
                  <c:v>99.151872783687949</c:v>
                </c:pt>
                <c:pt idx="3697">
                  <c:v>99.150062795508276</c:v>
                </c:pt>
                <c:pt idx="3698">
                  <c:v>99.149046985815602</c:v>
                </c:pt>
                <c:pt idx="3699">
                  <c:v>99.147661790780148</c:v>
                </c:pt>
                <c:pt idx="3700">
                  <c:v>99.145611702127653</c:v>
                </c:pt>
                <c:pt idx="3701">
                  <c:v>99.143672429078009</c:v>
                </c:pt>
                <c:pt idx="3702">
                  <c:v>99.14258274231679</c:v>
                </c:pt>
                <c:pt idx="3703">
                  <c:v>99.141511524822704</c:v>
                </c:pt>
                <c:pt idx="3704">
                  <c:v>99.139738475177325</c:v>
                </c:pt>
                <c:pt idx="3705">
                  <c:v>99.137466755319153</c:v>
                </c:pt>
                <c:pt idx="3706">
                  <c:v>99.13578605200945</c:v>
                </c:pt>
                <c:pt idx="3707">
                  <c:v>99.134881057919628</c:v>
                </c:pt>
                <c:pt idx="3708">
                  <c:v>99.133495862884175</c:v>
                </c:pt>
                <c:pt idx="3709">
                  <c:v>99.131224143026003</c:v>
                </c:pt>
                <c:pt idx="3710">
                  <c:v>99.129174054373522</c:v>
                </c:pt>
                <c:pt idx="3711">
                  <c:v>99.127918144208039</c:v>
                </c:pt>
                <c:pt idx="3712">
                  <c:v>99.12682845744682</c:v>
                </c:pt>
                <c:pt idx="3713">
                  <c:v>99.124926122931441</c:v>
                </c:pt>
                <c:pt idx="3714">
                  <c:v>99.122783687943269</c:v>
                </c:pt>
                <c:pt idx="3715">
                  <c:v>99.121232269503551</c:v>
                </c:pt>
                <c:pt idx="3716">
                  <c:v>99.120087174940906</c:v>
                </c:pt>
                <c:pt idx="3717">
                  <c:v>99.118498817966909</c:v>
                </c:pt>
                <c:pt idx="3718">
                  <c:v>99.116393321513002</c:v>
                </c:pt>
                <c:pt idx="3719">
                  <c:v>99.114121601654844</c:v>
                </c:pt>
                <c:pt idx="3720">
                  <c:v>99.113013445626478</c:v>
                </c:pt>
                <c:pt idx="3721">
                  <c:v>99.112016105200951</c:v>
                </c:pt>
                <c:pt idx="3722">
                  <c:v>99.110076832151307</c:v>
                </c:pt>
                <c:pt idx="3723">
                  <c:v>99.108045212765958</c:v>
                </c:pt>
                <c:pt idx="3724">
                  <c:v>99.10636450945627</c:v>
                </c:pt>
                <c:pt idx="3725">
                  <c:v>99.105348699763596</c:v>
                </c:pt>
                <c:pt idx="3726">
                  <c:v>99.103908096926716</c:v>
                </c:pt>
                <c:pt idx="3727">
                  <c:v>99.101617907801426</c:v>
                </c:pt>
                <c:pt idx="3728">
                  <c:v>99.099715573286062</c:v>
                </c:pt>
                <c:pt idx="3729">
                  <c:v>99.098478132387712</c:v>
                </c:pt>
                <c:pt idx="3730">
                  <c:v>99.097074468085097</c:v>
                </c:pt>
                <c:pt idx="3731">
                  <c:v>99.09519060283688</c:v>
                </c:pt>
                <c:pt idx="3732">
                  <c:v>99.092955821513002</c:v>
                </c:pt>
                <c:pt idx="3733">
                  <c:v>99.09145981087471</c:v>
                </c:pt>
                <c:pt idx="3734">
                  <c:v>99.090296247044918</c:v>
                </c:pt>
                <c:pt idx="3735">
                  <c:v>99.08844932033098</c:v>
                </c:pt>
                <c:pt idx="3736">
                  <c:v>99.086177600472809</c:v>
                </c:pt>
                <c:pt idx="3737">
                  <c:v>99.08436761229315</c:v>
                </c:pt>
                <c:pt idx="3738">
                  <c:v>99.082705378250594</c:v>
                </c:pt>
                <c:pt idx="3739">
                  <c:v>99.081744976359346</c:v>
                </c:pt>
                <c:pt idx="3740">
                  <c:v>99.079898049645394</c:v>
                </c:pt>
                <c:pt idx="3741">
                  <c:v>99.077792553191486</c:v>
                </c:pt>
                <c:pt idx="3742">
                  <c:v>99.076074911347519</c:v>
                </c:pt>
                <c:pt idx="3743">
                  <c:v>99.074800531914903</c:v>
                </c:pt>
                <c:pt idx="3744">
                  <c:v>99.073009013002377</c:v>
                </c:pt>
                <c:pt idx="3745">
                  <c:v>99.070626477541367</c:v>
                </c:pt>
                <c:pt idx="3746">
                  <c:v>99.068557919621753</c:v>
                </c:pt>
                <c:pt idx="3747">
                  <c:v>99.067154255319139</c:v>
                </c:pt>
                <c:pt idx="3748">
                  <c:v>99.065916814420802</c:v>
                </c:pt>
                <c:pt idx="3749">
                  <c:v>99.064014479905438</c:v>
                </c:pt>
                <c:pt idx="3750">
                  <c:v>99.061872044917266</c:v>
                </c:pt>
                <c:pt idx="3751">
                  <c:v>99.060172872340431</c:v>
                </c:pt>
                <c:pt idx="3752">
                  <c:v>99.05893543144208</c:v>
                </c:pt>
                <c:pt idx="3753">
                  <c:v>99.057328605200951</c:v>
                </c:pt>
                <c:pt idx="3754">
                  <c:v>99.055296985815616</c:v>
                </c:pt>
                <c:pt idx="3755">
                  <c:v>99.05308067375887</c:v>
                </c:pt>
                <c:pt idx="3756">
                  <c:v>99.051898640661946</c:v>
                </c:pt>
                <c:pt idx="3757">
                  <c:v>99.050864361702125</c:v>
                </c:pt>
                <c:pt idx="3758">
                  <c:v>99.048869680851055</c:v>
                </c:pt>
                <c:pt idx="3759">
                  <c:v>99.046967346335691</c:v>
                </c:pt>
                <c:pt idx="3760">
                  <c:v>99.045360520094562</c:v>
                </c:pt>
                <c:pt idx="3761">
                  <c:v>99.044012263593388</c:v>
                </c:pt>
                <c:pt idx="3762">
                  <c:v>99.042294621749406</c:v>
                </c:pt>
                <c:pt idx="3763">
                  <c:v>99.039930555555571</c:v>
                </c:pt>
                <c:pt idx="3764">
                  <c:v>99.03778812056737</c:v>
                </c:pt>
                <c:pt idx="3765">
                  <c:v>99.036495271867622</c:v>
                </c:pt>
                <c:pt idx="3766">
                  <c:v>99.035110076832154</c:v>
                </c:pt>
                <c:pt idx="3767">
                  <c:v>99.033133865248232</c:v>
                </c:pt>
                <c:pt idx="3768">
                  <c:v>99.031397754137117</c:v>
                </c:pt>
                <c:pt idx="3769">
                  <c:v>99.02980939716312</c:v>
                </c:pt>
                <c:pt idx="3770">
                  <c:v>99.029033687943254</c:v>
                </c:pt>
                <c:pt idx="3771">
                  <c:v>99.027149822695037</c:v>
                </c:pt>
                <c:pt idx="3772">
                  <c:v>99.024638002364071</c:v>
                </c:pt>
                <c:pt idx="3773">
                  <c:v>99.022772606382986</c:v>
                </c:pt>
                <c:pt idx="3774">
                  <c:v>99.021332003546092</c:v>
                </c:pt>
                <c:pt idx="3775">
                  <c:v>99.019725177304963</c:v>
                </c:pt>
                <c:pt idx="3776">
                  <c:v>99.017416518912526</c:v>
                </c:pt>
                <c:pt idx="3777">
                  <c:v>99.015237145390074</c:v>
                </c:pt>
                <c:pt idx="3778">
                  <c:v>99.0138888888889</c:v>
                </c:pt>
                <c:pt idx="3779">
                  <c:v>99.012577570921991</c:v>
                </c:pt>
                <c:pt idx="3780">
                  <c:v>99.011136968085111</c:v>
                </c:pt>
                <c:pt idx="3781">
                  <c:v>99.009456264775423</c:v>
                </c:pt>
                <c:pt idx="3782">
                  <c:v>99.007498522458633</c:v>
                </c:pt>
                <c:pt idx="3783">
                  <c:v>99.006131796690312</c:v>
                </c:pt>
                <c:pt idx="3784">
                  <c:v>99.004174054373522</c:v>
                </c:pt>
                <c:pt idx="3785">
                  <c:v>99.001809988179673</c:v>
                </c:pt>
                <c:pt idx="3786">
                  <c:v>98.999870715130029</c:v>
                </c:pt>
                <c:pt idx="3787">
                  <c:v>98.998300827423179</c:v>
                </c:pt>
                <c:pt idx="3788">
                  <c:v>98.996730939716329</c:v>
                </c:pt>
                <c:pt idx="3789">
                  <c:v>98.994828605200951</c:v>
                </c:pt>
                <c:pt idx="3790">
                  <c:v>98.99257535460994</c:v>
                </c:pt>
                <c:pt idx="3791">
                  <c:v>98.99113475177306</c:v>
                </c:pt>
                <c:pt idx="3792">
                  <c:v>98.989694148936181</c:v>
                </c:pt>
                <c:pt idx="3793">
                  <c:v>98.987810283687935</c:v>
                </c:pt>
                <c:pt idx="3794">
                  <c:v>98.985630910165483</c:v>
                </c:pt>
                <c:pt idx="3795">
                  <c:v>98.983894799054369</c:v>
                </c:pt>
                <c:pt idx="3796">
                  <c:v>98.982823581560282</c:v>
                </c:pt>
                <c:pt idx="3797">
                  <c:v>98.981198286052006</c:v>
                </c:pt>
                <c:pt idx="3798">
                  <c:v>98.979018912529554</c:v>
                </c:pt>
                <c:pt idx="3799">
                  <c:v>98.977227393617014</c:v>
                </c:pt>
                <c:pt idx="3800">
                  <c:v>98.97571291371159</c:v>
                </c:pt>
                <c:pt idx="3801">
                  <c:v>98.974327718676122</c:v>
                </c:pt>
                <c:pt idx="3802">
                  <c:v>98.972333037825067</c:v>
                </c:pt>
                <c:pt idx="3803">
                  <c:v>98.970209072104026</c:v>
                </c:pt>
                <c:pt idx="3804">
                  <c:v>98.968971631205676</c:v>
                </c:pt>
                <c:pt idx="3805">
                  <c:v>98.96769725177306</c:v>
                </c:pt>
                <c:pt idx="3806">
                  <c:v>98.965831855791961</c:v>
                </c:pt>
                <c:pt idx="3807">
                  <c:v>98.96394799054373</c:v>
                </c:pt>
                <c:pt idx="3808">
                  <c:v>98.962673611111114</c:v>
                </c:pt>
                <c:pt idx="3809">
                  <c:v>98.962304225768321</c:v>
                </c:pt>
                <c:pt idx="3810">
                  <c:v>98.96077127659575</c:v>
                </c:pt>
                <c:pt idx="3811">
                  <c:v>98.958850472813239</c:v>
                </c:pt>
                <c:pt idx="3812">
                  <c:v>98.956874261229316</c:v>
                </c:pt>
                <c:pt idx="3813">
                  <c:v>98.955378250591025</c:v>
                </c:pt>
                <c:pt idx="3814">
                  <c:v>98.953863770685587</c:v>
                </c:pt>
                <c:pt idx="3815">
                  <c:v>98.952312352245869</c:v>
                </c:pt>
                <c:pt idx="3816">
                  <c:v>98.950169917257696</c:v>
                </c:pt>
                <c:pt idx="3817">
                  <c:v>98.948729314420817</c:v>
                </c:pt>
                <c:pt idx="3818">
                  <c:v>98.947011672576835</c:v>
                </c:pt>
                <c:pt idx="3819">
                  <c:v>98.945921985815602</c:v>
                </c:pt>
                <c:pt idx="3820">
                  <c:v>98.944093528368811</c:v>
                </c:pt>
                <c:pt idx="3821">
                  <c:v>98.942209663120579</c:v>
                </c:pt>
                <c:pt idx="3822">
                  <c:v>98.940953752955096</c:v>
                </c:pt>
                <c:pt idx="3823">
                  <c:v>98.939346926713938</c:v>
                </c:pt>
                <c:pt idx="3824">
                  <c:v>98.937204491725765</c:v>
                </c:pt>
                <c:pt idx="3825">
                  <c:v>98.93554225768321</c:v>
                </c:pt>
                <c:pt idx="3826">
                  <c:v>98.933990839243506</c:v>
                </c:pt>
                <c:pt idx="3827">
                  <c:v>98.932734929078009</c:v>
                </c:pt>
                <c:pt idx="3828">
                  <c:v>98.931109633569747</c:v>
                </c:pt>
                <c:pt idx="3829">
                  <c:v>98.929225768321515</c:v>
                </c:pt>
                <c:pt idx="3830">
                  <c:v>98.927526595744681</c:v>
                </c:pt>
                <c:pt idx="3831">
                  <c:v>98.926418439716315</c:v>
                </c:pt>
                <c:pt idx="3832">
                  <c:v>98.924867021276611</c:v>
                </c:pt>
                <c:pt idx="3833">
                  <c:v>98.922872340425542</c:v>
                </c:pt>
                <c:pt idx="3834">
                  <c:v>98.921062352245869</c:v>
                </c:pt>
                <c:pt idx="3835">
                  <c:v>98.91988031914893</c:v>
                </c:pt>
                <c:pt idx="3836">
                  <c:v>98.91847665484633</c:v>
                </c:pt>
                <c:pt idx="3837">
                  <c:v>98.916777482269509</c:v>
                </c:pt>
                <c:pt idx="3838">
                  <c:v>98.914727393617028</c:v>
                </c:pt>
                <c:pt idx="3839">
                  <c:v>98.913231382978722</c:v>
                </c:pt>
                <c:pt idx="3840">
                  <c:v>98.911864657210401</c:v>
                </c:pt>
                <c:pt idx="3841">
                  <c:v>98.910073138297889</c:v>
                </c:pt>
                <c:pt idx="3842">
                  <c:v>98.907912234042556</c:v>
                </c:pt>
                <c:pt idx="3843">
                  <c:v>98.906379284869985</c:v>
                </c:pt>
                <c:pt idx="3844">
                  <c:v>98.904938682033105</c:v>
                </c:pt>
                <c:pt idx="3845">
                  <c:v>98.903627364066196</c:v>
                </c:pt>
                <c:pt idx="3846">
                  <c:v>98.901669621749406</c:v>
                </c:pt>
                <c:pt idx="3847">
                  <c:v>98.900025856974011</c:v>
                </c:pt>
                <c:pt idx="3848">
                  <c:v>98.89882535460994</c:v>
                </c:pt>
                <c:pt idx="3849">
                  <c:v>98.897624852245869</c:v>
                </c:pt>
                <c:pt idx="3850">
                  <c:v>98.895870271867608</c:v>
                </c:pt>
                <c:pt idx="3851">
                  <c:v>98.893838652482273</c:v>
                </c:pt>
                <c:pt idx="3852">
                  <c:v>98.8920286643026</c:v>
                </c:pt>
                <c:pt idx="3853">
                  <c:v>98.890938977541367</c:v>
                </c:pt>
                <c:pt idx="3854">
                  <c:v>98.889295212765958</c:v>
                </c:pt>
                <c:pt idx="3855">
                  <c:v>98.887245124113491</c:v>
                </c:pt>
                <c:pt idx="3856">
                  <c:v>98.885453605200951</c:v>
                </c:pt>
                <c:pt idx="3857">
                  <c:v>98.883902186761247</c:v>
                </c:pt>
                <c:pt idx="3858">
                  <c:v>98.882276891252957</c:v>
                </c:pt>
                <c:pt idx="3859">
                  <c:v>98.881020981087474</c:v>
                </c:pt>
                <c:pt idx="3860">
                  <c:v>98.879728132387697</c:v>
                </c:pt>
                <c:pt idx="3861">
                  <c:v>98.878324468085097</c:v>
                </c:pt>
                <c:pt idx="3862">
                  <c:v>98.876477541371159</c:v>
                </c:pt>
                <c:pt idx="3863">
                  <c:v>98.874593676122942</c:v>
                </c:pt>
                <c:pt idx="3864">
                  <c:v>98.872562056737593</c:v>
                </c:pt>
                <c:pt idx="3865">
                  <c:v>98.870475029550832</c:v>
                </c:pt>
                <c:pt idx="3866">
                  <c:v>98.86901595744682</c:v>
                </c:pt>
                <c:pt idx="3867">
                  <c:v>98.867667700945631</c:v>
                </c:pt>
                <c:pt idx="3868">
                  <c:v>98.865986997635929</c:v>
                </c:pt>
                <c:pt idx="3869">
                  <c:v>98.864177009456284</c:v>
                </c:pt>
                <c:pt idx="3870">
                  <c:v>98.862348552009465</c:v>
                </c:pt>
                <c:pt idx="3871">
                  <c:v>98.8607786643026</c:v>
                </c:pt>
                <c:pt idx="3872">
                  <c:v>98.859097960992898</c:v>
                </c:pt>
                <c:pt idx="3873">
                  <c:v>98.857435726950357</c:v>
                </c:pt>
                <c:pt idx="3874">
                  <c:v>98.855662677304977</c:v>
                </c:pt>
                <c:pt idx="3875">
                  <c:v>98.854351359338068</c:v>
                </c:pt>
                <c:pt idx="3876">
                  <c:v>98.853132387706864</c:v>
                </c:pt>
                <c:pt idx="3877">
                  <c:v>98.851488622931456</c:v>
                </c:pt>
                <c:pt idx="3878">
                  <c:v>98.849881796690312</c:v>
                </c:pt>
                <c:pt idx="3879">
                  <c:v>98.848459663120565</c:v>
                </c:pt>
                <c:pt idx="3880">
                  <c:v>98.846926713947994</c:v>
                </c:pt>
                <c:pt idx="3881">
                  <c:v>98.84519060283688</c:v>
                </c:pt>
                <c:pt idx="3882">
                  <c:v>98.843380614657221</c:v>
                </c:pt>
                <c:pt idx="3883">
                  <c:v>98.841976950354621</c:v>
                </c:pt>
                <c:pt idx="3884">
                  <c:v>98.840499408983447</c:v>
                </c:pt>
                <c:pt idx="3885">
                  <c:v>98.839021867612303</c:v>
                </c:pt>
                <c:pt idx="3886">
                  <c:v>98.837230348699762</c:v>
                </c:pt>
                <c:pt idx="3887">
                  <c:v>98.835586583924353</c:v>
                </c:pt>
                <c:pt idx="3888">
                  <c:v>98.834607712765958</c:v>
                </c:pt>
                <c:pt idx="3889">
                  <c:v>98.833758126477548</c:v>
                </c:pt>
                <c:pt idx="3890">
                  <c:v>98.831763445626493</c:v>
                </c:pt>
                <c:pt idx="3891">
                  <c:v>98.830008865248232</c:v>
                </c:pt>
                <c:pt idx="3892">
                  <c:v>98.828531323877073</c:v>
                </c:pt>
                <c:pt idx="3893">
                  <c:v>98.827053782505928</c:v>
                </c:pt>
                <c:pt idx="3894">
                  <c:v>98.825354609929079</c:v>
                </c:pt>
                <c:pt idx="3895">
                  <c:v>98.823618498817979</c:v>
                </c:pt>
                <c:pt idx="3896">
                  <c:v>98.821845449172585</c:v>
                </c:pt>
                <c:pt idx="3897">
                  <c:v>98.820940455082734</c:v>
                </c:pt>
                <c:pt idx="3898">
                  <c:v>98.819481382978736</c:v>
                </c:pt>
                <c:pt idx="3899">
                  <c:v>98.818262411347519</c:v>
                </c:pt>
                <c:pt idx="3900">
                  <c:v>98.816914154846344</c:v>
                </c:pt>
                <c:pt idx="3901">
                  <c:v>98.815972222222229</c:v>
                </c:pt>
                <c:pt idx="3902">
                  <c:v>98.814383865248232</c:v>
                </c:pt>
                <c:pt idx="3903">
                  <c:v>98.812592346335691</c:v>
                </c:pt>
                <c:pt idx="3904">
                  <c:v>98.810745419621753</c:v>
                </c:pt>
                <c:pt idx="3905">
                  <c:v>98.809304816784874</c:v>
                </c:pt>
                <c:pt idx="3906">
                  <c:v>98.807476359338068</c:v>
                </c:pt>
                <c:pt idx="3907">
                  <c:v>98.805888002364057</c:v>
                </c:pt>
                <c:pt idx="3908">
                  <c:v>98.804022606382986</c:v>
                </c:pt>
                <c:pt idx="3909">
                  <c:v>98.802360372340431</c:v>
                </c:pt>
                <c:pt idx="3910">
                  <c:v>98.800864361702139</c:v>
                </c:pt>
                <c:pt idx="3911">
                  <c:v>98.79938682033098</c:v>
                </c:pt>
                <c:pt idx="3912">
                  <c:v>98.797576832151307</c:v>
                </c:pt>
                <c:pt idx="3913">
                  <c:v>98.796043882978736</c:v>
                </c:pt>
                <c:pt idx="3914">
                  <c:v>98.794677157210415</c:v>
                </c:pt>
                <c:pt idx="3915">
                  <c:v>98.793476654846344</c:v>
                </c:pt>
                <c:pt idx="3916">
                  <c:v>98.791463504728128</c:v>
                </c:pt>
                <c:pt idx="3917">
                  <c:v>98.789856678486998</c:v>
                </c:pt>
                <c:pt idx="3918">
                  <c:v>98.788286790780148</c:v>
                </c:pt>
                <c:pt idx="3919">
                  <c:v>98.786938534278974</c:v>
                </c:pt>
                <c:pt idx="3920">
                  <c:v>98.785202423167846</c:v>
                </c:pt>
                <c:pt idx="3921">
                  <c:v>98.783577127659569</c:v>
                </c:pt>
                <c:pt idx="3922">
                  <c:v>98.781859485815616</c:v>
                </c:pt>
                <c:pt idx="3923">
                  <c:v>98.780381944444443</c:v>
                </c:pt>
                <c:pt idx="3924">
                  <c:v>98.778775118203313</c:v>
                </c:pt>
                <c:pt idx="3925">
                  <c:v>98.777334515366434</c:v>
                </c:pt>
                <c:pt idx="3926">
                  <c:v>98.775727689125304</c:v>
                </c:pt>
                <c:pt idx="3927">
                  <c:v>98.774693410165497</c:v>
                </c:pt>
                <c:pt idx="3928">
                  <c:v>98.773419030732867</c:v>
                </c:pt>
                <c:pt idx="3929">
                  <c:v>98.7720338356974</c:v>
                </c:pt>
                <c:pt idx="3930">
                  <c:v>98.770353132387712</c:v>
                </c:pt>
                <c:pt idx="3931">
                  <c:v>98.768727836879435</c:v>
                </c:pt>
                <c:pt idx="3932">
                  <c:v>98.767102541371159</c:v>
                </c:pt>
                <c:pt idx="3933">
                  <c:v>98.765403368794338</c:v>
                </c:pt>
                <c:pt idx="3934">
                  <c:v>98.763316341607563</c:v>
                </c:pt>
                <c:pt idx="3935">
                  <c:v>98.761580230496463</c:v>
                </c:pt>
                <c:pt idx="3936">
                  <c:v>98.759954934988187</c:v>
                </c:pt>
                <c:pt idx="3937">
                  <c:v>98.75853280141844</c:v>
                </c:pt>
                <c:pt idx="3938">
                  <c:v>98.756685874704502</c:v>
                </c:pt>
                <c:pt idx="3939">
                  <c:v>98.75480200945627</c:v>
                </c:pt>
                <c:pt idx="3940">
                  <c:v>98.753139775413715</c:v>
                </c:pt>
                <c:pt idx="3941">
                  <c:v>98.751717641843982</c:v>
                </c:pt>
                <c:pt idx="3942">
                  <c:v>98.750184692671411</c:v>
                </c:pt>
                <c:pt idx="3943">
                  <c:v>98.748540927895988</c:v>
                </c:pt>
                <c:pt idx="3944">
                  <c:v>98.746730939716315</c:v>
                </c:pt>
                <c:pt idx="3945">
                  <c:v>98.745234929078009</c:v>
                </c:pt>
                <c:pt idx="3946">
                  <c:v>98.7435911643026</c:v>
                </c:pt>
                <c:pt idx="3947">
                  <c:v>98.741873522458633</c:v>
                </c:pt>
                <c:pt idx="3948">
                  <c:v>98.739952718676122</c:v>
                </c:pt>
                <c:pt idx="3949">
                  <c:v>98.738549054373522</c:v>
                </c:pt>
                <c:pt idx="3950">
                  <c:v>98.737071513002377</c:v>
                </c:pt>
                <c:pt idx="3951">
                  <c:v>98.735686317966895</c:v>
                </c:pt>
                <c:pt idx="3952">
                  <c:v>98.733673167848707</c:v>
                </c:pt>
                <c:pt idx="3953">
                  <c:v>98.732417257683224</c:v>
                </c:pt>
                <c:pt idx="3954">
                  <c:v>98.730939716312065</c:v>
                </c:pt>
                <c:pt idx="3955">
                  <c:v>98.729148197399539</c:v>
                </c:pt>
                <c:pt idx="3956">
                  <c:v>98.727615248226968</c:v>
                </c:pt>
                <c:pt idx="3957">
                  <c:v>98.726100768321515</c:v>
                </c:pt>
                <c:pt idx="3958">
                  <c:v>98.724549349881812</c:v>
                </c:pt>
                <c:pt idx="3959">
                  <c:v>98.723145685579212</c:v>
                </c:pt>
                <c:pt idx="3960">
                  <c:v>98.721483451536656</c:v>
                </c:pt>
                <c:pt idx="3961">
                  <c:v>98.719895094562645</c:v>
                </c:pt>
                <c:pt idx="3962">
                  <c:v>98.718269799054383</c:v>
                </c:pt>
                <c:pt idx="3963">
                  <c:v>98.71679225768321</c:v>
                </c:pt>
                <c:pt idx="3964">
                  <c:v>98.715296247044932</c:v>
                </c:pt>
                <c:pt idx="3965">
                  <c:v>98.713634013002377</c:v>
                </c:pt>
                <c:pt idx="3966">
                  <c:v>98.711990248226954</c:v>
                </c:pt>
                <c:pt idx="3967">
                  <c:v>98.710734338061471</c:v>
                </c:pt>
                <c:pt idx="3968">
                  <c:v>98.709109042553195</c:v>
                </c:pt>
                <c:pt idx="3969">
                  <c:v>98.707742316784859</c:v>
                </c:pt>
                <c:pt idx="3970">
                  <c:v>98.706043144208039</c:v>
                </c:pt>
                <c:pt idx="3971">
                  <c:v>98.70508274231679</c:v>
                </c:pt>
                <c:pt idx="3972">
                  <c:v>98.703900709219866</c:v>
                </c:pt>
                <c:pt idx="3973">
                  <c:v>98.702312352245869</c:v>
                </c:pt>
                <c:pt idx="3974">
                  <c:v>98.700483894799063</c:v>
                </c:pt>
                <c:pt idx="3975">
                  <c:v>98.698950945626478</c:v>
                </c:pt>
                <c:pt idx="3976">
                  <c:v>98.697510342789613</c:v>
                </c:pt>
                <c:pt idx="3977">
                  <c:v>98.696217494089836</c:v>
                </c:pt>
                <c:pt idx="3978">
                  <c:v>98.69459219858156</c:v>
                </c:pt>
                <c:pt idx="3979">
                  <c:v>98.693040780141843</c:v>
                </c:pt>
                <c:pt idx="3980">
                  <c:v>98.691637115839242</c:v>
                </c:pt>
                <c:pt idx="3981">
                  <c:v>98.690251920803789</c:v>
                </c:pt>
                <c:pt idx="3982">
                  <c:v>98.688589686761247</c:v>
                </c:pt>
                <c:pt idx="3983">
                  <c:v>98.687573877068559</c:v>
                </c:pt>
                <c:pt idx="3984">
                  <c:v>98.686391843971634</c:v>
                </c:pt>
                <c:pt idx="3985">
                  <c:v>98.685449911347519</c:v>
                </c:pt>
                <c:pt idx="3986">
                  <c:v>98.683621453900713</c:v>
                </c:pt>
                <c:pt idx="3987">
                  <c:v>98.682033096926716</c:v>
                </c:pt>
                <c:pt idx="3988">
                  <c:v>98.680518617021278</c:v>
                </c:pt>
                <c:pt idx="3989">
                  <c:v>98.678911790780148</c:v>
                </c:pt>
                <c:pt idx="3990">
                  <c:v>98.677120271867608</c:v>
                </c:pt>
                <c:pt idx="3991">
                  <c:v>98.675661199763596</c:v>
                </c:pt>
                <c:pt idx="3992">
                  <c:v>98.674294473995275</c:v>
                </c:pt>
                <c:pt idx="3993">
                  <c:v>98.672909278959821</c:v>
                </c:pt>
                <c:pt idx="3994">
                  <c:v>98.671505614657221</c:v>
                </c:pt>
                <c:pt idx="3995">
                  <c:v>98.669880319148945</c:v>
                </c:pt>
                <c:pt idx="3996">
                  <c:v>98.668255023640654</c:v>
                </c:pt>
                <c:pt idx="3997">
                  <c:v>98.666851359338054</c:v>
                </c:pt>
                <c:pt idx="3998">
                  <c:v>98.665226063829792</c:v>
                </c:pt>
                <c:pt idx="3999">
                  <c:v>98.663748522458633</c:v>
                </c:pt>
                <c:pt idx="4000">
                  <c:v>98.66210475768321</c:v>
                </c:pt>
                <c:pt idx="4001">
                  <c:v>98.660608747044918</c:v>
                </c:pt>
                <c:pt idx="4002">
                  <c:v>98.659242021276597</c:v>
                </c:pt>
                <c:pt idx="4003">
                  <c:v>98.657727541371159</c:v>
                </c:pt>
                <c:pt idx="4004">
                  <c:v>98.656176122931456</c:v>
                </c:pt>
                <c:pt idx="4005">
                  <c:v>98.654772458628841</c:v>
                </c:pt>
                <c:pt idx="4006">
                  <c:v>98.653221040189138</c:v>
                </c:pt>
                <c:pt idx="4007">
                  <c:v>98.651817375886537</c:v>
                </c:pt>
                <c:pt idx="4008">
                  <c:v>98.650376773049658</c:v>
                </c:pt>
                <c:pt idx="4009">
                  <c:v>98.648899231678499</c:v>
                </c:pt>
                <c:pt idx="4010">
                  <c:v>98.647569444444443</c:v>
                </c:pt>
                <c:pt idx="4011">
                  <c:v>98.646091903073284</c:v>
                </c:pt>
                <c:pt idx="4012">
                  <c:v>98.644522015366434</c:v>
                </c:pt>
                <c:pt idx="4013">
                  <c:v>98.643450797872333</c:v>
                </c:pt>
                <c:pt idx="4014">
                  <c:v>98.641954787234056</c:v>
                </c:pt>
                <c:pt idx="4015">
                  <c:v>98.640218676122942</c:v>
                </c:pt>
                <c:pt idx="4016">
                  <c:v>98.638611849881798</c:v>
                </c:pt>
                <c:pt idx="4017">
                  <c:v>98.636968085106375</c:v>
                </c:pt>
                <c:pt idx="4018">
                  <c:v>98.635379728132406</c:v>
                </c:pt>
                <c:pt idx="4019">
                  <c:v>98.633643617021278</c:v>
                </c:pt>
                <c:pt idx="4020">
                  <c:v>98.63209219858156</c:v>
                </c:pt>
                <c:pt idx="4021">
                  <c:v>98.630540780141857</c:v>
                </c:pt>
                <c:pt idx="4022">
                  <c:v>98.628656914893625</c:v>
                </c:pt>
                <c:pt idx="4023">
                  <c:v>98.627142434988173</c:v>
                </c:pt>
                <c:pt idx="4024">
                  <c:v>98.625757239952719</c:v>
                </c:pt>
                <c:pt idx="4025">
                  <c:v>98.62444592198581</c:v>
                </c:pt>
                <c:pt idx="4026">
                  <c:v>98.623079196217503</c:v>
                </c:pt>
                <c:pt idx="4027">
                  <c:v>98.62130614657211</c:v>
                </c:pt>
                <c:pt idx="4028">
                  <c:v>98.619625443262422</c:v>
                </c:pt>
                <c:pt idx="4029">
                  <c:v>98.617944739952719</c:v>
                </c:pt>
                <c:pt idx="4030">
                  <c:v>98.616356382978736</c:v>
                </c:pt>
                <c:pt idx="4031">
                  <c:v>98.614768026004725</c:v>
                </c:pt>
                <c:pt idx="4032">
                  <c:v>98.613179669030743</c:v>
                </c:pt>
                <c:pt idx="4033">
                  <c:v>98.611702127659569</c:v>
                </c:pt>
                <c:pt idx="4034">
                  <c:v>98.610279994089851</c:v>
                </c:pt>
                <c:pt idx="4035">
                  <c:v>98.608857860520089</c:v>
                </c:pt>
                <c:pt idx="4036">
                  <c:v>98.607491134751783</c:v>
                </c:pt>
                <c:pt idx="4037">
                  <c:v>98.606309101654858</c:v>
                </c:pt>
                <c:pt idx="4038">
                  <c:v>98.604646867612303</c:v>
                </c:pt>
                <c:pt idx="4039">
                  <c:v>98.603021572104026</c:v>
                </c:pt>
                <c:pt idx="4040">
                  <c:v>98.601433215130029</c:v>
                </c:pt>
                <c:pt idx="4041">
                  <c:v>98.59995567375887</c:v>
                </c:pt>
                <c:pt idx="4042">
                  <c:v>98.598515070921991</c:v>
                </c:pt>
                <c:pt idx="4043">
                  <c:v>98.597092937352244</c:v>
                </c:pt>
                <c:pt idx="4044">
                  <c:v>98.595541518912526</c:v>
                </c:pt>
                <c:pt idx="4045">
                  <c:v>98.594100916075661</c:v>
                </c:pt>
                <c:pt idx="4046">
                  <c:v>98.592641843971634</c:v>
                </c:pt>
                <c:pt idx="4047">
                  <c:v>98.591385933806151</c:v>
                </c:pt>
                <c:pt idx="4048">
                  <c:v>98.589945330969272</c:v>
                </c:pt>
                <c:pt idx="4049">
                  <c:v>98.588541666666657</c:v>
                </c:pt>
                <c:pt idx="4050">
                  <c:v>98.587230348699762</c:v>
                </c:pt>
                <c:pt idx="4051">
                  <c:v>98.585789745862883</c:v>
                </c:pt>
                <c:pt idx="4052">
                  <c:v>98.584404550827429</c:v>
                </c:pt>
                <c:pt idx="4053">
                  <c:v>98.582779255319153</c:v>
                </c:pt>
                <c:pt idx="4054">
                  <c:v>98.581117021276597</c:v>
                </c:pt>
                <c:pt idx="4055">
                  <c:v>98.579971926713952</c:v>
                </c:pt>
                <c:pt idx="4056">
                  <c:v>98.579307033096924</c:v>
                </c:pt>
                <c:pt idx="4057">
                  <c:v>98.578088061465721</c:v>
                </c:pt>
                <c:pt idx="4058">
                  <c:v>98.576481235224591</c:v>
                </c:pt>
                <c:pt idx="4059">
                  <c:v>98.575059101654844</c:v>
                </c:pt>
                <c:pt idx="4060">
                  <c:v>98.573544621749406</c:v>
                </c:pt>
                <c:pt idx="4061">
                  <c:v>98.571956264775423</c:v>
                </c:pt>
                <c:pt idx="4062">
                  <c:v>98.571217494089836</c:v>
                </c:pt>
                <c:pt idx="4063">
                  <c:v>98.570072399527191</c:v>
                </c:pt>
                <c:pt idx="4064">
                  <c:v>98.568779550827429</c:v>
                </c:pt>
                <c:pt idx="4065">
                  <c:v>98.567043439716301</c:v>
                </c:pt>
                <c:pt idx="4066">
                  <c:v>98.565270390070921</c:v>
                </c:pt>
                <c:pt idx="4067">
                  <c:v>98.563755910165483</c:v>
                </c:pt>
                <c:pt idx="4068">
                  <c:v>98.562407653664309</c:v>
                </c:pt>
                <c:pt idx="4069">
                  <c:v>98.560985520094562</c:v>
                </c:pt>
                <c:pt idx="4070">
                  <c:v>98.559544917257696</c:v>
                </c:pt>
                <c:pt idx="4071">
                  <c:v>98.558030437352244</c:v>
                </c:pt>
                <c:pt idx="4072">
                  <c:v>98.55647901891254</c:v>
                </c:pt>
                <c:pt idx="4073">
                  <c:v>98.55507535460994</c:v>
                </c:pt>
                <c:pt idx="4074">
                  <c:v>98.553523936170208</c:v>
                </c:pt>
                <c:pt idx="4075">
                  <c:v>98.552249556737593</c:v>
                </c:pt>
                <c:pt idx="4076">
                  <c:v>98.550808953900713</c:v>
                </c:pt>
                <c:pt idx="4077">
                  <c:v>98.549497635933818</c:v>
                </c:pt>
                <c:pt idx="4078">
                  <c:v>98.548223256501188</c:v>
                </c:pt>
                <c:pt idx="4079">
                  <c:v>98.546690307328618</c:v>
                </c:pt>
                <c:pt idx="4080">
                  <c:v>98.545212765957444</c:v>
                </c:pt>
                <c:pt idx="4081">
                  <c:v>98.543882978723403</c:v>
                </c:pt>
                <c:pt idx="4082">
                  <c:v>98.542645537825067</c:v>
                </c:pt>
                <c:pt idx="4083">
                  <c:v>98.541297281323878</c:v>
                </c:pt>
                <c:pt idx="4084">
                  <c:v>98.539801270685572</c:v>
                </c:pt>
                <c:pt idx="4085">
                  <c:v>98.538453014184398</c:v>
                </c:pt>
                <c:pt idx="4086">
                  <c:v>98.537104757683224</c:v>
                </c:pt>
                <c:pt idx="4087">
                  <c:v>98.535534869976374</c:v>
                </c:pt>
                <c:pt idx="4088">
                  <c:v>98.533946513002363</c:v>
                </c:pt>
                <c:pt idx="4089">
                  <c:v>98.532616725768321</c:v>
                </c:pt>
                <c:pt idx="4090">
                  <c:v>98.531213061465735</c:v>
                </c:pt>
                <c:pt idx="4091">
                  <c:v>98.530067966903076</c:v>
                </c:pt>
                <c:pt idx="4092">
                  <c:v>98.52840573286052</c:v>
                </c:pt>
                <c:pt idx="4093">
                  <c:v>98.526688091016553</c:v>
                </c:pt>
                <c:pt idx="4094">
                  <c:v>98.525450650118202</c:v>
                </c:pt>
                <c:pt idx="4095">
                  <c:v>98.524120862884175</c:v>
                </c:pt>
                <c:pt idx="4096">
                  <c:v>98.522938829787236</c:v>
                </c:pt>
                <c:pt idx="4097">
                  <c:v>98.521590573286062</c:v>
                </c:pt>
                <c:pt idx="4098">
                  <c:v>98.52046394799055</c:v>
                </c:pt>
                <c:pt idx="4099">
                  <c:v>98.518930998817964</c:v>
                </c:pt>
                <c:pt idx="4100">
                  <c:v>98.517434988179659</c:v>
                </c:pt>
                <c:pt idx="4101">
                  <c:v>98.515957446808514</c:v>
                </c:pt>
                <c:pt idx="4102">
                  <c:v>98.514516843971634</c:v>
                </c:pt>
                <c:pt idx="4103">
                  <c:v>98.512946956264784</c:v>
                </c:pt>
                <c:pt idx="4104">
                  <c:v>98.511635638297875</c:v>
                </c:pt>
                <c:pt idx="4105">
                  <c:v>98.510084219858157</c:v>
                </c:pt>
                <c:pt idx="4106">
                  <c:v>98.508569739952719</c:v>
                </c:pt>
                <c:pt idx="4107">
                  <c:v>98.507461583924368</c:v>
                </c:pt>
                <c:pt idx="4108">
                  <c:v>98.506427304964546</c:v>
                </c:pt>
                <c:pt idx="4109">
                  <c:v>98.50513445626477</c:v>
                </c:pt>
                <c:pt idx="4110">
                  <c:v>98.503804669030743</c:v>
                </c:pt>
                <c:pt idx="4111">
                  <c:v>98.502474881796687</c:v>
                </c:pt>
                <c:pt idx="4112">
                  <c:v>98.501255910165497</c:v>
                </c:pt>
                <c:pt idx="4113">
                  <c:v>98.5</c:v>
                </c:pt>
                <c:pt idx="4114">
                  <c:v>98.498540927895988</c:v>
                </c:pt>
                <c:pt idx="4115">
                  <c:v>98.496897163120565</c:v>
                </c:pt>
                <c:pt idx="4116">
                  <c:v>98.495622783687949</c:v>
                </c:pt>
                <c:pt idx="4117">
                  <c:v>98.494385342789599</c:v>
                </c:pt>
                <c:pt idx="4118">
                  <c:v>98.493184840425542</c:v>
                </c:pt>
                <c:pt idx="4119">
                  <c:v>98.491688829787236</c:v>
                </c:pt>
                <c:pt idx="4120">
                  <c:v>98.490322104018915</c:v>
                </c:pt>
                <c:pt idx="4121">
                  <c:v>98.488881501182036</c:v>
                </c:pt>
                <c:pt idx="4122">
                  <c:v>98.487644060283699</c:v>
                </c:pt>
                <c:pt idx="4123">
                  <c:v>98.486074172576835</c:v>
                </c:pt>
                <c:pt idx="4124">
                  <c:v>98.484744385342793</c:v>
                </c:pt>
                <c:pt idx="4125">
                  <c:v>98.483562352245869</c:v>
                </c:pt>
                <c:pt idx="4126">
                  <c:v>98.482195626477548</c:v>
                </c:pt>
                <c:pt idx="4127">
                  <c:v>98.480828900709227</c:v>
                </c:pt>
                <c:pt idx="4128">
                  <c:v>98.479499113475171</c:v>
                </c:pt>
                <c:pt idx="4129">
                  <c:v>98.478076979905438</c:v>
                </c:pt>
                <c:pt idx="4130">
                  <c:v>98.476913416075647</c:v>
                </c:pt>
                <c:pt idx="4131">
                  <c:v>98.47554669030734</c:v>
                </c:pt>
                <c:pt idx="4132">
                  <c:v>98.474346187943269</c:v>
                </c:pt>
                <c:pt idx="4133">
                  <c:v>98.472960992907801</c:v>
                </c:pt>
                <c:pt idx="4134">
                  <c:v>98.471631205673759</c:v>
                </c:pt>
                <c:pt idx="4135">
                  <c:v>98.470393764775409</c:v>
                </c:pt>
                <c:pt idx="4136">
                  <c:v>98.468879284869985</c:v>
                </c:pt>
                <c:pt idx="4137">
                  <c:v>98.467715721040193</c:v>
                </c:pt>
                <c:pt idx="4138">
                  <c:v>98.466681442080386</c:v>
                </c:pt>
                <c:pt idx="4139">
                  <c:v>98.465130023640654</c:v>
                </c:pt>
                <c:pt idx="4140">
                  <c:v>98.463652482269509</c:v>
                </c:pt>
                <c:pt idx="4141">
                  <c:v>98.4623411643026</c:v>
                </c:pt>
                <c:pt idx="4142">
                  <c:v>98.4609375</c:v>
                </c:pt>
                <c:pt idx="4143">
                  <c:v>98.459663120567384</c:v>
                </c:pt>
                <c:pt idx="4144">
                  <c:v>98.458333333333343</c:v>
                </c:pt>
                <c:pt idx="4145">
                  <c:v>98.456892730496463</c:v>
                </c:pt>
                <c:pt idx="4146">
                  <c:v>98.455784574468083</c:v>
                </c:pt>
                <c:pt idx="4147">
                  <c:v>98.454343971631204</c:v>
                </c:pt>
                <c:pt idx="4148">
                  <c:v>98.453106530732853</c:v>
                </c:pt>
                <c:pt idx="4149">
                  <c:v>98.451795212765958</c:v>
                </c:pt>
                <c:pt idx="4150">
                  <c:v>98.450428486997637</c:v>
                </c:pt>
                <c:pt idx="4151">
                  <c:v>98.449264923167846</c:v>
                </c:pt>
                <c:pt idx="4152">
                  <c:v>98.447953605200951</c:v>
                </c:pt>
                <c:pt idx="4153">
                  <c:v>98.446623817966909</c:v>
                </c:pt>
                <c:pt idx="4154">
                  <c:v>98.445386377068559</c:v>
                </c:pt>
                <c:pt idx="4155">
                  <c:v>98.443964243498812</c:v>
                </c:pt>
                <c:pt idx="4156">
                  <c:v>98.442745271867622</c:v>
                </c:pt>
                <c:pt idx="4157">
                  <c:v>98.441452423167846</c:v>
                </c:pt>
                <c:pt idx="4158">
                  <c:v>98.440270390070921</c:v>
                </c:pt>
                <c:pt idx="4159">
                  <c:v>98.439032949172585</c:v>
                </c:pt>
                <c:pt idx="4160">
                  <c:v>98.437740100472809</c:v>
                </c:pt>
                <c:pt idx="4161">
                  <c:v>98.436502659574472</c:v>
                </c:pt>
                <c:pt idx="4162">
                  <c:v>98.435062056737593</c:v>
                </c:pt>
                <c:pt idx="4163">
                  <c:v>98.433621453900727</c:v>
                </c:pt>
                <c:pt idx="4164">
                  <c:v>98.43253176713948</c:v>
                </c:pt>
                <c:pt idx="4165">
                  <c:v>98.431257387706864</c:v>
                </c:pt>
                <c:pt idx="4166">
                  <c:v>98.429964539007102</c:v>
                </c:pt>
                <c:pt idx="4167">
                  <c:v>98.428708628841605</c:v>
                </c:pt>
                <c:pt idx="4168">
                  <c:v>98.427175679669034</c:v>
                </c:pt>
                <c:pt idx="4169">
                  <c:v>98.42560579196217</c:v>
                </c:pt>
                <c:pt idx="4170">
                  <c:v>98.424460697399525</c:v>
                </c:pt>
                <c:pt idx="4171">
                  <c:v>98.423167848699762</c:v>
                </c:pt>
                <c:pt idx="4172">
                  <c:v>98.422170508274249</c:v>
                </c:pt>
                <c:pt idx="4173">
                  <c:v>98.420877659574472</c:v>
                </c:pt>
                <c:pt idx="4174">
                  <c:v>98.419658687943254</c:v>
                </c:pt>
                <c:pt idx="4175">
                  <c:v>98.41818114657211</c:v>
                </c:pt>
                <c:pt idx="4176">
                  <c:v>98.417054521276597</c:v>
                </c:pt>
                <c:pt idx="4177">
                  <c:v>98.415835549645394</c:v>
                </c:pt>
                <c:pt idx="4178">
                  <c:v>98.414542700945631</c:v>
                </c:pt>
                <c:pt idx="4179">
                  <c:v>98.412972813238781</c:v>
                </c:pt>
                <c:pt idx="4180">
                  <c:v>98.411975472813239</c:v>
                </c:pt>
                <c:pt idx="4181">
                  <c:v>98.41053486997636</c:v>
                </c:pt>
                <c:pt idx="4182">
                  <c:v>98.409426713947994</c:v>
                </c:pt>
                <c:pt idx="4183">
                  <c:v>98.407986111111128</c:v>
                </c:pt>
                <c:pt idx="4184">
                  <c:v>98.406841016548469</c:v>
                </c:pt>
                <c:pt idx="4185">
                  <c:v>98.40552969858156</c:v>
                </c:pt>
                <c:pt idx="4186">
                  <c:v>98.40425531914893</c:v>
                </c:pt>
                <c:pt idx="4187">
                  <c:v>98.402814716312065</c:v>
                </c:pt>
                <c:pt idx="4188">
                  <c:v>98.401521867612303</c:v>
                </c:pt>
                <c:pt idx="4189">
                  <c:v>98.400339834515364</c:v>
                </c:pt>
                <c:pt idx="4190">
                  <c:v>98.399305555555557</c:v>
                </c:pt>
                <c:pt idx="4191">
                  <c:v>98.397901891252957</c:v>
                </c:pt>
                <c:pt idx="4192">
                  <c:v>98.396645981087474</c:v>
                </c:pt>
                <c:pt idx="4193">
                  <c:v>98.395500886524829</c:v>
                </c:pt>
                <c:pt idx="4194">
                  <c:v>98.394374261229316</c:v>
                </c:pt>
                <c:pt idx="4195">
                  <c:v>98.393062943262422</c:v>
                </c:pt>
                <c:pt idx="4196">
                  <c:v>98.391677748226954</c:v>
                </c:pt>
                <c:pt idx="4197">
                  <c:v>98.390384899527177</c:v>
                </c:pt>
                <c:pt idx="4198">
                  <c:v>98.389295212765958</c:v>
                </c:pt>
                <c:pt idx="4199">
                  <c:v>98.387725325059108</c:v>
                </c:pt>
                <c:pt idx="4200">
                  <c:v>98.386727984633566</c:v>
                </c:pt>
                <c:pt idx="4201">
                  <c:v>98.385749113475171</c:v>
                </c:pt>
                <c:pt idx="4202">
                  <c:v>98.384530141843967</c:v>
                </c:pt>
                <c:pt idx="4203">
                  <c:v>98.383163416075661</c:v>
                </c:pt>
                <c:pt idx="4204">
                  <c:v>98.382073729314428</c:v>
                </c:pt>
                <c:pt idx="4205">
                  <c:v>98.38068853427896</c:v>
                </c:pt>
                <c:pt idx="4206">
                  <c:v>98.379506501182036</c:v>
                </c:pt>
                <c:pt idx="4207">
                  <c:v>98.378176713947994</c:v>
                </c:pt>
                <c:pt idx="4208">
                  <c:v>98.37695774231679</c:v>
                </c:pt>
                <c:pt idx="4209">
                  <c:v>98.375535608747043</c:v>
                </c:pt>
                <c:pt idx="4210">
                  <c:v>98.374408983451545</c:v>
                </c:pt>
                <c:pt idx="4211">
                  <c:v>98.373190011820327</c:v>
                </c:pt>
                <c:pt idx="4212">
                  <c:v>98.37215573286052</c:v>
                </c:pt>
                <c:pt idx="4213">
                  <c:v>98.37088135342789</c:v>
                </c:pt>
                <c:pt idx="4214">
                  <c:v>98.369847074468083</c:v>
                </c:pt>
                <c:pt idx="4215">
                  <c:v>98.368480348699762</c:v>
                </c:pt>
                <c:pt idx="4216">
                  <c:v>98.367298315602852</c:v>
                </c:pt>
                <c:pt idx="4217">
                  <c:v>98.365986997635929</c:v>
                </c:pt>
                <c:pt idx="4218">
                  <c:v>98.364712618203313</c:v>
                </c:pt>
                <c:pt idx="4219">
                  <c:v>98.36345670803783</c:v>
                </c:pt>
                <c:pt idx="4220">
                  <c:v>98.362330082742318</c:v>
                </c:pt>
                <c:pt idx="4221">
                  <c:v>98.361037234042556</c:v>
                </c:pt>
                <c:pt idx="4222">
                  <c:v>98.359799793144205</c:v>
                </c:pt>
                <c:pt idx="4223">
                  <c:v>98.358636229314428</c:v>
                </c:pt>
                <c:pt idx="4224">
                  <c:v>98.357601950354606</c:v>
                </c:pt>
                <c:pt idx="4225">
                  <c:v>98.355921247044918</c:v>
                </c:pt>
                <c:pt idx="4226">
                  <c:v>98.354720744680861</c:v>
                </c:pt>
                <c:pt idx="4227">
                  <c:v>98.35355718085107</c:v>
                </c:pt>
                <c:pt idx="4228">
                  <c:v>98.352356678486998</c:v>
                </c:pt>
                <c:pt idx="4229">
                  <c:v>98.351137706855795</c:v>
                </c:pt>
                <c:pt idx="4230">
                  <c:v>98.350011081560282</c:v>
                </c:pt>
                <c:pt idx="4231">
                  <c:v>98.348681294326241</c:v>
                </c:pt>
                <c:pt idx="4232">
                  <c:v>98.34770242316786</c:v>
                </c:pt>
                <c:pt idx="4233">
                  <c:v>98.346335697399539</c:v>
                </c:pt>
                <c:pt idx="4234">
                  <c:v>98.345246010638306</c:v>
                </c:pt>
                <c:pt idx="4235">
                  <c:v>98.343860815602852</c:v>
                </c:pt>
                <c:pt idx="4236">
                  <c:v>98.34273419030734</c:v>
                </c:pt>
                <c:pt idx="4237">
                  <c:v>98.341533687943269</c:v>
                </c:pt>
                <c:pt idx="4238">
                  <c:v>98.340462470449168</c:v>
                </c:pt>
                <c:pt idx="4239">
                  <c:v>98.339132683215141</c:v>
                </c:pt>
                <c:pt idx="4240">
                  <c:v>98.337913711583923</c:v>
                </c:pt>
                <c:pt idx="4241">
                  <c:v>98.336694739952719</c:v>
                </c:pt>
                <c:pt idx="4242">
                  <c:v>98.335475768321515</c:v>
                </c:pt>
                <c:pt idx="4243">
                  <c:v>98.334053634751783</c:v>
                </c:pt>
                <c:pt idx="4244">
                  <c:v>98.332871601654844</c:v>
                </c:pt>
                <c:pt idx="4245">
                  <c:v>98.331818853427905</c:v>
                </c:pt>
                <c:pt idx="4246">
                  <c:v>98.330710697399539</c:v>
                </c:pt>
                <c:pt idx="4247">
                  <c:v>98.329196217494086</c:v>
                </c:pt>
                <c:pt idx="4248">
                  <c:v>98.328235815602852</c:v>
                </c:pt>
                <c:pt idx="4249">
                  <c:v>98.326906028368796</c:v>
                </c:pt>
                <c:pt idx="4250">
                  <c:v>98.325890218676122</c:v>
                </c:pt>
                <c:pt idx="4251">
                  <c:v>98.324578900709227</c:v>
                </c:pt>
                <c:pt idx="4252">
                  <c:v>98.323193705673745</c:v>
                </c:pt>
                <c:pt idx="4253">
                  <c:v>98.321974734042556</c:v>
                </c:pt>
                <c:pt idx="4254">
                  <c:v>98.321014332151307</c:v>
                </c:pt>
                <c:pt idx="4255">
                  <c:v>98.319703014184398</c:v>
                </c:pt>
                <c:pt idx="4256">
                  <c:v>98.318373226950357</c:v>
                </c:pt>
                <c:pt idx="4257">
                  <c:v>98.316932624113491</c:v>
                </c:pt>
                <c:pt idx="4258">
                  <c:v>98.315879875886523</c:v>
                </c:pt>
                <c:pt idx="4259">
                  <c:v>98.314808658392437</c:v>
                </c:pt>
                <c:pt idx="4260">
                  <c:v>98.313866725768335</c:v>
                </c:pt>
                <c:pt idx="4261">
                  <c:v>98.312573877068559</c:v>
                </c:pt>
                <c:pt idx="4262">
                  <c:v>98.31122562056737</c:v>
                </c:pt>
                <c:pt idx="4263">
                  <c:v>98.30982195626477</c:v>
                </c:pt>
                <c:pt idx="4264">
                  <c:v>98.308695330969272</c:v>
                </c:pt>
                <c:pt idx="4265">
                  <c:v>98.307347074468083</c:v>
                </c:pt>
                <c:pt idx="4266">
                  <c:v>98.306238918439732</c:v>
                </c:pt>
                <c:pt idx="4267">
                  <c:v>98.304853723404264</c:v>
                </c:pt>
                <c:pt idx="4268">
                  <c:v>98.303764036643031</c:v>
                </c:pt>
                <c:pt idx="4269">
                  <c:v>98.302600472813253</c:v>
                </c:pt>
                <c:pt idx="4270">
                  <c:v>98.301584663120565</c:v>
                </c:pt>
                <c:pt idx="4271">
                  <c:v>98.300347222222229</c:v>
                </c:pt>
                <c:pt idx="4272">
                  <c:v>98.299516105200951</c:v>
                </c:pt>
                <c:pt idx="4273">
                  <c:v>98.298130910165497</c:v>
                </c:pt>
                <c:pt idx="4274">
                  <c:v>98.296911938534279</c:v>
                </c:pt>
                <c:pt idx="4275">
                  <c:v>98.295674497635929</c:v>
                </c:pt>
                <c:pt idx="4276">
                  <c:v>98.294603280141843</c:v>
                </c:pt>
                <c:pt idx="4277">
                  <c:v>98.29347665484633</c:v>
                </c:pt>
                <c:pt idx="4278">
                  <c:v>98.292479314420802</c:v>
                </c:pt>
                <c:pt idx="4279">
                  <c:v>98.291315750591025</c:v>
                </c:pt>
                <c:pt idx="4280">
                  <c:v>98.290115248226968</c:v>
                </c:pt>
                <c:pt idx="4281">
                  <c:v>98.288785460992912</c:v>
                </c:pt>
                <c:pt idx="4282">
                  <c:v>98.28778812056737</c:v>
                </c:pt>
                <c:pt idx="4283">
                  <c:v>98.286402925531917</c:v>
                </c:pt>
                <c:pt idx="4284">
                  <c:v>98.285460992907801</c:v>
                </c:pt>
                <c:pt idx="4285">
                  <c:v>98.284075797872347</c:v>
                </c:pt>
                <c:pt idx="4286">
                  <c:v>98.282949172576835</c:v>
                </c:pt>
                <c:pt idx="4287">
                  <c:v>98.281767139479896</c:v>
                </c:pt>
                <c:pt idx="4288">
                  <c:v>98.28069592198581</c:v>
                </c:pt>
                <c:pt idx="4289">
                  <c:v>98.279513888888886</c:v>
                </c:pt>
                <c:pt idx="4290">
                  <c:v>98.278424202127653</c:v>
                </c:pt>
                <c:pt idx="4291">
                  <c:v>98.277112884160758</c:v>
                </c:pt>
                <c:pt idx="4292">
                  <c:v>98.276078605200951</c:v>
                </c:pt>
                <c:pt idx="4293">
                  <c:v>98.274896572104026</c:v>
                </c:pt>
                <c:pt idx="4294">
                  <c:v>98.273806885342793</c:v>
                </c:pt>
                <c:pt idx="4295">
                  <c:v>98.272643321513002</c:v>
                </c:pt>
                <c:pt idx="4296">
                  <c:v>98.271276595744681</c:v>
                </c:pt>
                <c:pt idx="4297">
                  <c:v>98.270002216312065</c:v>
                </c:pt>
                <c:pt idx="4298">
                  <c:v>98.269041814420802</c:v>
                </c:pt>
                <c:pt idx="4299">
                  <c:v>98.26774896572104</c:v>
                </c:pt>
                <c:pt idx="4300">
                  <c:v>98.266807033096924</c:v>
                </c:pt>
                <c:pt idx="4301">
                  <c:v>98.265588061465721</c:v>
                </c:pt>
                <c:pt idx="4302">
                  <c:v>98.264516843971634</c:v>
                </c:pt>
                <c:pt idx="4303">
                  <c:v>98.263187056737593</c:v>
                </c:pt>
                <c:pt idx="4304">
                  <c:v>98.261912677304977</c:v>
                </c:pt>
                <c:pt idx="4305">
                  <c:v>98.260822990543744</c:v>
                </c:pt>
                <c:pt idx="4306">
                  <c:v>98.259714834515364</c:v>
                </c:pt>
                <c:pt idx="4307">
                  <c:v>98.258255762411352</c:v>
                </c:pt>
                <c:pt idx="4308">
                  <c:v>98.25725842198581</c:v>
                </c:pt>
                <c:pt idx="4309">
                  <c:v>98.255947104018915</c:v>
                </c:pt>
                <c:pt idx="4310">
                  <c:v>98.254728132387697</c:v>
                </c:pt>
                <c:pt idx="4311">
                  <c:v>98.253472222222229</c:v>
                </c:pt>
                <c:pt idx="4312">
                  <c:v>98.252401004728142</c:v>
                </c:pt>
                <c:pt idx="4313">
                  <c:v>98.251366725768335</c:v>
                </c:pt>
                <c:pt idx="4314">
                  <c:v>98.250258569739955</c:v>
                </c:pt>
                <c:pt idx="4315">
                  <c:v>98.248984190307326</c:v>
                </c:pt>
                <c:pt idx="4316">
                  <c:v>98.247931442080386</c:v>
                </c:pt>
                <c:pt idx="4317">
                  <c:v>98.246564716312051</c:v>
                </c:pt>
                <c:pt idx="4318">
                  <c:v>98.245548906619391</c:v>
                </c:pt>
                <c:pt idx="4319">
                  <c:v>98.244440750591011</c:v>
                </c:pt>
                <c:pt idx="4320">
                  <c:v>98.243203309692674</c:v>
                </c:pt>
                <c:pt idx="4321">
                  <c:v>98.241910460992926</c:v>
                </c:pt>
                <c:pt idx="4322">
                  <c:v>98.240857712765958</c:v>
                </c:pt>
                <c:pt idx="4323">
                  <c:v>98.239287825059108</c:v>
                </c:pt>
                <c:pt idx="4324">
                  <c:v>98.238327423167846</c:v>
                </c:pt>
                <c:pt idx="4325">
                  <c:v>98.236942228132392</c:v>
                </c:pt>
                <c:pt idx="4326">
                  <c:v>98.23581560283688</c:v>
                </c:pt>
                <c:pt idx="4327">
                  <c:v>98.234670508274235</c:v>
                </c:pt>
                <c:pt idx="4328">
                  <c:v>98.233359190307326</c:v>
                </c:pt>
                <c:pt idx="4329">
                  <c:v>98.232121749408989</c:v>
                </c:pt>
                <c:pt idx="4330">
                  <c:v>98.230939716312065</c:v>
                </c:pt>
                <c:pt idx="4331">
                  <c:v>98.229628398345156</c:v>
                </c:pt>
                <c:pt idx="4332">
                  <c:v>98.228723404255319</c:v>
                </c:pt>
                <c:pt idx="4333">
                  <c:v>98.227430555555557</c:v>
                </c:pt>
                <c:pt idx="4334">
                  <c:v>98.226451684397162</c:v>
                </c:pt>
                <c:pt idx="4335">
                  <c:v>98.225214243498812</c:v>
                </c:pt>
                <c:pt idx="4336">
                  <c:v>98.224013741134755</c:v>
                </c:pt>
                <c:pt idx="4337">
                  <c:v>98.222813238770684</c:v>
                </c:pt>
                <c:pt idx="4338">
                  <c:v>98.221649674940906</c:v>
                </c:pt>
                <c:pt idx="4339">
                  <c:v>98.220449172576835</c:v>
                </c:pt>
                <c:pt idx="4340">
                  <c:v>98.219507239952719</c:v>
                </c:pt>
                <c:pt idx="4341">
                  <c:v>98.218195921985824</c:v>
                </c:pt>
                <c:pt idx="4342">
                  <c:v>98.217235520094562</c:v>
                </c:pt>
                <c:pt idx="4343">
                  <c:v>98.215813386524829</c:v>
                </c:pt>
                <c:pt idx="4344">
                  <c:v>98.214594414893625</c:v>
                </c:pt>
                <c:pt idx="4345">
                  <c:v>98.213264627659569</c:v>
                </c:pt>
                <c:pt idx="4346">
                  <c:v>98.212138002364071</c:v>
                </c:pt>
                <c:pt idx="4347">
                  <c:v>98.211066784869985</c:v>
                </c:pt>
                <c:pt idx="4348">
                  <c:v>98.209829343971634</c:v>
                </c:pt>
                <c:pt idx="4349">
                  <c:v>98.208628841607563</c:v>
                </c:pt>
                <c:pt idx="4350">
                  <c:v>98.207391400709227</c:v>
                </c:pt>
                <c:pt idx="4351">
                  <c:v>98.206080082742318</c:v>
                </c:pt>
                <c:pt idx="4352">
                  <c:v>98.205193557919628</c:v>
                </c:pt>
                <c:pt idx="4353">
                  <c:v>98.204140809692674</c:v>
                </c:pt>
                <c:pt idx="4354">
                  <c:v>98.20295877659575</c:v>
                </c:pt>
                <c:pt idx="4355">
                  <c:v>98.201942966903076</c:v>
                </c:pt>
                <c:pt idx="4356">
                  <c:v>98.200650118203299</c:v>
                </c:pt>
                <c:pt idx="4357">
                  <c:v>98.199431146572095</c:v>
                </c:pt>
                <c:pt idx="4358">
                  <c:v>98.198359929078009</c:v>
                </c:pt>
                <c:pt idx="4359">
                  <c:v>98.197067080378247</c:v>
                </c:pt>
                <c:pt idx="4360">
                  <c:v>98.196106678486998</c:v>
                </c:pt>
                <c:pt idx="4361">
                  <c:v>98.194906176122927</c:v>
                </c:pt>
                <c:pt idx="4362">
                  <c:v>98.193724143026003</c:v>
                </c:pt>
                <c:pt idx="4363">
                  <c:v>98.192505171394799</c:v>
                </c:pt>
                <c:pt idx="4364">
                  <c:v>98.191304669030743</c:v>
                </c:pt>
                <c:pt idx="4365">
                  <c:v>98.190122635933804</c:v>
                </c:pt>
                <c:pt idx="4366">
                  <c:v>98.188959072104026</c:v>
                </c:pt>
                <c:pt idx="4367">
                  <c:v>98.187647754137117</c:v>
                </c:pt>
                <c:pt idx="4368">
                  <c:v>98.186761229314428</c:v>
                </c:pt>
                <c:pt idx="4369">
                  <c:v>98.185616134751768</c:v>
                </c:pt>
                <c:pt idx="4370">
                  <c:v>98.184471040189138</c:v>
                </c:pt>
                <c:pt idx="4371">
                  <c:v>98.183399822695037</c:v>
                </c:pt>
                <c:pt idx="4372">
                  <c:v>98.182328605200951</c:v>
                </c:pt>
                <c:pt idx="4373">
                  <c:v>98.181146572104012</c:v>
                </c:pt>
                <c:pt idx="4374">
                  <c:v>98.180204639479911</c:v>
                </c:pt>
                <c:pt idx="4375">
                  <c:v>98.178930260047281</c:v>
                </c:pt>
                <c:pt idx="4376">
                  <c:v>98.177729757683224</c:v>
                </c:pt>
                <c:pt idx="4377">
                  <c:v>98.176603132387712</c:v>
                </c:pt>
                <c:pt idx="4378">
                  <c:v>98.175458037825067</c:v>
                </c:pt>
                <c:pt idx="4379">
                  <c:v>98.174294473995275</c:v>
                </c:pt>
                <c:pt idx="4380">
                  <c:v>98.173186317966909</c:v>
                </c:pt>
                <c:pt idx="4381">
                  <c:v>98.171911938534279</c:v>
                </c:pt>
                <c:pt idx="4382">
                  <c:v>98.17063755910165</c:v>
                </c:pt>
                <c:pt idx="4383">
                  <c:v>98.169473995271872</c:v>
                </c:pt>
                <c:pt idx="4384">
                  <c:v>98.168384308510653</c:v>
                </c:pt>
                <c:pt idx="4385">
                  <c:v>98.167220744680847</c:v>
                </c:pt>
                <c:pt idx="4386">
                  <c:v>98.165890957446805</c:v>
                </c:pt>
                <c:pt idx="4387">
                  <c:v>98.164690455082734</c:v>
                </c:pt>
                <c:pt idx="4388">
                  <c:v>98.16360076832153</c:v>
                </c:pt>
                <c:pt idx="4389">
                  <c:v>98.162363327423179</c:v>
                </c:pt>
                <c:pt idx="4390">
                  <c:v>98.161088947990535</c:v>
                </c:pt>
                <c:pt idx="4391">
                  <c:v>98.159906914893625</c:v>
                </c:pt>
                <c:pt idx="4392">
                  <c:v>98.158983451536642</c:v>
                </c:pt>
                <c:pt idx="4393">
                  <c:v>98.157801418439718</c:v>
                </c:pt>
                <c:pt idx="4394">
                  <c:v>98.156748670212764</c:v>
                </c:pt>
                <c:pt idx="4395">
                  <c:v>98.155511229314413</c:v>
                </c:pt>
                <c:pt idx="4396">
                  <c:v>98.154403073286062</c:v>
                </c:pt>
                <c:pt idx="4397">
                  <c:v>98.153257978723403</c:v>
                </c:pt>
                <c:pt idx="4398">
                  <c:v>98.152223699763596</c:v>
                </c:pt>
                <c:pt idx="4399">
                  <c:v>98.151023197399539</c:v>
                </c:pt>
                <c:pt idx="4400">
                  <c:v>98.15000738770685</c:v>
                </c:pt>
                <c:pt idx="4401">
                  <c:v>98.148936170212764</c:v>
                </c:pt>
                <c:pt idx="4402">
                  <c:v>98.147957299054383</c:v>
                </c:pt>
                <c:pt idx="4403">
                  <c:v>98.146498226950357</c:v>
                </c:pt>
                <c:pt idx="4404">
                  <c:v>98.145316193853432</c:v>
                </c:pt>
                <c:pt idx="4405">
                  <c:v>98.144134160756508</c:v>
                </c:pt>
                <c:pt idx="4406">
                  <c:v>98.142933658392423</c:v>
                </c:pt>
                <c:pt idx="4407">
                  <c:v>98.141862440898336</c:v>
                </c:pt>
                <c:pt idx="4408">
                  <c:v>98.140735815602838</c:v>
                </c:pt>
                <c:pt idx="4409">
                  <c:v>98.139590721040193</c:v>
                </c:pt>
                <c:pt idx="4410">
                  <c:v>98.138593380614651</c:v>
                </c:pt>
                <c:pt idx="4411">
                  <c:v>98.137411347517727</c:v>
                </c:pt>
                <c:pt idx="4412">
                  <c:v>98.13637706855792</c:v>
                </c:pt>
                <c:pt idx="4413">
                  <c:v>98.135250443262407</c:v>
                </c:pt>
                <c:pt idx="4414">
                  <c:v>98.133939125295512</c:v>
                </c:pt>
                <c:pt idx="4415">
                  <c:v>98.132775561465721</c:v>
                </c:pt>
                <c:pt idx="4416">
                  <c:v>98.131648936170208</c:v>
                </c:pt>
                <c:pt idx="4417">
                  <c:v>98.130263741134755</c:v>
                </c:pt>
                <c:pt idx="4418">
                  <c:v>98.129266400709227</c:v>
                </c:pt>
                <c:pt idx="4419">
                  <c:v>98.128028959810877</c:v>
                </c:pt>
                <c:pt idx="4420">
                  <c:v>98.12699468085107</c:v>
                </c:pt>
                <c:pt idx="4421">
                  <c:v>98.125923463356983</c:v>
                </c:pt>
                <c:pt idx="4422">
                  <c:v>98.124815307328618</c:v>
                </c:pt>
                <c:pt idx="4423">
                  <c:v>98.123854905437355</c:v>
                </c:pt>
                <c:pt idx="4424">
                  <c:v>98.122783687943269</c:v>
                </c:pt>
                <c:pt idx="4425">
                  <c:v>98.121564716312065</c:v>
                </c:pt>
                <c:pt idx="4426">
                  <c:v>98.12058584515367</c:v>
                </c:pt>
                <c:pt idx="4427">
                  <c:v>98.119348404255319</c:v>
                </c:pt>
                <c:pt idx="4428">
                  <c:v>98.118258717494086</c:v>
                </c:pt>
                <c:pt idx="4429">
                  <c:v>98.116910460992912</c:v>
                </c:pt>
                <c:pt idx="4430">
                  <c:v>98.115691489361694</c:v>
                </c:pt>
                <c:pt idx="4431">
                  <c:v>98.114841903073284</c:v>
                </c:pt>
                <c:pt idx="4432">
                  <c:v>98.113641400709227</c:v>
                </c:pt>
                <c:pt idx="4433">
                  <c:v>98.112477836879435</c:v>
                </c:pt>
                <c:pt idx="4434">
                  <c:v>98.111443557919614</c:v>
                </c:pt>
                <c:pt idx="4435">
                  <c:v>98.110187647754145</c:v>
                </c:pt>
                <c:pt idx="4436">
                  <c:v>98.109097960992912</c:v>
                </c:pt>
                <c:pt idx="4437">
                  <c:v>98.107989804964546</c:v>
                </c:pt>
                <c:pt idx="4438">
                  <c:v>98.106973995271858</c:v>
                </c:pt>
                <c:pt idx="4439">
                  <c:v>98.105976654846344</c:v>
                </c:pt>
                <c:pt idx="4440">
                  <c:v>98.104813091016567</c:v>
                </c:pt>
                <c:pt idx="4441">
                  <c:v>98.103501773049658</c:v>
                </c:pt>
                <c:pt idx="4442">
                  <c:v>98.102282801418454</c:v>
                </c:pt>
                <c:pt idx="4443">
                  <c:v>98.101063829787236</c:v>
                </c:pt>
                <c:pt idx="4444">
                  <c:v>98.100214243498826</c:v>
                </c:pt>
                <c:pt idx="4445">
                  <c:v>98.099032210401887</c:v>
                </c:pt>
                <c:pt idx="4446">
                  <c:v>98.097665484633566</c:v>
                </c:pt>
                <c:pt idx="4447">
                  <c:v>98.096501920803789</c:v>
                </c:pt>
                <c:pt idx="4448">
                  <c:v>98.095486111111114</c:v>
                </c:pt>
                <c:pt idx="4449">
                  <c:v>98.094341016548469</c:v>
                </c:pt>
                <c:pt idx="4450">
                  <c:v>98.093306737588662</c:v>
                </c:pt>
                <c:pt idx="4451">
                  <c:v>98.092217050827429</c:v>
                </c:pt>
                <c:pt idx="4452">
                  <c:v>98.091164302600475</c:v>
                </c:pt>
                <c:pt idx="4453">
                  <c:v>98.089982269503551</c:v>
                </c:pt>
                <c:pt idx="4454">
                  <c:v>98.088837174940906</c:v>
                </c:pt>
                <c:pt idx="4455">
                  <c:v>98.087692080378261</c:v>
                </c:pt>
                <c:pt idx="4456">
                  <c:v>98.086583924349881</c:v>
                </c:pt>
                <c:pt idx="4457">
                  <c:v>98.085475768321515</c:v>
                </c:pt>
                <c:pt idx="4458">
                  <c:v>98.08449689716312</c:v>
                </c:pt>
                <c:pt idx="4459">
                  <c:v>98.083518026004739</c:v>
                </c:pt>
                <c:pt idx="4460">
                  <c:v>98.082557624113477</c:v>
                </c:pt>
                <c:pt idx="4461">
                  <c:v>98.081190898345156</c:v>
                </c:pt>
                <c:pt idx="4462">
                  <c:v>98.080285904255334</c:v>
                </c:pt>
                <c:pt idx="4463">
                  <c:v>98.079011524822704</c:v>
                </c:pt>
                <c:pt idx="4464">
                  <c:v>98.077829491725765</c:v>
                </c:pt>
                <c:pt idx="4465">
                  <c:v>98.076628989361708</c:v>
                </c:pt>
                <c:pt idx="4466">
                  <c:v>98.075594710401887</c:v>
                </c:pt>
                <c:pt idx="4467">
                  <c:v>98.074523492907801</c:v>
                </c:pt>
                <c:pt idx="4468">
                  <c:v>98.073433806146568</c:v>
                </c:pt>
                <c:pt idx="4469">
                  <c:v>98.072067080378261</c:v>
                </c:pt>
                <c:pt idx="4470">
                  <c:v>98.071014332151307</c:v>
                </c:pt>
                <c:pt idx="4471">
                  <c:v>98.069850768321515</c:v>
                </c:pt>
                <c:pt idx="4472">
                  <c:v>98.0689088356974</c:v>
                </c:pt>
                <c:pt idx="4473">
                  <c:v>98.067671394799063</c:v>
                </c:pt>
                <c:pt idx="4474">
                  <c:v>98.066452423167846</c:v>
                </c:pt>
                <c:pt idx="4475">
                  <c:v>98.065418144208039</c:v>
                </c:pt>
                <c:pt idx="4476">
                  <c:v>98.064439273049658</c:v>
                </c:pt>
                <c:pt idx="4477">
                  <c:v>98.063091016548469</c:v>
                </c:pt>
                <c:pt idx="4478">
                  <c:v>98.062167553191486</c:v>
                </c:pt>
                <c:pt idx="4479">
                  <c:v>98.061077866430253</c:v>
                </c:pt>
                <c:pt idx="4480">
                  <c:v>98.060191341607577</c:v>
                </c:pt>
                <c:pt idx="4481">
                  <c:v>98.059120124113491</c:v>
                </c:pt>
                <c:pt idx="4482">
                  <c:v>98.057919621749406</c:v>
                </c:pt>
                <c:pt idx="4483">
                  <c:v>98.056922281323878</c:v>
                </c:pt>
                <c:pt idx="4484">
                  <c:v>98.055851063829792</c:v>
                </c:pt>
                <c:pt idx="4485">
                  <c:v>98.054558215130029</c:v>
                </c:pt>
                <c:pt idx="4486">
                  <c:v>98.053523936170222</c:v>
                </c:pt>
                <c:pt idx="4487">
                  <c:v>98.052286495271872</c:v>
                </c:pt>
                <c:pt idx="4488">
                  <c:v>98.05112293144208</c:v>
                </c:pt>
                <c:pt idx="4489">
                  <c:v>98.050014775413715</c:v>
                </c:pt>
                <c:pt idx="4490">
                  <c:v>98.048906619385349</c:v>
                </c:pt>
                <c:pt idx="4491">
                  <c:v>98.047890809692674</c:v>
                </c:pt>
                <c:pt idx="4492">
                  <c:v>98.046875</c:v>
                </c:pt>
                <c:pt idx="4493">
                  <c:v>98.045711436170208</c:v>
                </c:pt>
                <c:pt idx="4494">
                  <c:v>98.044658687943269</c:v>
                </c:pt>
                <c:pt idx="4495">
                  <c:v>98.043550531914889</c:v>
                </c:pt>
                <c:pt idx="4496">
                  <c:v>98.042479314420802</c:v>
                </c:pt>
                <c:pt idx="4497">
                  <c:v>98.041463504728142</c:v>
                </c:pt>
                <c:pt idx="4498">
                  <c:v>98.04029994089835</c:v>
                </c:pt>
                <c:pt idx="4499">
                  <c:v>98.039247192671397</c:v>
                </c:pt>
                <c:pt idx="4500">
                  <c:v>98.038231382978722</c:v>
                </c:pt>
                <c:pt idx="4501">
                  <c:v>98.037234042553195</c:v>
                </c:pt>
                <c:pt idx="4502">
                  <c:v>98.036421394799049</c:v>
                </c:pt>
                <c:pt idx="4503">
                  <c:v>98.035091607565022</c:v>
                </c:pt>
                <c:pt idx="4504">
                  <c:v>98.03392804373523</c:v>
                </c:pt>
                <c:pt idx="4505">
                  <c:v>98.032801418439718</c:v>
                </c:pt>
                <c:pt idx="4506">
                  <c:v>98.031877955082749</c:v>
                </c:pt>
                <c:pt idx="4507">
                  <c:v>98.030769799054369</c:v>
                </c:pt>
                <c:pt idx="4508">
                  <c:v>98.029606235224591</c:v>
                </c:pt>
                <c:pt idx="4509">
                  <c:v>98.028461140661932</c:v>
                </c:pt>
                <c:pt idx="4510">
                  <c:v>98.027260638297875</c:v>
                </c:pt>
                <c:pt idx="4511">
                  <c:v>98.025986258865245</c:v>
                </c:pt>
                <c:pt idx="4512">
                  <c:v>98.025007387706864</c:v>
                </c:pt>
                <c:pt idx="4513">
                  <c:v>98.023973108747057</c:v>
                </c:pt>
                <c:pt idx="4514">
                  <c:v>98.022883421985824</c:v>
                </c:pt>
                <c:pt idx="4515">
                  <c:v>98.021941489361708</c:v>
                </c:pt>
                <c:pt idx="4516">
                  <c:v>98.020944148936167</c:v>
                </c:pt>
                <c:pt idx="4517">
                  <c:v>98.01990986997636</c:v>
                </c:pt>
                <c:pt idx="4518">
                  <c:v>98.019060283687949</c:v>
                </c:pt>
                <c:pt idx="4519">
                  <c:v>98.018136820330966</c:v>
                </c:pt>
                <c:pt idx="4520">
                  <c:v>98.017028664302615</c:v>
                </c:pt>
                <c:pt idx="4521">
                  <c:v>98.015717346335691</c:v>
                </c:pt>
                <c:pt idx="4522">
                  <c:v>98.01473847517731</c:v>
                </c:pt>
                <c:pt idx="4523">
                  <c:v>98.013685726950357</c:v>
                </c:pt>
                <c:pt idx="4524">
                  <c:v>98.012466755319153</c:v>
                </c:pt>
                <c:pt idx="4525">
                  <c:v>98.01134013002364</c:v>
                </c:pt>
                <c:pt idx="4526">
                  <c:v>98.010416666666671</c:v>
                </c:pt>
                <c:pt idx="4527">
                  <c:v>98.009493203309688</c:v>
                </c:pt>
                <c:pt idx="4528">
                  <c:v>98.008477393617028</c:v>
                </c:pt>
                <c:pt idx="4529">
                  <c:v>98.007239952718678</c:v>
                </c:pt>
                <c:pt idx="4530">
                  <c:v>98.006353427895988</c:v>
                </c:pt>
                <c:pt idx="4531">
                  <c:v>98.005115986997637</c:v>
                </c:pt>
                <c:pt idx="4532">
                  <c:v>98.004026300236404</c:v>
                </c:pt>
                <c:pt idx="4533">
                  <c:v>98.002955082742318</c:v>
                </c:pt>
                <c:pt idx="4534">
                  <c:v>98.001902334515378</c:v>
                </c:pt>
                <c:pt idx="4535">
                  <c:v>98.001034278959821</c:v>
                </c:pt>
                <c:pt idx="4536">
                  <c:v>98.000073877068559</c:v>
                </c:pt>
                <c:pt idx="4537">
                  <c:v>97.998762559101664</c:v>
                </c:pt>
                <c:pt idx="4538">
                  <c:v>97.99787603427896</c:v>
                </c:pt>
                <c:pt idx="4539">
                  <c:v>97.996823286052006</c:v>
                </c:pt>
                <c:pt idx="4540">
                  <c:v>97.995789007092199</c:v>
                </c:pt>
                <c:pt idx="4541">
                  <c:v>97.994902482269509</c:v>
                </c:pt>
                <c:pt idx="4542">
                  <c:v>97.993665041371159</c:v>
                </c:pt>
                <c:pt idx="4543">
                  <c:v>97.992427600472823</c:v>
                </c:pt>
                <c:pt idx="4544">
                  <c:v>97.991541075650119</c:v>
                </c:pt>
                <c:pt idx="4545">
                  <c:v>97.99058067375887</c:v>
                </c:pt>
                <c:pt idx="4546">
                  <c:v>97.989638741134755</c:v>
                </c:pt>
                <c:pt idx="4547">
                  <c:v>97.988696808510639</c:v>
                </c:pt>
                <c:pt idx="4548">
                  <c:v>97.987810283687935</c:v>
                </c:pt>
                <c:pt idx="4549">
                  <c:v>97.986960697399525</c:v>
                </c:pt>
                <c:pt idx="4550">
                  <c:v>97.985667848699762</c:v>
                </c:pt>
                <c:pt idx="4551">
                  <c:v>97.984596631205676</c:v>
                </c:pt>
                <c:pt idx="4552">
                  <c:v>97.983562352245869</c:v>
                </c:pt>
                <c:pt idx="4553">
                  <c:v>97.982361849881798</c:v>
                </c:pt>
                <c:pt idx="4554">
                  <c:v>97.981419917257682</c:v>
                </c:pt>
                <c:pt idx="4555">
                  <c:v>97.980385638297875</c:v>
                </c:pt>
                <c:pt idx="4556">
                  <c:v>97.979369828605215</c:v>
                </c:pt>
                <c:pt idx="4557">
                  <c:v>97.978298611111128</c:v>
                </c:pt>
                <c:pt idx="4558">
                  <c:v>97.977338209219866</c:v>
                </c:pt>
                <c:pt idx="4559">
                  <c:v>97.976174645390074</c:v>
                </c:pt>
                <c:pt idx="4560">
                  <c:v>97.975232712765973</c:v>
                </c:pt>
                <c:pt idx="4561">
                  <c:v>97.974069148936167</c:v>
                </c:pt>
                <c:pt idx="4562">
                  <c:v>97.973145685579198</c:v>
                </c:pt>
                <c:pt idx="4563">
                  <c:v>97.971963652482273</c:v>
                </c:pt>
                <c:pt idx="4564">
                  <c:v>97.970984781323878</c:v>
                </c:pt>
                <c:pt idx="4565">
                  <c:v>97.970079787234042</c:v>
                </c:pt>
                <c:pt idx="4566">
                  <c:v>97.969008569739955</c:v>
                </c:pt>
                <c:pt idx="4567">
                  <c:v>97.967789598108752</c:v>
                </c:pt>
                <c:pt idx="4568">
                  <c:v>97.966866134751768</c:v>
                </c:pt>
                <c:pt idx="4569">
                  <c:v>97.965961140661932</c:v>
                </c:pt>
                <c:pt idx="4570">
                  <c:v>97.964889923167846</c:v>
                </c:pt>
                <c:pt idx="4571">
                  <c:v>97.964003398345156</c:v>
                </c:pt>
                <c:pt idx="4572">
                  <c:v>97.963006057919628</c:v>
                </c:pt>
                <c:pt idx="4573">
                  <c:v>97.961879432624116</c:v>
                </c:pt>
                <c:pt idx="4574">
                  <c:v>97.960845153664309</c:v>
                </c:pt>
                <c:pt idx="4575">
                  <c:v>97.95966312056737</c:v>
                </c:pt>
                <c:pt idx="4576">
                  <c:v>97.95864731087471</c:v>
                </c:pt>
                <c:pt idx="4577">
                  <c:v>97.957779255319153</c:v>
                </c:pt>
                <c:pt idx="4578">
                  <c:v>97.956892730496449</c:v>
                </c:pt>
                <c:pt idx="4579">
                  <c:v>97.956043144208039</c:v>
                </c:pt>
                <c:pt idx="4580">
                  <c:v>97.955008865248232</c:v>
                </c:pt>
                <c:pt idx="4581">
                  <c:v>97.953697547281337</c:v>
                </c:pt>
                <c:pt idx="4582">
                  <c:v>97.952700206855809</c:v>
                </c:pt>
                <c:pt idx="4583">
                  <c:v>97.951869089834517</c:v>
                </c:pt>
                <c:pt idx="4584">
                  <c:v>97.950797872340431</c:v>
                </c:pt>
                <c:pt idx="4585">
                  <c:v>97.949745124113477</c:v>
                </c:pt>
                <c:pt idx="4586">
                  <c:v>97.94884013002364</c:v>
                </c:pt>
                <c:pt idx="4587">
                  <c:v>97.948193705673773</c:v>
                </c:pt>
                <c:pt idx="4588">
                  <c:v>97.947288711583937</c:v>
                </c:pt>
                <c:pt idx="4589">
                  <c:v>97.946088209219866</c:v>
                </c:pt>
                <c:pt idx="4590">
                  <c:v>97.945404846335691</c:v>
                </c:pt>
                <c:pt idx="4591">
                  <c:v>97.944333628841605</c:v>
                </c:pt>
                <c:pt idx="4592">
                  <c:v>97.943336288416077</c:v>
                </c:pt>
                <c:pt idx="4593">
                  <c:v>97.942265070921991</c:v>
                </c:pt>
                <c:pt idx="4594">
                  <c:v>97.941212322695051</c:v>
                </c:pt>
                <c:pt idx="4595">
                  <c:v>97.940159574468083</c:v>
                </c:pt>
                <c:pt idx="4596">
                  <c:v>97.939162234042556</c:v>
                </c:pt>
                <c:pt idx="4597">
                  <c:v>97.938312647754145</c:v>
                </c:pt>
                <c:pt idx="4598">
                  <c:v>97.937315307328603</c:v>
                </c:pt>
                <c:pt idx="4599">
                  <c:v>97.936354905437355</c:v>
                </c:pt>
                <c:pt idx="4600">
                  <c:v>97.93537603427896</c:v>
                </c:pt>
                <c:pt idx="4601">
                  <c:v>97.934544917257696</c:v>
                </c:pt>
                <c:pt idx="4602">
                  <c:v>97.933289007092199</c:v>
                </c:pt>
                <c:pt idx="4603">
                  <c:v>97.932476359338068</c:v>
                </c:pt>
                <c:pt idx="4604">
                  <c:v>97.93168218085107</c:v>
                </c:pt>
                <c:pt idx="4605">
                  <c:v>97.930518617021278</c:v>
                </c:pt>
                <c:pt idx="4606">
                  <c:v>97.929705969267147</c:v>
                </c:pt>
                <c:pt idx="4607">
                  <c:v>97.928745567375884</c:v>
                </c:pt>
                <c:pt idx="4608">
                  <c:v>97.927932919621753</c:v>
                </c:pt>
                <c:pt idx="4609">
                  <c:v>97.926990986997637</c:v>
                </c:pt>
                <c:pt idx="4610">
                  <c:v>97.925938238770698</c:v>
                </c:pt>
                <c:pt idx="4611">
                  <c:v>97.924996306146582</c:v>
                </c:pt>
                <c:pt idx="4612">
                  <c:v>97.924091312056746</c:v>
                </c:pt>
                <c:pt idx="4613">
                  <c:v>97.923130910165497</c:v>
                </c:pt>
                <c:pt idx="4614">
                  <c:v>97.922188977541381</c:v>
                </c:pt>
                <c:pt idx="4615">
                  <c:v>97.92119163711584</c:v>
                </c:pt>
                <c:pt idx="4616">
                  <c:v>97.920268173758856</c:v>
                </c:pt>
                <c:pt idx="4617">
                  <c:v>97.919363179669034</c:v>
                </c:pt>
                <c:pt idx="4618">
                  <c:v>97.918513593380624</c:v>
                </c:pt>
                <c:pt idx="4619">
                  <c:v>97.917497783687949</c:v>
                </c:pt>
                <c:pt idx="4620">
                  <c:v>97.916555851063833</c:v>
                </c:pt>
                <c:pt idx="4621">
                  <c:v>97.915410756501188</c:v>
                </c:pt>
                <c:pt idx="4622">
                  <c:v>97.914524231678485</c:v>
                </c:pt>
                <c:pt idx="4623">
                  <c:v>97.913526891252957</c:v>
                </c:pt>
                <c:pt idx="4624">
                  <c:v>97.912603427895988</c:v>
                </c:pt>
                <c:pt idx="4625">
                  <c:v>97.91160608747046</c:v>
                </c:pt>
                <c:pt idx="4626">
                  <c:v>97.910682624113477</c:v>
                </c:pt>
                <c:pt idx="4627">
                  <c:v>97.90981456855792</c:v>
                </c:pt>
                <c:pt idx="4628">
                  <c:v>97.90879875886526</c:v>
                </c:pt>
                <c:pt idx="4629">
                  <c:v>97.908096926713966</c:v>
                </c:pt>
                <c:pt idx="4630">
                  <c:v>97.907044178486998</c:v>
                </c:pt>
                <c:pt idx="4631">
                  <c:v>97.905936022458633</c:v>
                </c:pt>
                <c:pt idx="4632">
                  <c:v>97.904938682033105</c:v>
                </c:pt>
                <c:pt idx="4633">
                  <c:v>97.904144503546092</c:v>
                </c:pt>
                <c:pt idx="4634">
                  <c:v>97.903350325059108</c:v>
                </c:pt>
                <c:pt idx="4635">
                  <c:v>97.902408392434992</c:v>
                </c:pt>
                <c:pt idx="4636">
                  <c:v>97.90144799054373</c:v>
                </c:pt>
                <c:pt idx="4637">
                  <c:v>97.900450650118202</c:v>
                </c:pt>
                <c:pt idx="4638">
                  <c:v>97.899490248226968</c:v>
                </c:pt>
                <c:pt idx="4639">
                  <c:v>97.898714539007088</c:v>
                </c:pt>
                <c:pt idx="4640">
                  <c:v>97.89775413711584</c:v>
                </c:pt>
                <c:pt idx="4641">
                  <c:v>97.896682919621753</c:v>
                </c:pt>
                <c:pt idx="4642">
                  <c:v>97.89575945626477</c:v>
                </c:pt>
                <c:pt idx="4643">
                  <c:v>97.894835992907801</c:v>
                </c:pt>
                <c:pt idx="4644">
                  <c:v>97.893801713947994</c:v>
                </c:pt>
                <c:pt idx="4645">
                  <c:v>97.893062943262407</c:v>
                </c:pt>
                <c:pt idx="4646">
                  <c:v>97.891936317966895</c:v>
                </c:pt>
                <c:pt idx="4647">
                  <c:v>97.890975916075661</c:v>
                </c:pt>
                <c:pt idx="4648">
                  <c:v>97.890181737588648</c:v>
                </c:pt>
                <c:pt idx="4649">
                  <c:v>97.889332151300238</c:v>
                </c:pt>
                <c:pt idx="4650">
                  <c:v>97.888427157210401</c:v>
                </c:pt>
                <c:pt idx="4651">
                  <c:v>97.887559101654844</c:v>
                </c:pt>
                <c:pt idx="4652">
                  <c:v>97.886543291962184</c:v>
                </c:pt>
                <c:pt idx="4653">
                  <c:v>97.885675236406627</c:v>
                </c:pt>
                <c:pt idx="4654">
                  <c:v>97.88460401891254</c:v>
                </c:pt>
                <c:pt idx="4655">
                  <c:v>97.883957594562645</c:v>
                </c:pt>
                <c:pt idx="4656">
                  <c:v>97.883052600472809</c:v>
                </c:pt>
                <c:pt idx="4657">
                  <c:v>97.881944444444443</c:v>
                </c:pt>
                <c:pt idx="4658">
                  <c:v>97.881131796690312</c:v>
                </c:pt>
                <c:pt idx="4659">
                  <c:v>97.880319148936167</c:v>
                </c:pt>
                <c:pt idx="4660">
                  <c:v>97.879469562647756</c:v>
                </c:pt>
                <c:pt idx="4661">
                  <c:v>97.878786199763596</c:v>
                </c:pt>
                <c:pt idx="4662">
                  <c:v>97.877733451536642</c:v>
                </c:pt>
                <c:pt idx="4663">
                  <c:v>97.876939273049643</c:v>
                </c:pt>
                <c:pt idx="4664">
                  <c:v>97.875960401891263</c:v>
                </c:pt>
                <c:pt idx="4665">
                  <c:v>97.874944592198574</c:v>
                </c:pt>
                <c:pt idx="4666">
                  <c:v>97.873965721040193</c:v>
                </c:pt>
                <c:pt idx="4667">
                  <c:v>97.87300531914893</c:v>
                </c:pt>
                <c:pt idx="4668">
                  <c:v>97.872044917257696</c:v>
                </c:pt>
                <c:pt idx="4669">
                  <c:v>97.871324615839256</c:v>
                </c:pt>
                <c:pt idx="4670">
                  <c:v>97.870475029550818</c:v>
                </c:pt>
                <c:pt idx="4671">
                  <c:v>97.869625443262407</c:v>
                </c:pt>
                <c:pt idx="4672">
                  <c:v>97.868868203309688</c:v>
                </c:pt>
                <c:pt idx="4673">
                  <c:v>97.868092494089836</c:v>
                </c:pt>
                <c:pt idx="4674">
                  <c:v>97.867205969267147</c:v>
                </c:pt>
                <c:pt idx="4675">
                  <c:v>97.866116282505914</c:v>
                </c:pt>
                <c:pt idx="4676">
                  <c:v>97.86539598108746</c:v>
                </c:pt>
                <c:pt idx="4677">
                  <c:v>97.864749556737593</c:v>
                </c:pt>
                <c:pt idx="4678">
                  <c:v>97.863770685579198</c:v>
                </c:pt>
                <c:pt idx="4679">
                  <c:v>97.862921099290773</c:v>
                </c:pt>
                <c:pt idx="4680">
                  <c:v>97.861923758865245</c:v>
                </c:pt>
                <c:pt idx="4681">
                  <c:v>97.861074172576835</c:v>
                </c:pt>
                <c:pt idx="4682">
                  <c:v>97.860187647754131</c:v>
                </c:pt>
                <c:pt idx="4683">
                  <c:v>97.859301122931456</c:v>
                </c:pt>
                <c:pt idx="4684">
                  <c:v>97.858322251773046</c:v>
                </c:pt>
                <c:pt idx="4685">
                  <c:v>97.85754654255318</c:v>
                </c:pt>
                <c:pt idx="4686">
                  <c:v>97.856604609929079</c:v>
                </c:pt>
                <c:pt idx="4687">
                  <c:v>97.855699615839256</c:v>
                </c:pt>
                <c:pt idx="4688">
                  <c:v>97.854683806146568</c:v>
                </c:pt>
                <c:pt idx="4689">
                  <c:v>97.853797281323878</c:v>
                </c:pt>
                <c:pt idx="4690">
                  <c:v>97.852763002364071</c:v>
                </c:pt>
                <c:pt idx="4691">
                  <c:v>97.851931885342793</c:v>
                </c:pt>
                <c:pt idx="4692">
                  <c:v>97.851100768321515</c:v>
                </c:pt>
                <c:pt idx="4693">
                  <c:v>97.850232712765958</c:v>
                </c:pt>
                <c:pt idx="4694">
                  <c:v>97.84943853427896</c:v>
                </c:pt>
                <c:pt idx="4695">
                  <c:v>97.848736702127653</c:v>
                </c:pt>
                <c:pt idx="4696">
                  <c:v>97.847850177304977</c:v>
                </c:pt>
                <c:pt idx="4697">
                  <c:v>97.847166814420802</c:v>
                </c:pt>
                <c:pt idx="4698">
                  <c:v>97.846354166666671</c:v>
                </c:pt>
                <c:pt idx="4699">
                  <c:v>97.845449172576835</c:v>
                </c:pt>
                <c:pt idx="4700">
                  <c:v>97.844618055555557</c:v>
                </c:pt>
                <c:pt idx="4701">
                  <c:v>97.843546838061471</c:v>
                </c:pt>
                <c:pt idx="4702">
                  <c:v>97.84290041371159</c:v>
                </c:pt>
                <c:pt idx="4703">
                  <c:v>97.842106235224591</c:v>
                </c:pt>
                <c:pt idx="4704">
                  <c:v>97.841238179669048</c:v>
                </c:pt>
                <c:pt idx="4705">
                  <c:v>97.840536347517741</c:v>
                </c:pt>
                <c:pt idx="4706">
                  <c:v>97.839612884160772</c:v>
                </c:pt>
                <c:pt idx="4707">
                  <c:v>97.839058806146568</c:v>
                </c:pt>
                <c:pt idx="4708">
                  <c:v>97.838172281323892</c:v>
                </c:pt>
                <c:pt idx="4709">
                  <c:v>97.837082594562645</c:v>
                </c:pt>
                <c:pt idx="4710">
                  <c:v>97.836140661938543</c:v>
                </c:pt>
                <c:pt idx="4711">
                  <c:v>97.835420360520104</c:v>
                </c:pt>
                <c:pt idx="4712">
                  <c:v>97.834552304964546</c:v>
                </c:pt>
                <c:pt idx="4713">
                  <c:v>97.833832003546107</c:v>
                </c:pt>
                <c:pt idx="4714">
                  <c:v>97.83296394799055</c:v>
                </c:pt>
                <c:pt idx="4715">
                  <c:v>97.83224364657211</c:v>
                </c:pt>
                <c:pt idx="4716">
                  <c:v>97.831412529550832</c:v>
                </c:pt>
                <c:pt idx="4717">
                  <c:v>97.830489066193863</c:v>
                </c:pt>
                <c:pt idx="4718">
                  <c:v>97.829621010638306</c:v>
                </c:pt>
                <c:pt idx="4719">
                  <c:v>97.828789893617028</c:v>
                </c:pt>
                <c:pt idx="4720">
                  <c:v>97.827940307328603</c:v>
                </c:pt>
                <c:pt idx="4721">
                  <c:v>97.827312352245855</c:v>
                </c:pt>
                <c:pt idx="4722">
                  <c:v>97.826333481087474</c:v>
                </c:pt>
                <c:pt idx="4723">
                  <c:v>97.825576241134755</c:v>
                </c:pt>
                <c:pt idx="4724">
                  <c:v>97.824708185579183</c:v>
                </c:pt>
                <c:pt idx="4725">
                  <c:v>97.823877068557934</c:v>
                </c:pt>
                <c:pt idx="4726">
                  <c:v>97.822916666666671</c:v>
                </c:pt>
                <c:pt idx="4727">
                  <c:v>97.822288711583923</c:v>
                </c:pt>
                <c:pt idx="4728">
                  <c:v>97.821420656028366</c:v>
                </c:pt>
                <c:pt idx="4729">
                  <c:v>97.820811170212778</c:v>
                </c:pt>
                <c:pt idx="4730">
                  <c:v>97.819850768321515</c:v>
                </c:pt>
                <c:pt idx="4731">
                  <c:v>97.818982712765958</c:v>
                </c:pt>
                <c:pt idx="4732">
                  <c:v>97.817911495271872</c:v>
                </c:pt>
                <c:pt idx="4733">
                  <c:v>97.816932624113491</c:v>
                </c:pt>
                <c:pt idx="4734">
                  <c:v>97.816230791962184</c:v>
                </c:pt>
                <c:pt idx="4735">
                  <c:v>97.815492021276597</c:v>
                </c:pt>
                <c:pt idx="4736">
                  <c:v>97.814642434988187</c:v>
                </c:pt>
                <c:pt idx="4737">
                  <c:v>97.81416223404257</c:v>
                </c:pt>
                <c:pt idx="4738">
                  <c:v>97.813091016548455</c:v>
                </c:pt>
                <c:pt idx="4739">
                  <c:v>97.812278368794324</c:v>
                </c:pt>
                <c:pt idx="4740">
                  <c:v>97.81144725177306</c:v>
                </c:pt>
                <c:pt idx="4741">
                  <c:v>97.810911643026017</c:v>
                </c:pt>
                <c:pt idx="4742">
                  <c:v>97.810080526004725</c:v>
                </c:pt>
                <c:pt idx="4743">
                  <c:v>97.809304816784874</c:v>
                </c:pt>
                <c:pt idx="4744">
                  <c:v>97.808344414893625</c:v>
                </c:pt>
                <c:pt idx="4745">
                  <c:v>97.807587174940906</c:v>
                </c:pt>
                <c:pt idx="4746">
                  <c:v>97.806885342789613</c:v>
                </c:pt>
                <c:pt idx="4747">
                  <c:v>97.806109633569733</c:v>
                </c:pt>
                <c:pt idx="4748">
                  <c:v>97.805093823877073</c:v>
                </c:pt>
                <c:pt idx="4749">
                  <c:v>97.804502807328603</c:v>
                </c:pt>
                <c:pt idx="4750">
                  <c:v>97.803560874704502</c:v>
                </c:pt>
                <c:pt idx="4751">
                  <c:v>97.802674349881784</c:v>
                </c:pt>
                <c:pt idx="4752">
                  <c:v>97.801787825059108</c:v>
                </c:pt>
                <c:pt idx="4753">
                  <c:v>97.80112293144208</c:v>
                </c:pt>
                <c:pt idx="4754">
                  <c:v>97.800328752955082</c:v>
                </c:pt>
                <c:pt idx="4755">
                  <c:v>97.799626920803789</c:v>
                </c:pt>
                <c:pt idx="4756">
                  <c:v>97.798611111111128</c:v>
                </c:pt>
                <c:pt idx="4757">
                  <c:v>97.798075502364085</c:v>
                </c:pt>
                <c:pt idx="4758">
                  <c:v>97.797170508274249</c:v>
                </c:pt>
                <c:pt idx="4759">
                  <c:v>97.796468676122942</c:v>
                </c:pt>
                <c:pt idx="4760">
                  <c:v>97.795619089834517</c:v>
                </c:pt>
                <c:pt idx="4761">
                  <c:v>97.794732565011827</c:v>
                </c:pt>
                <c:pt idx="4762">
                  <c:v>97.793864509456256</c:v>
                </c:pt>
                <c:pt idx="4763">
                  <c:v>97.79331043144208</c:v>
                </c:pt>
                <c:pt idx="4764">
                  <c:v>97.792442375886537</c:v>
                </c:pt>
                <c:pt idx="4765">
                  <c:v>97.791611258865245</c:v>
                </c:pt>
                <c:pt idx="4766">
                  <c:v>97.790706264775423</c:v>
                </c:pt>
                <c:pt idx="4767">
                  <c:v>97.790152186761219</c:v>
                </c:pt>
                <c:pt idx="4768">
                  <c:v>97.789358008274235</c:v>
                </c:pt>
                <c:pt idx="4769">
                  <c:v>97.788416075650119</c:v>
                </c:pt>
                <c:pt idx="4770">
                  <c:v>97.787511081560282</c:v>
                </c:pt>
                <c:pt idx="4771">
                  <c:v>97.786901595744681</c:v>
                </c:pt>
                <c:pt idx="4772">
                  <c:v>97.7859227245863</c:v>
                </c:pt>
                <c:pt idx="4773">
                  <c:v>97.785405585106389</c:v>
                </c:pt>
                <c:pt idx="4774">
                  <c:v>97.784278959810877</c:v>
                </c:pt>
                <c:pt idx="4775">
                  <c:v>97.783614066193849</c:v>
                </c:pt>
                <c:pt idx="4776">
                  <c:v>97.782875295508276</c:v>
                </c:pt>
                <c:pt idx="4777">
                  <c:v>97.782173463356969</c:v>
                </c:pt>
                <c:pt idx="4778">
                  <c:v>97.781323877068559</c:v>
                </c:pt>
                <c:pt idx="4779">
                  <c:v>97.78056663711584</c:v>
                </c:pt>
                <c:pt idx="4780">
                  <c:v>97.779698581560282</c:v>
                </c:pt>
                <c:pt idx="4781">
                  <c:v>97.778978280141843</c:v>
                </c:pt>
                <c:pt idx="4782">
                  <c:v>97.777999408983447</c:v>
                </c:pt>
                <c:pt idx="4783">
                  <c:v>97.777205230496449</c:v>
                </c:pt>
                <c:pt idx="4784">
                  <c:v>97.776300236406627</c:v>
                </c:pt>
                <c:pt idx="4785">
                  <c:v>97.775616873522466</c:v>
                </c:pt>
                <c:pt idx="4786">
                  <c:v>97.774822695035468</c:v>
                </c:pt>
                <c:pt idx="4787">
                  <c:v>97.774010047281337</c:v>
                </c:pt>
                <c:pt idx="4788">
                  <c:v>97.773086583924353</c:v>
                </c:pt>
                <c:pt idx="4789">
                  <c:v>97.772606382978736</c:v>
                </c:pt>
                <c:pt idx="4790">
                  <c:v>97.771738327423179</c:v>
                </c:pt>
                <c:pt idx="4791">
                  <c:v>97.771036495271886</c:v>
                </c:pt>
                <c:pt idx="4792">
                  <c:v>97.770205378250594</c:v>
                </c:pt>
                <c:pt idx="4793">
                  <c:v>97.769522015366434</c:v>
                </c:pt>
                <c:pt idx="4794">
                  <c:v>97.768727836879435</c:v>
                </c:pt>
                <c:pt idx="4795">
                  <c:v>97.767970596926716</c:v>
                </c:pt>
                <c:pt idx="4796">
                  <c:v>97.767065602836894</c:v>
                </c:pt>
                <c:pt idx="4797">
                  <c:v>97.766437647754145</c:v>
                </c:pt>
                <c:pt idx="4798">
                  <c:v>97.765698877068559</c:v>
                </c:pt>
                <c:pt idx="4799">
                  <c:v>97.765033983451545</c:v>
                </c:pt>
                <c:pt idx="4800">
                  <c:v>97.76418439716312</c:v>
                </c:pt>
                <c:pt idx="4801">
                  <c:v>97.763537972813239</c:v>
                </c:pt>
                <c:pt idx="4802">
                  <c:v>97.762559101654858</c:v>
                </c:pt>
                <c:pt idx="4803">
                  <c:v>97.762005023640668</c:v>
                </c:pt>
                <c:pt idx="4804">
                  <c:v>97.761081560283685</c:v>
                </c:pt>
                <c:pt idx="4805">
                  <c:v>97.760139627659569</c:v>
                </c:pt>
                <c:pt idx="4806">
                  <c:v>97.759456264775423</c:v>
                </c:pt>
                <c:pt idx="4807">
                  <c:v>97.758883717494101</c:v>
                </c:pt>
                <c:pt idx="4808">
                  <c:v>97.757960254137117</c:v>
                </c:pt>
                <c:pt idx="4809">
                  <c:v>97.757350768321515</c:v>
                </c:pt>
                <c:pt idx="4810">
                  <c:v>97.756519651300238</c:v>
                </c:pt>
                <c:pt idx="4811">
                  <c:v>97.755873226950357</c:v>
                </c:pt>
                <c:pt idx="4812">
                  <c:v>97.75513445626477</c:v>
                </c:pt>
                <c:pt idx="4813">
                  <c:v>97.754321808510653</c:v>
                </c:pt>
                <c:pt idx="4814">
                  <c:v>97.753656914893611</c:v>
                </c:pt>
                <c:pt idx="4815">
                  <c:v>97.752955082742318</c:v>
                </c:pt>
                <c:pt idx="4816">
                  <c:v>97.752105496453908</c:v>
                </c:pt>
                <c:pt idx="4817">
                  <c:v>97.751255910165497</c:v>
                </c:pt>
                <c:pt idx="4818">
                  <c:v>97.750387854609926</c:v>
                </c:pt>
                <c:pt idx="4819">
                  <c:v>97.749889184397162</c:v>
                </c:pt>
                <c:pt idx="4820">
                  <c:v>97.749039598108752</c:v>
                </c:pt>
                <c:pt idx="4821">
                  <c:v>97.748208481087474</c:v>
                </c:pt>
                <c:pt idx="4822">
                  <c:v>97.747432771867622</c:v>
                </c:pt>
                <c:pt idx="4823">
                  <c:v>97.746712470449168</c:v>
                </c:pt>
                <c:pt idx="4824">
                  <c:v>97.745899822695051</c:v>
                </c:pt>
                <c:pt idx="4825">
                  <c:v>97.745364213947994</c:v>
                </c:pt>
                <c:pt idx="4826">
                  <c:v>97.744422281323878</c:v>
                </c:pt>
                <c:pt idx="4827">
                  <c:v>97.743979018912526</c:v>
                </c:pt>
                <c:pt idx="4828">
                  <c:v>97.743314125295512</c:v>
                </c:pt>
                <c:pt idx="4829">
                  <c:v>97.742464539007102</c:v>
                </c:pt>
                <c:pt idx="4830">
                  <c:v>97.741356382978722</c:v>
                </c:pt>
                <c:pt idx="4831">
                  <c:v>97.74061761229315</c:v>
                </c:pt>
                <c:pt idx="4832">
                  <c:v>97.739804964539019</c:v>
                </c:pt>
                <c:pt idx="4833">
                  <c:v>97.739361702127667</c:v>
                </c:pt>
                <c:pt idx="4834">
                  <c:v>97.738475177304963</c:v>
                </c:pt>
                <c:pt idx="4835">
                  <c:v>97.737699468085111</c:v>
                </c:pt>
                <c:pt idx="4836">
                  <c:v>97.737237736406627</c:v>
                </c:pt>
                <c:pt idx="4837">
                  <c:v>97.73633274231679</c:v>
                </c:pt>
                <c:pt idx="4838">
                  <c:v>97.735630910165483</c:v>
                </c:pt>
                <c:pt idx="4839">
                  <c:v>97.734873670212764</c:v>
                </c:pt>
                <c:pt idx="4840">
                  <c:v>97.734116430260059</c:v>
                </c:pt>
                <c:pt idx="4841">
                  <c:v>97.733599290780134</c:v>
                </c:pt>
                <c:pt idx="4842">
                  <c:v>97.732860520094562</c:v>
                </c:pt>
                <c:pt idx="4843">
                  <c:v>97.732140218676122</c:v>
                </c:pt>
                <c:pt idx="4844">
                  <c:v>97.731309101654844</c:v>
                </c:pt>
                <c:pt idx="4845">
                  <c:v>97.73068114657211</c:v>
                </c:pt>
                <c:pt idx="4846">
                  <c:v>97.729831560283685</c:v>
                </c:pt>
                <c:pt idx="4847">
                  <c:v>97.72907432033098</c:v>
                </c:pt>
                <c:pt idx="4848">
                  <c:v>97.728280141843982</c:v>
                </c:pt>
                <c:pt idx="4849">
                  <c:v>97.727578309692674</c:v>
                </c:pt>
                <c:pt idx="4850">
                  <c:v>97.72672872340425</c:v>
                </c:pt>
                <c:pt idx="4851">
                  <c:v>97.726063829787236</c:v>
                </c:pt>
                <c:pt idx="4852">
                  <c:v>97.725251182033105</c:v>
                </c:pt>
                <c:pt idx="4853">
                  <c:v>97.724660165484636</c:v>
                </c:pt>
                <c:pt idx="4854">
                  <c:v>97.724069148936181</c:v>
                </c:pt>
                <c:pt idx="4855">
                  <c:v>97.723238031914903</c:v>
                </c:pt>
                <c:pt idx="4856">
                  <c:v>97.722369976359346</c:v>
                </c:pt>
                <c:pt idx="4857">
                  <c:v>97.721815898345156</c:v>
                </c:pt>
                <c:pt idx="4858">
                  <c:v>97.72104018912529</c:v>
                </c:pt>
                <c:pt idx="4859">
                  <c:v>97.720375295508276</c:v>
                </c:pt>
                <c:pt idx="4860">
                  <c:v>97.71963652482269</c:v>
                </c:pt>
                <c:pt idx="4861">
                  <c:v>97.719027039007102</c:v>
                </c:pt>
                <c:pt idx="4862">
                  <c:v>97.718214391252957</c:v>
                </c:pt>
                <c:pt idx="4863">
                  <c:v>97.717604905437355</c:v>
                </c:pt>
                <c:pt idx="4864">
                  <c:v>97.716884604018901</c:v>
                </c:pt>
                <c:pt idx="4865">
                  <c:v>97.716127364066196</c:v>
                </c:pt>
                <c:pt idx="4866">
                  <c:v>97.715407062647756</c:v>
                </c:pt>
                <c:pt idx="4867">
                  <c:v>97.714779107565008</c:v>
                </c:pt>
                <c:pt idx="4868">
                  <c:v>97.713726359338068</c:v>
                </c:pt>
                <c:pt idx="4869">
                  <c:v>97.713172281323878</c:v>
                </c:pt>
                <c:pt idx="4870">
                  <c:v>97.712433510638292</c:v>
                </c:pt>
                <c:pt idx="4871">
                  <c:v>97.71162086288416</c:v>
                </c:pt>
                <c:pt idx="4872">
                  <c:v>97.710826684397162</c:v>
                </c:pt>
                <c:pt idx="4873">
                  <c:v>97.709958628841605</c:v>
                </c:pt>
                <c:pt idx="4874">
                  <c:v>97.709404550827415</c:v>
                </c:pt>
                <c:pt idx="4875">
                  <c:v>97.708813534278974</c:v>
                </c:pt>
                <c:pt idx="4876">
                  <c:v>97.707779255319167</c:v>
                </c:pt>
                <c:pt idx="4877">
                  <c:v>97.707206708037816</c:v>
                </c:pt>
                <c:pt idx="4878">
                  <c:v>97.70630171394798</c:v>
                </c:pt>
                <c:pt idx="4879">
                  <c:v>97.705747635933818</c:v>
                </c:pt>
                <c:pt idx="4880">
                  <c:v>97.704990395981085</c:v>
                </c:pt>
                <c:pt idx="4881">
                  <c:v>97.704066932624116</c:v>
                </c:pt>
                <c:pt idx="4882">
                  <c:v>97.703365100472809</c:v>
                </c:pt>
                <c:pt idx="4883">
                  <c:v>97.702829491725765</c:v>
                </c:pt>
                <c:pt idx="4884">
                  <c:v>97.701924497635929</c:v>
                </c:pt>
                <c:pt idx="4885">
                  <c:v>97.701444296690312</c:v>
                </c:pt>
                <c:pt idx="4886">
                  <c:v>97.700705526004739</c:v>
                </c:pt>
                <c:pt idx="4887">
                  <c:v>97.700317671394799</c:v>
                </c:pt>
                <c:pt idx="4888">
                  <c:v>97.699523492907801</c:v>
                </c:pt>
                <c:pt idx="4889">
                  <c:v>97.69884013002364</c:v>
                </c:pt>
                <c:pt idx="4890">
                  <c:v>97.698064420803789</c:v>
                </c:pt>
                <c:pt idx="4891">
                  <c:v>97.697362588652496</c:v>
                </c:pt>
                <c:pt idx="4892">
                  <c:v>97.696790041371145</c:v>
                </c:pt>
                <c:pt idx="4893">
                  <c:v>97.696254432624102</c:v>
                </c:pt>
                <c:pt idx="4894">
                  <c:v>97.695072399527191</c:v>
                </c:pt>
                <c:pt idx="4895">
                  <c:v>97.69429669030734</c:v>
                </c:pt>
                <c:pt idx="4896">
                  <c:v>97.693687204491724</c:v>
                </c:pt>
                <c:pt idx="4897">
                  <c:v>97.693188534278974</c:v>
                </c:pt>
                <c:pt idx="4898">
                  <c:v>97.692431294326241</c:v>
                </c:pt>
                <c:pt idx="4899">
                  <c:v>97.691674054373522</c:v>
                </c:pt>
                <c:pt idx="4900">
                  <c:v>97.690935283687935</c:v>
                </c:pt>
                <c:pt idx="4901">
                  <c:v>97.690288859338068</c:v>
                </c:pt>
                <c:pt idx="4902">
                  <c:v>97.689605496453908</c:v>
                </c:pt>
                <c:pt idx="4903">
                  <c:v>97.688922133569747</c:v>
                </c:pt>
                <c:pt idx="4904">
                  <c:v>97.688164893617028</c:v>
                </c:pt>
                <c:pt idx="4905">
                  <c:v>97.687426122931441</c:v>
                </c:pt>
                <c:pt idx="4906">
                  <c:v>97.686724290780148</c:v>
                </c:pt>
                <c:pt idx="4907">
                  <c:v>97.686133274231679</c:v>
                </c:pt>
                <c:pt idx="4908">
                  <c:v>97.685265218676122</c:v>
                </c:pt>
                <c:pt idx="4909">
                  <c:v>97.684692671394799</c:v>
                </c:pt>
                <c:pt idx="4910">
                  <c:v>97.68393543144208</c:v>
                </c:pt>
                <c:pt idx="4911">
                  <c:v>97.68325206855792</c:v>
                </c:pt>
                <c:pt idx="4912">
                  <c:v>97.682476359338068</c:v>
                </c:pt>
                <c:pt idx="4913">
                  <c:v>97.682033096926716</c:v>
                </c:pt>
                <c:pt idx="4914">
                  <c:v>97.681368203309688</c:v>
                </c:pt>
                <c:pt idx="4915">
                  <c:v>97.680555555555557</c:v>
                </c:pt>
                <c:pt idx="4916">
                  <c:v>97.679705969267147</c:v>
                </c:pt>
                <c:pt idx="4917">
                  <c:v>97.679262706855781</c:v>
                </c:pt>
                <c:pt idx="4918">
                  <c:v>97.67863475177306</c:v>
                </c:pt>
                <c:pt idx="4919">
                  <c:v>97.677895981087474</c:v>
                </c:pt>
                <c:pt idx="4920">
                  <c:v>97.677194148936167</c:v>
                </c:pt>
                <c:pt idx="4921">
                  <c:v>97.67671394799055</c:v>
                </c:pt>
                <c:pt idx="4922">
                  <c:v>97.67595670803783</c:v>
                </c:pt>
                <c:pt idx="4923">
                  <c:v>97.675199468085111</c:v>
                </c:pt>
                <c:pt idx="4924">
                  <c:v>97.674442228132392</c:v>
                </c:pt>
                <c:pt idx="4925">
                  <c:v>97.673795803782511</c:v>
                </c:pt>
                <c:pt idx="4926">
                  <c:v>97.673167848699777</c:v>
                </c:pt>
                <c:pt idx="4927">
                  <c:v>97.672650709219852</c:v>
                </c:pt>
                <c:pt idx="4928">
                  <c:v>97.671764184397176</c:v>
                </c:pt>
                <c:pt idx="4929">
                  <c:v>97.67132092198581</c:v>
                </c:pt>
                <c:pt idx="4930">
                  <c:v>97.670637559101664</c:v>
                </c:pt>
                <c:pt idx="4931">
                  <c:v>97.670101950354621</c:v>
                </c:pt>
                <c:pt idx="4932">
                  <c:v>97.669104609929079</c:v>
                </c:pt>
                <c:pt idx="4933">
                  <c:v>97.668236554373522</c:v>
                </c:pt>
                <c:pt idx="4934">
                  <c:v>97.667534722222229</c:v>
                </c:pt>
                <c:pt idx="4935">
                  <c:v>97.667036052009465</c:v>
                </c:pt>
                <c:pt idx="4936">
                  <c:v>97.666186465721054</c:v>
                </c:pt>
                <c:pt idx="4937">
                  <c:v>97.665632387706864</c:v>
                </c:pt>
                <c:pt idx="4938">
                  <c:v>97.66461657801419</c:v>
                </c:pt>
                <c:pt idx="4939">
                  <c:v>97.664044030732853</c:v>
                </c:pt>
                <c:pt idx="4940">
                  <c:v>97.663323729314428</c:v>
                </c:pt>
                <c:pt idx="4941">
                  <c:v>97.6626588356974</c:v>
                </c:pt>
                <c:pt idx="4942">
                  <c:v>97.661975472813239</c:v>
                </c:pt>
                <c:pt idx="4943">
                  <c:v>97.661384456264784</c:v>
                </c:pt>
                <c:pt idx="4944">
                  <c:v>97.66066415484633</c:v>
                </c:pt>
                <c:pt idx="4945">
                  <c:v>97.660110076832169</c:v>
                </c:pt>
                <c:pt idx="4946">
                  <c:v>97.65922355200945</c:v>
                </c:pt>
                <c:pt idx="4947">
                  <c:v>97.658798758865245</c:v>
                </c:pt>
                <c:pt idx="4948">
                  <c:v>97.658189273049643</c:v>
                </c:pt>
                <c:pt idx="4949">
                  <c:v>97.657468971631218</c:v>
                </c:pt>
                <c:pt idx="4950">
                  <c:v>97.656730200945631</c:v>
                </c:pt>
                <c:pt idx="4951">
                  <c:v>97.6559175531915</c:v>
                </c:pt>
                <c:pt idx="4952">
                  <c:v>97.655326536643031</c:v>
                </c:pt>
                <c:pt idx="4953">
                  <c:v>97.6548463356974</c:v>
                </c:pt>
                <c:pt idx="4954">
                  <c:v>97.653848995271872</c:v>
                </c:pt>
                <c:pt idx="4955">
                  <c:v>97.65327644799055</c:v>
                </c:pt>
                <c:pt idx="4956">
                  <c:v>97.652907062647756</c:v>
                </c:pt>
                <c:pt idx="4957">
                  <c:v>97.652223699763596</c:v>
                </c:pt>
                <c:pt idx="4958">
                  <c:v>97.651355644208039</c:v>
                </c:pt>
                <c:pt idx="4959">
                  <c:v>97.650856973995275</c:v>
                </c:pt>
                <c:pt idx="4960">
                  <c:v>97.650081264775409</c:v>
                </c:pt>
                <c:pt idx="4961">
                  <c:v>97.649508717494086</c:v>
                </c:pt>
                <c:pt idx="4962">
                  <c:v>97.648788416075647</c:v>
                </c:pt>
                <c:pt idx="4963">
                  <c:v>97.648123522458647</c:v>
                </c:pt>
                <c:pt idx="4964">
                  <c:v>97.647384751773046</c:v>
                </c:pt>
                <c:pt idx="4965">
                  <c:v>97.64686761229315</c:v>
                </c:pt>
                <c:pt idx="4966">
                  <c:v>97.646091903073298</c:v>
                </c:pt>
                <c:pt idx="4967">
                  <c:v>97.64542700945627</c:v>
                </c:pt>
                <c:pt idx="4968">
                  <c:v>97.644614361702125</c:v>
                </c:pt>
                <c:pt idx="4969">
                  <c:v>97.644060283687949</c:v>
                </c:pt>
                <c:pt idx="4970">
                  <c:v>97.643395390070935</c:v>
                </c:pt>
                <c:pt idx="4971">
                  <c:v>97.642767434988173</c:v>
                </c:pt>
                <c:pt idx="4972">
                  <c:v>97.641917848699762</c:v>
                </c:pt>
                <c:pt idx="4973">
                  <c:v>97.641363770685587</c:v>
                </c:pt>
                <c:pt idx="4974">
                  <c:v>97.640606530732853</c:v>
                </c:pt>
                <c:pt idx="4975">
                  <c:v>97.640089391252957</c:v>
                </c:pt>
                <c:pt idx="4976">
                  <c:v>97.6392213356974</c:v>
                </c:pt>
                <c:pt idx="4977">
                  <c:v>97.638593380614651</c:v>
                </c:pt>
                <c:pt idx="4978">
                  <c:v>97.638057771867608</c:v>
                </c:pt>
                <c:pt idx="4979">
                  <c:v>97.637522163120565</c:v>
                </c:pt>
                <c:pt idx="4980">
                  <c:v>97.636820330969272</c:v>
                </c:pt>
                <c:pt idx="4981">
                  <c:v>97.636266252955082</c:v>
                </c:pt>
                <c:pt idx="4982">
                  <c:v>97.635342789598113</c:v>
                </c:pt>
                <c:pt idx="4983">
                  <c:v>97.634677895981099</c:v>
                </c:pt>
                <c:pt idx="4984">
                  <c:v>97.634105348699777</c:v>
                </c:pt>
                <c:pt idx="4985">
                  <c:v>97.633366578014176</c:v>
                </c:pt>
                <c:pt idx="4986">
                  <c:v>97.632701684397176</c:v>
                </c:pt>
                <c:pt idx="4987">
                  <c:v>97.632166075650133</c:v>
                </c:pt>
                <c:pt idx="4988">
                  <c:v>97.631519651300238</c:v>
                </c:pt>
                <c:pt idx="4989">
                  <c:v>97.630910165484636</c:v>
                </c:pt>
                <c:pt idx="4990">
                  <c:v>97.630005171394814</c:v>
                </c:pt>
                <c:pt idx="4991">
                  <c:v>97.629506501182036</c:v>
                </c:pt>
                <c:pt idx="4992">
                  <c:v>97.629026300236404</c:v>
                </c:pt>
                <c:pt idx="4993">
                  <c:v>97.628379875886523</c:v>
                </c:pt>
                <c:pt idx="4994">
                  <c:v>97.627936613475185</c:v>
                </c:pt>
                <c:pt idx="4995">
                  <c:v>97.627087027186761</c:v>
                </c:pt>
                <c:pt idx="4996">
                  <c:v>97.626145094562645</c:v>
                </c:pt>
                <c:pt idx="4997">
                  <c:v>97.625591016548469</c:v>
                </c:pt>
                <c:pt idx="4998">
                  <c:v>97.624686022458633</c:v>
                </c:pt>
                <c:pt idx="4999">
                  <c:v>97.624298167848707</c:v>
                </c:pt>
                <c:pt idx="5000">
                  <c:v>97.623762559101664</c:v>
                </c:pt>
                <c:pt idx="5001">
                  <c:v>97.623282358156033</c:v>
                </c:pt>
                <c:pt idx="5002">
                  <c:v>97.622672872340416</c:v>
                </c:pt>
                <c:pt idx="5003">
                  <c:v>97.622137263593373</c:v>
                </c:pt>
                <c:pt idx="5004">
                  <c:v>97.621490839243506</c:v>
                </c:pt>
                <c:pt idx="5005">
                  <c:v>97.620862884160758</c:v>
                </c:pt>
                <c:pt idx="5006">
                  <c:v>97.620068705673759</c:v>
                </c:pt>
                <c:pt idx="5007">
                  <c:v>97.619496158392437</c:v>
                </c:pt>
                <c:pt idx="5008">
                  <c:v>97.618794326241144</c:v>
                </c:pt>
                <c:pt idx="5009">
                  <c:v>97.618147901891263</c:v>
                </c:pt>
                <c:pt idx="5010">
                  <c:v>97.617298315602838</c:v>
                </c:pt>
                <c:pt idx="5011">
                  <c:v>97.616670360520104</c:v>
                </c:pt>
                <c:pt idx="5012">
                  <c:v>97.615986997635943</c:v>
                </c:pt>
                <c:pt idx="5013">
                  <c:v>97.615432919621753</c:v>
                </c:pt>
                <c:pt idx="5014">
                  <c:v>97.614638741134755</c:v>
                </c:pt>
                <c:pt idx="5015">
                  <c:v>97.614084663120565</c:v>
                </c:pt>
                <c:pt idx="5016">
                  <c:v>97.613364361702125</c:v>
                </c:pt>
                <c:pt idx="5017">
                  <c:v>97.612791814420802</c:v>
                </c:pt>
                <c:pt idx="5018">
                  <c:v>97.612126920803789</c:v>
                </c:pt>
                <c:pt idx="5019">
                  <c:v>97.611480496453908</c:v>
                </c:pt>
                <c:pt idx="5020">
                  <c:v>97.610871010638306</c:v>
                </c:pt>
                <c:pt idx="5021">
                  <c:v>97.610224586288425</c:v>
                </c:pt>
                <c:pt idx="5022">
                  <c:v>97.609485815602838</c:v>
                </c:pt>
                <c:pt idx="5023">
                  <c:v>97.608894799054369</c:v>
                </c:pt>
                <c:pt idx="5024">
                  <c:v>97.608192966903076</c:v>
                </c:pt>
                <c:pt idx="5025">
                  <c:v>97.607565011820341</c:v>
                </c:pt>
                <c:pt idx="5026">
                  <c:v>97.606918587470446</c:v>
                </c:pt>
                <c:pt idx="5027">
                  <c:v>97.606382978723403</c:v>
                </c:pt>
                <c:pt idx="5028">
                  <c:v>97.605625738770684</c:v>
                </c:pt>
                <c:pt idx="5029">
                  <c:v>97.605034722222229</c:v>
                </c:pt>
                <c:pt idx="5030">
                  <c:v>97.604369828605215</c:v>
                </c:pt>
                <c:pt idx="5031">
                  <c:v>97.603649527186761</c:v>
                </c:pt>
                <c:pt idx="5032">
                  <c:v>97.602947695035454</c:v>
                </c:pt>
                <c:pt idx="5033">
                  <c:v>97.60257830969266</c:v>
                </c:pt>
                <c:pt idx="5034">
                  <c:v>97.601747192671397</c:v>
                </c:pt>
                <c:pt idx="5035">
                  <c:v>97.601211583924353</c:v>
                </c:pt>
                <c:pt idx="5036">
                  <c:v>97.600435874704488</c:v>
                </c:pt>
                <c:pt idx="5037">
                  <c:v>97.600011081560282</c:v>
                </c:pt>
                <c:pt idx="5038">
                  <c:v>97.599364657210401</c:v>
                </c:pt>
                <c:pt idx="5039">
                  <c:v>97.598662825059108</c:v>
                </c:pt>
                <c:pt idx="5040">
                  <c:v>97.597942523640654</c:v>
                </c:pt>
                <c:pt idx="5041">
                  <c:v>97.597369976359332</c:v>
                </c:pt>
                <c:pt idx="5042">
                  <c:v>97.596612736406612</c:v>
                </c:pt>
                <c:pt idx="5043">
                  <c:v>97.596151004728142</c:v>
                </c:pt>
                <c:pt idx="5044">
                  <c:v>97.595356826241144</c:v>
                </c:pt>
                <c:pt idx="5045">
                  <c:v>97.594636524822704</c:v>
                </c:pt>
                <c:pt idx="5046">
                  <c:v>97.593990100472823</c:v>
                </c:pt>
                <c:pt idx="5047">
                  <c:v>97.593343676122942</c:v>
                </c:pt>
                <c:pt idx="5048">
                  <c:v>97.592771128841605</c:v>
                </c:pt>
                <c:pt idx="5049">
                  <c:v>97.592235520094562</c:v>
                </c:pt>
                <c:pt idx="5050">
                  <c:v>97.591515218676122</c:v>
                </c:pt>
                <c:pt idx="5051">
                  <c:v>97.590905732860506</c:v>
                </c:pt>
                <c:pt idx="5052">
                  <c:v>97.590037677304963</c:v>
                </c:pt>
                <c:pt idx="5053">
                  <c:v>97.58950206855792</c:v>
                </c:pt>
                <c:pt idx="5054">
                  <c:v>97.588837174940906</c:v>
                </c:pt>
                <c:pt idx="5055">
                  <c:v>97.588116873522452</c:v>
                </c:pt>
                <c:pt idx="5056">
                  <c:v>97.587525856973997</c:v>
                </c:pt>
                <c:pt idx="5057">
                  <c:v>97.586879432624116</c:v>
                </c:pt>
                <c:pt idx="5058">
                  <c:v>97.586343823877073</c:v>
                </c:pt>
                <c:pt idx="5059">
                  <c:v>97.585937500000014</c:v>
                </c:pt>
                <c:pt idx="5060">
                  <c:v>97.585143321513002</c:v>
                </c:pt>
                <c:pt idx="5061">
                  <c:v>97.584589243498826</c:v>
                </c:pt>
                <c:pt idx="5062">
                  <c:v>97.583924349881784</c:v>
                </c:pt>
                <c:pt idx="5063">
                  <c:v>97.583296394799063</c:v>
                </c:pt>
                <c:pt idx="5064">
                  <c:v>97.582668439716315</c:v>
                </c:pt>
                <c:pt idx="5065">
                  <c:v>97.581985076832154</c:v>
                </c:pt>
                <c:pt idx="5066">
                  <c:v>97.581227836879435</c:v>
                </c:pt>
                <c:pt idx="5067">
                  <c:v>97.580692228132392</c:v>
                </c:pt>
                <c:pt idx="5068">
                  <c:v>97.580045803782511</c:v>
                </c:pt>
                <c:pt idx="5069">
                  <c:v>97.579602541371159</c:v>
                </c:pt>
                <c:pt idx="5070">
                  <c:v>97.578900709219866</c:v>
                </c:pt>
                <c:pt idx="5071">
                  <c:v>97.578254284869971</c:v>
                </c:pt>
                <c:pt idx="5072">
                  <c:v>97.577681737588648</c:v>
                </c:pt>
                <c:pt idx="5073">
                  <c:v>97.576979905437355</c:v>
                </c:pt>
                <c:pt idx="5074">
                  <c:v>97.576315011820327</c:v>
                </c:pt>
                <c:pt idx="5075">
                  <c:v>97.575760933806151</c:v>
                </c:pt>
                <c:pt idx="5076">
                  <c:v>97.575022163120579</c:v>
                </c:pt>
                <c:pt idx="5077">
                  <c:v>97.574412677304963</c:v>
                </c:pt>
                <c:pt idx="5078">
                  <c:v>97.573858599290787</c:v>
                </c:pt>
                <c:pt idx="5079">
                  <c:v>97.573175236406612</c:v>
                </c:pt>
                <c:pt idx="5080">
                  <c:v>97.572417996453908</c:v>
                </c:pt>
                <c:pt idx="5081">
                  <c:v>97.571993203309688</c:v>
                </c:pt>
                <c:pt idx="5082">
                  <c:v>97.571291371158395</c:v>
                </c:pt>
                <c:pt idx="5083">
                  <c:v>97.570589539007102</c:v>
                </c:pt>
                <c:pt idx="5084">
                  <c:v>97.569961583924353</c:v>
                </c:pt>
                <c:pt idx="5085">
                  <c:v>97.569518321513002</c:v>
                </c:pt>
                <c:pt idx="5086">
                  <c:v>97.568964243498826</c:v>
                </c:pt>
                <c:pt idx="5087">
                  <c:v>97.568317819148945</c:v>
                </c:pt>
                <c:pt idx="5088">
                  <c:v>97.567689864066196</c:v>
                </c:pt>
                <c:pt idx="5089">
                  <c:v>97.567006501182036</c:v>
                </c:pt>
                <c:pt idx="5090">
                  <c:v>97.566378546099301</c:v>
                </c:pt>
                <c:pt idx="5091">
                  <c:v>97.565824468085111</c:v>
                </c:pt>
                <c:pt idx="5092">
                  <c:v>97.565159574468083</c:v>
                </c:pt>
                <c:pt idx="5093">
                  <c:v>97.564660904255319</c:v>
                </c:pt>
                <c:pt idx="5094">
                  <c:v>97.564125295508276</c:v>
                </c:pt>
                <c:pt idx="5095">
                  <c:v>97.563534278959821</c:v>
                </c:pt>
                <c:pt idx="5096">
                  <c:v>97.562721631205676</c:v>
                </c:pt>
                <c:pt idx="5097">
                  <c:v>97.56233377659575</c:v>
                </c:pt>
                <c:pt idx="5098">
                  <c:v>97.561761229314413</c:v>
                </c:pt>
                <c:pt idx="5099">
                  <c:v>97.561244089834517</c:v>
                </c:pt>
                <c:pt idx="5100">
                  <c:v>97.560579196217503</c:v>
                </c:pt>
                <c:pt idx="5101">
                  <c:v>97.559840425531917</c:v>
                </c:pt>
                <c:pt idx="5102">
                  <c:v>97.559138593380624</c:v>
                </c:pt>
                <c:pt idx="5103">
                  <c:v>97.558695330969286</c:v>
                </c:pt>
                <c:pt idx="5104">
                  <c:v>97.557845744680847</c:v>
                </c:pt>
                <c:pt idx="5105">
                  <c:v>97.557162381796701</c:v>
                </c:pt>
                <c:pt idx="5106">
                  <c:v>97.556442080378247</c:v>
                </c:pt>
                <c:pt idx="5107">
                  <c:v>97.55592494089835</c:v>
                </c:pt>
                <c:pt idx="5108">
                  <c:v>97.555481678486998</c:v>
                </c:pt>
                <c:pt idx="5109">
                  <c:v>97.554669030732867</c:v>
                </c:pt>
                <c:pt idx="5110">
                  <c:v>97.55418882978725</c:v>
                </c:pt>
                <c:pt idx="5111">
                  <c:v>97.553616282505899</c:v>
                </c:pt>
                <c:pt idx="5112">
                  <c:v>97.552729757683224</c:v>
                </c:pt>
                <c:pt idx="5113">
                  <c:v>97.552304964539005</c:v>
                </c:pt>
                <c:pt idx="5114">
                  <c:v>97.551658540189138</c:v>
                </c:pt>
                <c:pt idx="5115">
                  <c:v>97.550938238770684</c:v>
                </c:pt>
                <c:pt idx="5116">
                  <c:v>97.550236406619391</c:v>
                </c:pt>
                <c:pt idx="5117">
                  <c:v>97.549663859338068</c:v>
                </c:pt>
                <c:pt idx="5118">
                  <c:v>97.549202127659569</c:v>
                </c:pt>
                <c:pt idx="5119">
                  <c:v>97.5486111111111</c:v>
                </c:pt>
                <c:pt idx="5120">
                  <c:v>97.547890809692674</c:v>
                </c:pt>
                <c:pt idx="5121">
                  <c:v>97.547484485815602</c:v>
                </c:pt>
                <c:pt idx="5122">
                  <c:v>97.546727245862883</c:v>
                </c:pt>
                <c:pt idx="5123">
                  <c:v>97.546136229314413</c:v>
                </c:pt>
                <c:pt idx="5124">
                  <c:v>97.545803782505914</c:v>
                </c:pt>
                <c:pt idx="5125">
                  <c:v>97.545138888888886</c:v>
                </c:pt>
                <c:pt idx="5126">
                  <c:v>97.544492464539019</c:v>
                </c:pt>
                <c:pt idx="5127">
                  <c:v>97.54403073286052</c:v>
                </c:pt>
                <c:pt idx="5128">
                  <c:v>97.543218085106389</c:v>
                </c:pt>
                <c:pt idx="5129">
                  <c:v>97.54275635342789</c:v>
                </c:pt>
                <c:pt idx="5130">
                  <c:v>97.54190676713948</c:v>
                </c:pt>
                <c:pt idx="5131">
                  <c:v>97.541260342789599</c:v>
                </c:pt>
                <c:pt idx="5132">
                  <c:v>97.540650856973997</c:v>
                </c:pt>
                <c:pt idx="5133">
                  <c:v>97.540115248226954</c:v>
                </c:pt>
                <c:pt idx="5134">
                  <c:v>97.539635047281337</c:v>
                </c:pt>
                <c:pt idx="5135">
                  <c:v>97.539099438534279</c:v>
                </c:pt>
                <c:pt idx="5136">
                  <c:v>97.538453014184398</c:v>
                </c:pt>
                <c:pt idx="5137">
                  <c:v>97.537972813238767</c:v>
                </c:pt>
                <c:pt idx="5138">
                  <c:v>97.537344858156033</c:v>
                </c:pt>
                <c:pt idx="5139">
                  <c:v>97.536716903073284</c:v>
                </c:pt>
                <c:pt idx="5140">
                  <c:v>97.536125886524815</c:v>
                </c:pt>
                <c:pt idx="5141">
                  <c:v>97.535571808510639</c:v>
                </c:pt>
                <c:pt idx="5142">
                  <c:v>97.534796099290787</c:v>
                </c:pt>
                <c:pt idx="5143">
                  <c:v>97.534278959810877</c:v>
                </c:pt>
                <c:pt idx="5144">
                  <c:v>97.533687943262407</c:v>
                </c:pt>
                <c:pt idx="5145">
                  <c:v>97.53304151891254</c:v>
                </c:pt>
                <c:pt idx="5146">
                  <c:v>97.532432033096924</c:v>
                </c:pt>
                <c:pt idx="5147">
                  <c:v>97.53180407801419</c:v>
                </c:pt>
                <c:pt idx="5148">
                  <c:v>97.53125</c:v>
                </c:pt>
                <c:pt idx="5149">
                  <c:v>97.530677452718678</c:v>
                </c:pt>
                <c:pt idx="5150">
                  <c:v>97.530086436170222</c:v>
                </c:pt>
                <c:pt idx="5151">
                  <c:v>97.529403073286062</c:v>
                </c:pt>
                <c:pt idx="5152">
                  <c:v>97.528812056737593</c:v>
                </c:pt>
                <c:pt idx="5153">
                  <c:v>97.528424202127667</c:v>
                </c:pt>
                <c:pt idx="5154">
                  <c:v>97.527907062647756</c:v>
                </c:pt>
                <c:pt idx="5155">
                  <c:v>97.527242169030743</c:v>
                </c:pt>
                <c:pt idx="5156">
                  <c:v>97.526761968085111</c:v>
                </c:pt>
                <c:pt idx="5157">
                  <c:v>97.526337174940906</c:v>
                </c:pt>
                <c:pt idx="5158">
                  <c:v>97.525579934988187</c:v>
                </c:pt>
                <c:pt idx="5159">
                  <c:v>97.524951979905438</c:v>
                </c:pt>
                <c:pt idx="5160">
                  <c:v>97.524564125295512</c:v>
                </c:pt>
                <c:pt idx="5161">
                  <c:v>97.523825354609926</c:v>
                </c:pt>
                <c:pt idx="5162">
                  <c:v>97.523363622931441</c:v>
                </c:pt>
                <c:pt idx="5163">
                  <c:v>97.522791075650119</c:v>
                </c:pt>
                <c:pt idx="5164">
                  <c:v>97.522015366430267</c:v>
                </c:pt>
                <c:pt idx="5165">
                  <c:v>97.521332003546107</c:v>
                </c:pt>
                <c:pt idx="5166">
                  <c:v>97.520630171394799</c:v>
                </c:pt>
                <c:pt idx="5167">
                  <c:v>97.520002216312051</c:v>
                </c:pt>
                <c:pt idx="5168">
                  <c:v>97.519466607565008</c:v>
                </c:pt>
                <c:pt idx="5169">
                  <c:v>97.51885712174942</c:v>
                </c:pt>
                <c:pt idx="5170">
                  <c:v>97.51846926713948</c:v>
                </c:pt>
                <c:pt idx="5171">
                  <c:v>97.517952127659584</c:v>
                </c:pt>
                <c:pt idx="5172">
                  <c:v>97.517287234042556</c:v>
                </c:pt>
                <c:pt idx="5173">
                  <c:v>97.516788563829792</c:v>
                </c:pt>
                <c:pt idx="5174">
                  <c:v>97.516105200945631</c:v>
                </c:pt>
                <c:pt idx="5175">
                  <c:v>97.515551122931441</c:v>
                </c:pt>
                <c:pt idx="5176">
                  <c:v>97.515126329787222</c:v>
                </c:pt>
                <c:pt idx="5177">
                  <c:v>97.514406028368811</c:v>
                </c:pt>
                <c:pt idx="5178">
                  <c:v>97.513759604018915</c:v>
                </c:pt>
                <c:pt idx="5179">
                  <c:v>97.513187056737578</c:v>
                </c:pt>
                <c:pt idx="5180">
                  <c:v>97.512559101654844</c:v>
                </c:pt>
                <c:pt idx="5181">
                  <c:v>97.512078900709227</c:v>
                </c:pt>
                <c:pt idx="5182">
                  <c:v>97.511395537825067</c:v>
                </c:pt>
                <c:pt idx="5183">
                  <c:v>97.510896867612303</c:v>
                </c:pt>
                <c:pt idx="5184">
                  <c:v>97.510435135933818</c:v>
                </c:pt>
                <c:pt idx="5185">
                  <c:v>97.509788711583923</c:v>
                </c:pt>
                <c:pt idx="5186">
                  <c:v>97.509086879432616</c:v>
                </c:pt>
                <c:pt idx="5187">
                  <c:v>97.508495862884175</c:v>
                </c:pt>
                <c:pt idx="5188">
                  <c:v>97.508089539007102</c:v>
                </c:pt>
                <c:pt idx="5189">
                  <c:v>97.507794030732867</c:v>
                </c:pt>
                <c:pt idx="5190">
                  <c:v>97.507036790780148</c:v>
                </c:pt>
                <c:pt idx="5191">
                  <c:v>97.506556589834531</c:v>
                </c:pt>
                <c:pt idx="5192">
                  <c:v>97.505928634751783</c:v>
                </c:pt>
                <c:pt idx="5193">
                  <c:v>97.505393026004739</c:v>
                </c:pt>
                <c:pt idx="5194">
                  <c:v>97.504875886524829</c:v>
                </c:pt>
                <c:pt idx="5195">
                  <c:v>97.504247931442094</c:v>
                </c:pt>
                <c:pt idx="5196">
                  <c:v>97.503712322695037</c:v>
                </c:pt>
                <c:pt idx="5197">
                  <c:v>97.503250591016553</c:v>
                </c:pt>
                <c:pt idx="5198">
                  <c:v>97.502585697399539</c:v>
                </c:pt>
                <c:pt idx="5199">
                  <c:v>97.50195774231679</c:v>
                </c:pt>
                <c:pt idx="5200">
                  <c:v>97.50156988770685</c:v>
                </c:pt>
                <c:pt idx="5201">
                  <c:v>97.500997340425528</c:v>
                </c:pt>
                <c:pt idx="5202">
                  <c:v>97.500517139479911</c:v>
                </c:pt>
                <c:pt idx="5203">
                  <c:v>97.499981530732867</c:v>
                </c:pt>
                <c:pt idx="5204">
                  <c:v>97.499372044917251</c:v>
                </c:pt>
                <c:pt idx="5205">
                  <c:v>97.498891843971634</c:v>
                </c:pt>
                <c:pt idx="5206">
                  <c:v>97.498337765957444</c:v>
                </c:pt>
                <c:pt idx="5207">
                  <c:v>97.497783687943269</c:v>
                </c:pt>
                <c:pt idx="5208">
                  <c:v>97.497081855791961</c:v>
                </c:pt>
                <c:pt idx="5209">
                  <c:v>97.496767878250594</c:v>
                </c:pt>
                <c:pt idx="5210">
                  <c:v>97.496121453900713</c:v>
                </c:pt>
                <c:pt idx="5211">
                  <c:v>97.495567375886523</c:v>
                </c:pt>
                <c:pt idx="5212">
                  <c:v>97.495087174940892</c:v>
                </c:pt>
                <c:pt idx="5213">
                  <c:v>97.494588504728128</c:v>
                </c:pt>
                <c:pt idx="5214">
                  <c:v>97.494052895981085</c:v>
                </c:pt>
                <c:pt idx="5215">
                  <c:v>97.493461879432616</c:v>
                </c:pt>
                <c:pt idx="5216">
                  <c:v>97.49274157801419</c:v>
                </c:pt>
                <c:pt idx="5217">
                  <c:v>97.492316784869985</c:v>
                </c:pt>
                <c:pt idx="5218">
                  <c:v>97.491910460992912</c:v>
                </c:pt>
                <c:pt idx="5219">
                  <c:v>97.491319444444443</c:v>
                </c:pt>
                <c:pt idx="5220">
                  <c:v>97.490691489361708</c:v>
                </c:pt>
                <c:pt idx="5221">
                  <c:v>97.490100472813239</c:v>
                </c:pt>
                <c:pt idx="5222">
                  <c:v>97.48973108747046</c:v>
                </c:pt>
                <c:pt idx="5223">
                  <c:v>97.489232417257682</c:v>
                </c:pt>
                <c:pt idx="5224">
                  <c:v>97.488733747044918</c:v>
                </c:pt>
                <c:pt idx="5225">
                  <c:v>97.488068853427905</c:v>
                </c:pt>
                <c:pt idx="5226">
                  <c:v>97.487477836879435</c:v>
                </c:pt>
                <c:pt idx="5227">
                  <c:v>97.486960697399539</c:v>
                </c:pt>
                <c:pt idx="5228">
                  <c:v>97.486351211583923</c:v>
                </c:pt>
                <c:pt idx="5229">
                  <c:v>97.485889479905438</c:v>
                </c:pt>
                <c:pt idx="5230">
                  <c:v>97.485372340425542</c:v>
                </c:pt>
                <c:pt idx="5231">
                  <c:v>97.484947547281322</c:v>
                </c:pt>
                <c:pt idx="5232">
                  <c:v>97.484356530732867</c:v>
                </c:pt>
                <c:pt idx="5233">
                  <c:v>97.483783983451531</c:v>
                </c:pt>
                <c:pt idx="5234">
                  <c:v>97.483285313238781</c:v>
                </c:pt>
                <c:pt idx="5235">
                  <c:v>97.4829713356974</c:v>
                </c:pt>
                <c:pt idx="5236">
                  <c:v>97.482491134751783</c:v>
                </c:pt>
                <c:pt idx="5237">
                  <c:v>97.481937056737593</c:v>
                </c:pt>
                <c:pt idx="5238">
                  <c:v>97.481346040189123</c:v>
                </c:pt>
                <c:pt idx="5239">
                  <c:v>97.481124408983462</c:v>
                </c:pt>
                <c:pt idx="5240">
                  <c:v>97.480496453900713</c:v>
                </c:pt>
                <c:pt idx="5241">
                  <c:v>97.480108599290787</c:v>
                </c:pt>
                <c:pt idx="5242">
                  <c:v>97.479628398345156</c:v>
                </c:pt>
                <c:pt idx="5243">
                  <c:v>97.479129728132392</c:v>
                </c:pt>
                <c:pt idx="5244">
                  <c:v>97.47868646572104</c:v>
                </c:pt>
                <c:pt idx="5245">
                  <c:v>97.478243203309688</c:v>
                </c:pt>
                <c:pt idx="5246">
                  <c:v>97.477578309692674</c:v>
                </c:pt>
                <c:pt idx="5247">
                  <c:v>97.477171985815602</c:v>
                </c:pt>
                <c:pt idx="5248">
                  <c:v>97.476654846335691</c:v>
                </c:pt>
                <c:pt idx="5249">
                  <c:v>97.476063829787236</c:v>
                </c:pt>
                <c:pt idx="5250">
                  <c:v>97.475565159574458</c:v>
                </c:pt>
                <c:pt idx="5251">
                  <c:v>97.474974143026017</c:v>
                </c:pt>
                <c:pt idx="5252">
                  <c:v>97.474549349881798</c:v>
                </c:pt>
                <c:pt idx="5253">
                  <c:v>97.474143026004739</c:v>
                </c:pt>
                <c:pt idx="5254">
                  <c:v>97.473736702127653</c:v>
                </c:pt>
                <c:pt idx="5255">
                  <c:v>97.47303486997636</c:v>
                </c:pt>
                <c:pt idx="5256">
                  <c:v>97.472683953900713</c:v>
                </c:pt>
                <c:pt idx="5257">
                  <c:v>97.472203752955096</c:v>
                </c:pt>
                <c:pt idx="5258">
                  <c:v>97.471520390070921</c:v>
                </c:pt>
                <c:pt idx="5259">
                  <c:v>97.471021719858157</c:v>
                </c:pt>
                <c:pt idx="5260">
                  <c:v>97.470504580378261</c:v>
                </c:pt>
                <c:pt idx="5261">
                  <c:v>97.469895094562645</c:v>
                </c:pt>
                <c:pt idx="5262">
                  <c:v>97.46930407801419</c:v>
                </c:pt>
                <c:pt idx="5263">
                  <c:v>97.468860815602838</c:v>
                </c:pt>
                <c:pt idx="5264">
                  <c:v>97.468491430260045</c:v>
                </c:pt>
                <c:pt idx="5265">
                  <c:v>97.467955821513002</c:v>
                </c:pt>
                <c:pt idx="5266">
                  <c:v>97.467494089834517</c:v>
                </c:pt>
                <c:pt idx="5267">
                  <c:v>97.466884604018915</c:v>
                </c:pt>
                <c:pt idx="5268">
                  <c:v>97.466348995271872</c:v>
                </c:pt>
                <c:pt idx="5269">
                  <c:v>97.466053486997637</c:v>
                </c:pt>
                <c:pt idx="5270">
                  <c:v>97.465647163120579</c:v>
                </c:pt>
                <c:pt idx="5271">
                  <c:v>97.46501920803783</c:v>
                </c:pt>
                <c:pt idx="5272">
                  <c:v>97.46450206855792</c:v>
                </c:pt>
                <c:pt idx="5273">
                  <c:v>97.463984929078023</c:v>
                </c:pt>
                <c:pt idx="5274">
                  <c:v>97.463726359338068</c:v>
                </c:pt>
                <c:pt idx="5275">
                  <c:v>97.463172281323878</c:v>
                </c:pt>
                <c:pt idx="5276">
                  <c:v>97.462729018912526</c:v>
                </c:pt>
                <c:pt idx="5277">
                  <c:v>97.462488918439732</c:v>
                </c:pt>
                <c:pt idx="5278">
                  <c:v>97.462101063829792</c:v>
                </c:pt>
                <c:pt idx="5279">
                  <c:v>97.461436170212764</c:v>
                </c:pt>
                <c:pt idx="5280">
                  <c:v>97.461103723404264</c:v>
                </c:pt>
                <c:pt idx="5281">
                  <c:v>97.460457299054383</c:v>
                </c:pt>
                <c:pt idx="5282">
                  <c:v>97.460069444444443</c:v>
                </c:pt>
                <c:pt idx="5283">
                  <c:v>97.459570774231679</c:v>
                </c:pt>
                <c:pt idx="5284">
                  <c:v>97.4592013888889</c:v>
                </c:pt>
                <c:pt idx="5285">
                  <c:v>97.458702718676122</c:v>
                </c:pt>
                <c:pt idx="5286">
                  <c:v>97.458111702127653</c:v>
                </c:pt>
                <c:pt idx="5287">
                  <c:v>97.457483747044932</c:v>
                </c:pt>
                <c:pt idx="5288">
                  <c:v>97.457262115839256</c:v>
                </c:pt>
                <c:pt idx="5289">
                  <c:v>97.456689568557934</c:v>
                </c:pt>
                <c:pt idx="5290">
                  <c:v>97.456412529550846</c:v>
                </c:pt>
                <c:pt idx="5291">
                  <c:v>97.456043144208039</c:v>
                </c:pt>
                <c:pt idx="5292">
                  <c:v>97.455526004728128</c:v>
                </c:pt>
                <c:pt idx="5293">
                  <c:v>97.455304373522452</c:v>
                </c:pt>
                <c:pt idx="5294">
                  <c:v>97.454934988179659</c:v>
                </c:pt>
                <c:pt idx="5295">
                  <c:v>97.454473256501188</c:v>
                </c:pt>
                <c:pt idx="5296">
                  <c:v>97.454140809692674</c:v>
                </c:pt>
                <c:pt idx="5297">
                  <c:v>97.453383569739955</c:v>
                </c:pt>
                <c:pt idx="5298">
                  <c:v>97.452829491725765</c:v>
                </c:pt>
                <c:pt idx="5299">
                  <c:v>97.452349290780148</c:v>
                </c:pt>
                <c:pt idx="5300">
                  <c:v>97.451795212765958</c:v>
                </c:pt>
                <c:pt idx="5301">
                  <c:v>97.451222665484636</c:v>
                </c:pt>
                <c:pt idx="5302">
                  <c:v>97.450760933806151</c:v>
                </c:pt>
                <c:pt idx="5303">
                  <c:v>97.450354609929079</c:v>
                </c:pt>
                <c:pt idx="5304">
                  <c:v>97.450022163120565</c:v>
                </c:pt>
                <c:pt idx="5305">
                  <c:v>97.449412677304963</c:v>
                </c:pt>
                <c:pt idx="5306">
                  <c:v>97.449098699763596</c:v>
                </c:pt>
                <c:pt idx="5307">
                  <c:v>97.448636968085111</c:v>
                </c:pt>
                <c:pt idx="5308">
                  <c:v>97.448193705673759</c:v>
                </c:pt>
                <c:pt idx="5309">
                  <c:v>97.447805851063833</c:v>
                </c:pt>
                <c:pt idx="5310">
                  <c:v>97.447325650118202</c:v>
                </c:pt>
                <c:pt idx="5311">
                  <c:v>97.44688238770685</c:v>
                </c:pt>
                <c:pt idx="5312">
                  <c:v>97.446439125295512</c:v>
                </c:pt>
                <c:pt idx="5313">
                  <c:v>97.446088209219866</c:v>
                </c:pt>
                <c:pt idx="5314">
                  <c:v>97.445811170212764</c:v>
                </c:pt>
                <c:pt idx="5315">
                  <c:v>97.445220153664309</c:v>
                </c:pt>
                <c:pt idx="5316">
                  <c:v>97.444850768321515</c:v>
                </c:pt>
                <c:pt idx="5317">
                  <c:v>97.444315159574472</c:v>
                </c:pt>
                <c:pt idx="5318">
                  <c:v>97.44387189716312</c:v>
                </c:pt>
                <c:pt idx="5319">
                  <c:v>97.443502511820341</c:v>
                </c:pt>
                <c:pt idx="5320">
                  <c:v>97.442966903073298</c:v>
                </c:pt>
                <c:pt idx="5321">
                  <c:v>97.442523640661932</c:v>
                </c:pt>
                <c:pt idx="5322">
                  <c:v>97.442154255319153</c:v>
                </c:pt>
                <c:pt idx="5323">
                  <c:v>97.441563238770684</c:v>
                </c:pt>
                <c:pt idx="5324">
                  <c:v>97.441156914893625</c:v>
                </c:pt>
                <c:pt idx="5325">
                  <c:v>97.440547429078023</c:v>
                </c:pt>
                <c:pt idx="5326">
                  <c:v>97.440288859338054</c:v>
                </c:pt>
                <c:pt idx="5327">
                  <c:v>97.439901004728142</c:v>
                </c:pt>
                <c:pt idx="5328">
                  <c:v>97.439439273049643</c:v>
                </c:pt>
                <c:pt idx="5329">
                  <c:v>97.43894060283688</c:v>
                </c:pt>
                <c:pt idx="5330">
                  <c:v>97.438626625295512</c:v>
                </c:pt>
                <c:pt idx="5331">
                  <c:v>97.438017139479911</c:v>
                </c:pt>
                <c:pt idx="5332">
                  <c:v>97.437684692671382</c:v>
                </c:pt>
                <c:pt idx="5333">
                  <c:v>97.437093676122927</c:v>
                </c:pt>
                <c:pt idx="5334">
                  <c:v>97.436872044917251</c:v>
                </c:pt>
                <c:pt idx="5335">
                  <c:v>97.436465721040193</c:v>
                </c:pt>
                <c:pt idx="5336">
                  <c:v>97.4357638888889</c:v>
                </c:pt>
                <c:pt idx="5337">
                  <c:v>97.435357565011827</c:v>
                </c:pt>
                <c:pt idx="5338">
                  <c:v>97.435098995271872</c:v>
                </c:pt>
                <c:pt idx="5339">
                  <c:v>97.434544917257682</c:v>
                </c:pt>
                <c:pt idx="5340">
                  <c:v>97.434360224586285</c:v>
                </c:pt>
                <c:pt idx="5341">
                  <c:v>97.433750738770698</c:v>
                </c:pt>
                <c:pt idx="5342">
                  <c:v>97.433399822695037</c:v>
                </c:pt>
                <c:pt idx="5343">
                  <c:v>97.432734929078009</c:v>
                </c:pt>
                <c:pt idx="5344">
                  <c:v>97.432347074468098</c:v>
                </c:pt>
                <c:pt idx="5345">
                  <c:v>97.431811465721054</c:v>
                </c:pt>
                <c:pt idx="5346">
                  <c:v>97.43131279550829</c:v>
                </c:pt>
                <c:pt idx="5347">
                  <c:v>97.430906471631204</c:v>
                </c:pt>
                <c:pt idx="5348">
                  <c:v>97.430703309692674</c:v>
                </c:pt>
                <c:pt idx="5349">
                  <c:v>97.430167700945631</c:v>
                </c:pt>
                <c:pt idx="5350">
                  <c:v>97.429705969267133</c:v>
                </c:pt>
                <c:pt idx="5351">
                  <c:v>97.429447399527191</c:v>
                </c:pt>
                <c:pt idx="5352">
                  <c:v>97.429207299054383</c:v>
                </c:pt>
                <c:pt idx="5353">
                  <c:v>97.428930260047281</c:v>
                </c:pt>
                <c:pt idx="5354">
                  <c:v>97.428486997635929</c:v>
                </c:pt>
                <c:pt idx="5355">
                  <c:v>97.427988327423179</c:v>
                </c:pt>
                <c:pt idx="5356">
                  <c:v>97.427637411347519</c:v>
                </c:pt>
                <c:pt idx="5357">
                  <c:v>97.427046394799049</c:v>
                </c:pt>
                <c:pt idx="5358">
                  <c:v>97.426473847517741</c:v>
                </c:pt>
                <c:pt idx="5359">
                  <c:v>97.425901300236404</c:v>
                </c:pt>
                <c:pt idx="5360">
                  <c:v>97.425384160756494</c:v>
                </c:pt>
                <c:pt idx="5361">
                  <c:v>97.424977836879435</c:v>
                </c:pt>
                <c:pt idx="5362">
                  <c:v>97.424589982269509</c:v>
                </c:pt>
                <c:pt idx="5363">
                  <c:v>97.424091312056731</c:v>
                </c:pt>
                <c:pt idx="5364">
                  <c:v>97.423721926713952</c:v>
                </c:pt>
                <c:pt idx="5365">
                  <c:v>97.423130910165483</c:v>
                </c:pt>
                <c:pt idx="5366">
                  <c:v>97.422946217494086</c:v>
                </c:pt>
                <c:pt idx="5367">
                  <c:v>97.422632239952719</c:v>
                </c:pt>
                <c:pt idx="5368">
                  <c:v>97.42213356973997</c:v>
                </c:pt>
                <c:pt idx="5369">
                  <c:v>97.42157949172578</c:v>
                </c:pt>
                <c:pt idx="5370">
                  <c:v>97.421283983451531</c:v>
                </c:pt>
                <c:pt idx="5371">
                  <c:v>97.420766843971634</c:v>
                </c:pt>
                <c:pt idx="5372">
                  <c:v>97.420397458628855</c:v>
                </c:pt>
                <c:pt idx="5373">
                  <c:v>97.419935726950357</c:v>
                </c:pt>
                <c:pt idx="5374">
                  <c:v>97.419473995271872</c:v>
                </c:pt>
                <c:pt idx="5375">
                  <c:v>97.418882978723403</c:v>
                </c:pt>
                <c:pt idx="5376">
                  <c:v>97.418587470449168</c:v>
                </c:pt>
                <c:pt idx="5377">
                  <c:v>97.417996453900713</c:v>
                </c:pt>
                <c:pt idx="5378">
                  <c:v>97.417368498817964</c:v>
                </c:pt>
                <c:pt idx="5379">
                  <c:v>97.417072990543744</c:v>
                </c:pt>
                <c:pt idx="5380">
                  <c:v>97.416500443262422</c:v>
                </c:pt>
                <c:pt idx="5381">
                  <c:v>97.415780141843967</c:v>
                </c:pt>
                <c:pt idx="5382">
                  <c:v>97.415521572104026</c:v>
                </c:pt>
                <c:pt idx="5383">
                  <c:v>97.414930555555557</c:v>
                </c:pt>
                <c:pt idx="5384">
                  <c:v>97.414671985815602</c:v>
                </c:pt>
                <c:pt idx="5385">
                  <c:v>97.414191784869985</c:v>
                </c:pt>
                <c:pt idx="5386">
                  <c:v>97.413656176122942</c:v>
                </c:pt>
                <c:pt idx="5387">
                  <c:v>97.413083628841619</c:v>
                </c:pt>
                <c:pt idx="5388">
                  <c:v>97.412584958628841</c:v>
                </c:pt>
                <c:pt idx="5389">
                  <c:v>97.412086288416091</c:v>
                </c:pt>
                <c:pt idx="5390">
                  <c:v>97.411606087470446</c:v>
                </c:pt>
                <c:pt idx="5391">
                  <c:v>97.411125886524829</c:v>
                </c:pt>
                <c:pt idx="5392">
                  <c:v>97.410848847517741</c:v>
                </c:pt>
                <c:pt idx="5393">
                  <c:v>97.410276300236404</c:v>
                </c:pt>
                <c:pt idx="5394">
                  <c:v>97.409869976359346</c:v>
                </c:pt>
                <c:pt idx="5395">
                  <c:v>97.409389775413715</c:v>
                </c:pt>
                <c:pt idx="5396">
                  <c:v>97.408780289598113</c:v>
                </c:pt>
                <c:pt idx="5397">
                  <c:v>97.408429373522466</c:v>
                </c:pt>
                <c:pt idx="5398">
                  <c:v>97.408207742316776</c:v>
                </c:pt>
                <c:pt idx="5399">
                  <c:v>97.407561317966909</c:v>
                </c:pt>
                <c:pt idx="5400">
                  <c:v>97.407173463356969</c:v>
                </c:pt>
                <c:pt idx="5401">
                  <c:v>97.406582446808514</c:v>
                </c:pt>
                <c:pt idx="5402">
                  <c:v>97.406176122931456</c:v>
                </c:pt>
                <c:pt idx="5403">
                  <c:v>97.405585106382986</c:v>
                </c:pt>
                <c:pt idx="5404">
                  <c:v>97.404772458628855</c:v>
                </c:pt>
                <c:pt idx="5405">
                  <c:v>97.404218380614665</c:v>
                </c:pt>
                <c:pt idx="5406">
                  <c:v>97.403848995271872</c:v>
                </c:pt>
                <c:pt idx="5407">
                  <c:v>97.403221040189123</c:v>
                </c:pt>
                <c:pt idx="5408">
                  <c:v>97.4031102245863</c:v>
                </c:pt>
                <c:pt idx="5409">
                  <c:v>97.40251920803783</c:v>
                </c:pt>
                <c:pt idx="5410">
                  <c:v>97.402075945626493</c:v>
                </c:pt>
                <c:pt idx="5411">
                  <c:v>97.401503398345156</c:v>
                </c:pt>
                <c:pt idx="5412">
                  <c:v>97.401041666666671</c:v>
                </c:pt>
                <c:pt idx="5413">
                  <c:v>97.400598404255305</c:v>
                </c:pt>
                <c:pt idx="5414">
                  <c:v>97.399933510638306</c:v>
                </c:pt>
                <c:pt idx="5415">
                  <c:v>97.399194739952705</c:v>
                </c:pt>
                <c:pt idx="5416">
                  <c:v>97.398862293144205</c:v>
                </c:pt>
                <c:pt idx="5417">
                  <c:v>97.398252807328603</c:v>
                </c:pt>
                <c:pt idx="5418">
                  <c:v>97.39771719858156</c:v>
                </c:pt>
                <c:pt idx="5419">
                  <c:v>97.397163120567384</c:v>
                </c:pt>
                <c:pt idx="5420">
                  <c:v>97.396572104018915</c:v>
                </c:pt>
                <c:pt idx="5421">
                  <c:v>97.395888741134755</c:v>
                </c:pt>
                <c:pt idx="5422">
                  <c:v>97.395500886524829</c:v>
                </c:pt>
                <c:pt idx="5423">
                  <c:v>97.394799054373522</c:v>
                </c:pt>
                <c:pt idx="5424">
                  <c:v>97.39431885342789</c:v>
                </c:pt>
                <c:pt idx="5425">
                  <c:v>97.393653959810862</c:v>
                </c:pt>
                <c:pt idx="5426">
                  <c:v>97.393358451536642</c:v>
                </c:pt>
                <c:pt idx="5427">
                  <c:v>97.392841312056746</c:v>
                </c:pt>
                <c:pt idx="5428">
                  <c:v>97.392545803782511</c:v>
                </c:pt>
                <c:pt idx="5429">
                  <c:v>97.391917848699762</c:v>
                </c:pt>
                <c:pt idx="5430">
                  <c:v>97.391382239952719</c:v>
                </c:pt>
                <c:pt idx="5431">
                  <c:v>97.390717346335691</c:v>
                </c:pt>
                <c:pt idx="5432">
                  <c:v>97.390200206855795</c:v>
                </c:pt>
                <c:pt idx="5433">
                  <c:v>97.389664598108752</c:v>
                </c:pt>
                <c:pt idx="5434">
                  <c:v>97.389128989361708</c:v>
                </c:pt>
                <c:pt idx="5435">
                  <c:v>97.388574911347519</c:v>
                </c:pt>
                <c:pt idx="5436">
                  <c:v>97.387965425531917</c:v>
                </c:pt>
                <c:pt idx="5437">
                  <c:v>97.387337470449182</c:v>
                </c:pt>
                <c:pt idx="5438">
                  <c:v>97.386857269503551</c:v>
                </c:pt>
                <c:pt idx="5439">
                  <c:v>97.386136968085097</c:v>
                </c:pt>
                <c:pt idx="5440">
                  <c:v>97.385472074468083</c:v>
                </c:pt>
                <c:pt idx="5441">
                  <c:v>97.38493646572104</c:v>
                </c:pt>
                <c:pt idx="5442">
                  <c:v>97.384271572104026</c:v>
                </c:pt>
                <c:pt idx="5443">
                  <c:v>97.383717494089836</c:v>
                </c:pt>
                <c:pt idx="5444">
                  <c:v>97.383089539007102</c:v>
                </c:pt>
                <c:pt idx="5445">
                  <c:v>97.382387706855795</c:v>
                </c:pt>
                <c:pt idx="5446">
                  <c:v>97.381944444444457</c:v>
                </c:pt>
                <c:pt idx="5447">
                  <c:v>97.381427304964546</c:v>
                </c:pt>
                <c:pt idx="5448">
                  <c:v>97.380910165484636</c:v>
                </c:pt>
                <c:pt idx="5449">
                  <c:v>97.380208333333343</c:v>
                </c:pt>
                <c:pt idx="5450">
                  <c:v>97.379728132387712</c:v>
                </c:pt>
                <c:pt idx="5451">
                  <c:v>97.379007830969272</c:v>
                </c:pt>
                <c:pt idx="5452">
                  <c:v>97.378601507092213</c:v>
                </c:pt>
                <c:pt idx="5453">
                  <c:v>97.377807328605201</c:v>
                </c:pt>
                <c:pt idx="5454">
                  <c:v>97.377327127659569</c:v>
                </c:pt>
                <c:pt idx="5455">
                  <c:v>97.376662234042556</c:v>
                </c:pt>
                <c:pt idx="5456">
                  <c:v>97.375978871158395</c:v>
                </c:pt>
                <c:pt idx="5457">
                  <c:v>97.375332446808514</c:v>
                </c:pt>
                <c:pt idx="5458">
                  <c:v>97.3746675531915</c:v>
                </c:pt>
                <c:pt idx="5459">
                  <c:v>97.37389184397162</c:v>
                </c:pt>
                <c:pt idx="5460">
                  <c:v>97.37339317375887</c:v>
                </c:pt>
                <c:pt idx="5461">
                  <c:v>97.372562056737593</c:v>
                </c:pt>
                <c:pt idx="5462">
                  <c:v>97.371915632387712</c:v>
                </c:pt>
                <c:pt idx="5463">
                  <c:v>97.371195330969272</c:v>
                </c:pt>
                <c:pt idx="5464">
                  <c:v>97.370659722222229</c:v>
                </c:pt>
                <c:pt idx="5465">
                  <c:v>97.370068705673759</c:v>
                </c:pt>
                <c:pt idx="5466">
                  <c:v>97.369385342789599</c:v>
                </c:pt>
                <c:pt idx="5467">
                  <c:v>97.368720449172585</c:v>
                </c:pt>
                <c:pt idx="5468">
                  <c:v>97.368203309692674</c:v>
                </c:pt>
                <c:pt idx="5469">
                  <c:v>97.367446069739955</c:v>
                </c:pt>
                <c:pt idx="5470">
                  <c:v>97.366947399527177</c:v>
                </c:pt>
                <c:pt idx="5471">
                  <c:v>97.366282505910178</c:v>
                </c:pt>
                <c:pt idx="5472">
                  <c:v>97.36558067375887</c:v>
                </c:pt>
                <c:pt idx="5473">
                  <c:v>97.364952718676136</c:v>
                </c:pt>
                <c:pt idx="5474">
                  <c:v>97.364195478723403</c:v>
                </c:pt>
                <c:pt idx="5475">
                  <c:v>97.363512115839256</c:v>
                </c:pt>
                <c:pt idx="5476">
                  <c:v>97.362884160756508</c:v>
                </c:pt>
                <c:pt idx="5477">
                  <c:v>97.362311613475185</c:v>
                </c:pt>
                <c:pt idx="5478">
                  <c:v>97.361849881796687</c:v>
                </c:pt>
                <c:pt idx="5479">
                  <c:v>97.361037234042541</c:v>
                </c:pt>
                <c:pt idx="5480">
                  <c:v>97.360520094562659</c:v>
                </c:pt>
                <c:pt idx="5481">
                  <c:v>97.359725916075661</c:v>
                </c:pt>
                <c:pt idx="5482">
                  <c:v>97.359227245862883</c:v>
                </c:pt>
                <c:pt idx="5483">
                  <c:v>97.35848847517731</c:v>
                </c:pt>
                <c:pt idx="5484">
                  <c:v>97.357860520094562</c:v>
                </c:pt>
                <c:pt idx="5485">
                  <c:v>97.357251034278974</c:v>
                </c:pt>
                <c:pt idx="5486">
                  <c:v>97.356512263593388</c:v>
                </c:pt>
                <c:pt idx="5487">
                  <c:v>97.355939716312065</c:v>
                </c:pt>
                <c:pt idx="5488">
                  <c:v>97.35547798463358</c:v>
                </c:pt>
                <c:pt idx="5489">
                  <c:v>97.354739213947994</c:v>
                </c:pt>
                <c:pt idx="5490">
                  <c:v>97.354166666666671</c:v>
                </c:pt>
                <c:pt idx="5491">
                  <c:v>97.353354018912526</c:v>
                </c:pt>
                <c:pt idx="5492">
                  <c:v>97.352763002364071</c:v>
                </c:pt>
                <c:pt idx="5493">
                  <c:v>97.351931885342808</c:v>
                </c:pt>
                <c:pt idx="5494">
                  <c:v>97.351156176122927</c:v>
                </c:pt>
                <c:pt idx="5495">
                  <c:v>97.350583628841605</c:v>
                </c:pt>
                <c:pt idx="5496">
                  <c:v>97.349881796690312</c:v>
                </c:pt>
                <c:pt idx="5497">
                  <c:v>97.349106087470446</c:v>
                </c:pt>
                <c:pt idx="5498">
                  <c:v>97.348662825059108</c:v>
                </c:pt>
                <c:pt idx="5499">
                  <c:v>97.34799793144208</c:v>
                </c:pt>
                <c:pt idx="5500">
                  <c:v>97.347369976359346</c:v>
                </c:pt>
                <c:pt idx="5501">
                  <c:v>97.346668144208039</c:v>
                </c:pt>
                <c:pt idx="5502">
                  <c:v>97.345929373522466</c:v>
                </c:pt>
                <c:pt idx="5503">
                  <c:v>97.345227541371159</c:v>
                </c:pt>
                <c:pt idx="5504">
                  <c:v>97.34463652482269</c:v>
                </c:pt>
                <c:pt idx="5505">
                  <c:v>97.343971631205676</c:v>
                </c:pt>
                <c:pt idx="5506">
                  <c:v>97.343362145390074</c:v>
                </c:pt>
                <c:pt idx="5507">
                  <c:v>97.342457151300238</c:v>
                </c:pt>
                <c:pt idx="5508">
                  <c:v>97.341884604018929</c:v>
                </c:pt>
                <c:pt idx="5509">
                  <c:v>97.341108894799049</c:v>
                </c:pt>
                <c:pt idx="5510">
                  <c:v>97.340628693853432</c:v>
                </c:pt>
                <c:pt idx="5511">
                  <c:v>97.339871453900713</c:v>
                </c:pt>
                <c:pt idx="5512">
                  <c:v>97.339058806146568</c:v>
                </c:pt>
                <c:pt idx="5513">
                  <c:v>97.338301566193849</c:v>
                </c:pt>
                <c:pt idx="5514">
                  <c:v>97.337692080378261</c:v>
                </c:pt>
                <c:pt idx="5515">
                  <c:v>97.336916371158395</c:v>
                </c:pt>
                <c:pt idx="5516">
                  <c:v>97.336436170212764</c:v>
                </c:pt>
                <c:pt idx="5517">
                  <c:v>97.335715868794338</c:v>
                </c:pt>
                <c:pt idx="5518">
                  <c:v>97.335198729314413</c:v>
                </c:pt>
                <c:pt idx="5519">
                  <c:v>97.334589243498812</c:v>
                </c:pt>
                <c:pt idx="5520">
                  <c:v>97.333887411347519</c:v>
                </c:pt>
                <c:pt idx="5521">
                  <c:v>97.332760786052006</c:v>
                </c:pt>
                <c:pt idx="5522">
                  <c:v>97.332114361702125</c:v>
                </c:pt>
                <c:pt idx="5523">
                  <c:v>97.331338652482273</c:v>
                </c:pt>
                <c:pt idx="5524">
                  <c:v>97.330895390070921</c:v>
                </c:pt>
                <c:pt idx="5525">
                  <c:v>97.330082742316776</c:v>
                </c:pt>
                <c:pt idx="5526">
                  <c:v>97.329602541371159</c:v>
                </c:pt>
                <c:pt idx="5527">
                  <c:v>97.328826832151293</c:v>
                </c:pt>
                <c:pt idx="5528">
                  <c:v>97.328069592198588</c:v>
                </c:pt>
                <c:pt idx="5529">
                  <c:v>97.327330821513016</c:v>
                </c:pt>
                <c:pt idx="5530">
                  <c:v>97.326610520094576</c:v>
                </c:pt>
                <c:pt idx="5531">
                  <c:v>97.325816341607563</c:v>
                </c:pt>
                <c:pt idx="5532">
                  <c:v>97.32528073286052</c:v>
                </c:pt>
                <c:pt idx="5533">
                  <c:v>97.324541962174933</c:v>
                </c:pt>
                <c:pt idx="5534">
                  <c:v>97.323895537825067</c:v>
                </c:pt>
                <c:pt idx="5535">
                  <c:v>97.32328605200945</c:v>
                </c:pt>
                <c:pt idx="5536">
                  <c:v>97.32269503546101</c:v>
                </c:pt>
                <c:pt idx="5537">
                  <c:v>97.321993203309702</c:v>
                </c:pt>
                <c:pt idx="5538">
                  <c:v>97.321143617021278</c:v>
                </c:pt>
                <c:pt idx="5539">
                  <c:v>97.320552600472823</c:v>
                </c:pt>
                <c:pt idx="5540">
                  <c:v>97.319924645390074</c:v>
                </c:pt>
                <c:pt idx="5541">
                  <c:v>97.319019651300238</c:v>
                </c:pt>
                <c:pt idx="5542">
                  <c:v>97.318465573286048</c:v>
                </c:pt>
                <c:pt idx="5543">
                  <c:v>97.317782210401901</c:v>
                </c:pt>
                <c:pt idx="5544">
                  <c:v>97.317024970449168</c:v>
                </c:pt>
                <c:pt idx="5545">
                  <c:v>97.316360076832154</c:v>
                </c:pt>
                <c:pt idx="5546">
                  <c:v>97.315732121749406</c:v>
                </c:pt>
                <c:pt idx="5547">
                  <c:v>97.314956412529554</c:v>
                </c:pt>
                <c:pt idx="5548">
                  <c:v>97.314420803782511</c:v>
                </c:pt>
                <c:pt idx="5549">
                  <c:v>97.313996010638306</c:v>
                </c:pt>
                <c:pt idx="5550">
                  <c:v>97.313349586288425</c:v>
                </c:pt>
                <c:pt idx="5551">
                  <c:v>97.312444592198588</c:v>
                </c:pt>
                <c:pt idx="5552">
                  <c:v>97.311798167848693</c:v>
                </c:pt>
                <c:pt idx="5553">
                  <c:v>97.311207151300252</c:v>
                </c:pt>
                <c:pt idx="5554">
                  <c:v>97.310505319148945</c:v>
                </c:pt>
                <c:pt idx="5555">
                  <c:v>97.309507978723403</c:v>
                </c:pt>
                <c:pt idx="5556">
                  <c:v>97.308843085106389</c:v>
                </c:pt>
                <c:pt idx="5557">
                  <c:v>97.308104314420802</c:v>
                </c:pt>
                <c:pt idx="5558">
                  <c:v>97.307476359338068</c:v>
                </c:pt>
                <c:pt idx="5559">
                  <c:v>97.306626773049643</c:v>
                </c:pt>
                <c:pt idx="5560">
                  <c:v>97.306035756501188</c:v>
                </c:pt>
                <c:pt idx="5561">
                  <c:v>97.30537086288416</c:v>
                </c:pt>
                <c:pt idx="5562">
                  <c:v>97.304779846335691</c:v>
                </c:pt>
                <c:pt idx="5563">
                  <c:v>97.304041075650133</c:v>
                </c:pt>
                <c:pt idx="5564">
                  <c:v>97.303597813238767</c:v>
                </c:pt>
                <c:pt idx="5565">
                  <c:v>97.302822104018901</c:v>
                </c:pt>
                <c:pt idx="5566">
                  <c:v>97.302194148936181</c:v>
                </c:pt>
                <c:pt idx="5567">
                  <c:v>97.301732417257696</c:v>
                </c:pt>
                <c:pt idx="5568">
                  <c:v>97.300901300236404</c:v>
                </c:pt>
                <c:pt idx="5569">
                  <c:v>97.300162529550832</c:v>
                </c:pt>
                <c:pt idx="5570">
                  <c:v>97.299608451536642</c:v>
                </c:pt>
                <c:pt idx="5571">
                  <c:v>97.298851211583923</c:v>
                </c:pt>
                <c:pt idx="5572">
                  <c:v>97.298130910165497</c:v>
                </c:pt>
                <c:pt idx="5573">
                  <c:v>97.297466016548455</c:v>
                </c:pt>
                <c:pt idx="5574">
                  <c:v>97.296838061465721</c:v>
                </c:pt>
                <c:pt idx="5575">
                  <c:v>97.29602541371159</c:v>
                </c:pt>
                <c:pt idx="5576">
                  <c:v>97.295231235224591</c:v>
                </c:pt>
                <c:pt idx="5577">
                  <c:v>97.294880319148945</c:v>
                </c:pt>
                <c:pt idx="5578">
                  <c:v>97.294252364066196</c:v>
                </c:pt>
                <c:pt idx="5579">
                  <c:v>97.293328900709213</c:v>
                </c:pt>
                <c:pt idx="5580">
                  <c:v>97.292774822695023</c:v>
                </c:pt>
                <c:pt idx="5581">
                  <c:v>97.29207299054373</c:v>
                </c:pt>
                <c:pt idx="5582">
                  <c:v>97.291371158392437</c:v>
                </c:pt>
                <c:pt idx="5583">
                  <c:v>97.290780141843982</c:v>
                </c:pt>
                <c:pt idx="5584">
                  <c:v>97.289967494089836</c:v>
                </c:pt>
                <c:pt idx="5585">
                  <c:v>97.289265661938529</c:v>
                </c:pt>
                <c:pt idx="5586">
                  <c:v>97.28889627659575</c:v>
                </c:pt>
                <c:pt idx="5587">
                  <c:v>97.288120567375884</c:v>
                </c:pt>
                <c:pt idx="5588">
                  <c:v>97.287529550827429</c:v>
                </c:pt>
                <c:pt idx="5589">
                  <c:v>97.28660608747046</c:v>
                </c:pt>
                <c:pt idx="5590">
                  <c:v>97.286070478723403</c:v>
                </c:pt>
                <c:pt idx="5591">
                  <c:v>97.285054669030728</c:v>
                </c:pt>
                <c:pt idx="5592">
                  <c:v>97.284389775413715</c:v>
                </c:pt>
                <c:pt idx="5593">
                  <c:v>97.28379875886526</c:v>
                </c:pt>
                <c:pt idx="5594">
                  <c:v>97.283133865248246</c:v>
                </c:pt>
                <c:pt idx="5595">
                  <c:v>97.282450502364071</c:v>
                </c:pt>
                <c:pt idx="5596">
                  <c:v>97.28180407801419</c:v>
                </c:pt>
                <c:pt idx="5597">
                  <c:v>97.281102245862897</c:v>
                </c:pt>
                <c:pt idx="5598">
                  <c:v>97.280511229314428</c:v>
                </c:pt>
                <c:pt idx="5599">
                  <c:v>97.280049497635929</c:v>
                </c:pt>
                <c:pt idx="5600">
                  <c:v>97.279661643026017</c:v>
                </c:pt>
                <c:pt idx="5601">
                  <c:v>97.279070626477548</c:v>
                </c:pt>
                <c:pt idx="5602">
                  <c:v>97.278461140661946</c:v>
                </c:pt>
                <c:pt idx="5603">
                  <c:v>97.277888593380624</c:v>
                </c:pt>
                <c:pt idx="5604">
                  <c:v>97.277075945626478</c:v>
                </c:pt>
                <c:pt idx="5605">
                  <c:v>97.276318705673759</c:v>
                </c:pt>
                <c:pt idx="5606">
                  <c:v>97.275672281323878</c:v>
                </c:pt>
                <c:pt idx="5607">
                  <c:v>97.275007387706864</c:v>
                </c:pt>
                <c:pt idx="5608">
                  <c:v>97.274268617021278</c:v>
                </c:pt>
                <c:pt idx="5609">
                  <c:v>97.273400561465735</c:v>
                </c:pt>
                <c:pt idx="5610">
                  <c:v>97.272532505910164</c:v>
                </c:pt>
                <c:pt idx="5611">
                  <c:v>97.27183067375887</c:v>
                </c:pt>
                <c:pt idx="5612">
                  <c:v>97.271276595744681</c:v>
                </c:pt>
                <c:pt idx="5613">
                  <c:v>97.270685579196225</c:v>
                </c:pt>
                <c:pt idx="5614">
                  <c:v>97.26990986997636</c:v>
                </c:pt>
                <c:pt idx="5615">
                  <c:v>97.269244976359346</c:v>
                </c:pt>
                <c:pt idx="5616">
                  <c:v>97.2687647754137</c:v>
                </c:pt>
                <c:pt idx="5617">
                  <c:v>97.26830304373523</c:v>
                </c:pt>
                <c:pt idx="5618">
                  <c:v>97.267878250591025</c:v>
                </c:pt>
                <c:pt idx="5619">
                  <c:v>97.266991725768321</c:v>
                </c:pt>
                <c:pt idx="5620">
                  <c:v>97.266363770685587</c:v>
                </c:pt>
                <c:pt idx="5621">
                  <c:v>97.265735815602838</c:v>
                </c:pt>
                <c:pt idx="5622">
                  <c:v>97.264997044917251</c:v>
                </c:pt>
                <c:pt idx="5623">
                  <c:v>97.264479905437355</c:v>
                </c:pt>
                <c:pt idx="5624">
                  <c:v>97.263925827423165</c:v>
                </c:pt>
                <c:pt idx="5625">
                  <c:v>97.263150118203313</c:v>
                </c:pt>
                <c:pt idx="5626">
                  <c:v>97.2624852245863</c:v>
                </c:pt>
                <c:pt idx="5627">
                  <c:v>97.261247783687949</c:v>
                </c:pt>
                <c:pt idx="5628">
                  <c:v>97.260545951536642</c:v>
                </c:pt>
                <c:pt idx="5629">
                  <c:v>97.259991873522452</c:v>
                </c:pt>
                <c:pt idx="5630">
                  <c:v>97.259308510638292</c:v>
                </c:pt>
                <c:pt idx="5631">
                  <c:v>97.258791371158395</c:v>
                </c:pt>
                <c:pt idx="5632">
                  <c:v>97.258126477541367</c:v>
                </c:pt>
                <c:pt idx="5633">
                  <c:v>97.257516991725765</c:v>
                </c:pt>
                <c:pt idx="5634">
                  <c:v>97.257147606382972</c:v>
                </c:pt>
                <c:pt idx="5635">
                  <c:v>97.256482712765958</c:v>
                </c:pt>
                <c:pt idx="5636">
                  <c:v>97.25585475768321</c:v>
                </c:pt>
                <c:pt idx="5637">
                  <c:v>97.255300679669034</c:v>
                </c:pt>
                <c:pt idx="5638">
                  <c:v>97.254580378250594</c:v>
                </c:pt>
                <c:pt idx="5639">
                  <c:v>97.254174054373522</c:v>
                </c:pt>
                <c:pt idx="5640">
                  <c:v>97.253509160756508</c:v>
                </c:pt>
                <c:pt idx="5641">
                  <c:v>97.253213652482273</c:v>
                </c:pt>
                <c:pt idx="5642">
                  <c:v>97.252641105200937</c:v>
                </c:pt>
                <c:pt idx="5643">
                  <c:v>97.251939273049643</c:v>
                </c:pt>
                <c:pt idx="5644">
                  <c:v>97.251218971631218</c:v>
                </c:pt>
                <c:pt idx="5645">
                  <c:v>97.250646424349881</c:v>
                </c:pt>
                <c:pt idx="5646">
                  <c:v>97.249926122931456</c:v>
                </c:pt>
                <c:pt idx="5647">
                  <c:v>97.249187352245869</c:v>
                </c:pt>
                <c:pt idx="5648">
                  <c:v>97.248485520094576</c:v>
                </c:pt>
                <c:pt idx="5649">
                  <c:v>97.247820626477548</c:v>
                </c:pt>
                <c:pt idx="5650">
                  <c:v>97.247266548463358</c:v>
                </c:pt>
                <c:pt idx="5651">
                  <c:v>97.246564716312051</c:v>
                </c:pt>
                <c:pt idx="5652">
                  <c:v>97.246010638297889</c:v>
                </c:pt>
                <c:pt idx="5653">
                  <c:v>97.245308806146582</c:v>
                </c:pt>
                <c:pt idx="5654">
                  <c:v>97.244680851063833</c:v>
                </c:pt>
                <c:pt idx="5655">
                  <c:v>97.244108303782511</c:v>
                </c:pt>
                <c:pt idx="5656">
                  <c:v>97.243535756501174</c:v>
                </c:pt>
                <c:pt idx="5657">
                  <c:v>97.24290780141844</c:v>
                </c:pt>
                <c:pt idx="5658">
                  <c:v>97.242316784869971</c:v>
                </c:pt>
                <c:pt idx="5659">
                  <c:v>97.241910460992926</c:v>
                </c:pt>
                <c:pt idx="5660">
                  <c:v>97.241245567375884</c:v>
                </c:pt>
                <c:pt idx="5661">
                  <c:v>97.240543735224591</c:v>
                </c:pt>
                <c:pt idx="5662">
                  <c:v>97.240008126477548</c:v>
                </c:pt>
                <c:pt idx="5663">
                  <c:v>97.239250886524829</c:v>
                </c:pt>
                <c:pt idx="5664">
                  <c:v>97.238512115839242</c:v>
                </c:pt>
                <c:pt idx="5665">
                  <c:v>97.237754875886523</c:v>
                </c:pt>
                <c:pt idx="5666">
                  <c:v>97.237071513002377</c:v>
                </c:pt>
                <c:pt idx="5667">
                  <c:v>97.236720596926716</c:v>
                </c:pt>
                <c:pt idx="5668">
                  <c:v>97.236184988179673</c:v>
                </c:pt>
                <c:pt idx="5669">
                  <c:v>97.235483156028366</c:v>
                </c:pt>
                <c:pt idx="5670">
                  <c:v>97.234633569739955</c:v>
                </c:pt>
                <c:pt idx="5671">
                  <c:v>97.234042553191486</c:v>
                </c:pt>
                <c:pt idx="5672">
                  <c:v>97.233433067375898</c:v>
                </c:pt>
                <c:pt idx="5673">
                  <c:v>97.232823581560297</c:v>
                </c:pt>
                <c:pt idx="5674">
                  <c:v>97.232177157210401</c:v>
                </c:pt>
                <c:pt idx="5675">
                  <c:v>97.231641548463358</c:v>
                </c:pt>
                <c:pt idx="5676">
                  <c:v>97.230902777777786</c:v>
                </c:pt>
                <c:pt idx="5677">
                  <c:v>97.230348699763596</c:v>
                </c:pt>
                <c:pt idx="5678">
                  <c:v>97.229757683215141</c:v>
                </c:pt>
                <c:pt idx="5679">
                  <c:v>97.229369828605201</c:v>
                </c:pt>
                <c:pt idx="5680">
                  <c:v>97.228945035460995</c:v>
                </c:pt>
                <c:pt idx="5681">
                  <c:v>97.228095449172585</c:v>
                </c:pt>
                <c:pt idx="5682">
                  <c:v>97.227467494089836</c:v>
                </c:pt>
                <c:pt idx="5683">
                  <c:v>97.226987293144219</c:v>
                </c:pt>
                <c:pt idx="5684">
                  <c:v>97.226359338061471</c:v>
                </c:pt>
                <c:pt idx="5685">
                  <c:v>97.226063829787236</c:v>
                </c:pt>
                <c:pt idx="5686">
                  <c:v>97.225325059101664</c:v>
                </c:pt>
                <c:pt idx="5687">
                  <c:v>97.224752511820327</c:v>
                </c:pt>
                <c:pt idx="5688">
                  <c:v>97.224198433806151</c:v>
                </c:pt>
                <c:pt idx="5689">
                  <c:v>97.223478132387726</c:v>
                </c:pt>
                <c:pt idx="5690">
                  <c:v>97.22299793144208</c:v>
                </c:pt>
                <c:pt idx="5691">
                  <c:v>97.222222222222214</c:v>
                </c:pt>
                <c:pt idx="5692">
                  <c:v>97.221631205673759</c:v>
                </c:pt>
                <c:pt idx="5693">
                  <c:v>97.221335697399525</c:v>
                </c:pt>
                <c:pt idx="5694">
                  <c:v>97.220670803782511</c:v>
                </c:pt>
                <c:pt idx="5695">
                  <c:v>97.220079787234042</c:v>
                </c:pt>
                <c:pt idx="5696">
                  <c:v>97.219396424349881</c:v>
                </c:pt>
                <c:pt idx="5697">
                  <c:v>97.218916223404264</c:v>
                </c:pt>
                <c:pt idx="5698">
                  <c:v>97.218491430260045</c:v>
                </c:pt>
                <c:pt idx="5699">
                  <c:v>97.217678782505914</c:v>
                </c:pt>
                <c:pt idx="5700">
                  <c:v>97.217032358156033</c:v>
                </c:pt>
                <c:pt idx="5701">
                  <c:v>97.216607565011827</c:v>
                </c:pt>
                <c:pt idx="5702">
                  <c:v>97.216053486997637</c:v>
                </c:pt>
                <c:pt idx="5703">
                  <c:v>97.215517878250594</c:v>
                </c:pt>
                <c:pt idx="5704">
                  <c:v>97.214668291962184</c:v>
                </c:pt>
                <c:pt idx="5705">
                  <c:v>97.214446660756508</c:v>
                </c:pt>
                <c:pt idx="5706">
                  <c:v>97.214003398345156</c:v>
                </c:pt>
                <c:pt idx="5707">
                  <c:v>97.213209219858172</c:v>
                </c:pt>
                <c:pt idx="5708">
                  <c:v>97.21254432624113</c:v>
                </c:pt>
                <c:pt idx="5709">
                  <c:v>97.212082594562645</c:v>
                </c:pt>
                <c:pt idx="5710">
                  <c:v>97.211288416075647</c:v>
                </c:pt>
                <c:pt idx="5711">
                  <c:v>97.210826684397162</c:v>
                </c:pt>
                <c:pt idx="5712">
                  <c:v>97.210180260047281</c:v>
                </c:pt>
                <c:pt idx="5713">
                  <c:v>97.209570774231679</c:v>
                </c:pt>
                <c:pt idx="5714">
                  <c:v>97.208998226950357</c:v>
                </c:pt>
                <c:pt idx="5715">
                  <c:v>97.208573433806151</c:v>
                </c:pt>
                <c:pt idx="5716">
                  <c:v>97.207853132387697</c:v>
                </c:pt>
                <c:pt idx="5717">
                  <c:v>97.207280585106375</c:v>
                </c:pt>
                <c:pt idx="5718">
                  <c:v>97.206744976359332</c:v>
                </c:pt>
                <c:pt idx="5719">
                  <c:v>97.206153959810877</c:v>
                </c:pt>
                <c:pt idx="5720">
                  <c:v>97.205618351063833</c:v>
                </c:pt>
                <c:pt idx="5721">
                  <c:v>97.205045803782511</c:v>
                </c:pt>
                <c:pt idx="5722">
                  <c:v>97.204510195035468</c:v>
                </c:pt>
                <c:pt idx="5723">
                  <c:v>97.203900709219866</c:v>
                </c:pt>
                <c:pt idx="5724">
                  <c:v>97.203235815602838</c:v>
                </c:pt>
                <c:pt idx="5725">
                  <c:v>97.202700206855795</c:v>
                </c:pt>
                <c:pt idx="5726">
                  <c:v>97.202164598108752</c:v>
                </c:pt>
                <c:pt idx="5727">
                  <c:v>97.201869089834517</c:v>
                </c:pt>
                <c:pt idx="5728">
                  <c:v>97.20151817375887</c:v>
                </c:pt>
                <c:pt idx="5729">
                  <c:v>97.200945626477548</c:v>
                </c:pt>
                <c:pt idx="5730">
                  <c:v>97.200243794326241</c:v>
                </c:pt>
                <c:pt idx="5731">
                  <c:v>97.200022163120565</c:v>
                </c:pt>
                <c:pt idx="5732">
                  <c:v>97.199246453900713</c:v>
                </c:pt>
                <c:pt idx="5733">
                  <c:v>97.198766252955082</c:v>
                </c:pt>
                <c:pt idx="5734">
                  <c:v>97.198249113475185</c:v>
                </c:pt>
                <c:pt idx="5735">
                  <c:v>97.197695035460995</c:v>
                </c:pt>
                <c:pt idx="5736">
                  <c:v>97.197307180851084</c:v>
                </c:pt>
                <c:pt idx="5737">
                  <c:v>97.196734633569733</c:v>
                </c:pt>
                <c:pt idx="5738">
                  <c:v>97.196088209219852</c:v>
                </c:pt>
                <c:pt idx="5739">
                  <c:v>97.195811170212778</c:v>
                </c:pt>
                <c:pt idx="5740">
                  <c:v>97.195294030732853</c:v>
                </c:pt>
                <c:pt idx="5741">
                  <c:v>97.195016991725765</c:v>
                </c:pt>
                <c:pt idx="5742">
                  <c:v>97.194241282505928</c:v>
                </c:pt>
                <c:pt idx="5743">
                  <c:v>97.193964243498826</c:v>
                </c:pt>
                <c:pt idx="5744">
                  <c:v>97.19335475768321</c:v>
                </c:pt>
                <c:pt idx="5745">
                  <c:v>97.192726802600475</c:v>
                </c:pt>
                <c:pt idx="5746">
                  <c:v>97.192117316784874</c:v>
                </c:pt>
                <c:pt idx="5747">
                  <c:v>97.19161864657211</c:v>
                </c:pt>
                <c:pt idx="5748">
                  <c:v>97.191119976359346</c:v>
                </c:pt>
                <c:pt idx="5749">
                  <c:v>97.190787529550832</c:v>
                </c:pt>
                <c:pt idx="5750">
                  <c:v>97.190196513002363</c:v>
                </c:pt>
                <c:pt idx="5751">
                  <c:v>97.189753250591011</c:v>
                </c:pt>
                <c:pt idx="5752">
                  <c:v>97.189309988179673</c:v>
                </c:pt>
                <c:pt idx="5753">
                  <c:v>97.188571217494086</c:v>
                </c:pt>
                <c:pt idx="5754">
                  <c:v>97.18805407801419</c:v>
                </c:pt>
                <c:pt idx="5755">
                  <c:v>97.187721631205676</c:v>
                </c:pt>
                <c:pt idx="5756">
                  <c:v>97.187075206855795</c:v>
                </c:pt>
                <c:pt idx="5757">
                  <c:v>97.186798167848707</c:v>
                </c:pt>
                <c:pt idx="5758">
                  <c:v>97.186262559101664</c:v>
                </c:pt>
                <c:pt idx="5759">
                  <c:v>97.185486849881798</c:v>
                </c:pt>
                <c:pt idx="5760">
                  <c:v>97.185135933806151</c:v>
                </c:pt>
                <c:pt idx="5761">
                  <c:v>97.184637263593388</c:v>
                </c:pt>
                <c:pt idx="5762">
                  <c:v>97.184101654846344</c:v>
                </c:pt>
                <c:pt idx="5763">
                  <c:v>97.183436761229316</c:v>
                </c:pt>
                <c:pt idx="5764">
                  <c:v>97.182975029550832</c:v>
                </c:pt>
                <c:pt idx="5765">
                  <c:v>97.18253176713948</c:v>
                </c:pt>
                <c:pt idx="5766">
                  <c:v>97.181848404255305</c:v>
                </c:pt>
                <c:pt idx="5767">
                  <c:v>97.181275856973997</c:v>
                </c:pt>
                <c:pt idx="5768">
                  <c:v>97.180721778959821</c:v>
                </c:pt>
                <c:pt idx="5769">
                  <c:v>97.180296985815602</c:v>
                </c:pt>
                <c:pt idx="5770">
                  <c:v>97.179909131205676</c:v>
                </c:pt>
                <c:pt idx="5771">
                  <c:v>97.179410460992912</c:v>
                </c:pt>
                <c:pt idx="5772">
                  <c:v>97.178930260047281</c:v>
                </c:pt>
                <c:pt idx="5773">
                  <c:v>97.178505466903076</c:v>
                </c:pt>
                <c:pt idx="5774">
                  <c:v>97.177932919621739</c:v>
                </c:pt>
                <c:pt idx="5775">
                  <c:v>97.177637411347519</c:v>
                </c:pt>
                <c:pt idx="5776">
                  <c:v>97.177046394799063</c:v>
                </c:pt>
                <c:pt idx="5777">
                  <c:v>97.176584663120565</c:v>
                </c:pt>
                <c:pt idx="5778">
                  <c:v>97.176196808510639</c:v>
                </c:pt>
                <c:pt idx="5779">
                  <c:v>97.175642730496463</c:v>
                </c:pt>
                <c:pt idx="5780">
                  <c:v>97.175125591016553</c:v>
                </c:pt>
                <c:pt idx="5781">
                  <c:v>97.174830082742318</c:v>
                </c:pt>
                <c:pt idx="5782">
                  <c:v>97.174368351063833</c:v>
                </c:pt>
                <c:pt idx="5783">
                  <c:v>97.17386968085107</c:v>
                </c:pt>
                <c:pt idx="5784">
                  <c:v>97.173241725768335</c:v>
                </c:pt>
                <c:pt idx="5785">
                  <c:v>97.172890809692674</c:v>
                </c:pt>
                <c:pt idx="5786">
                  <c:v>97.172521424349895</c:v>
                </c:pt>
                <c:pt idx="5787">
                  <c:v>97.172152039007102</c:v>
                </c:pt>
                <c:pt idx="5788">
                  <c:v>97.171801122931427</c:v>
                </c:pt>
                <c:pt idx="5789">
                  <c:v>97.171265514184384</c:v>
                </c:pt>
                <c:pt idx="5790">
                  <c:v>97.170803782505928</c:v>
                </c:pt>
                <c:pt idx="5791">
                  <c:v>97.170286643026003</c:v>
                </c:pt>
                <c:pt idx="5792">
                  <c:v>97.169806442080386</c:v>
                </c:pt>
                <c:pt idx="5793">
                  <c:v>97.169400118203313</c:v>
                </c:pt>
                <c:pt idx="5794">
                  <c:v>97.168846040189123</c:v>
                </c:pt>
                <c:pt idx="5795">
                  <c:v>97.168495124113477</c:v>
                </c:pt>
                <c:pt idx="5796">
                  <c:v>97.167922576832154</c:v>
                </c:pt>
                <c:pt idx="5797">
                  <c:v>97.167276152482273</c:v>
                </c:pt>
                <c:pt idx="5798">
                  <c:v>97.166925236406627</c:v>
                </c:pt>
                <c:pt idx="5799">
                  <c:v>97.166445035460995</c:v>
                </c:pt>
                <c:pt idx="5800">
                  <c:v>97.165983303782511</c:v>
                </c:pt>
                <c:pt idx="5801">
                  <c:v>97.165484633569747</c:v>
                </c:pt>
                <c:pt idx="5802">
                  <c:v>97.164967494089836</c:v>
                </c:pt>
                <c:pt idx="5803">
                  <c:v>97.164801270685587</c:v>
                </c:pt>
                <c:pt idx="5804">
                  <c:v>97.164376477541367</c:v>
                </c:pt>
                <c:pt idx="5805">
                  <c:v>97.163859338061471</c:v>
                </c:pt>
                <c:pt idx="5806">
                  <c:v>97.163360667848707</c:v>
                </c:pt>
                <c:pt idx="5807">
                  <c:v>97.163120567375884</c:v>
                </c:pt>
                <c:pt idx="5808">
                  <c:v>97.162825059101664</c:v>
                </c:pt>
                <c:pt idx="5809">
                  <c:v>97.16249261229315</c:v>
                </c:pt>
                <c:pt idx="5810">
                  <c:v>97.161846187943254</c:v>
                </c:pt>
                <c:pt idx="5811">
                  <c:v>97.161679964539005</c:v>
                </c:pt>
                <c:pt idx="5812">
                  <c:v>97.161162825059108</c:v>
                </c:pt>
                <c:pt idx="5813">
                  <c:v>97.160904255319153</c:v>
                </c:pt>
                <c:pt idx="5814">
                  <c:v>97.160405585106375</c:v>
                </c:pt>
                <c:pt idx="5815">
                  <c:v>97.159962322695037</c:v>
                </c:pt>
                <c:pt idx="5816">
                  <c:v>97.159629875886537</c:v>
                </c:pt>
                <c:pt idx="5817">
                  <c:v>97.159223552009465</c:v>
                </c:pt>
                <c:pt idx="5818">
                  <c:v>97.158577127659569</c:v>
                </c:pt>
                <c:pt idx="5819">
                  <c:v>97.158281619385349</c:v>
                </c:pt>
                <c:pt idx="5820">
                  <c:v>97.157727541371159</c:v>
                </c:pt>
                <c:pt idx="5821">
                  <c:v>97.157395094562645</c:v>
                </c:pt>
                <c:pt idx="5822">
                  <c:v>97.156896424349881</c:v>
                </c:pt>
                <c:pt idx="5823">
                  <c:v>97.156379284869971</c:v>
                </c:pt>
                <c:pt idx="5824">
                  <c:v>97.156139184397162</c:v>
                </c:pt>
                <c:pt idx="5825">
                  <c:v>97.155769799054369</c:v>
                </c:pt>
                <c:pt idx="5826">
                  <c:v>97.155104905437355</c:v>
                </c:pt>
                <c:pt idx="5827">
                  <c:v>97.154827866430253</c:v>
                </c:pt>
                <c:pt idx="5828">
                  <c:v>97.154329196217489</c:v>
                </c:pt>
                <c:pt idx="5829">
                  <c:v>97.153978280141857</c:v>
                </c:pt>
                <c:pt idx="5830">
                  <c:v>97.153442671394814</c:v>
                </c:pt>
                <c:pt idx="5831">
                  <c:v>97.152944001182036</c:v>
                </c:pt>
                <c:pt idx="5832">
                  <c:v>97.152537677304963</c:v>
                </c:pt>
                <c:pt idx="5833">
                  <c:v>97.152223699763596</c:v>
                </c:pt>
                <c:pt idx="5834">
                  <c:v>97.151872783687949</c:v>
                </c:pt>
                <c:pt idx="5835">
                  <c:v>97.151577275413715</c:v>
                </c:pt>
                <c:pt idx="5836">
                  <c:v>97.151041666666671</c:v>
                </c:pt>
                <c:pt idx="5837">
                  <c:v>97.150746158392437</c:v>
                </c:pt>
                <c:pt idx="5838">
                  <c:v>97.150192080378247</c:v>
                </c:pt>
                <c:pt idx="5839">
                  <c:v>97.152777777777786</c:v>
                </c:pt>
                <c:pt idx="5840">
                  <c:v>97.157395094562645</c:v>
                </c:pt>
                <c:pt idx="5841">
                  <c:v>97.15395981087471</c:v>
                </c:pt>
                <c:pt idx="5842">
                  <c:v>97.148529846335691</c:v>
                </c:pt>
                <c:pt idx="5843">
                  <c:v>97.144208037825067</c:v>
                </c:pt>
                <c:pt idx="5844">
                  <c:v>97.140754284869985</c:v>
                </c:pt>
                <c:pt idx="5845">
                  <c:v>97.138020833333343</c:v>
                </c:pt>
                <c:pt idx="5846">
                  <c:v>97.135896867612288</c:v>
                </c:pt>
                <c:pt idx="5847">
                  <c:v>97.134567080378247</c:v>
                </c:pt>
                <c:pt idx="5848">
                  <c:v>97.132997192671397</c:v>
                </c:pt>
                <c:pt idx="5849">
                  <c:v>97.13209219858156</c:v>
                </c:pt>
                <c:pt idx="5850">
                  <c:v>97.131020981087474</c:v>
                </c:pt>
                <c:pt idx="5851">
                  <c:v>97.130245271867622</c:v>
                </c:pt>
                <c:pt idx="5852">
                  <c:v>97.129395685579198</c:v>
                </c:pt>
                <c:pt idx="5853">
                  <c:v>97.128767730496463</c:v>
                </c:pt>
                <c:pt idx="5854">
                  <c:v>97.128102836879421</c:v>
                </c:pt>
                <c:pt idx="5855">
                  <c:v>97.127585697399539</c:v>
                </c:pt>
                <c:pt idx="5856">
                  <c:v>97.126976211583923</c:v>
                </c:pt>
                <c:pt idx="5857">
                  <c:v>97.12644060283688</c:v>
                </c:pt>
                <c:pt idx="5858">
                  <c:v>97.125997340425528</c:v>
                </c:pt>
                <c:pt idx="5859">
                  <c:v>97.125664893617014</c:v>
                </c:pt>
                <c:pt idx="5860">
                  <c:v>97.125406323877073</c:v>
                </c:pt>
                <c:pt idx="5861">
                  <c:v>97.125055407801426</c:v>
                </c:pt>
                <c:pt idx="5862">
                  <c:v>97.124667553191486</c:v>
                </c:pt>
                <c:pt idx="5863">
                  <c:v>97.12427969858156</c:v>
                </c:pt>
                <c:pt idx="5864">
                  <c:v>97.123854905437355</c:v>
                </c:pt>
                <c:pt idx="5865">
                  <c:v>97.123374704491724</c:v>
                </c:pt>
                <c:pt idx="5866">
                  <c:v>97.122949911347519</c:v>
                </c:pt>
                <c:pt idx="5867">
                  <c:v>97.122949911347519</c:v>
                </c:pt>
                <c:pt idx="5868">
                  <c:v>97.12237736406621</c:v>
                </c:pt>
                <c:pt idx="5869">
                  <c:v>97.122007978723417</c:v>
                </c:pt>
                <c:pt idx="5870">
                  <c:v>97.121712470449168</c:v>
                </c:pt>
                <c:pt idx="5871">
                  <c:v>97.121416962174948</c:v>
                </c:pt>
                <c:pt idx="5872">
                  <c:v>97.120899822695037</c:v>
                </c:pt>
                <c:pt idx="5873">
                  <c:v>97.120585845153656</c:v>
                </c:pt>
                <c:pt idx="5874">
                  <c:v>97.120087174940892</c:v>
                </c:pt>
                <c:pt idx="5875">
                  <c:v>97.120031767139494</c:v>
                </c:pt>
                <c:pt idx="5876">
                  <c:v>97.119625443262407</c:v>
                </c:pt>
                <c:pt idx="5877">
                  <c:v>97.119200650118216</c:v>
                </c:pt>
                <c:pt idx="5878">
                  <c:v>97.118812795508276</c:v>
                </c:pt>
                <c:pt idx="5879">
                  <c:v>97.118406471631218</c:v>
                </c:pt>
                <c:pt idx="5880">
                  <c:v>97.118018617021278</c:v>
                </c:pt>
                <c:pt idx="5881">
                  <c:v>97.117870862884175</c:v>
                </c:pt>
                <c:pt idx="5882">
                  <c:v>97.117390661938543</c:v>
                </c:pt>
                <c:pt idx="5883">
                  <c:v>97.117039745862883</c:v>
                </c:pt>
                <c:pt idx="5884">
                  <c:v>97.116762706855795</c:v>
                </c:pt>
                <c:pt idx="5885">
                  <c:v>97.116467198581574</c:v>
                </c:pt>
                <c:pt idx="5886">
                  <c:v>97.115820774231679</c:v>
                </c:pt>
                <c:pt idx="5887">
                  <c:v>97.115654550827429</c:v>
                </c:pt>
                <c:pt idx="5888">
                  <c:v>97.115340573286062</c:v>
                </c:pt>
                <c:pt idx="5889">
                  <c:v>97.11489731087471</c:v>
                </c:pt>
                <c:pt idx="5890">
                  <c:v>97.114527925531917</c:v>
                </c:pt>
                <c:pt idx="5891">
                  <c:v>97.114195478723403</c:v>
                </c:pt>
                <c:pt idx="5892">
                  <c:v>97.113807624113477</c:v>
                </c:pt>
                <c:pt idx="5893">
                  <c:v>97.113696808510639</c:v>
                </c:pt>
                <c:pt idx="5894">
                  <c:v>97.113345892434992</c:v>
                </c:pt>
                <c:pt idx="5895">
                  <c:v>97.112921099290787</c:v>
                </c:pt>
                <c:pt idx="5896">
                  <c:v>97.112477836879435</c:v>
                </c:pt>
                <c:pt idx="5897">
                  <c:v>97.11234855200945</c:v>
                </c:pt>
                <c:pt idx="5898">
                  <c:v>97.112163859338068</c:v>
                </c:pt>
                <c:pt idx="5899">
                  <c:v>97.112016105200937</c:v>
                </c:pt>
                <c:pt idx="5900">
                  <c:v>97.111554373522466</c:v>
                </c:pt>
                <c:pt idx="5901">
                  <c:v>97.11136968085107</c:v>
                </c:pt>
                <c:pt idx="5902">
                  <c:v>97.110871010638306</c:v>
                </c:pt>
                <c:pt idx="5903">
                  <c:v>97.110686317966909</c:v>
                </c:pt>
                <c:pt idx="5904">
                  <c:v>97.110150709219866</c:v>
                </c:pt>
                <c:pt idx="5905">
                  <c:v>97.109892139479911</c:v>
                </c:pt>
                <c:pt idx="5906">
                  <c:v>97.109559692671397</c:v>
                </c:pt>
                <c:pt idx="5907">
                  <c:v>97.109282653664309</c:v>
                </c:pt>
                <c:pt idx="5908">
                  <c:v>97.10882092198581</c:v>
                </c:pt>
                <c:pt idx="5909">
                  <c:v>97.10865469858156</c:v>
                </c:pt>
                <c:pt idx="5910">
                  <c:v>97.108303782505914</c:v>
                </c:pt>
                <c:pt idx="5911">
                  <c:v>97.108082151300252</c:v>
                </c:pt>
                <c:pt idx="5912">
                  <c:v>97.107694296690312</c:v>
                </c:pt>
                <c:pt idx="5913">
                  <c:v>97.107472665484636</c:v>
                </c:pt>
                <c:pt idx="5914">
                  <c:v>97.107177157210415</c:v>
                </c:pt>
                <c:pt idx="5915">
                  <c:v>97.106900118203313</c:v>
                </c:pt>
                <c:pt idx="5916">
                  <c:v>97.10636450945627</c:v>
                </c:pt>
                <c:pt idx="5917">
                  <c:v>97.106050531914903</c:v>
                </c:pt>
                <c:pt idx="5918">
                  <c:v>97.10568114657211</c:v>
                </c:pt>
                <c:pt idx="5919">
                  <c:v>97.10564420803783</c:v>
                </c:pt>
                <c:pt idx="5920">
                  <c:v>97.105311761229316</c:v>
                </c:pt>
                <c:pt idx="5921">
                  <c:v>97.104997783687935</c:v>
                </c:pt>
                <c:pt idx="5922">
                  <c:v>97.104572990543744</c:v>
                </c:pt>
                <c:pt idx="5923">
                  <c:v>97.104388297872347</c:v>
                </c:pt>
                <c:pt idx="5924">
                  <c:v>97.104129728132378</c:v>
                </c:pt>
                <c:pt idx="5925">
                  <c:v>97.103797281323878</c:v>
                </c:pt>
                <c:pt idx="5926">
                  <c:v>97.103538711583937</c:v>
                </c:pt>
                <c:pt idx="5927">
                  <c:v>97.103501773049643</c:v>
                </c:pt>
                <c:pt idx="5928">
                  <c:v>97.103058510638292</c:v>
                </c:pt>
                <c:pt idx="5929">
                  <c:v>97.102818410165497</c:v>
                </c:pt>
                <c:pt idx="5930">
                  <c:v>97.102338209219866</c:v>
                </c:pt>
                <c:pt idx="5931">
                  <c:v>97.102135047281322</c:v>
                </c:pt>
                <c:pt idx="5932">
                  <c:v>97.10195035460994</c:v>
                </c:pt>
                <c:pt idx="5933">
                  <c:v>97.10172872340425</c:v>
                </c:pt>
                <c:pt idx="5934">
                  <c:v>97.101303930260059</c:v>
                </c:pt>
                <c:pt idx="5935">
                  <c:v>97.101137706855795</c:v>
                </c:pt>
                <c:pt idx="5936">
                  <c:v>97.100694444444443</c:v>
                </c:pt>
                <c:pt idx="5937">
                  <c:v>97.100380466903076</c:v>
                </c:pt>
                <c:pt idx="5938">
                  <c:v>97.099918735224591</c:v>
                </c:pt>
                <c:pt idx="5939">
                  <c:v>97.099844858156033</c:v>
                </c:pt>
                <c:pt idx="5940">
                  <c:v>97.099770981087474</c:v>
                </c:pt>
                <c:pt idx="5941">
                  <c:v>97.099549349881798</c:v>
                </c:pt>
                <c:pt idx="5942">
                  <c:v>97.099327718676122</c:v>
                </c:pt>
                <c:pt idx="5943">
                  <c:v>97.099050679669034</c:v>
                </c:pt>
                <c:pt idx="5944">
                  <c:v>97.098699763593388</c:v>
                </c:pt>
                <c:pt idx="5945">
                  <c:v>97.098588947990535</c:v>
                </c:pt>
                <c:pt idx="5946">
                  <c:v>97.098293439716315</c:v>
                </c:pt>
                <c:pt idx="5947">
                  <c:v>97.097997931442094</c:v>
                </c:pt>
                <c:pt idx="5948">
                  <c:v>97.09766548463358</c:v>
                </c:pt>
                <c:pt idx="5949">
                  <c:v>97.097222222222229</c:v>
                </c:pt>
                <c:pt idx="5950">
                  <c:v>97.09692671394798</c:v>
                </c:pt>
                <c:pt idx="5951">
                  <c:v>97.096575797872347</c:v>
                </c:pt>
                <c:pt idx="5952">
                  <c:v>97.096317228132392</c:v>
                </c:pt>
                <c:pt idx="5953">
                  <c:v>97.09626182033098</c:v>
                </c:pt>
                <c:pt idx="5954">
                  <c:v>97.097185283687949</c:v>
                </c:pt>
                <c:pt idx="5955">
                  <c:v>97.096649674940892</c:v>
                </c:pt>
                <c:pt idx="5956">
                  <c:v>97.095338356973997</c:v>
                </c:pt>
                <c:pt idx="5957">
                  <c:v>97.094377955082749</c:v>
                </c:pt>
                <c:pt idx="5958">
                  <c:v>97.093565307328618</c:v>
                </c:pt>
                <c:pt idx="5959">
                  <c:v>97.092752659574472</c:v>
                </c:pt>
                <c:pt idx="5960">
                  <c:v>97.092013888888886</c:v>
                </c:pt>
                <c:pt idx="5961">
                  <c:v>97.091607565011813</c:v>
                </c:pt>
                <c:pt idx="5962">
                  <c:v>97.091219710401901</c:v>
                </c:pt>
                <c:pt idx="5963">
                  <c:v>97.090831855791976</c:v>
                </c:pt>
                <c:pt idx="5964">
                  <c:v>97.090277777777771</c:v>
                </c:pt>
                <c:pt idx="5965">
                  <c:v>97.089926861702139</c:v>
                </c:pt>
                <c:pt idx="5966">
                  <c:v>97.089428191489375</c:v>
                </c:pt>
                <c:pt idx="5967">
                  <c:v>97.089280437352244</c:v>
                </c:pt>
                <c:pt idx="5968">
                  <c:v>97.089040336879435</c:v>
                </c:pt>
                <c:pt idx="5969">
                  <c:v>97.08891105200945</c:v>
                </c:pt>
                <c:pt idx="5970">
                  <c:v>97.088356973995289</c:v>
                </c:pt>
                <c:pt idx="5971">
                  <c:v>97.088320035460995</c:v>
                </c:pt>
                <c:pt idx="5972">
                  <c:v>97.088024527186761</c:v>
                </c:pt>
                <c:pt idx="5973">
                  <c:v>97.087876773049643</c:v>
                </c:pt>
                <c:pt idx="5974">
                  <c:v>97.087396572104026</c:v>
                </c:pt>
                <c:pt idx="5975">
                  <c:v>97.087138002364071</c:v>
                </c:pt>
                <c:pt idx="5976">
                  <c:v>97.086953309692674</c:v>
                </c:pt>
                <c:pt idx="5977">
                  <c:v>97.08665780141844</c:v>
                </c:pt>
                <c:pt idx="5978">
                  <c:v>97.08662086288416</c:v>
                </c:pt>
                <c:pt idx="5979">
                  <c:v>97.086399231678485</c:v>
                </c:pt>
                <c:pt idx="5980">
                  <c:v>97.085974438534279</c:v>
                </c:pt>
                <c:pt idx="5981">
                  <c:v>97.085992907801426</c:v>
                </c:pt>
                <c:pt idx="5982">
                  <c:v>97.085715868794324</c:v>
                </c:pt>
                <c:pt idx="5983">
                  <c:v>97.085494237588648</c:v>
                </c:pt>
                <c:pt idx="5984">
                  <c:v>97.085309544917251</c:v>
                </c:pt>
                <c:pt idx="5985">
                  <c:v>97.084958628841605</c:v>
                </c:pt>
                <c:pt idx="5986">
                  <c:v>97.084903221040193</c:v>
                </c:pt>
                <c:pt idx="5987">
                  <c:v>97.084736997635929</c:v>
                </c:pt>
                <c:pt idx="5988">
                  <c:v>97.084312204491724</c:v>
                </c:pt>
                <c:pt idx="5989">
                  <c:v>97.084072104018915</c:v>
                </c:pt>
                <c:pt idx="5990">
                  <c:v>97.083905880614651</c:v>
                </c:pt>
                <c:pt idx="5991">
                  <c:v>97.08381353427896</c:v>
                </c:pt>
                <c:pt idx="5992">
                  <c:v>97.083499556737578</c:v>
                </c:pt>
                <c:pt idx="5993">
                  <c:v>97.083222517730505</c:v>
                </c:pt>
                <c:pt idx="5994">
                  <c:v>97.083148640661946</c:v>
                </c:pt>
                <c:pt idx="5995">
                  <c:v>97.083000886524815</c:v>
                </c:pt>
                <c:pt idx="5996">
                  <c:v>97.082668439716315</c:v>
                </c:pt>
                <c:pt idx="5997">
                  <c:v>97.08253915484633</c:v>
                </c:pt>
                <c:pt idx="5998">
                  <c:v>97.082262115839242</c:v>
                </c:pt>
                <c:pt idx="5999">
                  <c:v>97.08237293144208</c:v>
                </c:pt>
                <c:pt idx="6000">
                  <c:v>97.082114361702139</c:v>
                </c:pt>
                <c:pt idx="6001">
                  <c:v>97.081800384160758</c:v>
                </c:pt>
                <c:pt idx="6002">
                  <c:v>97.081486406619391</c:v>
                </c:pt>
                <c:pt idx="6003">
                  <c:v>97.081264775413715</c:v>
                </c:pt>
                <c:pt idx="6004">
                  <c:v>97.080969267139466</c:v>
                </c:pt>
                <c:pt idx="6005">
                  <c:v>97.080821513002363</c:v>
                </c:pt>
                <c:pt idx="6006">
                  <c:v>97.080599881796687</c:v>
                </c:pt>
                <c:pt idx="6007">
                  <c:v>97.080526004728128</c:v>
                </c:pt>
                <c:pt idx="6008">
                  <c:v>97.080193557919628</c:v>
                </c:pt>
                <c:pt idx="6009">
                  <c:v>97.080027334515364</c:v>
                </c:pt>
                <c:pt idx="6010">
                  <c:v>97.079750295508276</c:v>
                </c:pt>
                <c:pt idx="6011">
                  <c:v>97.07973182624113</c:v>
                </c:pt>
                <c:pt idx="6012">
                  <c:v>97.079547133569747</c:v>
                </c:pt>
                <c:pt idx="6013">
                  <c:v>97.079491725768321</c:v>
                </c:pt>
                <c:pt idx="6014">
                  <c:v>97.079159278959821</c:v>
                </c:pt>
                <c:pt idx="6015">
                  <c:v>97.078752955082749</c:v>
                </c:pt>
                <c:pt idx="6016">
                  <c:v>97.078697547281322</c:v>
                </c:pt>
                <c:pt idx="6017">
                  <c:v>97.078549793144205</c:v>
                </c:pt>
                <c:pt idx="6018">
                  <c:v>97.078309692671411</c:v>
                </c:pt>
                <c:pt idx="6019">
                  <c:v>97.078161938534279</c:v>
                </c:pt>
                <c:pt idx="6020">
                  <c:v>97.077940307328618</c:v>
                </c:pt>
                <c:pt idx="6021">
                  <c:v>97.077940307328618</c:v>
                </c:pt>
                <c:pt idx="6022">
                  <c:v>97.077607860520104</c:v>
                </c:pt>
                <c:pt idx="6023">
                  <c:v>97.077367760047295</c:v>
                </c:pt>
                <c:pt idx="6024">
                  <c:v>97.077053782505914</c:v>
                </c:pt>
                <c:pt idx="6025">
                  <c:v>97.076924497635929</c:v>
                </c:pt>
                <c:pt idx="6026">
                  <c:v>97.076795212765958</c:v>
                </c:pt>
                <c:pt idx="6027">
                  <c:v>97.076739804964546</c:v>
                </c:pt>
                <c:pt idx="6028">
                  <c:v>97.076370419621753</c:v>
                </c:pt>
                <c:pt idx="6029">
                  <c:v>97.076425827423165</c:v>
                </c:pt>
                <c:pt idx="6030">
                  <c:v>97.076388888888886</c:v>
                </c:pt>
                <c:pt idx="6031">
                  <c:v>97.076185726950357</c:v>
                </c:pt>
                <c:pt idx="6032">
                  <c:v>97.075871749408989</c:v>
                </c:pt>
                <c:pt idx="6033">
                  <c:v>97.075723995271872</c:v>
                </c:pt>
                <c:pt idx="6034">
                  <c:v>97.075613179669034</c:v>
                </c:pt>
                <c:pt idx="6035">
                  <c:v>97.075631648936181</c:v>
                </c:pt>
                <c:pt idx="6036">
                  <c:v>97.075299202127667</c:v>
                </c:pt>
                <c:pt idx="6037">
                  <c:v>97.075206855791961</c:v>
                </c:pt>
                <c:pt idx="6038">
                  <c:v>97.075206855791961</c:v>
                </c:pt>
                <c:pt idx="6039">
                  <c:v>97.075022163120565</c:v>
                </c:pt>
                <c:pt idx="6040">
                  <c:v>97.074800531914903</c:v>
                </c:pt>
                <c:pt idx="6041">
                  <c:v>97.07456043144208</c:v>
                </c:pt>
                <c:pt idx="6042">
                  <c:v>97.074338800236418</c:v>
                </c:pt>
                <c:pt idx="6043">
                  <c:v>97.074227984633566</c:v>
                </c:pt>
                <c:pt idx="6044">
                  <c:v>97.073840130023655</c:v>
                </c:pt>
                <c:pt idx="6045">
                  <c:v>97.073766252955082</c:v>
                </c:pt>
                <c:pt idx="6046">
                  <c:v>97.073600029550832</c:v>
                </c:pt>
                <c:pt idx="6047">
                  <c:v>97.07332299054373</c:v>
                </c:pt>
                <c:pt idx="6048">
                  <c:v>97.07332299054373</c:v>
                </c:pt>
                <c:pt idx="6049">
                  <c:v>97.07299054373523</c:v>
                </c:pt>
                <c:pt idx="6050">
                  <c:v>97.072805851063833</c:v>
                </c:pt>
                <c:pt idx="6051">
                  <c:v>97.072787381796687</c:v>
                </c:pt>
                <c:pt idx="6052">
                  <c:v>97.072731973995275</c:v>
                </c:pt>
                <c:pt idx="6053">
                  <c:v>97.072584219858157</c:v>
                </c:pt>
                <c:pt idx="6054">
                  <c:v>97.072251773049643</c:v>
                </c:pt>
                <c:pt idx="6055">
                  <c:v>97.072122488179673</c:v>
                </c:pt>
                <c:pt idx="6056">
                  <c:v>97.072067080378261</c:v>
                </c:pt>
                <c:pt idx="6057">
                  <c:v>97.072011672576835</c:v>
                </c:pt>
                <c:pt idx="6058">
                  <c:v>97.071808510638306</c:v>
                </c:pt>
                <c:pt idx="6059">
                  <c:v>97.07158687943263</c:v>
                </c:pt>
                <c:pt idx="6060">
                  <c:v>97.071328309692689</c:v>
                </c:pt>
                <c:pt idx="6061">
                  <c:v>97.071328309692689</c:v>
                </c:pt>
                <c:pt idx="6062">
                  <c:v>97.070958924349895</c:v>
                </c:pt>
                <c:pt idx="6063">
                  <c:v>97.071069739952719</c:v>
                </c:pt>
                <c:pt idx="6064">
                  <c:v>97.070903516548469</c:v>
                </c:pt>
                <c:pt idx="6065">
                  <c:v>97.07047872340425</c:v>
                </c:pt>
                <c:pt idx="6066">
                  <c:v>97.070294030732867</c:v>
                </c:pt>
                <c:pt idx="6067">
                  <c:v>97.070423315602852</c:v>
                </c:pt>
                <c:pt idx="6068">
                  <c:v>97.070330969267147</c:v>
                </c:pt>
                <c:pt idx="6069">
                  <c:v>97.070072399527191</c:v>
                </c:pt>
                <c:pt idx="6070">
                  <c:v>97.069943114657207</c:v>
                </c:pt>
                <c:pt idx="6071">
                  <c:v>97.069961583924353</c:v>
                </c:pt>
                <c:pt idx="6072">
                  <c:v>97.069758421985824</c:v>
                </c:pt>
                <c:pt idx="6073">
                  <c:v>97.06962913711584</c:v>
                </c:pt>
                <c:pt idx="6074">
                  <c:v>97.069481382978722</c:v>
                </c:pt>
                <c:pt idx="6075">
                  <c:v>97.06925975177306</c:v>
                </c:pt>
                <c:pt idx="6076">
                  <c:v>97.069167405437355</c:v>
                </c:pt>
                <c:pt idx="6077">
                  <c:v>97.069148936170208</c:v>
                </c:pt>
                <c:pt idx="6078">
                  <c:v>97.069001182033105</c:v>
                </c:pt>
                <c:pt idx="6079">
                  <c:v>97.068945774231679</c:v>
                </c:pt>
                <c:pt idx="6080">
                  <c:v>97.068761081560297</c:v>
                </c:pt>
                <c:pt idx="6081">
                  <c:v>97.068853427895974</c:v>
                </c:pt>
                <c:pt idx="6082">
                  <c:v>97.068520981087474</c:v>
                </c:pt>
                <c:pt idx="6083">
                  <c:v>97.068410165484636</c:v>
                </c:pt>
                <c:pt idx="6084">
                  <c:v>97.068391696217503</c:v>
                </c:pt>
                <c:pt idx="6085">
                  <c:v>97.068262411347533</c:v>
                </c:pt>
                <c:pt idx="6086">
                  <c:v>97.068391696217503</c:v>
                </c:pt>
                <c:pt idx="6087">
                  <c:v>97.068520981087474</c:v>
                </c:pt>
                <c:pt idx="6088">
                  <c:v>97.06818853427896</c:v>
                </c:pt>
                <c:pt idx="6089">
                  <c:v>97.068040780141843</c:v>
                </c:pt>
                <c:pt idx="6090">
                  <c:v>97.067819148936167</c:v>
                </c:pt>
                <c:pt idx="6091">
                  <c:v>97.067523640661946</c:v>
                </c:pt>
                <c:pt idx="6092">
                  <c:v>97.067246601654844</c:v>
                </c:pt>
                <c:pt idx="6093">
                  <c:v>97.067080378250594</c:v>
                </c:pt>
                <c:pt idx="6094">
                  <c:v>97.067375886524815</c:v>
                </c:pt>
                <c:pt idx="6095">
                  <c:v>97.067449763593388</c:v>
                </c:pt>
                <c:pt idx="6096">
                  <c:v>97.067357417257696</c:v>
                </c:pt>
                <c:pt idx="6097">
                  <c:v>97.067320478723417</c:v>
                </c:pt>
                <c:pt idx="6098">
                  <c:v>97.067080378250594</c:v>
                </c:pt>
                <c:pt idx="6099">
                  <c:v>97.066858747044932</c:v>
                </c:pt>
                <c:pt idx="6100">
                  <c:v>97.066692523640668</c:v>
                </c:pt>
                <c:pt idx="6101">
                  <c:v>97.066526300236404</c:v>
                </c:pt>
                <c:pt idx="6102">
                  <c:v>97.066563238770684</c:v>
                </c:pt>
                <c:pt idx="6103">
                  <c:v>97.066600177304963</c:v>
                </c:pt>
                <c:pt idx="6104">
                  <c:v>97.066230791962184</c:v>
                </c:pt>
                <c:pt idx="6105">
                  <c:v>97.06628619976361</c:v>
                </c:pt>
                <c:pt idx="6106">
                  <c:v>97.066323138297889</c:v>
                </c:pt>
                <c:pt idx="6107">
                  <c:v>97.066193853427905</c:v>
                </c:pt>
                <c:pt idx="6108">
                  <c:v>97.065972222222214</c:v>
                </c:pt>
                <c:pt idx="6109">
                  <c:v>97.065916814420817</c:v>
                </c:pt>
                <c:pt idx="6110">
                  <c:v>97.065879875886523</c:v>
                </c:pt>
                <c:pt idx="6111">
                  <c:v>97.065805998817964</c:v>
                </c:pt>
                <c:pt idx="6112">
                  <c:v>97.065750591016553</c:v>
                </c:pt>
                <c:pt idx="6113">
                  <c:v>97.065676713947994</c:v>
                </c:pt>
                <c:pt idx="6114">
                  <c:v>97.065288859338068</c:v>
                </c:pt>
                <c:pt idx="6115">
                  <c:v>97.065492021276597</c:v>
                </c:pt>
                <c:pt idx="6116">
                  <c:v>97.065584367612303</c:v>
                </c:pt>
                <c:pt idx="6117">
                  <c:v>97.065455082742318</c:v>
                </c:pt>
                <c:pt idx="6118">
                  <c:v>97.06534426713948</c:v>
                </c:pt>
                <c:pt idx="6119">
                  <c:v>97.065492021276597</c:v>
                </c:pt>
                <c:pt idx="6120">
                  <c:v>97.065233451536642</c:v>
                </c:pt>
                <c:pt idx="6121">
                  <c:v>97.065030289598113</c:v>
                </c:pt>
                <c:pt idx="6122">
                  <c:v>97.064864066193863</c:v>
                </c:pt>
                <c:pt idx="6123">
                  <c:v>97.064864066193863</c:v>
                </c:pt>
                <c:pt idx="6124">
                  <c:v>97.064827127659584</c:v>
                </c:pt>
                <c:pt idx="6125">
                  <c:v>97.064790189125304</c:v>
                </c:pt>
                <c:pt idx="6126">
                  <c:v>97.064476211583923</c:v>
                </c:pt>
                <c:pt idx="6127">
                  <c:v>97.064383865248232</c:v>
                </c:pt>
                <c:pt idx="6128">
                  <c:v>97.06432845744682</c:v>
                </c:pt>
                <c:pt idx="6129">
                  <c:v>97.064125295508276</c:v>
                </c:pt>
                <c:pt idx="6130">
                  <c:v>97.064069887706864</c:v>
                </c:pt>
                <c:pt idx="6131">
                  <c:v>97.064088356973997</c:v>
                </c:pt>
                <c:pt idx="6132">
                  <c:v>97.064051418439718</c:v>
                </c:pt>
                <c:pt idx="6133">
                  <c:v>97.064014479905453</c:v>
                </c:pt>
                <c:pt idx="6134">
                  <c:v>97.063977541371159</c:v>
                </c:pt>
                <c:pt idx="6135">
                  <c:v>97.063866725768321</c:v>
                </c:pt>
                <c:pt idx="6136">
                  <c:v>97.06394060283688</c:v>
                </c:pt>
                <c:pt idx="6137">
                  <c:v>97.063922133569747</c:v>
                </c:pt>
                <c:pt idx="6138">
                  <c:v>97.064014479905453</c:v>
                </c:pt>
                <c:pt idx="6139">
                  <c:v>97.063792848699777</c:v>
                </c:pt>
                <c:pt idx="6140">
                  <c:v>97.063682033096939</c:v>
                </c:pt>
                <c:pt idx="6141">
                  <c:v>97.063682033096939</c:v>
                </c:pt>
                <c:pt idx="6142">
                  <c:v>97.063423463356983</c:v>
                </c:pt>
                <c:pt idx="6143">
                  <c:v>97.063294178486998</c:v>
                </c:pt>
                <c:pt idx="6144">
                  <c:v>97.063275709219852</c:v>
                </c:pt>
                <c:pt idx="6145">
                  <c:v>97.063127955082749</c:v>
                </c:pt>
                <c:pt idx="6146">
                  <c:v>97.063109485815602</c:v>
                </c:pt>
                <c:pt idx="6147">
                  <c:v>97.063146424349895</c:v>
                </c:pt>
                <c:pt idx="6148">
                  <c:v>97.063127955082749</c:v>
                </c:pt>
                <c:pt idx="6149">
                  <c:v>97.063294178486998</c:v>
                </c:pt>
                <c:pt idx="6150">
                  <c:v>97.063035608747043</c:v>
                </c:pt>
                <c:pt idx="6151">
                  <c:v>97.062980200945631</c:v>
                </c:pt>
                <c:pt idx="6152">
                  <c:v>97.062832446808514</c:v>
                </c:pt>
                <c:pt idx="6153">
                  <c:v>97.062795508274235</c:v>
                </c:pt>
                <c:pt idx="6154">
                  <c:v>97.062795508274235</c:v>
                </c:pt>
                <c:pt idx="6155">
                  <c:v>97.06272163120569</c:v>
                </c:pt>
                <c:pt idx="6156">
                  <c:v>97.0625</c:v>
                </c:pt>
                <c:pt idx="6157">
                  <c:v>97.062352245862897</c:v>
                </c:pt>
                <c:pt idx="6158">
                  <c:v>97.062315307328618</c:v>
                </c:pt>
                <c:pt idx="6159">
                  <c:v>97.062444592198588</c:v>
                </c:pt>
                <c:pt idx="6160">
                  <c:v>97.062130614657221</c:v>
                </c:pt>
                <c:pt idx="6161">
                  <c:v>97.062241430260045</c:v>
                </c:pt>
                <c:pt idx="6162">
                  <c:v>97.062315307328618</c:v>
                </c:pt>
                <c:pt idx="6163">
                  <c:v>97.06233377659575</c:v>
                </c:pt>
                <c:pt idx="6164">
                  <c:v>97.062222960992912</c:v>
                </c:pt>
                <c:pt idx="6165">
                  <c:v>97.062241430260045</c:v>
                </c:pt>
                <c:pt idx="6166">
                  <c:v>97.062315307328618</c:v>
                </c:pt>
                <c:pt idx="6167">
                  <c:v>97.062389184397162</c:v>
                </c:pt>
                <c:pt idx="6168">
                  <c:v>97.062204491725765</c:v>
                </c:pt>
                <c:pt idx="6169">
                  <c:v>97.062019799054383</c:v>
                </c:pt>
                <c:pt idx="6170">
                  <c:v>97.061982860520104</c:v>
                </c:pt>
                <c:pt idx="6171">
                  <c:v>97.061761229314428</c:v>
                </c:pt>
                <c:pt idx="6172">
                  <c:v>97.061724290780148</c:v>
                </c:pt>
                <c:pt idx="6173">
                  <c:v>97.061631944444443</c:v>
                </c:pt>
                <c:pt idx="6174">
                  <c:v>97.06165041371159</c:v>
                </c:pt>
                <c:pt idx="6175">
                  <c:v>97.061595005910178</c:v>
                </c:pt>
                <c:pt idx="6176">
                  <c:v>97.061558067375884</c:v>
                </c:pt>
                <c:pt idx="6177">
                  <c:v>97.061631944444443</c:v>
                </c:pt>
                <c:pt idx="6178">
                  <c:v>97.061576536643031</c:v>
                </c:pt>
                <c:pt idx="6179">
                  <c:v>97.061558067375884</c:v>
                </c:pt>
                <c:pt idx="6180">
                  <c:v>97.061317966903076</c:v>
                </c:pt>
                <c:pt idx="6181">
                  <c:v>97.061151743498826</c:v>
                </c:pt>
                <c:pt idx="6182">
                  <c:v>97.061188682033105</c:v>
                </c:pt>
                <c:pt idx="6183">
                  <c:v>97.061133274231679</c:v>
                </c:pt>
                <c:pt idx="6184">
                  <c:v>97.0610963356974</c:v>
                </c:pt>
                <c:pt idx="6185">
                  <c:v>97.060985520094562</c:v>
                </c:pt>
                <c:pt idx="6186">
                  <c:v>97.060967050827415</c:v>
                </c:pt>
                <c:pt idx="6187">
                  <c:v>97.0610963356974</c:v>
                </c:pt>
                <c:pt idx="6188">
                  <c:v>97.060948581560297</c:v>
                </c:pt>
                <c:pt idx="6189">
                  <c:v>97.060948581560297</c:v>
                </c:pt>
                <c:pt idx="6190">
                  <c:v>97.060874704491724</c:v>
                </c:pt>
                <c:pt idx="6191">
                  <c:v>97.06089317375887</c:v>
                </c:pt>
                <c:pt idx="6192">
                  <c:v>97.060837765957444</c:v>
                </c:pt>
                <c:pt idx="6193">
                  <c:v>97.060911643026017</c:v>
                </c:pt>
                <c:pt idx="6194">
                  <c:v>97.060856235224591</c:v>
                </c:pt>
                <c:pt idx="6195">
                  <c:v>97.060800827423165</c:v>
                </c:pt>
                <c:pt idx="6196">
                  <c:v>97.060690011820341</c:v>
                </c:pt>
                <c:pt idx="6197">
                  <c:v>97.060690011820341</c:v>
                </c:pt>
                <c:pt idx="6198">
                  <c:v>97.060616134751783</c:v>
                </c:pt>
                <c:pt idx="6199">
                  <c:v>97.060320626477548</c:v>
                </c:pt>
                <c:pt idx="6200">
                  <c:v>97.07315676713948</c:v>
                </c:pt>
                <c:pt idx="6201">
                  <c:v>97.04085401891254</c:v>
                </c:pt>
                <c:pt idx="6202">
                  <c:v>96.984171838061471</c:v>
                </c:pt>
                <c:pt idx="6203">
                  <c:v>96.934434101654858</c:v>
                </c:pt>
                <c:pt idx="6204">
                  <c:v>96.897329343971634</c:v>
                </c:pt>
                <c:pt idx="6205">
                  <c:v>96.869902482269509</c:v>
                </c:pt>
                <c:pt idx="6206">
                  <c:v>96.849124556737593</c:v>
                </c:pt>
                <c:pt idx="6207">
                  <c:v>96.833591903073284</c:v>
                </c:pt>
                <c:pt idx="6208">
                  <c:v>96.822547281323878</c:v>
                </c:pt>
                <c:pt idx="6209">
                  <c:v>96.813977541371159</c:v>
                </c:pt>
                <c:pt idx="6210">
                  <c:v>96.807513297872347</c:v>
                </c:pt>
                <c:pt idx="6211">
                  <c:v>96.80272975768321</c:v>
                </c:pt>
                <c:pt idx="6212">
                  <c:v>96.79916518912529</c:v>
                </c:pt>
                <c:pt idx="6213">
                  <c:v>96.796542553191486</c:v>
                </c:pt>
                <c:pt idx="6214">
                  <c:v>96.794326241134769</c:v>
                </c:pt>
                <c:pt idx="6215">
                  <c:v>96.792848699763596</c:v>
                </c:pt>
                <c:pt idx="6216">
                  <c:v>96.791648197399525</c:v>
                </c:pt>
                <c:pt idx="6217">
                  <c:v>96.790817080378247</c:v>
                </c:pt>
                <c:pt idx="6218">
                  <c:v>96.790373817966895</c:v>
                </c:pt>
                <c:pt idx="6219">
                  <c:v>96.789764332151307</c:v>
                </c:pt>
                <c:pt idx="6220">
                  <c:v>96.789247192671397</c:v>
                </c:pt>
                <c:pt idx="6221">
                  <c:v>96.78889627659575</c:v>
                </c:pt>
                <c:pt idx="6222">
                  <c:v>96.788711583924353</c:v>
                </c:pt>
                <c:pt idx="6223">
                  <c:v>96.788563829787236</c:v>
                </c:pt>
                <c:pt idx="6224">
                  <c:v>96.788526891252957</c:v>
                </c:pt>
                <c:pt idx="6225">
                  <c:v>96.788416075650119</c:v>
                </c:pt>
                <c:pt idx="6226">
                  <c:v>96.788508421985824</c:v>
                </c:pt>
                <c:pt idx="6227">
                  <c:v>96.788379137115825</c:v>
                </c:pt>
                <c:pt idx="6228">
                  <c:v>96.788453014184412</c:v>
                </c:pt>
                <c:pt idx="6229">
                  <c:v>96.788563829787236</c:v>
                </c:pt>
                <c:pt idx="6230">
                  <c:v>96.78040041371159</c:v>
                </c:pt>
                <c:pt idx="6231">
                  <c:v>96.770537825059108</c:v>
                </c:pt>
                <c:pt idx="6232">
                  <c:v>96.762355939716315</c:v>
                </c:pt>
                <c:pt idx="6233">
                  <c:v>96.756334958628841</c:v>
                </c:pt>
                <c:pt idx="6234">
                  <c:v>96.752160904255319</c:v>
                </c:pt>
                <c:pt idx="6235">
                  <c:v>96.748670212765958</c:v>
                </c:pt>
                <c:pt idx="6236">
                  <c:v>96.746047576832154</c:v>
                </c:pt>
                <c:pt idx="6237">
                  <c:v>96.744422281323878</c:v>
                </c:pt>
                <c:pt idx="6238">
                  <c:v>96.743351063829792</c:v>
                </c:pt>
                <c:pt idx="6239">
                  <c:v>96.742279846335705</c:v>
                </c:pt>
                <c:pt idx="6240">
                  <c:v>96.741264036643031</c:v>
                </c:pt>
                <c:pt idx="6241">
                  <c:v>96.740709958628841</c:v>
                </c:pt>
                <c:pt idx="6242">
                  <c:v>96.740137411347519</c:v>
                </c:pt>
                <c:pt idx="6243">
                  <c:v>96.739860372340431</c:v>
                </c:pt>
                <c:pt idx="6244">
                  <c:v>96.73950945626477</c:v>
                </c:pt>
                <c:pt idx="6245">
                  <c:v>96.739195478723403</c:v>
                </c:pt>
                <c:pt idx="6246">
                  <c:v>96.739250886524829</c:v>
                </c:pt>
                <c:pt idx="6247">
                  <c:v>96.739250886524829</c:v>
                </c:pt>
                <c:pt idx="6248">
                  <c:v>96.755245271867622</c:v>
                </c:pt>
                <c:pt idx="6249">
                  <c:v>96.745696660756508</c:v>
                </c:pt>
                <c:pt idx="6250">
                  <c:v>96.724512411347519</c:v>
                </c:pt>
                <c:pt idx="6251">
                  <c:v>96.705821513002363</c:v>
                </c:pt>
                <c:pt idx="6252">
                  <c:v>96.691489361702139</c:v>
                </c:pt>
                <c:pt idx="6253">
                  <c:v>96.680555555555557</c:v>
                </c:pt>
                <c:pt idx="6254">
                  <c:v>96.672835401891248</c:v>
                </c:pt>
                <c:pt idx="6255">
                  <c:v>96.666888297872347</c:v>
                </c:pt>
                <c:pt idx="6256">
                  <c:v>96.662437204491738</c:v>
                </c:pt>
                <c:pt idx="6257">
                  <c:v>96.659075797872333</c:v>
                </c:pt>
                <c:pt idx="6258">
                  <c:v>96.656527039007102</c:v>
                </c:pt>
                <c:pt idx="6259">
                  <c:v>96.654661643026003</c:v>
                </c:pt>
                <c:pt idx="6260">
                  <c:v>96.653294917257696</c:v>
                </c:pt>
                <c:pt idx="6261">
                  <c:v>96.652205230496463</c:v>
                </c:pt>
                <c:pt idx="6262">
                  <c:v>96.651447990543744</c:v>
                </c:pt>
                <c:pt idx="6263">
                  <c:v>96.650783096926702</c:v>
                </c:pt>
                <c:pt idx="6264">
                  <c:v>96.650524527186761</c:v>
                </c:pt>
                <c:pt idx="6265">
                  <c:v>96.65004432624113</c:v>
                </c:pt>
                <c:pt idx="6266">
                  <c:v>96.649896572104026</c:v>
                </c:pt>
                <c:pt idx="6267">
                  <c:v>96.649896572104026</c:v>
                </c:pt>
                <c:pt idx="6268">
                  <c:v>96.649748817966895</c:v>
                </c:pt>
                <c:pt idx="6269">
                  <c:v>96.649619533096924</c:v>
                </c:pt>
                <c:pt idx="6270">
                  <c:v>96.649490248226954</c:v>
                </c:pt>
                <c:pt idx="6271">
                  <c:v>96.649490248226954</c:v>
                </c:pt>
                <c:pt idx="6272">
                  <c:v>96.649564125295512</c:v>
                </c:pt>
                <c:pt idx="6273">
                  <c:v>96.649490248226954</c:v>
                </c:pt>
                <c:pt idx="6274">
                  <c:v>96.649453309692674</c:v>
                </c:pt>
                <c:pt idx="6275">
                  <c:v>96.649453309692674</c:v>
                </c:pt>
                <c:pt idx="6276">
                  <c:v>96.649545656028366</c:v>
                </c:pt>
                <c:pt idx="6277">
                  <c:v>96.649453309692674</c:v>
                </c:pt>
                <c:pt idx="6278">
                  <c:v>96.649416371158395</c:v>
                </c:pt>
                <c:pt idx="6279">
                  <c:v>96.64912086288416</c:v>
                </c:pt>
                <c:pt idx="6280">
                  <c:v>96.649231678486998</c:v>
                </c:pt>
                <c:pt idx="6281">
                  <c:v>96.649360963356983</c:v>
                </c:pt>
                <c:pt idx="6282">
                  <c:v>96.649453309692674</c:v>
                </c:pt>
                <c:pt idx="6283">
                  <c:v>96.649324024822704</c:v>
                </c:pt>
                <c:pt idx="6284">
                  <c:v>96.649157801418454</c:v>
                </c:pt>
                <c:pt idx="6285">
                  <c:v>96.649231678486998</c:v>
                </c:pt>
                <c:pt idx="6286">
                  <c:v>96.649268617021278</c:v>
                </c:pt>
                <c:pt idx="6287">
                  <c:v>96.64899157801419</c:v>
                </c:pt>
                <c:pt idx="6288">
                  <c:v>96.649046985815602</c:v>
                </c:pt>
                <c:pt idx="6289">
                  <c:v>96.649305555555557</c:v>
                </c:pt>
                <c:pt idx="6290">
                  <c:v>96.649748817966895</c:v>
                </c:pt>
                <c:pt idx="6291">
                  <c:v>96.649490248226954</c:v>
                </c:pt>
                <c:pt idx="6292">
                  <c:v>96.649231678486998</c:v>
                </c:pt>
                <c:pt idx="6293">
                  <c:v>96.64899157801419</c:v>
                </c:pt>
                <c:pt idx="6294">
                  <c:v>96.64912086288416</c:v>
                </c:pt>
                <c:pt idx="6295">
                  <c:v>96.648899231678485</c:v>
                </c:pt>
                <c:pt idx="6296">
                  <c:v>96.648659131205676</c:v>
                </c:pt>
                <c:pt idx="6297">
                  <c:v>96.64882535460994</c:v>
                </c:pt>
                <c:pt idx="6298">
                  <c:v>96.649157801418454</c:v>
                </c:pt>
                <c:pt idx="6299">
                  <c:v>96.649046985815602</c:v>
                </c:pt>
                <c:pt idx="6300">
                  <c:v>96.649157801418454</c:v>
                </c:pt>
                <c:pt idx="6301">
                  <c:v>96.648899231678485</c:v>
                </c:pt>
                <c:pt idx="6302">
                  <c:v>96.648954639479911</c:v>
                </c:pt>
                <c:pt idx="6303">
                  <c:v>96.648862293144205</c:v>
                </c:pt>
                <c:pt idx="6304">
                  <c:v>96.648899231678485</c:v>
                </c:pt>
                <c:pt idx="6305">
                  <c:v>96.64899157801419</c:v>
                </c:pt>
                <c:pt idx="6306">
                  <c:v>96.649046985815602</c:v>
                </c:pt>
                <c:pt idx="6307">
                  <c:v>96.648917700945631</c:v>
                </c:pt>
                <c:pt idx="6308">
                  <c:v>96.64899157801419</c:v>
                </c:pt>
                <c:pt idx="6309">
                  <c:v>96.648751477541381</c:v>
                </c:pt>
                <c:pt idx="6310">
                  <c:v>96.648936170212764</c:v>
                </c:pt>
                <c:pt idx="6311">
                  <c:v>96.64899157801419</c:v>
                </c:pt>
                <c:pt idx="6312">
                  <c:v>96.648714539007088</c:v>
                </c:pt>
                <c:pt idx="6313">
                  <c:v>96.648529846335691</c:v>
                </c:pt>
                <c:pt idx="6314">
                  <c:v>96.648455969267147</c:v>
                </c:pt>
                <c:pt idx="6315">
                  <c:v>96.648455969267147</c:v>
                </c:pt>
                <c:pt idx="6316">
                  <c:v>96.648751477541381</c:v>
                </c:pt>
                <c:pt idx="6317">
                  <c:v>96.648677600472809</c:v>
                </c:pt>
                <c:pt idx="6318">
                  <c:v>96.648640661938529</c:v>
                </c:pt>
                <c:pt idx="6319">
                  <c:v>96.648511377068559</c:v>
                </c:pt>
                <c:pt idx="6320">
                  <c:v>96.648585254137117</c:v>
                </c:pt>
                <c:pt idx="6321">
                  <c:v>96.648585254137117</c:v>
                </c:pt>
                <c:pt idx="6322">
                  <c:v>96.648640661938529</c:v>
                </c:pt>
                <c:pt idx="6323">
                  <c:v>96.648733008274235</c:v>
                </c:pt>
                <c:pt idx="6324">
                  <c:v>96.648788416075661</c:v>
                </c:pt>
                <c:pt idx="6325">
                  <c:v>96.648751477541381</c:v>
                </c:pt>
                <c:pt idx="6326">
                  <c:v>96.64899157801419</c:v>
                </c:pt>
                <c:pt idx="6327">
                  <c:v>96.648788416075661</c:v>
                </c:pt>
                <c:pt idx="6328">
                  <c:v>96.648585254137117</c:v>
                </c:pt>
                <c:pt idx="6329">
                  <c:v>96.648659131205676</c:v>
                </c:pt>
                <c:pt idx="6330">
                  <c:v>96.648640661938529</c:v>
                </c:pt>
                <c:pt idx="6331">
                  <c:v>96.6484375</c:v>
                </c:pt>
                <c:pt idx="6332">
                  <c:v>96.648566784869985</c:v>
                </c:pt>
                <c:pt idx="6333">
                  <c:v>96.648566784869985</c:v>
                </c:pt>
                <c:pt idx="6334">
                  <c:v>96.648696069739955</c:v>
                </c:pt>
                <c:pt idx="6335">
                  <c:v>96.648640661938529</c:v>
                </c:pt>
                <c:pt idx="6336">
                  <c:v>96.648714539007088</c:v>
                </c:pt>
                <c:pt idx="6337">
                  <c:v>96.64882535460994</c:v>
                </c:pt>
                <c:pt idx="6338">
                  <c:v>96.648899231678485</c:v>
                </c:pt>
                <c:pt idx="6339">
                  <c:v>96.648751477541381</c:v>
                </c:pt>
                <c:pt idx="6340">
                  <c:v>96.648677600472809</c:v>
                </c:pt>
                <c:pt idx="6341">
                  <c:v>96.648640661938529</c:v>
                </c:pt>
                <c:pt idx="6342">
                  <c:v>96.648603723404264</c:v>
                </c:pt>
                <c:pt idx="6343">
                  <c:v>96.648492907801426</c:v>
                </c:pt>
                <c:pt idx="6344">
                  <c:v>96.648548315602838</c:v>
                </c:pt>
                <c:pt idx="6345">
                  <c:v>96.648382092198588</c:v>
                </c:pt>
                <c:pt idx="6346">
                  <c:v>96.648419030732867</c:v>
                </c:pt>
                <c:pt idx="6347">
                  <c:v>96.64827127659575</c:v>
                </c:pt>
                <c:pt idx="6348">
                  <c:v>96.648455969267147</c:v>
                </c:pt>
                <c:pt idx="6349">
                  <c:v>96.648419030732867</c:v>
                </c:pt>
                <c:pt idx="6350">
                  <c:v>96.64827127659575</c:v>
                </c:pt>
                <c:pt idx="6351">
                  <c:v>96.648234338061471</c:v>
                </c:pt>
                <c:pt idx="6352">
                  <c:v>96.648215868794338</c:v>
                </c:pt>
                <c:pt idx="6353">
                  <c:v>96.647938829787236</c:v>
                </c:pt>
                <c:pt idx="6354">
                  <c:v>96.648123522458633</c:v>
                </c:pt>
                <c:pt idx="6355">
                  <c:v>96.648160460992912</c:v>
                </c:pt>
                <c:pt idx="6356">
                  <c:v>96.648197399527191</c:v>
                </c:pt>
                <c:pt idx="6357">
                  <c:v>96.648308215130015</c:v>
                </c:pt>
                <c:pt idx="6358">
                  <c:v>96.648308215130015</c:v>
                </c:pt>
                <c:pt idx="6359">
                  <c:v>96.648345153664309</c:v>
                </c:pt>
                <c:pt idx="6360">
                  <c:v>96.648345153664309</c:v>
                </c:pt>
                <c:pt idx="6361">
                  <c:v>96.647938829787236</c:v>
                </c:pt>
                <c:pt idx="6362">
                  <c:v>96.648178930260045</c:v>
                </c:pt>
                <c:pt idx="6363">
                  <c:v>96.648289745862897</c:v>
                </c:pt>
                <c:pt idx="6364">
                  <c:v>96.648382092198588</c:v>
                </c:pt>
                <c:pt idx="6365">
                  <c:v>96.648511377068559</c:v>
                </c:pt>
                <c:pt idx="6366">
                  <c:v>96.648363622931441</c:v>
                </c:pt>
                <c:pt idx="6367">
                  <c:v>96.64827127659575</c:v>
                </c:pt>
                <c:pt idx="6368">
                  <c:v>96.647957299054383</c:v>
                </c:pt>
                <c:pt idx="6369">
                  <c:v>96.647883421985824</c:v>
                </c:pt>
                <c:pt idx="6370">
                  <c:v>96.647643321513002</c:v>
                </c:pt>
                <c:pt idx="6371">
                  <c:v>96.647366282505914</c:v>
                </c:pt>
                <c:pt idx="6372">
                  <c:v>96.64742169030734</c:v>
                </c:pt>
                <c:pt idx="6373">
                  <c:v>96.647218528368811</c:v>
                </c:pt>
                <c:pt idx="6374">
                  <c:v>96.647218528368811</c:v>
                </c:pt>
                <c:pt idx="6375">
                  <c:v>96.647089243498812</c:v>
                </c:pt>
                <c:pt idx="6376">
                  <c:v>96.645593232860534</c:v>
                </c:pt>
                <c:pt idx="6377">
                  <c:v>96.643690898345156</c:v>
                </c:pt>
                <c:pt idx="6378">
                  <c:v>96.642471926713952</c:v>
                </c:pt>
                <c:pt idx="6379">
                  <c:v>96.641123670212764</c:v>
                </c:pt>
                <c:pt idx="6380">
                  <c:v>96.640440307328618</c:v>
                </c:pt>
                <c:pt idx="6381">
                  <c:v>96.639886229314413</c:v>
                </c:pt>
                <c:pt idx="6382">
                  <c:v>96.639295212765958</c:v>
                </c:pt>
                <c:pt idx="6383">
                  <c:v>96.638870419621753</c:v>
                </c:pt>
                <c:pt idx="6384">
                  <c:v>96.638648788416077</c:v>
                </c:pt>
                <c:pt idx="6385">
                  <c:v>96.638445626477548</c:v>
                </c:pt>
                <c:pt idx="6386">
                  <c:v>96.638297872340431</c:v>
                </c:pt>
                <c:pt idx="6387">
                  <c:v>96.638113179669034</c:v>
                </c:pt>
                <c:pt idx="6388">
                  <c:v>96.638150118203313</c:v>
                </c:pt>
                <c:pt idx="6389">
                  <c:v>96.638020833333343</c:v>
                </c:pt>
                <c:pt idx="6390">
                  <c:v>96.535350177304963</c:v>
                </c:pt>
                <c:pt idx="6391">
                  <c:v>96.120234929078023</c:v>
                </c:pt>
                <c:pt idx="6392">
                  <c:v>95.669363179669034</c:v>
                </c:pt>
                <c:pt idx="6393">
                  <c:v>95.307808806146582</c:v>
                </c:pt>
                <c:pt idx="6394">
                  <c:v>95.037270981087474</c:v>
                </c:pt>
                <c:pt idx="6395">
                  <c:v>94.835752807328618</c:v>
                </c:pt>
                <c:pt idx="6396">
                  <c:v>94.685265218676136</c:v>
                </c:pt>
                <c:pt idx="6397">
                  <c:v>94.572233303782511</c:v>
                </c:pt>
                <c:pt idx="6398">
                  <c:v>94.487311613475171</c:v>
                </c:pt>
                <c:pt idx="6399">
                  <c:v>94.423463356973997</c:v>
                </c:pt>
                <c:pt idx="6400">
                  <c:v>94.375812647754145</c:v>
                </c:pt>
                <c:pt idx="6401">
                  <c:v>94.339982269503537</c:v>
                </c:pt>
                <c:pt idx="6402">
                  <c:v>94.313091016548469</c:v>
                </c:pt>
                <c:pt idx="6403">
                  <c:v>94.292848699763582</c:v>
                </c:pt>
                <c:pt idx="6404">
                  <c:v>94.277888593380624</c:v>
                </c:pt>
                <c:pt idx="6405">
                  <c:v>94.266696217494101</c:v>
                </c:pt>
                <c:pt idx="6406">
                  <c:v>94.258311170212778</c:v>
                </c:pt>
                <c:pt idx="6407">
                  <c:v>94.251809988179673</c:v>
                </c:pt>
                <c:pt idx="6408">
                  <c:v>94.247081855791961</c:v>
                </c:pt>
                <c:pt idx="6409">
                  <c:v>94.243591164302615</c:v>
                </c:pt>
                <c:pt idx="6410">
                  <c:v>94.240950059101664</c:v>
                </c:pt>
                <c:pt idx="6411">
                  <c:v>94.238955378250594</c:v>
                </c:pt>
                <c:pt idx="6412">
                  <c:v>94.237422429078023</c:v>
                </c:pt>
                <c:pt idx="6413">
                  <c:v>94.236258865248232</c:v>
                </c:pt>
                <c:pt idx="6414">
                  <c:v>94.235630910165483</c:v>
                </c:pt>
                <c:pt idx="6415">
                  <c:v>94.234744385342793</c:v>
                </c:pt>
                <c:pt idx="6416">
                  <c:v>94.234153368794324</c:v>
                </c:pt>
                <c:pt idx="6417">
                  <c:v>94.233783983451531</c:v>
                </c:pt>
                <c:pt idx="6418">
                  <c:v>94.233599290780134</c:v>
                </c:pt>
                <c:pt idx="6419">
                  <c:v>94.233636229314428</c:v>
                </c:pt>
                <c:pt idx="6420">
                  <c:v>94.233562352245855</c:v>
                </c:pt>
                <c:pt idx="6421">
                  <c:v>94.23332225177306</c:v>
                </c:pt>
                <c:pt idx="6422">
                  <c:v>94.233377659574487</c:v>
                </c:pt>
                <c:pt idx="6423">
                  <c:v>94.233119089834517</c:v>
                </c:pt>
                <c:pt idx="6424">
                  <c:v>94.233100620567384</c:v>
                </c:pt>
                <c:pt idx="6425">
                  <c:v>94.233137559101664</c:v>
                </c:pt>
                <c:pt idx="6426">
                  <c:v>94.23293439716312</c:v>
                </c:pt>
                <c:pt idx="6427">
                  <c:v>94.232897458628841</c:v>
                </c:pt>
                <c:pt idx="6428">
                  <c:v>94.232712765957444</c:v>
                </c:pt>
                <c:pt idx="6429">
                  <c:v>94.232528073286048</c:v>
                </c:pt>
                <c:pt idx="6430">
                  <c:v>94.232712765957444</c:v>
                </c:pt>
                <c:pt idx="6431">
                  <c:v>94.2326388888889</c:v>
                </c:pt>
                <c:pt idx="6432">
                  <c:v>94.232768173758856</c:v>
                </c:pt>
                <c:pt idx="6433">
                  <c:v>94.232712765957444</c:v>
                </c:pt>
                <c:pt idx="6434">
                  <c:v>94.232823581560282</c:v>
                </c:pt>
                <c:pt idx="6435">
                  <c:v>94.232860520094562</c:v>
                </c:pt>
                <c:pt idx="6436">
                  <c:v>94.232971335697414</c:v>
                </c:pt>
                <c:pt idx="6437">
                  <c:v>94.233082151300238</c:v>
                </c:pt>
                <c:pt idx="6438">
                  <c:v>94.233082151300238</c:v>
                </c:pt>
                <c:pt idx="6439">
                  <c:v>94.23293439716312</c:v>
                </c:pt>
                <c:pt idx="6440">
                  <c:v>94.232823581560282</c:v>
                </c:pt>
                <c:pt idx="6441">
                  <c:v>94.232860520094562</c:v>
                </c:pt>
                <c:pt idx="6442">
                  <c:v>94.232823581560282</c:v>
                </c:pt>
                <c:pt idx="6443">
                  <c:v>94.232583481087474</c:v>
                </c:pt>
                <c:pt idx="6444">
                  <c:v>94.232675827423179</c:v>
                </c:pt>
                <c:pt idx="6445">
                  <c:v>94.232565011820327</c:v>
                </c:pt>
                <c:pt idx="6446">
                  <c:v>94.232491134751768</c:v>
                </c:pt>
                <c:pt idx="6447">
                  <c:v>94.232491134751768</c:v>
                </c:pt>
                <c:pt idx="6448">
                  <c:v>94.2326388888889</c:v>
                </c:pt>
                <c:pt idx="6449">
                  <c:v>94.232546542553195</c:v>
                </c:pt>
                <c:pt idx="6450">
                  <c:v>94.232491134751768</c:v>
                </c:pt>
                <c:pt idx="6451">
                  <c:v>94.232232565011813</c:v>
                </c:pt>
                <c:pt idx="6452">
                  <c:v>94.232287972813239</c:v>
                </c:pt>
                <c:pt idx="6453">
                  <c:v>94.232214095744681</c:v>
                </c:pt>
                <c:pt idx="6454">
                  <c:v>94.232121749408975</c:v>
                </c:pt>
                <c:pt idx="6455">
                  <c:v>94.232324911347519</c:v>
                </c:pt>
                <c:pt idx="6456">
                  <c:v>94.232454196217503</c:v>
                </c:pt>
                <c:pt idx="6457">
                  <c:v>94.232417257683224</c:v>
                </c:pt>
                <c:pt idx="6458">
                  <c:v>94.232343380614651</c:v>
                </c:pt>
                <c:pt idx="6459">
                  <c:v>94.232361849881798</c:v>
                </c:pt>
                <c:pt idx="6460">
                  <c:v>94.232380319148945</c:v>
                </c:pt>
                <c:pt idx="6461">
                  <c:v>94.232417257683224</c:v>
                </c:pt>
                <c:pt idx="6462">
                  <c:v>94.232306442080386</c:v>
                </c:pt>
                <c:pt idx="6463">
                  <c:v>94.232491134751768</c:v>
                </c:pt>
                <c:pt idx="6464">
                  <c:v>94.232417257683224</c:v>
                </c:pt>
                <c:pt idx="6465">
                  <c:v>94.232343380614651</c:v>
                </c:pt>
                <c:pt idx="6466">
                  <c:v>94.232343380614651</c:v>
                </c:pt>
                <c:pt idx="6467">
                  <c:v>94.232232565011813</c:v>
                </c:pt>
                <c:pt idx="6468">
                  <c:v>94.232306442080386</c:v>
                </c:pt>
                <c:pt idx="6469">
                  <c:v>94.232121749408975</c:v>
                </c:pt>
                <c:pt idx="6470">
                  <c:v>94.231992464539005</c:v>
                </c:pt>
                <c:pt idx="6471">
                  <c:v>94.232177157210401</c:v>
                </c:pt>
                <c:pt idx="6472">
                  <c:v>94.231937056737607</c:v>
                </c:pt>
                <c:pt idx="6473">
                  <c:v>94.232010933806151</c:v>
                </c:pt>
                <c:pt idx="6474">
                  <c:v>94.232269503546107</c:v>
                </c:pt>
                <c:pt idx="6475">
                  <c:v>94.232121749408975</c:v>
                </c:pt>
                <c:pt idx="6476">
                  <c:v>94.232047872340431</c:v>
                </c:pt>
                <c:pt idx="6477">
                  <c:v>94.232047872340431</c:v>
                </c:pt>
                <c:pt idx="6478">
                  <c:v>94.232232565011813</c:v>
                </c:pt>
                <c:pt idx="6479">
                  <c:v>94.232361849881798</c:v>
                </c:pt>
                <c:pt idx="6480">
                  <c:v>94.232214095744681</c:v>
                </c:pt>
                <c:pt idx="6481">
                  <c:v>94.232047872340431</c:v>
                </c:pt>
                <c:pt idx="6482">
                  <c:v>94.232269503546107</c:v>
                </c:pt>
                <c:pt idx="6483">
                  <c:v>94.232269503546107</c:v>
                </c:pt>
                <c:pt idx="6484">
                  <c:v>94.232195626477548</c:v>
                </c:pt>
                <c:pt idx="6485">
                  <c:v>94.23225103427896</c:v>
                </c:pt>
                <c:pt idx="6486">
                  <c:v>94.232158687943254</c:v>
                </c:pt>
                <c:pt idx="6487">
                  <c:v>94.232140218676136</c:v>
                </c:pt>
                <c:pt idx="6488">
                  <c:v>94.232066341607563</c:v>
                </c:pt>
                <c:pt idx="6489">
                  <c:v>94.232140218676136</c:v>
                </c:pt>
                <c:pt idx="6490">
                  <c:v>94.233026743498812</c:v>
                </c:pt>
                <c:pt idx="6491">
                  <c:v>94.232860520094562</c:v>
                </c:pt>
                <c:pt idx="6492">
                  <c:v>94.231863179669034</c:v>
                </c:pt>
                <c:pt idx="6493">
                  <c:v>94.230865839243492</c:v>
                </c:pt>
                <c:pt idx="6494">
                  <c:v>94.229831560283685</c:v>
                </c:pt>
                <c:pt idx="6495">
                  <c:v>94.229277482269509</c:v>
                </c:pt>
                <c:pt idx="6496">
                  <c:v>94.228834219858157</c:v>
                </c:pt>
                <c:pt idx="6497">
                  <c:v>94.228483303782511</c:v>
                </c:pt>
                <c:pt idx="6498">
                  <c:v>94.228261672576835</c:v>
                </c:pt>
                <c:pt idx="6499">
                  <c:v>94.227966164302615</c:v>
                </c:pt>
                <c:pt idx="6500">
                  <c:v>94.227873817966909</c:v>
                </c:pt>
                <c:pt idx="6501">
                  <c:v>94.227984633569733</c:v>
                </c:pt>
                <c:pt idx="6502">
                  <c:v>94.227873817966909</c:v>
                </c:pt>
                <c:pt idx="6503">
                  <c:v>94.227726063829792</c:v>
                </c:pt>
                <c:pt idx="6504">
                  <c:v>94.227559840425528</c:v>
                </c:pt>
                <c:pt idx="6505">
                  <c:v>94.227541371158395</c:v>
                </c:pt>
                <c:pt idx="6506">
                  <c:v>94.22744902482269</c:v>
                </c:pt>
                <c:pt idx="6507">
                  <c:v>94.227707594562645</c:v>
                </c:pt>
                <c:pt idx="6508">
                  <c:v>94.227726063829792</c:v>
                </c:pt>
                <c:pt idx="6509">
                  <c:v>94.227873817966909</c:v>
                </c:pt>
                <c:pt idx="6510">
                  <c:v>94.228483303782511</c:v>
                </c:pt>
                <c:pt idx="6511">
                  <c:v>94.228926566193849</c:v>
                </c:pt>
                <c:pt idx="6512">
                  <c:v>94.228760342789599</c:v>
                </c:pt>
                <c:pt idx="6513">
                  <c:v>94.22783687943263</c:v>
                </c:pt>
                <c:pt idx="6514">
                  <c:v>94.226802600472809</c:v>
                </c:pt>
                <c:pt idx="6515">
                  <c:v>94.226008421985824</c:v>
                </c:pt>
                <c:pt idx="6516">
                  <c:v>94.225103427895988</c:v>
                </c:pt>
                <c:pt idx="6517">
                  <c:v>94.224493942080386</c:v>
                </c:pt>
                <c:pt idx="6518">
                  <c:v>94.224364657210415</c:v>
                </c:pt>
                <c:pt idx="6519">
                  <c:v>94.224364657210415</c:v>
                </c:pt>
                <c:pt idx="6520">
                  <c:v>94.223958333333343</c:v>
                </c:pt>
                <c:pt idx="6521">
                  <c:v>94.223847517730491</c:v>
                </c:pt>
                <c:pt idx="6522">
                  <c:v>94.22358894799055</c:v>
                </c:pt>
                <c:pt idx="6523">
                  <c:v>94.223699763593388</c:v>
                </c:pt>
                <c:pt idx="6524">
                  <c:v>94.223570478723403</c:v>
                </c:pt>
                <c:pt idx="6525">
                  <c:v>94.223662825059108</c:v>
                </c:pt>
                <c:pt idx="6526">
                  <c:v>94.223736702127653</c:v>
                </c:pt>
                <c:pt idx="6527">
                  <c:v>94.223459663120579</c:v>
                </c:pt>
                <c:pt idx="6528">
                  <c:v>94.223533540189123</c:v>
                </c:pt>
                <c:pt idx="6529">
                  <c:v>94.223496601654858</c:v>
                </c:pt>
                <c:pt idx="6530">
                  <c:v>94.223441193853432</c:v>
                </c:pt>
                <c:pt idx="6531">
                  <c:v>94.223699763593388</c:v>
                </c:pt>
                <c:pt idx="6532">
                  <c:v>94.223847517730491</c:v>
                </c:pt>
                <c:pt idx="6533">
                  <c:v>94.223736702127653</c:v>
                </c:pt>
                <c:pt idx="6534">
                  <c:v>94.223662825059108</c:v>
                </c:pt>
                <c:pt idx="6535">
                  <c:v>94.223662825059108</c:v>
                </c:pt>
                <c:pt idx="6536">
                  <c:v>94.223625886524829</c:v>
                </c:pt>
                <c:pt idx="6537">
                  <c:v>94.223662825059108</c:v>
                </c:pt>
                <c:pt idx="6538">
                  <c:v>94.223533540189123</c:v>
                </c:pt>
                <c:pt idx="6539">
                  <c:v>94.223625886524829</c:v>
                </c:pt>
                <c:pt idx="6540">
                  <c:v>94.223367316784874</c:v>
                </c:pt>
                <c:pt idx="6541">
                  <c:v>94.223441193853432</c:v>
                </c:pt>
                <c:pt idx="6542">
                  <c:v>94.223367316784874</c:v>
                </c:pt>
                <c:pt idx="6543">
                  <c:v>94.223404255319153</c:v>
                </c:pt>
                <c:pt idx="6544">
                  <c:v>94.223459663120579</c:v>
                </c:pt>
                <c:pt idx="6545">
                  <c:v>94.223662825059108</c:v>
                </c:pt>
                <c:pt idx="6546">
                  <c:v>94.223570478723403</c:v>
                </c:pt>
                <c:pt idx="6547">
                  <c:v>94.22358894799055</c:v>
                </c:pt>
                <c:pt idx="6548">
                  <c:v>94.223478132387712</c:v>
                </c:pt>
                <c:pt idx="6549">
                  <c:v>94.223570478723403</c:v>
                </c:pt>
                <c:pt idx="6550">
                  <c:v>94.223662825059108</c:v>
                </c:pt>
                <c:pt idx="6551">
                  <c:v>94.223644355791961</c:v>
                </c:pt>
                <c:pt idx="6552">
                  <c:v>94.223625886524829</c:v>
                </c:pt>
                <c:pt idx="6553">
                  <c:v>94.223441193853432</c:v>
                </c:pt>
                <c:pt idx="6554">
                  <c:v>94.223238031914903</c:v>
                </c:pt>
                <c:pt idx="6555">
                  <c:v>94.223145685579198</c:v>
                </c:pt>
                <c:pt idx="6556">
                  <c:v>94.223201093380609</c:v>
                </c:pt>
                <c:pt idx="6557">
                  <c:v>94.223496601654858</c:v>
                </c:pt>
                <c:pt idx="6558">
                  <c:v>94.223385786052006</c:v>
                </c:pt>
                <c:pt idx="6559">
                  <c:v>94.223385786052006</c:v>
                </c:pt>
                <c:pt idx="6560">
                  <c:v>94.223699763593388</c:v>
                </c:pt>
                <c:pt idx="6561">
                  <c:v>94.223699763593388</c:v>
                </c:pt>
                <c:pt idx="6562">
                  <c:v>94.223552009456256</c:v>
                </c:pt>
                <c:pt idx="6563">
                  <c:v>94.223459663120579</c:v>
                </c:pt>
                <c:pt idx="6564">
                  <c:v>94.223404255319153</c:v>
                </c:pt>
                <c:pt idx="6565">
                  <c:v>94.223570478723403</c:v>
                </c:pt>
                <c:pt idx="6566">
                  <c:v>94.223478132387712</c:v>
                </c:pt>
                <c:pt idx="6567">
                  <c:v>94.223570478723403</c:v>
                </c:pt>
                <c:pt idx="6568">
                  <c:v>94.223736702127653</c:v>
                </c:pt>
                <c:pt idx="6569">
                  <c:v>94.223773640661946</c:v>
                </c:pt>
                <c:pt idx="6570">
                  <c:v>94.223699763593388</c:v>
                </c:pt>
                <c:pt idx="6571">
                  <c:v>94.223625886524829</c:v>
                </c:pt>
                <c:pt idx="6572">
                  <c:v>94.223441193853432</c:v>
                </c:pt>
                <c:pt idx="6573">
                  <c:v>94.22358894799055</c:v>
                </c:pt>
                <c:pt idx="6574">
                  <c:v>94.223441193853432</c:v>
                </c:pt>
                <c:pt idx="6575">
                  <c:v>94.223515070921977</c:v>
                </c:pt>
                <c:pt idx="6576">
                  <c:v>94.223570478723403</c:v>
                </c:pt>
                <c:pt idx="6577">
                  <c:v>94.223570478723403</c:v>
                </c:pt>
                <c:pt idx="6578">
                  <c:v>94.223625886524829</c:v>
                </c:pt>
                <c:pt idx="6579">
                  <c:v>94.223662825059108</c:v>
                </c:pt>
                <c:pt idx="6580">
                  <c:v>94.223644355791961</c:v>
                </c:pt>
                <c:pt idx="6581">
                  <c:v>94.223847517730491</c:v>
                </c:pt>
                <c:pt idx="6582">
                  <c:v>94.223515070921977</c:v>
                </c:pt>
                <c:pt idx="6583">
                  <c:v>94.223699763593388</c:v>
                </c:pt>
                <c:pt idx="6584">
                  <c:v>94.223644355791961</c:v>
                </c:pt>
                <c:pt idx="6585">
                  <c:v>94.223736702127653</c:v>
                </c:pt>
                <c:pt idx="6586">
                  <c:v>94.223810579196225</c:v>
                </c:pt>
                <c:pt idx="6587">
                  <c:v>94.223810579196225</c:v>
                </c:pt>
                <c:pt idx="6588">
                  <c:v>94.223921394799049</c:v>
                </c:pt>
                <c:pt idx="6589">
                  <c:v>94.223958333333343</c:v>
                </c:pt>
                <c:pt idx="6590">
                  <c:v>94.223773640661946</c:v>
                </c:pt>
                <c:pt idx="6591">
                  <c:v>94.223773640661946</c:v>
                </c:pt>
                <c:pt idx="6592">
                  <c:v>94.223552009456256</c:v>
                </c:pt>
                <c:pt idx="6593">
                  <c:v>94.223570478723403</c:v>
                </c:pt>
                <c:pt idx="6594">
                  <c:v>94.223552009456256</c:v>
                </c:pt>
                <c:pt idx="6595">
                  <c:v>94.223552009456256</c:v>
                </c:pt>
                <c:pt idx="6596">
                  <c:v>94.223699763593388</c:v>
                </c:pt>
                <c:pt idx="6597">
                  <c:v>94.223921394799049</c:v>
                </c:pt>
                <c:pt idx="6598">
                  <c:v>94.223570478723403</c:v>
                </c:pt>
                <c:pt idx="6599">
                  <c:v>94.223644355791961</c:v>
                </c:pt>
                <c:pt idx="6600">
                  <c:v>94.223662825059108</c:v>
                </c:pt>
                <c:pt idx="6601">
                  <c:v>94.223533540189123</c:v>
                </c:pt>
                <c:pt idx="6602">
                  <c:v>94.223293439716315</c:v>
                </c:pt>
                <c:pt idx="6603">
                  <c:v>94.223219562647756</c:v>
                </c:pt>
                <c:pt idx="6604">
                  <c:v>94.223256501182036</c:v>
                </c:pt>
                <c:pt idx="6605">
                  <c:v>94.223533540189123</c:v>
                </c:pt>
                <c:pt idx="6606">
                  <c:v>94.223330378250608</c:v>
                </c:pt>
                <c:pt idx="6607">
                  <c:v>94.223478132387712</c:v>
                </c:pt>
                <c:pt idx="6608">
                  <c:v>94.223459663120579</c:v>
                </c:pt>
                <c:pt idx="6609">
                  <c:v>94.223478132387712</c:v>
                </c:pt>
                <c:pt idx="6610">
                  <c:v>94.223552009456256</c:v>
                </c:pt>
                <c:pt idx="6611">
                  <c:v>94.223533540189123</c:v>
                </c:pt>
                <c:pt idx="6612">
                  <c:v>94.223441193853432</c:v>
                </c:pt>
                <c:pt idx="6613">
                  <c:v>94.223570478723403</c:v>
                </c:pt>
                <c:pt idx="6614">
                  <c:v>94.2234227245863</c:v>
                </c:pt>
                <c:pt idx="6615">
                  <c:v>94.2234227245863</c:v>
                </c:pt>
                <c:pt idx="6616">
                  <c:v>94.223515070921977</c:v>
                </c:pt>
                <c:pt idx="6617">
                  <c:v>94.223644355791961</c:v>
                </c:pt>
                <c:pt idx="6618">
                  <c:v>94.223736702127653</c:v>
                </c:pt>
                <c:pt idx="6619">
                  <c:v>94.223699763593388</c:v>
                </c:pt>
                <c:pt idx="6620">
                  <c:v>94.223570478723403</c:v>
                </c:pt>
                <c:pt idx="6621">
                  <c:v>94.223625886524829</c:v>
                </c:pt>
                <c:pt idx="6622">
                  <c:v>94.223533540189123</c:v>
                </c:pt>
                <c:pt idx="6623">
                  <c:v>94.223699763593388</c:v>
                </c:pt>
                <c:pt idx="6624">
                  <c:v>94.2234227245863</c:v>
                </c:pt>
                <c:pt idx="6625">
                  <c:v>94.223570478723403</c:v>
                </c:pt>
                <c:pt idx="6626">
                  <c:v>94.22358894799055</c:v>
                </c:pt>
                <c:pt idx="6627">
                  <c:v>94.223810579196225</c:v>
                </c:pt>
                <c:pt idx="6628">
                  <c:v>94.223773640661946</c:v>
                </c:pt>
                <c:pt idx="6629">
                  <c:v>94.223773640661946</c:v>
                </c:pt>
                <c:pt idx="6630">
                  <c:v>94.223921394799049</c:v>
                </c:pt>
                <c:pt idx="6631">
                  <c:v>94.223921394799049</c:v>
                </c:pt>
                <c:pt idx="6632">
                  <c:v>94.223570478723403</c:v>
                </c:pt>
                <c:pt idx="6633">
                  <c:v>94.223736702127653</c:v>
                </c:pt>
                <c:pt idx="6634">
                  <c:v>94.223385786052006</c:v>
                </c:pt>
                <c:pt idx="6635">
                  <c:v>94.22358894799055</c:v>
                </c:pt>
                <c:pt idx="6636">
                  <c:v>94.223552009456256</c:v>
                </c:pt>
                <c:pt idx="6637">
                  <c:v>94.223662825059108</c:v>
                </c:pt>
                <c:pt idx="6638">
                  <c:v>94.223792109929079</c:v>
                </c:pt>
                <c:pt idx="6639">
                  <c:v>94.223662825059108</c:v>
                </c:pt>
                <c:pt idx="6640">
                  <c:v>94.223570478723403</c:v>
                </c:pt>
                <c:pt idx="6641">
                  <c:v>94.223552009456256</c:v>
                </c:pt>
                <c:pt idx="6642">
                  <c:v>94.223552009456256</c:v>
                </c:pt>
                <c:pt idx="6643">
                  <c:v>94.223773640661946</c:v>
                </c:pt>
                <c:pt idx="6644">
                  <c:v>94.223699763593388</c:v>
                </c:pt>
                <c:pt idx="6645">
                  <c:v>94.223644355791961</c:v>
                </c:pt>
                <c:pt idx="6646">
                  <c:v>94.223662825059108</c:v>
                </c:pt>
                <c:pt idx="6647">
                  <c:v>94.223625886524829</c:v>
                </c:pt>
                <c:pt idx="6648">
                  <c:v>94.223496601654858</c:v>
                </c:pt>
                <c:pt idx="6649">
                  <c:v>94.223367316784874</c:v>
                </c:pt>
                <c:pt idx="6650">
                  <c:v>94.223182624113477</c:v>
                </c:pt>
                <c:pt idx="6651">
                  <c:v>94.223662825059108</c:v>
                </c:pt>
                <c:pt idx="6652">
                  <c:v>94.223552009456256</c:v>
                </c:pt>
                <c:pt idx="6653">
                  <c:v>94.223496601654858</c:v>
                </c:pt>
                <c:pt idx="6654">
                  <c:v>94.223515070921977</c:v>
                </c:pt>
                <c:pt idx="6655">
                  <c:v>94.223367316784874</c:v>
                </c:pt>
                <c:pt idx="6656">
                  <c:v>94.223459663120579</c:v>
                </c:pt>
                <c:pt idx="6657">
                  <c:v>94.223662825059108</c:v>
                </c:pt>
                <c:pt idx="6658">
                  <c:v>94.223662825059108</c:v>
                </c:pt>
                <c:pt idx="6659">
                  <c:v>94.223625886524829</c:v>
                </c:pt>
                <c:pt idx="6660">
                  <c:v>94.223496601654858</c:v>
                </c:pt>
                <c:pt idx="6661">
                  <c:v>94.223625886524829</c:v>
                </c:pt>
                <c:pt idx="6662">
                  <c:v>94.22358894799055</c:v>
                </c:pt>
                <c:pt idx="6663">
                  <c:v>94.223662825059108</c:v>
                </c:pt>
                <c:pt idx="6664">
                  <c:v>94.223921394799049</c:v>
                </c:pt>
                <c:pt idx="6665">
                  <c:v>94.224106087470446</c:v>
                </c:pt>
                <c:pt idx="6666">
                  <c:v>94.224032210401901</c:v>
                </c:pt>
                <c:pt idx="6667">
                  <c:v>94.223958333333343</c:v>
                </c:pt>
                <c:pt idx="6668">
                  <c:v>94.223736702127653</c:v>
                </c:pt>
                <c:pt idx="6669">
                  <c:v>94.223773640661946</c:v>
                </c:pt>
                <c:pt idx="6670">
                  <c:v>94.223699763593388</c:v>
                </c:pt>
                <c:pt idx="6671">
                  <c:v>94.223552009456256</c:v>
                </c:pt>
                <c:pt idx="6672">
                  <c:v>94.223348847517727</c:v>
                </c:pt>
                <c:pt idx="6673">
                  <c:v>94.223478132387712</c:v>
                </c:pt>
                <c:pt idx="6674">
                  <c:v>94.223478132387712</c:v>
                </c:pt>
                <c:pt idx="6675">
                  <c:v>94.223404255319153</c:v>
                </c:pt>
                <c:pt idx="6676">
                  <c:v>94.223570478723403</c:v>
                </c:pt>
                <c:pt idx="6677">
                  <c:v>94.223736702127653</c:v>
                </c:pt>
                <c:pt idx="6678">
                  <c:v>94.223736702127653</c:v>
                </c:pt>
                <c:pt idx="6679">
                  <c:v>94.223699763593388</c:v>
                </c:pt>
                <c:pt idx="6680">
                  <c:v>94.223644355791961</c:v>
                </c:pt>
                <c:pt idx="6681">
                  <c:v>94.223699763593388</c:v>
                </c:pt>
                <c:pt idx="6682">
                  <c:v>94.223552009456256</c:v>
                </c:pt>
                <c:pt idx="6683">
                  <c:v>94.22358894799055</c:v>
                </c:pt>
                <c:pt idx="6684">
                  <c:v>94.223533540189123</c:v>
                </c:pt>
                <c:pt idx="6685">
                  <c:v>94.223515070921977</c:v>
                </c:pt>
                <c:pt idx="6686">
                  <c:v>94.223478132387712</c:v>
                </c:pt>
                <c:pt idx="6687">
                  <c:v>94.223699763593388</c:v>
                </c:pt>
                <c:pt idx="6688">
                  <c:v>94.223662825059108</c:v>
                </c:pt>
                <c:pt idx="6689">
                  <c:v>94.223773640661946</c:v>
                </c:pt>
                <c:pt idx="6690">
                  <c:v>94.22358894799055</c:v>
                </c:pt>
                <c:pt idx="6691">
                  <c:v>94.223662825059108</c:v>
                </c:pt>
                <c:pt idx="6692">
                  <c:v>94.223792109929079</c:v>
                </c:pt>
                <c:pt idx="6693">
                  <c:v>94.223939864066196</c:v>
                </c:pt>
                <c:pt idx="6694">
                  <c:v>94.223773640661946</c:v>
                </c:pt>
                <c:pt idx="6695">
                  <c:v>94.223865986997652</c:v>
                </c:pt>
                <c:pt idx="6696">
                  <c:v>94.223699763593388</c:v>
                </c:pt>
                <c:pt idx="6697">
                  <c:v>94.223810579196225</c:v>
                </c:pt>
                <c:pt idx="6698">
                  <c:v>94.223792109929079</c:v>
                </c:pt>
                <c:pt idx="6699">
                  <c:v>94.223921394799049</c:v>
                </c:pt>
                <c:pt idx="6700">
                  <c:v>94.223921394799049</c:v>
                </c:pt>
                <c:pt idx="6701">
                  <c:v>94.223773640661946</c:v>
                </c:pt>
                <c:pt idx="6702">
                  <c:v>94.223625886524829</c:v>
                </c:pt>
                <c:pt idx="6703">
                  <c:v>94.223699763593388</c:v>
                </c:pt>
                <c:pt idx="6704">
                  <c:v>94.223385786052006</c:v>
                </c:pt>
                <c:pt idx="6705">
                  <c:v>94.223570478723403</c:v>
                </c:pt>
                <c:pt idx="6706">
                  <c:v>94.223367316784874</c:v>
                </c:pt>
                <c:pt idx="6707">
                  <c:v>94.221705082742318</c:v>
                </c:pt>
                <c:pt idx="6708">
                  <c:v>94.219728871158395</c:v>
                </c:pt>
                <c:pt idx="6709">
                  <c:v>94.218085106382986</c:v>
                </c:pt>
                <c:pt idx="6710">
                  <c:v>94.216866134751768</c:v>
                </c:pt>
                <c:pt idx="6711">
                  <c:v>94.215979609929093</c:v>
                </c:pt>
                <c:pt idx="6712">
                  <c:v>94.215314716312065</c:v>
                </c:pt>
                <c:pt idx="6713">
                  <c:v>94.214760638297875</c:v>
                </c:pt>
                <c:pt idx="6714">
                  <c:v>94.214261968085111</c:v>
                </c:pt>
                <c:pt idx="6715">
                  <c:v>94.214021867612303</c:v>
                </c:pt>
                <c:pt idx="6716">
                  <c:v>94.213947990543744</c:v>
                </c:pt>
                <c:pt idx="6717">
                  <c:v>94.21361554373523</c:v>
                </c:pt>
                <c:pt idx="6718">
                  <c:v>94.213356973995275</c:v>
                </c:pt>
                <c:pt idx="6719">
                  <c:v>94.213523197399525</c:v>
                </c:pt>
                <c:pt idx="6720">
                  <c:v>94.21344932033098</c:v>
                </c:pt>
                <c:pt idx="6721">
                  <c:v>94.213467789598099</c:v>
                </c:pt>
                <c:pt idx="6722">
                  <c:v>94.213264627659584</c:v>
                </c:pt>
                <c:pt idx="6723">
                  <c:v>94.213246158392437</c:v>
                </c:pt>
                <c:pt idx="6724">
                  <c:v>94.213135342789599</c:v>
                </c:pt>
                <c:pt idx="6725">
                  <c:v>94.213246158392437</c:v>
                </c:pt>
                <c:pt idx="6726">
                  <c:v>94.213116873522466</c:v>
                </c:pt>
                <c:pt idx="6727">
                  <c:v>94.213042996453908</c:v>
                </c:pt>
                <c:pt idx="6728">
                  <c:v>94.213042996453908</c:v>
                </c:pt>
                <c:pt idx="6729">
                  <c:v>94.212950650118216</c:v>
                </c:pt>
                <c:pt idx="6730">
                  <c:v>94.212950650118216</c:v>
                </c:pt>
                <c:pt idx="6731">
                  <c:v>94.212950650118216</c:v>
                </c:pt>
                <c:pt idx="6732">
                  <c:v>94.21272901891254</c:v>
                </c:pt>
                <c:pt idx="6733">
                  <c:v>94.212839834515364</c:v>
                </c:pt>
                <c:pt idx="6734">
                  <c:v>94.212913711583937</c:v>
                </c:pt>
                <c:pt idx="6735">
                  <c:v>94.212950650118216</c:v>
                </c:pt>
                <c:pt idx="6736">
                  <c:v>94.212950650118216</c:v>
                </c:pt>
                <c:pt idx="6737">
                  <c:v>94.21306146572104</c:v>
                </c:pt>
                <c:pt idx="6738">
                  <c:v>94.213098404255319</c:v>
                </c:pt>
                <c:pt idx="6739">
                  <c:v>94.213116873522466</c:v>
                </c:pt>
                <c:pt idx="6740">
                  <c:v>94.213042996453908</c:v>
                </c:pt>
                <c:pt idx="6741">
                  <c:v>94.21328309692673</c:v>
                </c:pt>
                <c:pt idx="6742">
                  <c:v>94.213116873522466</c:v>
                </c:pt>
                <c:pt idx="6743">
                  <c:v>94.213098404255319</c:v>
                </c:pt>
                <c:pt idx="6744">
                  <c:v>94.21306146572104</c:v>
                </c:pt>
                <c:pt idx="6745">
                  <c:v>94.213098404255319</c:v>
                </c:pt>
                <c:pt idx="6746">
                  <c:v>94.213098404255319</c:v>
                </c:pt>
                <c:pt idx="6747">
                  <c:v>94.213172281323878</c:v>
                </c:pt>
                <c:pt idx="6748">
                  <c:v>94.213042996453908</c:v>
                </c:pt>
                <c:pt idx="6749">
                  <c:v>94.213172281323878</c:v>
                </c:pt>
                <c:pt idx="6750">
                  <c:v>94.213246158392437</c:v>
                </c:pt>
                <c:pt idx="6751">
                  <c:v>94.213172281323878</c:v>
                </c:pt>
                <c:pt idx="6752">
                  <c:v>94.213172281323878</c:v>
                </c:pt>
                <c:pt idx="6753">
                  <c:v>94.213135342789599</c:v>
                </c:pt>
                <c:pt idx="6754">
                  <c:v>94.213098404255319</c:v>
                </c:pt>
                <c:pt idx="6755">
                  <c:v>94.213172281323878</c:v>
                </c:pt>
                <c:pt idx="6756">
                  <c:v>94.213356973995275</c:v>
                </c:pt>
                <c:pt idx="6757">
                  <c:v>94.213135342789599</c:v>
                </c:pt>
                <c:pt idx="6758">
                  <c:v>94.212599734042556</c:v>
                </c:pt>
                <c:pt idx="6759">
                  <c:v>94.212359633569747</c:v>
                </c:pt>
                <c:pt idx="6760">
                  <c:v>94.212027186761233</c:v>
                </c:pt>
                <c:pt idx="6761">
                  <c:v>94.211842494089851</c:v>
                </c:pt>
                <c:pt idx="6762">
                  <c:v>94.211731678486998</c:v>
                </c:pt>
                <c:pt idx="6763">
                  <c:v>94.21162086288416</c:v>
                </c:pt>
                <c:pt idx="6764">
                  <c:v>94.211436170212764</c:v>
                </c:pt>
                <c:pt idx="6765">
                  <c:v>94.211528516548455</c:v>
                </c:pt>
                <c:pt idx="6766">
                  <c:v>94.211528516548455</c:v>
                </c:pt>
                <c:pt idx="6767">
                  <c:v>94.211546985815602</c:v>
                </c:pt>
                <c:pt idx="6768">
                  <c:v>94.211510047281337</c:v>
                </c:pt>
                <c:pt idx="6769">
                  <c:v>94.211399231678485</c:v>
                </c:pt>
                <c:pt idx="6770">
                  <c:v>94.211546985815602</c:v>
                </c:pt>
                <c:pt idx="6771">
                  <c:v>94.211528516548455</c:v>
                </c:pt>
                <c:pt idx="6772">
                  <c:v>94.211528516548455</c:v>
                </c:pt>
                <c:pt idx="6773">
                  <c:v>94.211473108747057</c:v>
                </c:pt>
                <c:pt idx="6774">
                  <c:v>94.211417700945631</c:v>
                </c:pt>
                <c:pt idx="6775">
                  <c:v>94.211528516548455</c:v>
                </c:pt>
                <c:pt idx="6776">
                  <c:v>94.21149157801419</c:v>
                </c:pt>
                <c:pt idx="6777">
                  <c:v>94.211528516548455</c:v>
                </c:pt>
                <c:pt idx="6778">
                  <c:v>94.211546985815602</c:v>
                </c:pt>
                <c:pt idx="6779">
                  <c:v>94.211731678486998</c:v>
                </c:pt>
                <c:pt idx="6780">
                  <c:v>94.211565455082749</c:v>
                </c:pt>
                <c:pt idx="6781">
                  <c:v>94.211454639479911</c:v>
                </c:pt>
                <c:pt idx="6782">
                  <c:v>94.211473108747057</c:v>
                </c:pt>
                <c:pt idx="6783">
                  <c:v>94.211436170212764</c:v>
                </c:pt>
                <c:pt idx="6784">
                  <c:v>94.211842494089851</c:v>
                </c:pt>
                <c:pt idx="6785">
                  <c:v>94.211953309692674</c:v>
                </c:pt>
                <c:pt idx="6786">
                  <c:v>94.211805555555543</c:v>
                </c:pt>
                <c:pt idx="6787">
                  <c:v>94.212008717494101</c:v>
                </c:pt>
                <c:pt idx="6788">
                  <c:v>94.211805555555543</c:v>
                </c:pt>
                <c:pt idx="6789">
                  <c:v>94.211731678486998</c:v>
                </c:pt>
                <c:pt idx="6790">
                  <c:v>94.211676270685587</c:v>
                </c:pt>
                <c:pt idx="6791">
                  <c:v>94.211583924349881</c:v>
                </c:pt>
                <c:pt idx="6792">
                  <c:v>94.211565455082749</c:v>
                </c:pt>
                <c:pt idx="6793">
                  <c:v>94.211380762411352</c:v>
                </c:pt>
                <c:pt idx="6794">
                  <c:v>94.21110372340425</c:v>
                </c:pt>
                <c:pt idx="6795">
                  <c:v>94.211159131205676</c:v>
                </c:pt>
                <c:pt idx="6796">
                  <c:v>94.211085254137117</c:v>
                </c:pt>
                <c:pt idx="6797">
                  <c:v>94.210919030732867</c:v>
                </c:pt>
                <c:pt idx="6798">
                  <c:v>94.211122192671397</c:v>
                </c:pt>
                <c:pt idx="6799">
                  <c:v>94.211122192671397</c:v>
                </c:pt>
                <c:pt idx="6800">
                  <c:v>94.211177600472823</c:v>
                </c:pt>
                <c:pt idx="6801">
                  <c:v>94.211233008274235</c:v>
                </c:pt>
                <c:pt idx="6802">
                  <c:v>94.211085254137117</c:v>
                </c:pt>
                <c:pt idx="6803">
                  <c:v>94.211159131205676</c:v>
                </c:pt>
                <c:pt idx="6804">
                  <c:v>94.211029846335691</c:v>
                </c:pt>
                <c:pt idx="6805">
                  <c:v>94.211159131205676</c:v>
                </c:pt>
                <c:pt idx="6806">
                  <c:v>94.211214539007088</c:v>
                </c:pt>
                <c:pt idx="6807">
                  <c:v>94.211288416075661</c:v>
                </c:pt>
                <c:pt idx="6808">
                  <c:v>94.211380762411352</c:v>
                </c:pt>
                <c:pt idx="6809">
                  <c:v>94.211325354609926</c:v>
                </c:pt>
                <c:pt idx="6810">
                  <c:v>94.211306885342793</c:v>
                </c:pt>
                <c:pt idx="6811">
                  <c:v>94.211454639479911</c:v>
                </c:pt>
                <c:pt idx="6812">
                  <c:v>94.211288416075661</c:v>
                </c:pt>
                <c:pt idx="6813">
                  <c:v>94.211399231678485</c:v>
                </c:pt>
                <c:pt idx="6814">
                  <c:v>94.211528516548455</c:v>
                </c:pt>
                <c:pt idx="6815">
                  <c:v>94.211436170212764</c:v>
                </c:pt>
                <c:pt idx="6816">
                  <c:v>94.211288416075661</c:v>
                </c:pt>
                <c:pt idx="6817">
                  <c:v>94.211325354609926</c:v>
                </c:pt>
                <c:pt idx="6818">
                  <c:v>94.211436170212764</c:v>
                </c:pt>
                <c:pt idx="6819">
                  <c:v>94.211417700945631</c:v>
                </c:pt>
                <c:pt idx="6820">
                  <c:v>94.211399231678485</c:v>
                </c:pt>
                <c:pt idx="6821">
                  <c:v>94.211454639479911</c:v>
                </c:pt>
                <c:pt idx="6822">
                  <c:v>94.211583924349881</c:v>
                </c:pt>
                <c:pt idx="6823">
                  <c:v>94.211768617021278</c:v>
                </c:pt>
                <c:pt idx="6824">
                  <c:v>94.211657801418454</c:v>
                </c:pt>
                <c:pt idx="6825">
                  <c:v>94.211510047281337</c:v>
                </c:pt>
                <c:pt idx="6826">
                  <c:v>94.211565455082749</c:v>
                </c:pt>
                <c:pt idx="6827">
                  <c:v>94.211528516548455</c:v>
                </c:pt>
                <c:pt idx="6828">
                  <c:v>94.211565455082749</c:v>
                </c:pt>
                <c:pt idx="6829">
                  <c:v>94.211436170212764</c:v>
                </c:pt>
                <c:pt idx="6830">
                  <c:v>94.211528516548455</c:v>
                </c:pt>
                <c:pt idx="6831">
                  <c:v>94.211436170212764</c:v>
                </c:pt>
                <c:pt idx="6832">
                  <c:v>94.211288416075661</c:v>
                </c:pt>
                <c:pt idx="6833">
                  <c:v>94.211177600472823</c:v>
                </c:pt>
                <c:pt idx="6834">
                  <c:v>94.211251477541381</c:v>
                </c:pt>
                <c:pt idx="6835">
                  <c:v>94.211436170212764</c:v>
                </c:pt>
                <c:pt idx="6836">
                  <c:v>94.211436170212764</c:v>
                </c:pt>
                <c:pt idx="6837">
                  <c:v>94.211177600472823</c:v>
                </c:pt>
                <c:pt idx="6838">
                  <c:v>94.211306885342793</c:v>
                </c:pt>
                <c:pt idx="6839">
                  <c:v>94.211399231678485</c:v>
                </c:pt>
                <c:pt idx="6840">
                  <c:v>94.211288416075661</c:v>
                </c:pt>
                <c:pt idx="6841">
                  <c:v>94.211325354609926</c:v>
                </c:pt>
                <c:pt idx="6842">
                  <c:v>94.211510047281337</c:v>
                </c:pt>
                <c:pt idx="6843">
                  <c:v>94.211417700945631</c:v>
                </c:pt>
                <c:pt idx="6844">
                  <c:v>94.211583924349881</c:v>
                </c:pt>
                <c:pt idx="6845">
                  <c:v>94.211510047281337</c:v>
                </c:pt>
                <c:pt idx="6846">
                  <c:v>94.211528516548455</c:v>
                </c:pt>
                <c:pt idx="6847">
                  <c:v>94.211657801418454</c:v>
                </c:pt>
                <c:pt idx="6848">
                  <c:v>94.211510047281337</c:v>
                </c:pt>
                <c:pt idx="6849">
                  <c:v>94.211473108747057</c:v>
                </c:pt>
                <c:pt idx="6850">
                  <c:v>94.211473108747057</c:v>
                </c:pt>
                <c:pt idx="6851">
                  <c:v>94.211362293144205</c:v>
                </c:pt>
                <c:pt idx="6852">
                  <c:v>94.211657801418454</c:v>
                </c:pt>
                <c:pt idx="6853">
                  <c:v>94.211583924349881</c:v>
                </c:pt>
                <c:pt idx="6854">
                  <c:v>94.211528516548455</c:v>
                </c:pt>
                <c:pt idx="6855">
                  <c:v>94.211473108747057</c:v>
                </c:pt>
                <c:pt idx="6856">
                  <c:v>94.211583924349881</c:v>
                </c:pt>
                <c:pt idx="6857">
                  <c:v>94.211528516548455</c:v>
                </c:pt>
                <c:pt idx="6858">
                  <c:v>94.211583924349881</c:v>
                </c:pt>
                <c:pt idx="6859">
                  <c:v>94.211510047281337</c:v>
                </c:pt>
                <c:pt idx="6860">
                  <c:v>94.211731678486998</c:v>
                </c:pt>
                <c:pt idx="6861">
                  <c:v>94.211454639479911</c:v>
                </c:pt>
                <c:pt idx="6862">
                  <c:v>94.211528516548455</c:v>
                </c:pt>
                <c:pt idx="6863">
                  <c:v>94.211602393617028</c:v>
                </c:pt>
                <c:pt idx="6864">
                  <c:v>94.211510047281337</c:v>
                </c:pt>
                <c:pt idx="6865">
                  <c:v>94.211565455082749</c:v>
                </c:pt>
                <c:pt idx="6866">
                  <c:v>94.211731678486998</c:v>
                </c:pt>
                <c:pt idx="6867">
                  <c:v>94.211897901891248</c:v>
                </c:pt>
                <c:pt idx="6868">
                  <c:v>94.212082594562645</c:v>
                </c:pt>
                <c:pt idx="6869">
                  <c:v>94.211842494089851</c:v>
                </c:pt>
                <c:pt idx="6870">
                  <c:v>94.211731678486998</c:v>
                </c:pt>
                <c:pt idx="6871">
                  <c:v>94.211768617021278</c:v>
                </c:pt>
                <c:pt idx="6872">
                  <c:v>94.211694739952719</c:v>
                </c:pt>
                <c:pt idx="6873">
                  <c:v>94.211657801418454</c:v>
                </c:pt>
                <c:pt idx="6874">
                  <c:v>94.211694739952719</c:v>
                </c:pt>
                <c:pt idx="6875">
                  <c:v>94.211583924349881</c:v>
                </c:pt>
                <c:pt idx="6876">
                  <c:v>94.211602393617028</c:v>
                </c:pt>
                <c:pt idx="6877">
                  <c:v>94.211436170212764</c:v>
                </c:pt>
                <c:pt idx="6878">
                  <c:v>94.211546985815602</c:v>
                </c:pt>
                <c:pt idx="6879">
                  <c:v>94.211546985815602</c:v>
                </c:pt>
                <c:pt idx="6880">
                  <c:v>94.21162086288416</c:v>
                </c:pt>
                <c:pt idx="6881">
                  <c:v>94.211325354609926</c:v>
                </c:pt>
                <c:pt idx="6882">
                  <c:v>94.211528516548455</c:v>
                </c:pt>
                <c:pt idx="6883">
                  <c:v>94.211436170212764</c:v>
                </c:pt>
                <c:pt idx="6884">
                  <c:v>94.21162086288416</c:v>
                </c:pt>
                <c:pt idx="6885">
                  <c:v>94.211473108747057</c:v>
                </c:pt>
                <c:pt idx="6886">
                  <c:v>94.211657801418454</c:v>
                </c:pt>
                <c:pt idx="6887">
                  <c:v>94.211602393617028</c:v>
                </c:pt>
                <c:pt idx="6888">
                  <c:v>94.21149157801419</c:v>
                </c:pt>
                <c:pt idx="6889">
                  <c:v>94.211159131205676</c:v>
                </c:pt>
                <c:pt idx="6890">
                  <c:v>94.211362293144205</c:v>
                </c:pt>
                <c:pt idx="6891">
                  <c:v>94.211343823877087</c:v>
                </c:pt>
                <c:pt idx="6892">
                  <c:v>94.211325354609926</c:v>
                </c:pt>
                <c:pt idx="6893">
                  <c:v>94.211399231678485</c:v>
                </c:pt>
                <c:pt idx="6894">
                  <c:v>94.211380762411352</c:v>
                </c:pt>
                <c:pt idx="6895">
                  <c:v>94.211325354609926</c:v>
                </c:pt>
                <c:pt idx="6896">
                  <c:v>94.21149157801419</c:v>
                </c:pt>
                <c:pt idx="6897">
                  <c:v>94.211399231678485</c:v>
                </c:pt>
                <c:pt idx="6898">
                  <c:v>94.211546985815602</c:v>
                </c:pt>
                <c:pt idx="6899">
                  <c:v>94.211583924349881</c:v>
                </c:pt>
                <c:pt idx="6900">
                  <c:v>94.211528516548455</c:v>
                </c:pt>
                <c:pt idx="6901">
                  <c:v>94.211583924349881</c:v>
                </c:pt>
                <c:pt idx="6902">
                  <c:v>94.211657801418454</c:v>
                </c:pt>
                <c:pt idx="6903">
                  <c:v>94.211546985815602</c:v>
                </c:pt>
                <c:pt idx="6904">
                  <c:v>94.211787086288425</c:v>
                </c:pt>
                <c:pt idx="6905">
                  <c:v>94.211583924349881</c:v>
                </c:pt>
                <c:pt idx="6906">
                  <c:v>94.211602393617028</c:v>
                </c:pt>
                <c:pt idx="6907">
                  <c:v>94.211528516548455</c:v>
                </c:pt>
                <c:pt idx="6908">
                  <c:v>94.211657801418454</c:v>
                </c:pt>
                <c:pt idx="6909">
                  <c:v>94.211768617021278</c:v>
                </c:pt>
                <c:pt idx="6910">
                  <c:v>94.211694739952719</c:v>
                </c:pt>
                <c:pt idx="6911">
                  <c:v>94.211546985815602</c:v>
                </c:pt>
                <c:pt idx="6912">
                  <c:v>94.211842494089851</c:v>
                </c:pt>
                <c:pt idx="6913">
                  <c:v>94.211657801418454</c:v>
                </c:pt>
                <c:pt idx="6914">
                  <c:v>94.211934840425528</c:v>
                </c:pt>
                <c:pt idx="6915">
                  <c:v>94.211842494089851</c:v>
                </c:pt>
                <c:pt idx="6916">
                  <c:v>94.211934840425528</c:v>
                </c:pt>
                <c:pt idx="6917">
                  <c:v>94.212027186761233</c:v>
                </c:pt>
                <c:pt idx="6918">
                  <c:v>94.212101063829792</c:v>
                </c:pt>
                <c:pt idx="6919">
                  <c:v>94.211916371158395</c:v>
                </c:pt>
                <c:pt idx="6920">
                  <c:v>94.211916371158395</c:v>
                </c:pt>
                <c:pt idx="6921">
                  <c:v>94.211731678486998</c:v>
                </c:pt>
                <c:pt idx="6922">
                  <c:v>94.211805555555543</c:v>
                </c:pt>
                <c:pt idx="6923">
                  <c:v>94.211473108747057</c:v>
                </c:pt>
                <c:pt idx="6924">
                  <c:v>94.211362293144205</c:v>
                </c:pt>
                <c:pt idx="6925">
                  <c:v>94.211399231678485</c:v>
                </c:pt>
                <c:pt idx="6926">
                  <c:v>94.211473108747057</c:v>
                </c:pt>
                <c:pt idx="6927">
                  <c:v>94.211473108747057</c:v>
                </c:pt>
                <c:pt idx="6928">
                  <c:v>94.211510047281337</c:v>
                </c:pt>
                <c:pt idx="6929">
                  <c:v>94.211325354609926</c:v>
                </c:pt>
                <c:pt idx="6930">
                  <c:v>94.211583924349881</c:v>
                </c:pt>
                <c:pt idx="6931">
                  <c:v>94.211583924349881</c:v>
                </c:pt>
                <c:pt idx="6932">
                  <c:v>94.211657801418454</c:v>
                </c:pt>
                <c:pt idx="6933">
                  <c:v>94.211510047281337</c:v>
                </c:pt>
                <c:pt idx="6934">
                  <c:v>94.211860963356969</c:v>
                </c:pt>
                <c:pt idx="6935">
                  <c:v>94.21187943262413</c:v>
                </c:pt>
                <c:pt idx="6936">
                  <c:v>94.211657801418454</c:v>
                </c:pt>
                <c:pt idx="6937">
                  <c:v>94.211510047281337</c:v>
                </c:pt>
                <c:pt idx="6938">
                  <c:v>94.211546985815602</c:v>
                </c:pt>
                <c:pt idx="6939">
                  <c:v>94.211436170212764</c:v>
                </c:pt>
                <c:pt idx="6940">
                  <c:v>94.211897901891248</c:v>
                </c:pt>
                <c:pt idx="6941">
                  <c:v>94.211842494089851</c:v>
                </c:pt>
                <c:pt idx="6942">
                  <c:v>94.21187943262413</c:v>
                </c:pt>
                <c:pt idx="6943">
                  <c:v>94.211583924349881</c:v>
                </c:pt>
                <c:pt idx="6944">
                  <c:v>94.211473108747057</c:v>
                </c:pt>
                <c:pt idx="6945">
                  <c:v>94.211528516548455</c:v>
                </c:pt>
                <c:pt idx="6946">
                  <c:v>94.211731678486998</c:v>
                </c:pt>
                <c:pt idx="6947">
                  <c:v>94.211657801418454</c:v>
                </c:pt>
                <c:pt idx="6948">
                  <c:v>94.211842494089851</c:v>
                </c:pt>
                <c:pt idx="6949">
                  <c:v>94.211805555555543</c:v>
                </c:pt>
                <c:pt idx="6950">
                  <c:v>94.212082594562645</c:v>
                </c:pt>
                <c:pt idx="6951">
                  <c:v>94.212101063829792</c:v>
                </c:pt>
                <c:pt idx="6952">
                  <c:v>94.212027186761233</c:v>
                </c:pt>
                <c:pt idx="6953">
                  <c:v>94.212064125295498</c:v>
                </c:pt>
                <c:pt idx="6954">
                  <c:v>94.211768617021278</c:v>
                </c:pt>
                <c:pt idx="6955">
                  <c:v>94.211805555555543</c:v>
                </c:pt>
                <c:pt idx="6956">
                  <c:v>94.211916371158395</c:v>
                </c:pt>
                <c:pt idx="6957">
                  <c:v>94.211971778959807</c:v>
                </c:pt>
                <c:pt idx="6958">
                  <c:v>94.21187943262413</c:v>
                </c:pt>
                <c:pt idx="6959">
                  <c:v>94.211916371158395</c:v>
                </c:pt>
                <c:pt idx="6960">
                  <c:v>94.211934840425528</c:v>
                </c:pt>
                <c:pt idx="6961">
                  <c:v>94.211953309692674</c:v>
                </c:pt>
                <c:pt idx="6962">
                  <c:v>94.211990248226954</c:v>
                </c:pt>
                <c:pt idx="6963">
                  <c:v>94.211953309692674</c:v>
                </c:pt>
                <c:pt idx="6964">
                  <c:v>94.212138002364071</c:v>
                </c:pt>
                <c:pt idx="6965">
                  <c:v>94.211953309692674</c:v>
                </c:pt>
                <c:pt idx="6966">
                  <c:v>94.212101063829792</c:v>
                </c:pt>
                <c:pt idx="6967">
                  <c:v>94.212082594562645</c:v>
                </c:pt>
                <c:pt idx="6968">
                  <c:v>94.212248817966909</c:v>
                </c:pt>
                <c:pt idx="6969">
                  <c:v>94.212082594562645</c:v>
                </c:pt>
                <c:pt idx="6970">
                  <c:v>94.212101063829792</c:v>
                </c:pt>
                <c:pt idx="6971">
                  <c:v>94.211897901891248</c:v>
                </c:pt>
                <c:pt idx="6972">
                  <c:v>94.211971778959807</c:v>
                </c:pt>
                <c:pt idx="6973">
                  <c:v>94.212008717494101</c:v>
                </c:pt>
                <c:pt idx="6974">
                  <c:v>94.212138002364071</c:v>
                </c:pt>
                <c:pt idx="6975">
                  <c:v>94.21187943262413</c:v>
                </c:pt>
                <c:pt idx="6976">
                  <c:v>94.211842494089851</c:v>
                </c:pt>
                <c:pt idx="6977">
                  <c:v>94.211805555555543</c:v>
                </c:pt>
                <c:pt idx="6978">
                  <c:v>94.211731678486998</c:v>
                </c:pt>
                <c:pt idx="6979">
                  <c:v>94.211768617021278</c:v>
                </c:pt>
                <c:pt idx="6980">
                  <c:v>94.211842494089851</c:v>
                </c:pt>
                <c:pt idx="6981">
                  <c:v>94.211934840425528</c:v>
                </c:pt>
                <c:pt idx="6982">
                  <c:v>94.211916371158395</c:v>
                </c:pt>
                <c:pt idx="6983">
                  <c:v>94.211916371158395</c:v>
                </c:pt>
                <c:pt idx="6984">
                  <c:v>94.211916371158395</c:v>
                </c:pt>
                <c:pt idx="6985">
                  <c:v>94.212027186761233</c:v>
                </c:pt>
                <c:pt idx="6986">
                  <c:v>94.212064125295498</c:v>
                </c:pt>
                <c:pt idx="6987">
                  <c:v>94.212101063829792</c:v>
                </c:pt>
                <c:pt idx="6988">
                  <c:v>94.212101063829792</c:v>
                </c:pt>
                <c:pt idx="6989">
                  <c:v>94.211916371158395</c:v>
                </c:pt>
                <c:pt idx="6990">
                  <c:v>94.211953309692674</c:v>
                </c:pt>
                <c:pt idx="6991">
                  <c:v>94.211990248226954</c:v>
                </c:pt>
                <c:pt idx="6992">
                  <c:v>94.211953309692674</c:v>
                </c:pt>
                <c:pt idx="6993">
                  <c:v>94.211768617021278</c:v>
                </c:pt>
                <c:pt idx="6994">
                  <c:v>94.212101063829792</c:v>
                </c:pt>
                <c:pt idx="6995">
                  <c:v>94.212027186761233</c:v>
                </c:pt>
                <c:pt idx="6996">
                  <c:v>94.211990248226954</c:v>
                </c:pt>
                <c:pt idx="6997">
                  <c:v>94.211842494089851</c:v>
                </c:pt>
                <c:pt idx="6998">
                  <c:v>94.211897901891248</c:v>
                </c:pt>
                <c:pt idx="6999">
                  <c:v>94.21187943262413</c:v>
                </c:pt>
                <c:pt idx="7000">
                  <c:v>94.211897901891248</c:v>
                </c:pt>
                <c:pt idx="7001">
                  <c:v>94.211768617021278</c:v>
                </c:pt>
                <c:pt idx="7002">
                  <c:v>94.211953309692674</c:v>
                </c:pt>
                <c:pt idx="7003">
                  <c:v>94.211934840425528</c:v>
                </c:pt>
                <c:pt idx="7004">
                  <c:v>94.212082594562645</c:v>
                </c:pt>
                <c:pt idx="7005">
                  <c:v>94.211916371158395</c:v>
                </c:pt>
                <c:pt idx="7006">
                  <c:v>94.211842494089851</c:v>
                </c:pt>
                <c:pt idx="7007">
                  <c:v>94.21187943262413</c:v>
                </c:pt>
                <c:pt idx="7008">
                  <c:v>94.211953309692674</c:v>
                </c:pt>
                <c:pt idx="7009">
                  <c:v>94.212027186761233</c:v>
                </c:pt>
                <c:pt idx="7010">
                  <c:v>94.212101063829792</c:v>
                </c:pt>
                <c:pt idx="7011">
                  <c:v>94.212138002364071</c:v>
                </c:pt>
                <c:pt idx="7012">
                  <c:v>94.211916371158395</c:v>
                </c:pt>
                <c:pt idx="7013">
                  <c:v>94.211842494089851</c:v>
                </c:pt>
                <c:pt idx="7014">
                  <c:v>94.211583924349881</c:v>
                </c:pt>
                <c:pt idx="7015">
                  <c:v>94.211546985815602</c:v>
                </c:pt>
                <c:pt idx="7016">
                  <c:v>94.211657801418454</c:v>
                </c:pt>
                <c:pt idx="7017">
                  <c:v>94.211842494089851</c:v>
                </c:pt>
                <c:pt idx="7018">
                  <c:v>94.211916371158395</c:v>
                </c:pt>
                <c:pt idx="7019">
                  <c:v>94.211768617021278</c:v>
                </c:pt>
                <c:pt idx="7020">
                  <c:v>94.211731678486998</c:v>
                </c:pt>
                <c:pt idx="7021">
                  <c:v>94.211657801418454</c:v>
                </c:pt>
                <c:pt idx="7022">
                  <c:v>94.211805555555543</c:v>
                </c:pt>
                <c:pt idx="7023">
                  <c:v>94.211842494089851</c:v>
                </c:pt>
                <c:pt idx="7024">
                  <c:v>94.211731678486998</c:v>
                </c:pt>
                <c:pt idx="7025">
                  <c:v>94.211657801418454</c:v>
                </c:pt>
                <c:pt idx="7026">
                  <c:v>94.21187943262413</c:v>
                </c:pt>
                <c:pt idx="7027">
                  <c:v>94.211768617021278</c:v>
                </c:pt>
                <c:pt idx="7028">
                  <c:v>94.211860963356969</c:v>
                </c:pt>
                <c:pt idx="7029">
                  <c:v>94.211842494089851</c:v>
                </c:pt>
                <c:pt idx="7030">
                  <c:v>94.211731678486998</c:v>
                </c:pt>
                <c:pt idx="7031">
                  <c:v>94.212027186761233</c:v>
                </c:pt>
                <c:pt idx="7032">
                  <c:v>94.211934840425528</c:v>
                </c:pt>
                <c:pt idx="7033">
                  <c:v>94.21187943262413</c:v>
                </c:pt>
                <c:pt idx="7034">
                  <c:v>94.21187943262413</c:v>
                </c:pt>
                <c:pt idx="7035">
                  <c:v>94.211805555555543</c:v>
                </c:pt>
                <c:pt idx="7036">
                  <c:v>94.211768617021278</c:v>
                </c:pt>
                <c:pt idx="7037">
                  <c:v>94.215536347517727</c:v>
                </c:pt>
                <c:pt idx="7038">
                  <c:v>94.214945330969286</c:v>
                </c:pt>
                <c:pt idx="7039">
                  <c:v>94.210291075650119</c:v>
                </c:pt>
                <c:pt idx="7040">
                  <c:v>94.205710697399539</c:v>
                </c:pt>
                <c:pt idx="7041">
                  <c:v>94.202090721040193</c:v>
                </c:pt>
                <c:pt idx="7042">
                  <c:v>94.199652777777771</c:v>
                </c:pt>
                <c:pt idx="7043">
                  <c:v>94.197953605200951</c:v>
                </c:pt>
                <c:pt idx="7044">
                  <c:v>94.196513002364071</c:v>
                </c:pt>
                <c:pt idx="7045">
                  <c:v>94.195349438534294</c:v>
                </c:pt>
                <c:pt idx="7046">
                  <c:v>94.194629137115854</c:v>
                </c:pt>
                <c:pt idx="7047">
                  <c:v>94.194111997635929</c:v>
                </c:pt>
                <c:pt idx="7048">
                  <c:v>94.193557919621753</c:v>
                </c:pt>
                <c:pt idx="7049">
                  <c:v>94.193262411347519</c:v>
                </c:pt>
                <c:pt idx="7050">
                  <c:v>94.193059249408989</c:v>
                </c:pt>
                <c:pt idx="7051">
                  <c:v>94.193077718676122</c:v>
                </c:pt>
                <c:pt idx="7052">
                  <c:v>94.192893026004725</c:v>
                </c:pt>
                <c:pt idx="7053">
                  <c:v>94.192505171394799</c:v>
                </c:pt>
                <c:pt idx="7054">
                  <c:v>94.192523640661946</c:v>
                </c:pt>
                <c:pt idx="7055">
                  <c:v>94.192523640661946</c:v>
                </c:pt>
                <c:pt idx="7056">
                  <c:v>94.192357417257682</c:v>
                </c:pt>
                <c:pt idx="7057">
                  <c:v>94.192431294326241</c:v>
                </c:pt>
                <c:pt idx="7058">
                  <c:v>94.192283540189138</c:v>
                </c:pt>
                <c:pt idx="7059">
                  <c:v>94.192265070921991</c:v>
                </c:pt>
                <c:pt idx="7060">
                  <c:v>94.192394355791961</c:v>
                </c:pt>
                <c:pt idx="7061">
                  <c:v>94.192505171394799</c:v>
                </c:pt>
                <c:pt idx="7062">
                  <c:v>94.192579048463358</c:v>
                </c:pt>
                <c:pt idx="7063">
                  <c:v>94.192745271867622</c:v>
                </c:pt>
                <c:pt idx="7064">
                  <c:v>94.192671394799049</c:v>
                </c:pt>
                <c:pt idx="7065">
                  <c:v>94.192745271867622</c:v>
                </c:pt>
                <c:pt idx="7066">
                  <c:v>94.192652925531917</c:v>
                </c:pt>
                <c:pt idx="7067">
                  <c:v>94.192523640661946</c:v>
                </c:pt>
                <c:pt idx="7068">
                  <c:v>94.192449763593388</c:v>
                </c:pt>
                <c:pt idx="7069">
                  <c:v>94.192338947990535</c:v>
                </c:pt>
                <c:pt idx="7070">
                  <c:v>94.191988031914903</c:v>
                </c:pt>
                <c:pt idx="7071">
                  <c:v>94.192043439716315</c:v>
                </c:pt>
                <c:pt idx="7072">
                  <c:v>94.192228132387712</c:v>
                </c:pt>
                <c:pt idx="7073">
                  <c:v>94.19230200945627</c:v>
                </c:pt>
                <c:pt idx="7074">
                  <c:v>94.192080378250594</c:v>
                </c:pt>
                <c:pt idx="7075">
                  <c:v>94.192172724586285</c:v>
                </c:pt>
                <c:pt idx="7076">
                  <c:v>94.192228132387712</c:v>
                </c:pt>
                <c:pt idx="7077">
                  <c:v>94.192431294326241</c:v>
                </c:pt>
                <c:pt idx="7078">
                  <c:v>94.19246823286052</c:v>
                </c:pt>
                <c:pt idx="7079">
                  <c:v>94.192523640661946</c:v>
                </c:pt>
                <c:pt idx="7080">
                  <c:v>94.192634456264784</c:v>
                </c:pt>
                <c:pt idx="7081">
                  <c:v>94.192579048463358</c:v>
                </c:pt>
                <c:pt idx="7082">
                  <c:v>94.192523640661946</c:v>
                </c:pt>
                <c:pt idx="7083">
                  <c:v>94.192542109929079</c:v>
                </c:pt>
                <c:pt idx="7084">
                  <c:v>94.192449763593388</c:v>
                </c:pt>
                <c:pt idx="7085">
                  <c:v>94.192338947990535</c:v>
                </c:pt>
                <c:pt idx="7086">
                  <c:v>94.192357417257682</c:v>
                </c:pt>
                <c:pt idx="7087">
                  <c:v>94.192412825059108</c:v>
                </c:pt>
                <c:pt idx="7088">
                  <c:v>94.192338947990535</c:v>
                </c:pt>
                <c:pt idx="7089">
                  <c:v>94.192523640661946</c:v>
                </c:pt>
                <c:pt idx="7090">
                  <c:v>94.192505171394799</c:v>
                </c:pt>
                <c:pt idx="7091">
                  <c:v>94.192394355791961</c:v>
                </c:pt>
                <c:pt idx="7092">
                  <c:v>94.192265070921991</c:v>
                </c:pt>
                <c:pt idx="7093">
                  <c:v>94.192320478723417</c:v>
                </c:pt>
                <c:pt idx="7094">
                  <c:v>94.192338947990535</c:v>
                </c:pt>
                <c:pt idx="7095">
                  <c:v>94.192523640661946</c:v>
                </c:pt>
                <c:pt idx="7096">
                  <c:v>94.192338947990535</c:v>
                </c:pt>
                <c:pt idx="7097">
                  <c:v>94.192394355791961</c:v>
                </c:pt>
                <c:pt idx="7098">
                  <c:v>94.192449763593388</c:v>
                </c:pt>
                <c:pt idx="7099">
                  <c:v>94.192486702127667</c:v>
                </c:pt>
                <c:pt idx="7100">
                  <c:v>94.192449763593388</c:v>
                </c:pt>
                <c:pt idx="7101">
                  <c:v>94.192523640661946</c:v>
                </c:pt>
                <c:pt idx="7102">
                  <c:v>94.192412825059108</c:v>
                </c:pt>
                <c:pt idx="7103">
                  <c:v>94.192579048463358</c:v>
                </c:pt>
                <c:pt idx="7104">
                  <c:v>94.19246823286052</c:v>
                </c:pt>
                <c:pt idx="7105">
                  <c:v>94.192154255319153</c:v>
                </c:pt>
                <c:pt idx="7106">
                  <c:v>94.192375886524815</c:v>
                </c:pt>
                <c:pt idx="7107">
                  <c:v>94.192394355791961</c:v>
                </c:pt>
                <c:pt idx="7108">
                  <c:v>94.192338947990535</c:v>
                </c:pt>
                <c:pt idx="7109">
                  <c:v>94.192449763593388</c:v>
                </c:pt>
                <c:pt idx="7110">
                  <c:v>94.192523640661946</c:v>
                </c:pt>
                <c:pt idx="7111">
                  <c:v>94.192579048463358</c:v>
                </c:pt>
                <c:pt idx="7112">
                  <c:v>94.192615986997637</c:v>
                </c:pt>
                <c:pt idx="7113">
                  <c:v>94.192523640661946</c:v>
                </c:pt>
                <c:pt idx="7114">
                  <c:v>94.192671394799049</c:v>
                </c:pt>
                <c:pt idx="7115">
                  <c:v>94.192579048463358</c:v>
                </c:pt>
                <c:pt idx="7116">
                  <c:v>94.192597517730505</c:v>
                </c:pt>
                <c:pt idx="7117">
                  <c:v>94.192560579196211</c:v>
                </c:pt>
                <c:pt idx="7118">
                  <c:v>94.192265070921991</c:v>
                </c:pt>
                <c:pt idx="7119">
                  <c:v>94.192505171394799</c:v>
                </c:pt>
                <c:pt idx="7120">
                  <c:v>94.192449763593388</c:v>
                </c:pt>
                <c:pt idx="7121">
                  <c:v>94.192449763593388</c:v>
                </c:pt>
                <c:pt idx="7122">
                  <c:v>94.192523640661946</c:v>
                </c:pt>
                <c:pt idx="7123">
                  <c:v>94.192652925531917</c:v>
                </c:pt>
                <c:pt idx="7124">
                  <c:v>94.192523640661946</c:v>
                </c:pt>
                <c:pt idx="7125">
                  <c:v>94.192671394799049</c:v>
                </c:pt>
                <c:pt idx="7126">
                  <c:v>94.192523640661946</c:v>
                </c:pt>
                <c:pt idx="7127">
                  <c:v>94.19285608747046</c:v>
                </c:pt>
                <c:pt idx="7128">
                  <c:v>94.192634456264784</c:v>
                </c:pt>
                <c:pt idx="7129">
                  <c:v>94.192671394799049</c:v>
                </c:pt>
                <c:pt idx="7130">
                  <c:v>94.192486702127667</c:v>
                </c:pt>
                <c:pt idx="7131">
                  <c:v>94.192486702127667</c:v>
                </c:pt>
                <c:pt idx="7132">
                  <c:v>94.192708333333329</c:v>
                </c:pt>
                <c:pt idx="7133">
                  <c:v>94.192874556737578</c:v>
                </c:pt>
                <c:pt idx="7134">
                  <c:v>94.19268986406621</c:v>
                </c:pt>
                <c:pt idx="7135">
                  <c:v>94.192652925531917</c:v>
                </c:pt>
                <c:pt idx="7136">
                  <c:v>94.19268986406621</c:v>
                </c:pt>
                <c:pt idx="7137">
                  <c:v>94.192800679669034</c:v>
                </c:pt>
                <c:pt idx="7138">
                  <c:v>94.192708333333329</c:v>
                </c:pt>
                <c:pt idx="7139">
                  <c:v>94.192708333333329</c:v>
                </c:pt>
                <c:pt idx="7140">
                  <c:v>94.192634456264784</c:v>
                </c:pt>
                <c:pt idx="7141">
                  <c:v>94.192560579196211</c:v>
                </c:pt>
                <c:pt idx="7142">
                  <c:v>94.192652925531917</c:v>
                </c:pt>
                <c:pt idx="7143">
                  <c:v>94.192782210401901</c:v>
                </c:pt>
                <c:pt idx="7144">
                  <c:v>94.192800679669034</c:v>
                </c:pt>
                <c:pt idx="7145">
                  <c:v>94.193040780141843</c:v>
                </c:pt>
                <c:pt idx="7146">
                  <c:v>94.192893026004725</c:v>
                </c:pt>
                <c:pt idx="7147">
                  <c:v>94.192782210401901</c:v>
                </c:pt>
                <c:pt idx="7148">
                  <c:v>94.192819148936181</c:v>
                </c:pt>
                <c:pt idx="7149">
                  <c:v>94.192893026004725</c:v>
                </c:pt>
                <c:pt idx="7150">
                  <c:v>94.192745271867622</c:v>
                </c:pt>
                <c:pt idx="7151">
                  <c:v>94.192819148936181</c:v>
                </c:pt>
                <c:pt idx="7152">
                  <c:v>94.192671394799049</c:v>
                </c:pt>
                <c:pt idx="7153">
                  <c:v>94.192966903073284</c:v>
                </c:pt>
                <c:pt idx="7154">
                  <c:v>94.192966903073284</c:v>
                </c:pt>
                <c:pt idx="7155">
                  <c:v>94.193262411347519</c:v>
                </c:pt>
                <c:pt idx="7156">
                  <c:v>94.193096187943269</c:v>
                </c:pt>
                <c:pt idx="7157">
                  <c:v>94.192966903073284</c:v>
                </c:pt>
                <c:pt idx="7158">
                  <c:v>94.192966903073284</c:v>
                </c:pt>
                <c:pt idx="7159">
                  <c:v>94.193059249408989</c:v>
                </c:pt>
                <c:pt idx="7160">
                  <c:v>94.192893026004725</c:v>
                </c:pt>
                <c:pt idx="7161">
                  <c:v>94.192911495271872</c:v>
                </c:pt>
                <c:pt idx="7162">
                  <c:v>94.193003841607563</c:v>
                </c:pt>
                <c:pt idx="7163">
                  <c:v>94.193262411347519</c:v>
                </c:pt>
                <c:pt idx="7164">
                  <c:v>94.193336288416077</c:v>
                </c:pt>
                <c:pt idx="7165">
                  <c:v>94.193114657210401</c:v>
                </c:pt>
                <c:pt idx="7166">
                  <c:v>94.192966903073284</c:v>
                </c:pt>
                <c:pt idx="7167">
                  <c:v>94.192966903073284</c:v>
                </c:pt>
                <c:pt idx="7168">
                  <c:v>94.192966903073284</c:v>
                </c:pt>
                <c:pt idx="7169">
                  <c:v>94.193262411347519</c:v>
                </c:pt>
                <c:pt idx="7170">
                  <c:v>94.193114657210401</c:v>
                </c:pt>
                <c:pt idx="7171">
                  <c:v>94.193262411347519</c:v>
                </c:pt>
                <c:pt idx="7172">
                  <c:v>94.192966903073284</c:v>
                </c:pt>
                <c:pt idx="7173">
                  <c:v>94.192948433806151</c:v>
                </c:pt>
                <c:pt idx="7174">
                  <c:v>94.193096187943269</c:v>
                </c:pt>
                <c:pt idx="7175">
                  <c:v>94.193225472813253</c:v>
                </c:pt>
                <c:pt idx="7176">
                  <c:v>94.193059249408989</c:v>
                </c:pt>
                <c:pt idx="7177">
                  <c:v>94.193225472813253</c:v>
                </c:pt>
                <c:pt idx="7178">
                  <c:v>94.193114657210401</c:v>
                </c:pt>
                <c:pt idx="7179">
                  <c:v>94.193299349881798</c:v>
                </c:pt>
                <c:pt idx="7180">
                  <c:v>94.193262411347519</c:v>
                </c:pt>
                <c:pt idx="7181">
                  <c:v>94.193336288416077</c:v>
                </c:pt>
                <c:pt idx="7182">
                  <c:v>94.193188534278974</c:v>
                </c:pt>
                <c:pt idx="7183">
                  <c:v>94.193262411347519</c:v>
                </c:pt>
                <c:pt idx="7184">
                  <c:v>94.193299349881798</c:v>
                </c:pt>
                <c:pt idx="7185">
                  <c:v>94.193410165484622</c:v>
                </c:pt>
                <c:pt idx="7186">
                  <c:v>94.193151595744681</c:v>
                </c:pt>
                <c:pt idx="7187">
                  <c:v>94.193262411347519</c:v>
                </c:pt>
                <c:pt idx="7188">
                  <c:v>94.193188534278974</c:v>
                </c:pt>
                <c:pt idx="7189">
                  <c:v>94.193336288416077</c:v>
                </c:pt>
                <c:pt idx="7190">
                  <c:v>94.193188534278974</c:v>
                </c:pt>
                <c:pt idx="7191">
                  <c:v>94.193262411347519</c:v>
                </c:pt>
                <c:pt idx="7192">
                  <c:v>94.193225472813253</c:v>
                </c:pt>
                <c:pt idx="7193">
                  <c:v>94.193151595744681</c:v>
                </c:pt>
                <c:pt idx="7194">
                  <c:v>94.193040780141843</c:v>
                </c:pt>
                <c:pt idx="7195">
                  <c:v>94.193336288416077</c:v>
                </c:pt>
                <c:pt idx="7196">
                  <c:v>94.193317819148945</c:v>
                </c:pt>
                <c:pt idx="7197">
                  <c:v>94.193410165484622</c:v>
                </c:pt>
                <c:pt idx="7198">
                  <c:v>94.193336288416077</c:v>
                </c:pt>
                <c:pt idx="7199">
                  <c:v>94.193465573286048</c:v>
                </c:pt>
                <c:pt idx="7200">
                  <c:v>94.193447104018929</c:v>
                </c:pt>
                <c:pt idx="7201">
                  <c:v>94.193816489361708</c:v>
                </c:pt>
                <c:pt idx="7202">
                  <c:v>94.193613327423179</c:v>
                </c:pt>
                <c:pt idx="7203">
                  <c:v>94.193557919621753</c:v>
                </c:pt>
                <c:pt idx="7204">
                  <c:v>94.193520981087474</c:v>
                </c:pt>
                <c:pt idx="7205">
                  <c:v>94.19370567375887</c:v>
                </c:pt>
                <c:pt idx="7206">
                  <c:v>94.193631796690312</c:v>
                </c:pt>
                <c:pt idx="7207">
                  <c:v>94.193631796690312</c:v>
                </c:pt>
                <c:pt idx="7208">
                  <c:v>94.193613327423179</c:v>
                </c:pt>
                <c:pt idx="7209">
                  <c:v>94.193779550827415</c:v>
                </c:pt>
                <c:pt idx="7210">
                  <c:v>94.193650265957444</c:v>
                </c:pt>
                <c:pt idx="7211">
                  <c:v>94.19370567375887</c:v>
                </c:pt>
                <c:pt idx="7212">
                  <c:v>94.193594858156033</c:v>
                </c:pt>
                <c:pt idx="7213">
                  <c:v>94.193853427895988</c:v>
                </c:pt>
                <c:pt idx="7214">
                  <c:v>94.193761081560297</c:v>
                </c:pt>
                <c:pt idx="7215">
                  <c:v>94.1939088356974</c:v>
                </c:pt>
                <c:pt idx="7216">
                  <c:v>94.193779550827415</c:v>
                </c:pt>
                <c:pt idx="7217">
                  <c:v>94.193816489361708</c:v>
                </c:pt>
                <c:pt idx="7218">
                  <c:v>94.193631796690312</c:v>
                </c:pt>
                <c:pt idx="7219">
                  <c:v>94.193724143026017</c:v>
                </c:pt>
                <c:pt idx="7220">
                  <c:v>94.193668735224591</c:v>
                </c:pt>
                <c:pt idx="7221">
                  <c:v>94.19370567375887</c:v>
                </c:pt>
                <c:pt idx="7222">
                  <c:v>94.193539450354606</c:v>
                </c:pt>
                <c:pt idx="7223">
                  <c:v>94.193594858156033</c:v>
                </c:pt>
                <c:pt idx="7224">
                  <c:v>94.193428634751768</c:v>
                </c:pt>
                <c:pt idx="7225">
                  <c:v>94.193447104018929</c:v>
                </c:pt>
                <c:pt idx="7226">
                  <c:v>94.193631796690312</c:v>
                </c:pt>
                <c:pt idx="7227">
                  <c:v>94.193816489361708</c:v>
                </c:pt>
                <c:pt idx="7228">
                  <c:v>94.193779550827415</c:v>
                </c:pt>
                <c:pt idx="7229">
                  <c:v>94.193890366430267</c:v>
                </c:pt>
                <c:pt idx="7230">
                  <c:v>94.193613327423179</c:v>
                </c:pt>
                <c:pt idx="7231">
                  <c:v>94.193668735224591</c:v>
                </c:pt>
                <c:pt idx="7232">
                  <c:v>94.193650265957444</c:v>
                </c:pt>
                <c:pt idx="7233">
                  <c:v>94.193779550827415</c:v>
                </c:pt>
                <c:pt idx="7234">
                  <c:v>94.19370567375887</c:v>
                </c:pt>
                <c:pt idx="7235">
                  <c:v>94.19370567375887</c:v>
                </c:pt>
                <c:pt idx="7236">
                  <c:v>94.193945774231679</c:v>
                </c:pt>
                <c:pt idx="7237">
                  <c:v>94.194185874704488</c:v>
                </c:pt>
                <c:pt idx="7238">
                  <c:v>94.19407505910165</c:v>
                </c:pt>
                <c:pt idx="7239">
                  <c:v>94.194333628841605</c:v>
                </c:pt>
                <c:pt idx="7240">
                  <c:v>94.194111997635929</c:v>
                </c:pt>
                <c:pt idx="7241">
                  <c:v>94.194148936170222</c:v>
                </c:pt>
                <c:pt idx="7242">
                  <c:v>94.194185874704488</c:v>
                </c:pt>
                <c:pt idx="7243">
                  <c:v>94.194111997635929</c:v>
                </c:pt>
                <c:pt idx="7244">
                  <c:v>94.193945774231679</c:v>
                </c:pt>
                <c:pt idx="7245">
                  <c:v>94.19407505910165</c:v>
                </c:pt>
                <c:pt idx="7246">
                  <c:v>94.194019651300238</c:v>
                </c:pt>
                <c:pt idx="7247">
                  <c:v>94.194001182033091</c:v>
                </c:pt>
                <c:pt idx="7248">
                  <c:v>94.193539450354606</c:v>
                </c:pt>
                <c:pt idx="7249">
                  <c:v>94.193410165484622</c:v>
                </c:pt>
                <c:pt idx="7250">
                  <c:v>94.193465573286048</c:v>
                </c:pt>
                <c:pt idx="7251">
                  <c:v>94.193557919621753</c:v>
                </c:pt>
                <c:pt idx="7252">
                  <c:v>94.193613327423179</c:v>
                </c:pt>
                <c:pt idx="7253">
                  <c:v>94.193816489361708</c:v>
                </c:pt>
                <c:pt idx="7254">
                  <c:v>94.193890366430267</c:v>
                </c:pt>
                <c:pt idx="7255">
                  <c:v>94.193816489361708</c:v>
                </c:pt>
                <c:pt idx="7256">
                  <c:v>94.193816489361708</c:v>
                </c:pt>
                <c:pt idx="7257">
                  <c:v>94.194111997635929</c:v>
                </c:pt>
                <c:pt idx="7258">
                  <c:v>94.194222813238781</c:v>
                </c:pt>
                <c:pt idx="7259">
                  <c:v>94.194389036643031</c:v>
                </c:pt>
                <c:pt idx="7260">
                  <c:v>94.194333628841605</c:v>
                </c:pt>
                <c:pt idx="7261">
                  <c:v>94.194352098108752</c:v>
                </c:pt>
                <c:pt idx="7262">
                  <c:v>94.19425975177306</c:v>
                </c:pt>
                <c:pt idx="7263">
                  <c:v>94.194222813238781</c:v>
                </c:pt>
                <c:pt idx="7264">
                  <c:v>94.194056589834517</c:v>
                </c:pt>
                <c:pt idx="7265">
                  <c:v>94.19407505910165</c:v>
                </c:pt>
                <c:pt idx="7266">
                  <c:v>94.19387189716312</c:v>
                </c:pt>
                <c:pt idx="7267">
                  <c:v>94.194001182033091</c:v>
                </c:pt>
                <c:pt idx="7268">
                  <c:v>94.1939088356974</c:v>
                </c:pt>
                <c:pt idx="7269">
                  <c:v>94.194167405437355</c:v>
                </c:pt>
                <c:pt idx="7270">
                  <c:v>94.194222813238781</c:v>
                </c:pt>
                <c:pt idx="7271">
                  <c:v>94.194111997635929</c:v>
                </c:pt>
                <c:pt idx="7272">
                  <c:v>94.19407505910165</c:v>
                </c:pt>
                <c:pt idx="7273">
                  <c:v>94.194333628841605</c:v>
                </c:pt>
                <c:pt idx="7274">
                  <c:v>94.194148936170222</c:v>
                </c:pt>
                <c:pt idx="7275">
                  <c:v>94.19425975177306</c:v>
                </c:pt>
                <c:pt idx="7276">
                  <c:v>94.194111997635929</c:v>
                </c:pt>
                <c:pt idx="7277">
                  <c:v>94.194241282505914</c:v>
                </c:pt>
                <c:pt idx="7278">
                  <c:v>94.194370567375884</c:v>
                </c:pt>
                <c:pt idx="7279">
                  <c:v>94.194499852245855</c:v>
                </c:pt>
                <c:pt idx="7280">
                  <c:v>94.194111997635929</c:v>
                </c:pt>
                <c:pt idx="7281">
                  <c:v>94.194222813238781</c:v>
                </c:pt>
                <c:pt idx="7282">
                  <c:v>94.194111997635929</c:v>
                </c:pt>
                <c:pt idx="7283">
                  <c:v>94.194241282505914</c:v>
                </c:pt>
                <c:pt idx="7284">
                  <c:v>94.194352098108752</c:v>
                </c:pt>
                <c:pt idx="7285">
                  <c:v>94.194444444444443</c:v>
                </c:pt>
                <c:pt idx="7286">
                  <c:v>94.194536790780148</c:v>
                </c:pt>
                <c:pt idx="7287">
                  <c:v>94.194518321513016</c:v>
                </c:pt>
                <c:pt idx="7288">
                  <c:v>94.19459219858156</c:v>
                </c:pt>
                <c:pt idx="7289">
                  <c:v>94.194629137115854</c:v>
                </c:pt>
                <c:pt idx="7290">
                  <c:v>94.19429669030734</c:v>
                </c:pt>
                <c:pt idx="7291">
                  <c:v>94.194444444444443</c:v>
                </c:pt>
                <c:pt idx="7292">
                  <c:v>94.194241282505914</c:v>
                </c:pt>
                <c:pt idx="7293">
                  <c:v>94.194204343971634</c:v>
                </c:pt>
                <c:pt idx="7294">
                  <c:v>94.19429669030734</c:v>
                </c:pt>
                <c:pt idx="7295">
                  <c:v>94.194407505910164</c:v>
                </c:pt>
                <c:pt idx="7296">
                  <c:v>94.19429669030734</c:v>
                </c:pt>
                <c:pt idx="7297">
                  <c:v>94.194555260047281</c:v>
                </c:pt>
                <c:pt idx="7298">
                  <c:v>94.194536790780148</c:v>
                </c:pt>
                <c:pt idx="7299">
                  <c:v>94.194666075650119</c:v>
                </c:pt>
                <c:pt idx="7300">
                  <c:v>94.194629137115854</c:v>
                </c:pt>
                <c:pt idx="7301">
                  <c:v>94.194536790780148</c:v>
                </c:pt>
                <c:pt idx="7302">
                  <c:v>94.194555260047281</c:v>
                </c:pt>
                <c:pt idx="7303">
                  <c:v>94.194703014184398</c:v>
                </c:pt>
                <c:pt idx="7304">
                  <c:v>94.194666075650119</c:v>
                </c:pt>
                <c:pt idx="7305">
                  <c:v>94.194666075650119</c:v>
                </c:pt>
                <c:pt idx="7306">
                  <c:v>94.194499852245855</c:v>
                </c:pt>
                <c:pt idx="7307">
                  <c:v>94.194629137115854</c:v>
                </c:pt>
                <c:pt idx="7308">
                  <c:v>94.194703014184398</c:v>
                </c:pt>
                <c:pt idx="7309">
                  <c:v>94.194869237588648</c:v>
                </c:pt>
                <c:pt idx="7310">
                  <c:v>94.194776891252957</c:v>
                </c:pt>
                <c:pt idx="7311">
                  <c:v>94.194998522458633</c:v>
                </c:pt>
                <c:pt idx="7312">
                  <c:v>94.194924645390074</c:v>
                </c:pt>
                <c:pt idx="7313">
                  <c:v>94.194832299054383</c:v>
                </c:pt>
                <c:pt idx="7314">
                  <c:v>94.194832299054383</c:v>
                </c:pt>
                <c:pt idx="7315">
                  <c:v>94.194739952718678</c:v>
                </c:pt>
                <c:pt idx="7316">
                  <c:v>94.194869237588648</c:v>
                </c:pt>
                <c:pt idx="7317">
                  <c:v>94.194795360520104</c:v>
                </c:pt>
                <c:pt idx="7318">
                  <c:v>94.194887706855795</c:v>
                </c:pt>
                <c:pt idx="7319">
                  <c:v>94.194906176122927</c:v>
                </c:pt>
                <c:pt idx="7320">
                  <c:v>94.194776891252957</c:v>
                </c:pt>
                <c:pt idx="7321">
                  <c:v>94.194924645390074</c:v>
                </c:pt>
                <c:pt idx="7322">
                  <c:v>94.194703014184398</c:v>
                </c:pt>
                <c:pt idx="7323">
                  <c:v>94.194906176122927</c:v>
                </c:pt>
                <c:pt idx="7324">
                  <c:v>94.194887706855795</c:v>
                </c:pt>
                <c:pt idx="7325">
                  <c:v>94.194795360520104</c:v>
                </c:pt>
                <c:pt idx="7326">
                  <c:v>94.194758421985824</c:v>
                </c:pt>
                <c:pt idx="7327">
                  <c:v>94.194998522458633</c:v>
                </c:pt>
                <c:pt idx="7328">
                  <c:v>94.194943114657207</c:v>
                </c:pt>
                <c:pt idx="7329">
                  <c:v>94.195109338061471</c:v>
                </c:pt>
                <c:pt idx="7330">
                  <c:v>94.195109338061471</c:v>
                </c:pt>
                <c:pt idx="7331">
                  <c:v>94.195053930260059</c:v>
                </c:pt>
                <c:pt idx="7332">
                  <c:v>94.194998522458633</c:v>
                </c:pt>
                <c:pt idx="7333">
                  <c:v>94.194998522458633</c:v>
                </c:pt>
                <c:pt idx="7334">
                  <c:v>94.195053930260059</c:v>
                </c:pt>
                <c:pt idx="7335">
                  <c:v>94.195220153664309</c:v>
                </c:pt>
                <c:pt idx="7336">
                  <c:v>94.195146276595736</c:v>
                </c:pt>
                <c:pt idx="7337">
                  <c:v>94.195164745862897</c:v>
                </c:pt>
                <c:pt idx="7338">
                  <c:v>94.195072399527191</c:v>
                </c:pt>
                <c:pt idx="7339">
                  <c:v>94.195294030732867</c:v>
                </c:pt>
                <c:pt idx="7340">
                  <c:v>94.195183215130029</c:v>
                </c:pt>
                <c:pt idx="7341">
                  <c:v>94.195109338061471</c:v>
                </c:pt>
                <c:pt idx="7342">
                  <c:v>94.195275561465721</c:v>
                </c:pt>
                <c:pt idx="7343">
                  <c:v>94.195478723404264</c:v>
                </c:pt>
                <c:pt idx="7344">
                  <c:v>94.195183215130029</c:v>
                </c:pt>
                <c:pt idx="7345">
                  <c:v>94.195146276595736</c:v>
                </c:pt>
                <c:pt idx="7346">
                  <c:v>94.194998522458633</c:v>
                </c:pt>
                <c:pt idx="7347">
                  <c:v>94.195164745862897</c:v>
                </c:pt>
                <c:pt idx="7348">
                  <c:v>94.195238622931441</c:v>
                </c:pt>
                <c:pt idx="7349">
                  <c:v>94.195109338061471</c:v>
                </c:pt>
                <c:pt idx="7350">
                  <c:v>94.195201684397162</c:v>
                </c:pt>
                <c:pt idx="7351">
                  <c:v>94.195497192671397</c:v>
                </c:pt>
                <c:pt idx="7352">
                  <c:v>94.195441784869971</c:v>
                </c:pt>
                <c:pt idx="7353">
                  <c:v>94.195349438534294</c:v>
                </c:pt>
                <c:pt idx="7354">
                  <c:v>94.195109338061471</c:v>
                </c:pt>
                <c:pt idx="7355">
                  <c:v>94.195183215130029</c:v>
                </c:pt>
                <c:pt idx="7356">
                  <c:v>94.195127807328603</c:v>
                </c:pt>
                <c:pt idx="7357">
                  <c:v>94.195257092198588</c:v>
                </c:pt>
                <c:pt idx="7358">
                  <c:v>94.195294030732867</c:v>
                </c:pt>
                <c:pt idx="7359">
                  <c:v>94.1953125</c:v>
                </c:pt>
                <c:pt idx="7360">
                  <c:v>94.195349438534294</c:v>
                </c:pt>
                <c:pt idx="7361">
                  <c:v>94.195349438534294</c:v>
                </c:pt>
                <c:pt idx="7362">
                  <c:v>94.195404846335691</c:v>
                </c:pt>
                <c:pt idx="7363">
                  <c:v>94.195515661938543</c:v>
                </c:pt>
                <c:pt idx="7364">
                  <c:v>94.195663416075661</c:v>
                </c:pt>
                <c:pt idx="7365">
                  <c:v>94.195626477541367</c:v>
                </c:pt>
                <c:pt idx="7366">
                  <c:v>94.195478723404264</c:v>
                </c:pt>
                <c:pt idx="7367">
                  <c:v>94.195441784869971</c:v>
                </c:pt>
                <c:pt idx="7368">
                  <c:v>94.195497192671397</c:v>
                </c:pt>
                <c:pt idx="7369">
                  <c:v>94.195515661938543</c:v>
                </c:pt>
                <c:pt idx="7370">
                  <c:v>94.195404846335691</c:v>
                </c:pt>
                <c:pt idx="7371">
                  <c:v>94.195330969267147</c:v>
                </c:pt>
                <c:pt idx="7372">
                  <c:v>94.195294030732867</c:v>
                </c:pt>
                <c:pt idx="7373">
                  <c:v>94.19570035460994</c:v>
                </c:pt>
                <c:pt idx="7374">
                  <c:v>94.195792700945631</c:v>
                </c:pt>
                <c:pt idx="7375">
                  <c:v>94.195792700945631</c:v>
                </c:pt>
                <c:pt idx="7376">
                  <c:v>94.195829639479911</c:v>
                </c:pt>
                <c:pt idx="7377">
                  <c:v>94.195921985815616</c:v>
                </c:pt>
                <c:pt idx="7378">
                  <c:v>94.195792700945631</c:v>
                </c:pt>
                <c:pt idx="7379">
                  <c:v>94.196069739952719</c:v>
                </c:pt>
                <c:pt idx="7380">
                  <c:v>94.195921985815616</c:v>
                </c:pt>
                <c:pt idx="7381">
                  <c:v>94.196069739952719</c:v>
                </c:pt>
                <c:pt idx="7382">
                  <c:v>94.19599586288416</c:v>
                </c:pt>
                <c:pt idx="7383">
                  <c:v>94.195903516548469</c:v>
                </c:pt>
                <c:pt idx="7384">
                  <c:v>94.19586657801419</c:v>
                </c:pt>
                <c:pt idx="7385">
                  <c:v>94.195737293144205</c:v>
                </c:pt>
                <c:pt idx="7386">
                  <c:v>94.195681885342779</c:v>
                </c:pt>
                <c:pt idx="7387">
                  <c:v>94.195792700945631</c:v>
                </c:pt>
                <c:pt idx="7388">
                  <c:v>94.195663416075661</c:v>
                </c:pt>
                <c:pt idx="7389">
                  <c:v>94.195885047281337</c:v>
                </c:pt>
                <c:pt idx="7390">
                  <c:v>94.195848108747043</c:v>
                </c:pt>
                <c:pt idx="7391">
                  <c:v>94.195885047281337</c:v>
                </c:pt>
                <c:pt idx="7392">
                  <c:v>94.195829639479911</c:v>
                </c:pt>
                <c:pt idx="7393">
                  <c:v>94.195681885342779</c:v>
                </c:pt>
                <c:pt idx="7394">
                  <c:v>94.195885047281337</c:v>
                </c:pt>
                <c:pt idx="7395">
                  <c:v>94.196088209219866</c:v>
                </c:pt>
                <c:pt idx="7396">
                  <c:v>94.196088209219866</c:v>
                </c:pt>
                <c:pt idx="7397">
                  <c:v>94.196143617021278</c:v>
                </c:pt>
                <c:pt idx="7398">
                  <c:v>94.196088209219866</c:v>
                </c:pt>
                <c:pt idx="7399">
                  <c:v>94.196106678486998</c:v>
                </c:pt>
                <c:pt idx="7400">
                  <c:v>94.196309840425528</c:v>
                </c:pt>
                <c:pt idx="7401">
                  <c:v>94.196088209219866</c:v>
                </c:pt>
                <c:pt idx="7402">
                  <c:v>94.19603280141844</c:v>
                </c:pt>
                <c:pt idx="7403">
                  <c:v>94.196291371158409</c:v>
                </c:pt>
                <c:pt idx="7404">
                  <c:v>94.196217494089836</c:v>
                </c:pt>
                <c:pt idx="7405">
                  <c:v>94.196180555555557</c:v>
                </c:pt>
                <c:pt idx="7406">
                  <c:v>94.196088209219866</c:v>
                </c:pt>
                <c:pt idx="7407">
                  <c:v>94.196402186761233</c:v>
                </c:pt>
                <c:pt idx="7408">
                  <c:v>94.19658687943263</c:v>
                </c:pt>
                <c:pt idx="7409">
                  <c:v>94.196494533096924</c:v>
                </c:pt>
                <c:pt idx="7410">
                  <c:v>94.196513002364071</c:v>
                </c:pt>
                <c:pt idx="7411">
                  <c:v>94.196642287234042</c:v>
                </c:pt>
                <c:pt idx="7412">
                  <c:v>94.196513002364071</c:v>
                </c:pt>
                <c:pt idx="7413">
                  <c:v>94.196365248226954</c:v>
                </c:pt>
                <c:pt idx="7414">
                  <c:v>94.196439125295512</c:v>
                </c:pt>
                <c:pt idx="7415">
                  <c:v>94.196476063829778</c:v>
                </c:pt>
                <c:pt idx="7416">
                  <c:v>94.196402186761233</c:v>
                </c:pt>
                <c:pt idx="7417">
                  <c:v>94.196439125295512</c:v>
                </c:pt>
                <c:pt idx="7418">
                  <c:v>94.196513002364071</c:v>
                </c:pt>
                <c:pt idx="7419">
                  <c:v>94.19642065602838</c:v>
                </c:pt>
                <c:pt idx="7420">
                  <c:v>94.196365248226954</c:v>
                </c:pt>
                <c:pt idx="7421">
                  <c:v>94.196272901891248</c:v>
                </c:pt>
                <c:pt idx="7422">
                  <c:v>94.196439125295512</c:v>
                </c:pt>
                <c:pt idx="7423">
                  <c:v>94.196383717494101</c:v>
                </c:pt>
                <c:pt idx="7424">
                  <c:v>94.196439125295512</c:v>
                </c:pt>
                <c:pt idx="7425">
                  <c:v>94.196365248226954</c:v>
                </c:pt>
                <c:pt idx="7426">
                  <c:v>94.19654994089835</c:v>
                </c:pt>
                <c:pt idx="7427">
                  <c:v>94.196494533096924</c:v>
                </c:pt>
                <c:pt idx="7428">
                  <c:v>94.196513002364071</c:v>
                </c:pt>
                <c:pt idx="7429">
                  <c:v>94.196513002364071</c:v>
                </c:pt>
                <c:pt idx="7430">
                  <c:v>94.196642287234042</c:v>
                </c:pt>
                <c:pt idx="7431">
                  <c:v>94.196697695035468</c:v>
                </c:pt>
                <c:pt idx="7432">
                  <c:v>94.196605348699762</c:v>
                </c:pt>
                <c:pt idx="7433">
                  <c:v>94.196771572104026</c:v>
                </c:pt>
                <c:pt idx="7434">
                  <c:v>94.19658687943263</c:v>
                </c:pt>
                <c:pt idx="7435">
                  <c:v>94.196697695035468</c:v>
                </c:pt>
                <c:pt idx="7436">
                  <c:v>94.196956264775423</c:v>
                </c:pt>
                <c:pt idx="7437">
                  <c:v>94.196863918439718</c:v>
                </c:pt>
                <c:pt idx="7438">
                  <c:v>94.196974734042556</c:v>
                </c:pt>
                <c:pt idx="7439">
                  <c:v>94.197011672576835</c:v>
                </c:pt>
                <c:pt idx="7440">
                  <c:v>94.196900856973997</c:v>
                </c:pt>
                <c:pt idx="7441">
                  <c:v>94.19688238770685</c:v>
                </c:pt>
                <c:pt idx="7442">
                  <c:v>94.196900856973997</c:v>
                </c:pt>
                <c:pt idx="7443">
                  <c:v>94.196974734042556</c:v>
                </c:pt>
                <c:pt idx="7444">
                  <c:v>94.197030141843967</c:v>
                </c:pt>
                <c:pt idx="7445">
                  <c:v>94.196808510638292</c:v>
                </c:pt>
                <c:pt idx="7446">
                  <c:v>94.197030141843967</c:v>
                </c:pt>
                <c:pt idx="7447">
                  <c:v>94.196974734042556</c:v>
                </c:pt>
                <c:pt idx="7448">
                  <c:v>94.196863918439718</c:v>
                </c:pt>
                <c:pt idx="7449">
                  <c:v>94.197011672576835</c:v>
                </c:pt>
                <c:pt idx="7450">
                  <c:v>94.196993203309702</c:v>
                </c:pt>
                <c:pt idx="7451">
                  <c:v>94.197251773049658</c:v>
                </c:pt>
                <c:pt idx="7452">
                  <c:v>94.197251773049658</c:v>
                </c:pt>
                <c:pt idx="7453">
                  <c:v>94.197251773049658</c:v>
                </c:pt>
                <c:pt idx="7454">
                  <c:v>94.197362588652496</c:v>
                </c:pt>
                <c:pt idx="7455">
                  <c:v>94.197140957446805</c:v>
                </c:pt>
                <c:pt idx="7456">
                  <c:v>94.197085549645394</c:v>
                </c:pt>
                <c:pt idx="7457">
                  <c:v>94.197140957446805</c:v>
                </c:pt>
                <c:pt idx="7458">
                  <c:v>94.197214834515364</c:v>
                </c:pt>
                <c:pt idx="7459">
                  <c:v>94.19730718085107</c:v>
                </c:pt>
                <c:pt idx="7460">
                  <c:v>94.197362588652496</c:v>
                </c:pt>
                <c:pt idx="7461">
                  <c:v>94.197491873522466</c:v>
                </c:pt>
                <c:pt idx="7462">
                  <c:v>94.197491873522466</c:v>
                </c:pt>
                <c:pt idx="7463">
                  <c:v>94.197491873522466</c:v>
                </c:pt>
                <c:pt idx="7464">
                  <c:v>94.197584219858157</c:v>
                </c:pt>
                <c:pt idx="7465">
                  <c:v>94.19743646572104</c:v>
                </c:pt>
                <c:pt idx="7466">
                  <c:v>94.19743646572104</c:v>
                </c:pt>
                <c:pt idx="7467">
                  <c:v>94.197584219858157</c:v>
                </c:pt>
                <c:pt idx="7468">
                  <c:v>94.197713504728128</c:v>
                </c:pt>
                <c:pt idx="7469">
                  <c:v>94.197510342789599</c:v>
                </c:pt>
                <c:pt idx="7470">
                  <c:v>94.197547281323878</c:v>
                </c:pt>
                <c:pt idx="7471">
                  <c:v>94.197473404255319</c:v>
                </c:pt>
                <c:pt idx="7472">
                  <c:v>94.197417996453908</c:v>
                </c:pt>
                <c:pt idx="7473">
                  <c:v>94.197491873522466</c:v>
                </c:pt>
                <c:pt idx="7474">
                  <c:v>94.197510342789599</c:v>
                </c:pt>
                <c:pt idx="7475">
                  <c:v>94.197344119385335</c:v>
                </c:pt>
                <c:pt idx="7476">
                  <c:v>94.197214834515364</c:v>
                </c:pt>
                <c:pt idx="7477">
                  <c:v>94.196919326241144</c:v>
                </c:pt>
                <c:pt idx="7478">
                  <c:v>94.19688238770685</c:v>
                </c:pt>
                <c:pt idx="7479">
                  <c:v>94.196956264775423</c:v>
                </c:pt>
                <c:pt idx="7480">
                  <c:v>94.197085549645394</c:v>
                </c:pt>
                <c:pt idx="7481">
                  <c:v>94.197325650118216</c:v>
                </c:pt>
                <c:pt idx="7482">
                  <c:v>94.197658096926716</c:v>
                </c:pt>
                <c:pt idx="7483">
                  <c:v>94.197658096926716</c:v>
                </c:pt>
                <c:pt idx="7484">
                  <c:v>94.197713504728128</c:v>
                </c:pt>
                <c:pt idx="7485">
                  <c:v>94.197713504728128</c:v>
                </c:pt>
                <c:pt idx="7486">
                  <c:v>94.19760268912529</c:v>
                </c:pt>
                <c:pt idx="7487">
                  <c:v>94.197658096926716</c:v>
                </c:pt>
                <c:pt idx="7488">
                  <c:v>94.197713504728128</c:v>
                </c:pt>
                <c:pt idx="7489">
                  <c:v>94.19760268912529</c:v>
                </c:pt>
                <c:pt idx="7490">
                  <c:v>94.197916666666657</c:v>
                </c:pt>
                <c:pt idx="7491">
                  <c:v>94.197658096926716</c:v>
                </c:pt>
                <c:pt idx="7492">
                  <c:v>94.197879728132378</c:v>
                </c:pt>
                <c:pt idx="7493">
                  <c:v>94.197916666666657</c:v>
                </c:pt>
                <c:pt idx="7494">
                  <c:v>94.197879728132378</c:v>
                </c:pt>
                <c:pt idx="7495">
                  <c:v>94.197916666666657</c:v>
                </c:pt>
                <c:pt idx="7496">
                  <c:v>94.197953605200951</c:v>
                </c:pt>
                <c:pt idx="7497">
                  <c:v>94.198175236406627</c:v>
                </c:pt>
                <c:pt idx="7498">
                  <c:v>94.198581560283685</c:v>
                </c:pt>
                <c:pt idx="7499">
                  <c:v>94.198507683215126</c:v>
                </c:pt>
                <c:pt idx="7500">
                  <c:v>94.198433806146582</c:v>
                </c:pt>
                <c:pt idx="7501">
                  <c:v>94.198193705673759</c:v>
                </c:pt>
                <c:pt idx="7502">
                  <c:v>94.198119828605215</c:v>
                </c:pt>
                <c:pt idx="7503">
                  <c:v>94.198175236406627</c:v>
                </c:pt>
                <c:pt idx="7504">
                  <c:v>94.198175236406627</c:v>
                </c:pt>
                <c:pt idx="7505">
                  <c:v>94.198027482269509</c:v>
                </c:pt>
                <c:pt idx="7506">
                  <c:v>94.198045951536642</c:v>
                </c:pt>
                <c:pt idx="7507">
                  <c:v>94.198064420803789</c:v>
                </c:pt>
                <c:pt idx="7508">
                  <c:v>94.198027482269509</c:v>
                </c:pt>
                <c:pt idx="7509">
                  <c:v>94.197879728132378</c:v>
                </c:pt>
                <c:pt idx="7510">
                  <c:v>94.198064420803789</c:v>
                </c:pt>
                <c:pt idx="7511">
                  <c:v>94.197953605200951</c:v>
                </c:pt>
                <c:pt idx="7512">
                  <c:v>94.197935135933804</c:v>
                </c:pt>
                <c:pt idx="7513">
                  <c:v>94.198064420803789</c:v>
                </c:pt>
                <c:pt idx="7514">
                  <c:v>94.198175236406627</c:v>
                </c:pt>
                <c:pt idx="7515">
                  <c:v>94.198138297872347</c:v>
                </c:pt>
                <c:pt idx="7516">
                  <c:v>94.198359929078023</c:v>
                </c:pt>
                <c:pt idx="7517">
                  <c:v>94.198470744680847</c:v>
                </c:pt>
                <c:pt idx="7518">
                  <c:v>94.198526152482273</c:v>
                </c:pt>
                <c:pt idx="7519">
                  <c:v>94.198322990543744</c:v>
                </c:pt>
                <c:pt idx="7520">
                  <c:v>94.198452275413715</c:v>
                </c:pt>
                <c:pt idx="7521">
                  <c:v>94.198452275413715</c:v>
                </c:pt>
                <c:pt idx="7522">
                  <c:v>94.198433806146582</c:v>
                </c:pt>
                <c:pt idx="7523">
                  <c:v>94.198212174940892</c:v>
                </c:pt>
                <c:pt idx="7524">
                  <c:v>94.19828605200945</c:v>
                </c:pt>
                <c:pt idx="7525">
                  <c:v>94.198193705673759</c:v>
                </c:pt>
                <c:pt idx="7526">
                  <c:v>94.198175236406627</c:v>
                </c:pt>
                <c:pt idx="7527">
                  <c:v>94.198396867612303</c:v>
                </c:pt>
                <c:pt idx="7528">
                  <c:v>94.19854462174942</c:v>
                </c:pt>
                <c:pt idx="7529">
                  <c:v>94.198507683215126</c:v>
                </c:pt>
                <c:pt idx="7530">
                  <c:v>94.198396867612303</c:v>
                </c:pt>
                <c:pt idx="7531">
                  <c:v>94.198507683215126</c:v>
                </c:pt>
                <c:pt idx="7532">
                  <c:v>94.19884013002364</c:v>
                </c:pt>
                <c:pt idx="7533">
                  <c:v>94.198950945626464</c:v>
                </c:pt>
                <c:pt idx="7534">
                  <c:v>94.198950945626464</c:v>
                </c:pt>
                <c:pt idx="7535">
                  <c:v>94.198692375886523</c:v>
                </c:pt>
                <c:pt idx="7536">
                  <c:v>94.198747783687935</c:v>
                </c:pt>
                <c:pt idx="7537">
                  <c:v>94.198636968085111</c:v>
                </c:pt>
                <c:pt idx="7538">
                  <c:v>94.198895537825067</c:v>
                </c:pt>
                <c:pt idx="7539">
                  <c:v>94.198784722222214</c:v>
                </c:pt>
                <c:pt idx="7540">
                  <c:v>94.198692375886523</c:v>
                </c:pt>
                <c:pt idx="7541">
                  <c:v>94.198747783687935</c:v>
                </c:pt>
                <c:pt idx="7542">
                  <c:v>94.198729314420817</c:v>
                </c:pt>
                <c:pt idx="7543">
                  <c:v>94.198526152482273</c:v>
                </c:pt>
                <c:pt idx="7544">
                  <c:v>94.19887706855792</c:v>
                </c:pt>
                <c:pt idx="7545">
                  <c:v>94.198747783687935</c:v>
                </c:pt>
                <c:pt idx="7546">
                  <c:v>94.198729314420817</c:v>
                </c:pt>
                <c:pt idx="7547">
                  <c:v>94.19854462174942</c:v>
                </c:pt>
                <c:pt idx="7548">
                  <c:v>94.198747783687935</c:v>
                </c:pt>
                <c:pt idx="7549">
                  <c:v>94.198969414893625</c:v>
                </c:pt>
                <c:pt idx="7550">
                  <c:v>94.19884013002364</c:v>
                </c:pt>
                <c:pt idx="7551">
                  <c:v>94.198747783687935</c:v>
                </c:pt>
                <c:pt idx="7552">
                  <c:v>94.199080230496463</c:v>
                </c:pt>
                <c:pt idx="7553">
                  <c:v>94.198969414893625</c:v>
                </c:pt>
                <c:pt idx="7554">
                  <c:v>94.199098699763596</c:v>
                </c:pt>
                <c:pt idx="7555">
                  <c:v>94.19887706855792</c:v>
                </c:pt>
                <c:pt idx="7556">
                  <c:v>94.198987884160772</c:v>
                </c:pt>
                <c:pt idx="7557">
                  <c:v>94.198987884160772</c:v>
                </c:pt>
                <c:pt idx="7558">
                  <c:v>94.199098699763596</c:v>
                </c:pt>
                <c:pt idx="7559">
                  <c:v>94.199061761229316</c:v>
                </c:pt>
                <c:pt idx="7560">
                  <c:v>94.199024822695037</c:v>
                </c:pt>
                <c:pt idx="7561">
                  <c:v>94.198914007092199</c:v>
                </c:pt>
                <c:pt idx="7562">
                  <c:v>94.199098699763596</c:v>
                </c:pt>
                <c:pt idx="7563">
                  <c:v>94.19904329196217</c:v>
                </c:pt>
                <c:pt idx="7564">
                  <c:v>94.198987884160772</c:v>
                </c:pt>
                <c:pt idx="7565">
                  <c:v>94.19887706855792</c:v>
                </c:pt>
                <c:pt idx="7566">
                  <c:v>94.198950945626464</c:v>
                </c:pt>
                <c:pt idx="7567">
                  <c:v>94.198987884160772</c:v>
                </c:pt>
                <c:pt idx="7568">
                  <c:v>94.198969414893625</c:v>
                </c:pt>
                <c:pt idx="7569">
                  <c:v>94.199098699763596</c:v>
                </c:pt>
                <c:pt idx="7570">
                  <c:v>94.199246453900713</c:v>
                </c:pt>
                <c:pt idx="7571">
                  <c:v>94.199357269503565</c:v>
                </c:pt>
                <c:pt idx="7572">
                  <c:v>94.199375738770684</c:v>
                </c:pt>
                <c:pt idx="7573">
                  <c:v>94.199320330969257</c:v>
                </c:pt>
                <c:pt idx="7574">
                  <c:v>94.199320330969257</c:v>
                </c:pt>
                <c:pt idx="7575">
                  <c:v>94.199320330969257</c:v>
                </c:pt>
                <c:pt idx="7576">
                  <c:v>94.199615839243506</c:v>
                </c:pt>
                <c:pt idx="7577">
                  <c:v>94.199523492907815</c:v>
                </c:pt>
                <c:pt idx="7578">
                  <c:v>94.199541962174933</c:v>
                </c:pt>
                <c:pt idx="7579">
                  <c:v>94.199320330969257</c:v>
                </c:pt>
                <c:pt idx="7580">
                  <c:v>94.19939420803783</c:v>
                </c:pt>
                <c:pt idx="7581">
                  <c:v>94.19939420803783</c:v>
                </c:pt>
                <c:pt idx="7582">
                  <c:v>94.199671247044918</c:v>
                </c:pt>
                <c:pt idx="7583">
                  <c:v>94.199726654846344</c:v>
                </c:pt>
                <c:pt idx="7584">
                  <c:v>94.199855939716329</c:v>
                </c:pt>
                <c:pt idx="7585">
                  <c:v>94.199948286052006</c:v>
                </c:pt>
                <c:pt idx="7586">
                  <c:v>94.200022163120579</c:v>
                </c:pt>
                <c:pt idx="7587">
                  <c:v>94.199948286052006</c:v>
                </c:pt>
                <c:pt idx="7588">
                  <c:v>94.200096040189123</c:v>
                </c:pt>
                <c:pt idx="7589">
                  <c:v>94.199948286052006</c:v>
                </c:pt>
                <c:pt idx="7590">
                  <c:v>94.200096040189123</c:v>
                </c:pt>
                <c:pt idx="7591">
                  <c:v>94.199948286052006</c:v>
                </c:pt>
                <c:pt idx="7592">
                  <c:v>94.199800531914903</c:v>
                </c:pt>
                <c:pt idx="7593">
                  <c:v>94.199966755319153</c:v>
                </c:pt>
                <c:pt idx="7594">
                  <c:v>94.200040632387712</c:v>
                </c:pt>
                <c:pt idx="7595">
                  <c:v>94.199966755319153</c:v>
                </c:pt>
                <c:pt idx="7596">
                  <c:v>94.200132978723403</c:v>
                </c:pt>
                <c:pt idx="7597">
                  <c:v>94.199892878250608</c:v>
                </c:pt>
                <c:pt idx="7598">
                  <c:v>94.199985224586285</c:v>
                </c:pt>
                <c:pt idx="7599">
                  <c:v>94.199763593380624</c:v>
                </c:pt>
                <c:pt idx="7600">
                  <c:v>94.199800531914903</c:v>
                </c:pt>
                <c:pt idx="7601">
                  <c:v>94.199837470449182</c:v>
                </c:pt>
                <c:pt idx="7602">
                  <c:v>94.199966755319153</c:v>
                </c:pt>
                <c:pt idx="7603">
                  <c:v>94.199985224586285</c:v>
                </c:pt>
                <c:pt idx="7604">
                  <c:v>94.199966755319153</c:v>
                </c:pt>
                <c:pt idx="7605">
                  <c:v>94.199837470449182</c:v>
                </c:pt>
                <c:pt idx="7606">
                  <c:v>94.200059101654858</c:v>
                </c:pt>
                <c:pt idx="7607">
                  <c:v>94.199948286052006</c:v>
                </c:pt>
                <c:pt idx="7608">
                  <c:v>94.200317671394799</c:v>
                </c:pt>
                <c:pt idx="7609">
                  <c:v>94.20028073286052</c:v>
                </c:pt>
                <c:pt idx="7610">
                  <c:v>94.200354609929065</c:v>
                </c:pt>
                <c:pt idx="7611">
                  <c:v>94.200317671394799</c:v>
                </c:pt>
                <c:pt idx="7612">
                  <c:v>94.200354609929065</c:v>
                </c:pt>
                <c:pt idx="7613">
                  <c:v>94.200317671394799</c:v>
                </c:pt>
                <c:pt idx="7614">
                  <c:v>94.200594710401901</c:v>
                </c:pt>
                <c:pt idx="7615">
                  <c:v>94.200539302600475</c:v>
                </c:pt>
                <c:pt idx="7616">
                  <c:v>94.200594710401901</c:v>
                </c:pt>
                <c:pt idx="7617">
                  <c:v>94.200502364066196</c:v>
                </c:pt>
                <c:pt idx="7618">
                  <c:v>94.200465425531917</c:v>
                </c:pt>
                <c:pt idx="7619">
                  <c:v>94.200520833333329</c:v>
                </c:pt>
                <c:pt idx="7620">
                  <c:v>94.200687056737593</c:v>
                </c:pt>
                <c:pt idx="7621">
                  <c:v>94.200687056737593</c:v>
                </c:pt>
                <c:pt idx="7622">
                  <c:v>94.200945626477534</c:v>
                </c:pt>
                <c:pt idx="7623">
                  <c:v>94.200779403073284</c:v>
                </c:pt>
                <c:pt idx="7624">
                  <c:v>94.200613179669034</c:v>
                </c:pt>
                <c:pt idx="7625">
                  <c:v>94.200428486997652</c:v>
                </c:pt>
                <c:pt idx="7626">
                  <c:v>94.200576241134755</c:v>
                </c:pt>
                <c:pt idx="7627">
                  <c:v>94.200465425531917</c:v>
                </c:pt>
                <c:pt idx="7628">
                  <c:v>94.200465425531917</c:v>
                </c:pt>
                <c:pt idx="7629">
                  <c:v>94.200354609929065</c:v>
                </c:pt>
                <c:pt idx="7630">
                  <c:v>94.200650118203313</c:v>
                </c:pt>
                <c:pt idx="7631">
                  <c:v>94.200613179669034</c:v>
                </c:pt>
                <c:pt idx="7632">
                  <c:v>94.20083481087471</c:v>
                </c:pt>
                <c:pt idx="7633">
                  <c:v>94.200797872340431</c:v>
                </c:pt>
                <c:pt idx="7634">
                  <c:v>94.201093380614665</c:v>
                </c:pt>
                <c:pt idx="7635">
                  <c:v>94.201204196217503</c:v>
                </c:pt>
                <c:pt idx="7636">
                  <c:v>94.201241134751783</c:v>
                </c:pt>
                <c:pt idx="7637">
                  <c:v>94.200890218676136</c:v>
                </c:pt>
                <c:pt idx="7638">
                  <c:v>94.200908687943269</c:v>
                </c:pt>
                <c:pt idx="7639">
                  <c:v>94.200982565011813</c:v>
                </c:pt>
                <c:pt idx="7640">
                  <c:v>94.200816341607563</c:v>
                </c:pt>
                <c:pt idx="7641">
                  <c:v>94.200687056737593</c:v>
                </c:pt>
                <c:pt idx="7642">
                  <c:v>94.200945626477534</c:v>
                </c:pt>
                <c:pt idx="7643">
                  <c:v>94.200908687943269</c:v>
                </c:pt>
                <c:pt idx="7644">
                  <c:v>94.200945626477534</c:v>
                </c:pt>
                <c:pt idx="7645">
                  <c:v>94.201259604018915</c:v>
                </c:pt>
                <c:pt idx="7646">
                  <c:v>94.201278073286048</c:v>
                </c:pt>
                <c:pt idx="7647">
                  <c:v>94.201241134751783</c:v>
                </c:pt>
                <c:pt idx="7648">
                  <c:v>94.201462765957459</c:v>
                </c:pt>
                <c:pt idx="7649">
                  <c:v>94.201315011820327</c:v>
                </c:pt>
                <c:pt idx="7650">
                  <c:v>94.201278073286048</c:v>
                </c:pt>
                <c:pt idx="7651">
                  <c:v>94.201388888888886</c:v>
                </c:pt>
                <c:pt idx="7652">
                  <c:v>94.201665927895988</c:v>
                </c:pt>
                <c:pt idx="7653">
                  <c:v>94.20155511229315</c:v>
                </c:pt>
                <c:pt idx="7654">
                  <c:v>94.201351950354606</c:v>
                </c:pt>
                <c:pt idx="7655">
                  <c:v>94.201278073286048</c:v>
                </c:pt>
                <c:pt idx="7656">
                  <c:v>94.201296542553209</c:v>
                </c:pt>
                <c:pt idx="7657">
                  <c:v>94.201093380614665</c:v>
                </c:pt>
                <c:pt idx="7658">
                  <c:v>94.201278073286048</c:v>
                </c:pt>
                <c:pt idx="7659">
                  <c:v>94.201019503546107</c:v>
                </c:pt>
                <c:pt idx="7660">
                  <c:v>94.201130319148945</c:v>
                </c:pt>
                <c:pt idx="7661">
                  <c:v>94.201388888888886</c:v>
                </c:pt>
                <c:pt idx="7662">
                  <c:v>94.201351950354606</c:v>
                </c:pt>
                <c:pt idx="7663">
                  <c:v>94.201351950354606</c:v>
                </c:pt>
                <c:pt idx="7664">
                  <c:v>94.201425827423179</c:v>
                </c:pt>
                <c:pt idx="7665">
                  <c:v>94.201536643026003</c:v>
                </c:pt>
                <c:pt idx="7666">
                  <c:v>94.201592050827429</c:v>
                </c:pt>
                <c:pt idx="7667">
                  <c:v>94.201388888888886</c:v>
                </c:pt>
                <c:pt idx="7668">
                  <c:v>94.201647458628841</c:v>
                </c:pt>
                <c:pt idx="7669">
                  <c:v>94.201592050827429</c:v>
                </c:pt>
                <c:pt idx="7670">
                  <c:v>94.201647458628841</c:v>
                </c:pt>
                <c:pt idx="7671">
                  <c:v>94.201592050827429</c:v>
                </c:pt>
                <c:pt idx="7672">
                  <c:v>94.201628989361708</c:v>
                </c:pt>
                <c:pt idx="7673">
                  <c:v>94.201795212765973</c:v>
                </c:pt>
                <c:pt idx="7674">
                  <c:v>94.201942966903076</c:v>
                </c:pt>
                <c:pt idx="7675">
                  <c:v>94.201776743498826</c:v>
                </c:pt>
                <c:pt idx="7676">
                  <c:v>94.20155511229315</c:v>
                </c:pt>
                <c:pt idx="7677">
                  <c:v>94.201462765957459</c:v>
                </c:pt>
                <c:pt idx="7678">
                  <c:v>94.201832151300252</c:v>
                </c:pt>
                <c:pt idx="7679">
                  <c:v>94.201813682033091</c:v>
                </c:pt>
                <c:pt idx="7680">
                  <c:v>94.201906028368796</c:v>
                </c:pt>
                <c:pt idx="7681">
                  <c:v>94.20188755910165</c:v>
                </c:pt>
                <c:pt idx="7682">
                  <c:v>94.201702866430267</c:v>
                </c:pt>
                <c:pt idx="7683">
                  <c:v>94.201647458628841</c:v>
                </c:pt>
                <c:pt idx="7684">
                  <c:v>94.201832151300252</c:v>
                </c:pt>
                <c:pt idx="7685">
                  <c:v>94.201813682033091</c:v>
                </c:pt>
                <c:pt idx="7686">
                  <c:v>94.201869089834517</c:v>
                </c:pt>
                <c:pt idx="7687">
                  <c:v>94.201869089834517</c:v>
                </c:pt>
                <c:pt idx="7688">
                  <c:v>94.20201684397162</c:v>
                </c:pt>
                <c:pt idx="7689">
                  <c:v>94.20201684397162</c:v>
                </c:pt>
                <c:pt idx="7690">
                  <c:v>94.201942966903076</c:v>
                </c:pt>
                <c:pt idx="7691">
                  <c:v>94.20201684397162</c:v>
                </c:pt>
                <c:pt idx="7692">
                  <c:v>94.202164598108752</c:v>
                </c:pt>
                <c:pt idx="7693">
                  <c:v>94.202127659574472</c:v>
                </c:pt>
                <c:pt idx="7694">
                  <c:v>94.202220005910164</c:v>
                </c:pt>
                <c:pt idx="7695">
                  <c:v>94.202293882978722</c:v>
                </c:pt>
                <c:pt idx="7696">
                  <c:v>94.20244163711584</c:v>
                </c:pt>
                <c:pt idx="7697">
                  <c:v>94.202349290780134</c:v>
                </c:pt>
                <c:pt idx="7698">
                  <c:v>94.202109190307326</c:v>
                </c:pt>
                <c:pt idx="7699">
                  <c:v>94.202220005910164</c:v>
                </c:pt>
                <c:pt idx="7700">
                  <c:v>94.202330821513016</c:v>
                </c:pt>
                <c:pt idx="7701">
                  <c:v>94.202220005910164</c:v>
                </c:pt>
                <c:pt idx="7702">
                  <c:v>94.202330821513016</c:v>
                </c:pt>
                <c:pt idx="7703">
                  <c:v>94.202497044917266</c:v>
                </c:pt>
                <c:pt idx="7704">
                  <c:v>94.202423167848693</c:v>
                </c:pt>
                <c:pt idx="7705">
                  <c:v>94.202423167848693</c:v>
                </c:pt>
                <c:pt idx="7706">
                  <c:v>94.202386229314413</c:v>
                </c:pt>
                <c:pt idx="7707">
                  <c:v>94.202497044917266</c:v>
                </c:pt>
                <c:pt idx="7708">
                  <c:v>94.202497044917266</c:v>
                </c:pt>
                <c:pt idx="7709">
                  <c:v>94.202570921985824</c:v>
                </c:pt>
                <c:pt idx="7710">
                  <c:v>94.202847960992912</c:v>
                </c:pt>
                <c:pt idx="7711">
                  <c:v>94.202737145390074</c:v>
                </c:pt>
                <c:pt idx="7712">
                  <c:v>94.202663268321515</c:v>
                </c:pt>
                <c:pt idx="7713">
                  <c:v>94.202681737588662</c:v>
                </c:pt>
                <c:pt idx="7714">
                  <c:v>94.202423167848693</c:v>
                </c:pt>
                <c:pt idx="7715">
                  <c:v>94.20223847517731</c:v>
                </c:pt>
                <c:pt idx="7716">
                  <c:v>94.202497044917266</c:v>
                </c:pt>
                <c:pt idx="7717">
                  <c:v>94.202700206855795</c:v>
                </c:pt>
                <c:pt idx="7718">
                  <c:v>94.202940307328603</c:v>
                </c:pt>
                <c:pt idx="7719">
                  <c:v>94.202570921985824</c:v>
                </c:pt>
                <c:pt idx="7720">
                  <c:v>94.202533983451545</c:v>
                </c:pt>
                <c:pt idx="7721">
                  <c:v>94.202607860520089</c:v>
                </c:pt>
                <c:pt idx="7722">
                  <c:v>94.202644799054383</c:v>
                </c:pt>
                <c:pt idx="7723">
                  <c:v>94.202644799054383</c:v>
                </c:pt>
                <c:pt idx="7724">
                  <c:v>94.202737145390074</c:v>
                </c:pt>
                <c:pt idx="7725">
                  <c:v>94.202607860520089</c:v>
                </c:pt>
                <c:pt idx="7726">
                  <c:v>94.202866430260059</c:v>
                </c:pt>
                <c:pt idx="7727">
                  <c:v>94.202866430260059</c:v>
                </c:pt>
                <c:pt idx="7728">
                  <c:v>94.202903368794338</c:v>
                </c:pt>
                <c:pt idx="7729">
                  <c:v>94.203051122931441</c:v>
                </c:pt>
                <c:pt idx="7730">
                  <c:v>94.203180407801426</c:v>
                </c:pt>
                <c:pt idx="7731">
                  <c:v>94.203217346335705</c:v>
                </c:pt>
                <c:pt idx="7732">
                  <c:v>94.202977245862883</c:v>
                </c:pt>
                <c:pt idx="7733">
                  <c:v>94.203051122931441</c:v>
                </c:pt>
                <c:pt idx="7734">
                  <c:v>94.203235815602852</c:v>
                </c:pt>
                <c:pt idx="7735">
                  <c:v>94.203198877068559</c:v>
                </c:pt>
                <c:pt idx="7736">
                  <c:v>94.203143469267147</c:v>
                </c:pt>
                <c:pt idx="7737">
                  <c:v>94.203235815602852</c:v>
                </c:pt>
                <c:pt idx="7738">
                  <c:v>94.20342050827422</c:v>
                </c:pt>
                <c:pt idx="7739">
                  <c:v>94.203254284869971</c:v>
                </c:pt>
                <c:pt idx="7740">
                  <c:v>94.203198877068559</c:v>
                </c:pt>
                <c:pt idx="7741">
                  <c:v>94.203272754137117</c:v>
                </c:pt>
                <c:pt idx="7742">
                  <c:v>94.203254284869971</c:v>
                </c:pt>
                <c:pt idx="7743">
                  <c:v>94.203346631205676</c:v>
                </c:pt>
                <c:pt idx="7744">
                  <c:v>94.20342050827422</c:v>
                </c:pt>
                <c:pt idx="7745">
                  <c:v>94.203402039007102</c:v>
                </c:pt>
                <c:pt idx="7746">
                  <c:v>94.203716016548469</c:v>
                </c:pt>
                <c:pt idx="7747">
                  <c:v>94.203716016548469</c:v>
                </c:pt>
                <c:pt idx="7748">
                  <c:v>94.203660608747043</c:v>
                </c:pt>
                <c:pt idx="7749">
                  <c:v>94.203734485815602</c:v>
                </c:pt>
                <c:pt idx="7750">
                  <c:v>94.203586731678485</c:v>
                </c:pt>
                <c:pt idx="7751">
                  <c:v>94.203789893617014</c:v>
                </c:pt>
                <c:pt idx="7752">
                  <c:v>94.20367907801419</c:v>
                </c:pt>
                <c:pt idx="7753">
                  <c:v>94.203605200945631</c:v>
                </c:pt>
                <c:pt idx="7754">
                  <c:v>94.203734485815602</c:v>
                </c:pt>
                <c:pt idx="7755">
                  <c:v>94.203752955082749</c:v>
                </c:pt>
                <c:pt idx="7756">
                  <c:v>94.203937647754145</c:v>
                </c:pt>
                <c:pt idx="7757">
                  <c:v>94.203863770685587</c:v>
                </c:pt>
                <c:pt idx="7758">
                  <c:v>94.203531323877073</c:v>
                </c:pt>
                <c:pt idx="7759">
                  <c:v>94.203660608747043</c:v>
                </c:pt>
                <c:pt idx="7760">
                  <c:v>94.203623670212764</c:v>
                </c:pt>
                <c:pt idx="7761">
                  <c:v>94.203568262411352</c:v>
                </c:pt>
                <c:pt idx="7762">
                  <c:v>94.203752955082749</c:v>
                </c:pt>
                <c:pt idx="7763">
                  <c:v>94.203863770685587</c:v>
                </c:pt>
                <c:pt idx="7764">
                  <c:v>94.203900709219866</c:v>
                </c:pt>
                <c:pt idx="7765">
                  <c:v>94.203863770685587</c:v>
                </c:pt>
                <c:pt idx="7766">
                  <c:v>94.20367907801419</c:v>
                </c:pt>
                <c:pt idx="7767">
                  <c:v>94.203789893617014</c:v>
                </c:pt>
                <c:pt idx="7768">
                  <c:v>94.203863770685587</c:v>
                </c:pt>
                <c:pt idx="7769">
                  <c:v>94.204140809692674</c:v>
                </c:pt>
                <c:pt idx="7770">
                  <c:v>94.204159278959807</c:v>
                </c:pt>
                <c:pt idx="7771">
                  <c:v>94.204029994089851</c:v>
                </c:pt>
                <c:pt idx="7772">
                  <c:v>94.204085401891263</c:v>
                </c:pt>
                <c:pt idx="7773">
                  <c:v>94.203956117021264</c:v>
                </c:pt>
                <c:pt idx="7774">
                  <c:v>94.203974586288425</c:v>
                </c:pt>
                <c:pt idx="7775">
                  <c:v>94.204103871158395</c:v>
                </c:pt>
                <c:pt idx="7776">
                  <c:v>94.203993055555557</c:v>
                </c:pt>
                <c:pt idx="7777">
                  <c:v>94.203863770685587</c:v>
                </c:pt>
                <c:pt idx="7778">
                  <c:v>94.204085401891263</c:v>
                </c:pt>
                <c:pt idx="7779">
                  <c:v>94.204380910165483</c:v>
                </c:pt>
                <c:pt idx="7780">
                  <c:v>94.204270094562659</c:v>
                </c:pt>
                <c:pt idx="7781">
                  <c:v>94.204066932624116</c:v>
                </c:pt>
                <c:pt idx="7782">
                  <c:v>94.204233156028366</c:v>
                </c:pt>
                <c:pt idx="7783">
                  <c:v>94.204343971631204</c:v>
                </c:pt>
                <c:pt idx="7784">
                  <c:v>94.204307033096939</c:v>
                </c:pt>
                <c:pt idx="7785">
                  <c:v>94.204454787234042</c:v>
                </c:pt>
                <c:pt idx="7786">
                  <c:v>94.204491725768321</c:v>
                </c:pt>
                <c:pt idx="7787">
                  <c:v>94.204602541371159</c:v>
                </c:pt>
                <c:pt idx="7788">
                  <c:v>94.204288563829792</c:v>
                </c:pt>
                <c:pt idx="7789">
                  <c:v>94.204343971631204</c:v>
                </c:pt>
                <c:pt idx="7790">
                  <c:v>94.204491725768321</c:v>
                </c:pt>
                <c:pt idx="7791">
                  <c:v>94.204528664302615</c:v>
                </c:pt>
                <c:pt idx="7792">
                  <c:v>94.204510195035468</c:v>
                </c:pt>
                <c:pt idx="7793">
                  <c:v>94.204657949172571</c:v>
                </c:pt>
                <c:pt idx="7794">
                  <c:v>94.204750295508276</c:v>
                </c:pt>
                <c:pt idx="7795">
                  <c:v>94.204971926713952</c:v>
                </c:pt>
                <c:pt idx="7796">
                  <c:v>94.204842641843982</c:v>
                </c:pt>
                <c:pt idx="7797">
                  <c:v>94.204971926713952</c:v>
                </c:pt>
                <c:pt idx="7798">
                  <c:v>94.204990395981085</c:v>
                </c:pt>
                <c:pt idx="7799">
                  <c:v>94.204971926713952</c:v>
                </c:pt>
                <c:pt idx="7800">
                  <c:v>94.205064273049658</c:v>
                </c:pt>
                <c:pt idx="7801">
                  <c:v>94.204934988179673</c:v>
                </c:pt>
                <c:pt idx="7802">
                  <c:v>94.204934988179673</c:v>
                </c:pt>
                <c:pt idx="7803">
                  <c:v>94.205082742316776</c:v>
                </c:pt>
                <c:pt idx="7804">
                  <c:v>94.205027334515364</c:v>
                </c:pt>
                <c:pt idx="7805">
                  <c:v>94.204934988179673</c:v>
                </c:pt>
                <c:pt idx="7806">
                  <c:v>94.204787234042556</c:v>
                </c:pt>
                <c:pt idx="7807">
                  <c:v>94.204750295508276</c:v>
                </c:pt>
                <c:pt idx="7808">
                  <c:v>94.204916518912526</c:v>
                </c:pt>
                <c:pt idx="7809">
                  <c:v>94.204971926713952</c:v>
                </c:pt>
                <c:pt idx="7810">
                  <c:v>94.204916518912526</c:v>
                </c:pt>
                <c:pt idx="7811">
                  <c:v>94.205027334515364</c:v>
                </c:pt>
                <c:pt idx="7812">
                  <c:v>94.205082742316776</c:v>
                </c:pt>
                <c:pt idx="7813">
                  <c:v>94.205082742316776</c:v>
                </c:pt>
                <c:pt idx="7814">
                  <c:v>94.204971926713952</c:v>
                </c:pt>
                <c:pt idx="7815">
                  <c:v>94.204953457446805</c:v>
                </c:pt>
                <c:pt idx="7816">
                  <c:v>94.205082742316776</c:v>
                </c:pt>
                <c:pt idx="7817">
                  <c:v>94.20541518912529</c:v>
                </c:pt>
                <c:pt idx="7818">
                  <c:v>94.205378250591025</c:v>
                </c:pt>
                <c:pt idx="7819">
                  <c:v>94.205526004728142</c:v>
                </c:pt>
                <c:pt idx="7820">
                  <c:v>94.205489066193849</c:v>
                </c:pt>
                <c:pt idx="7821">
                  <c:v>94.205544473995275</c:v>
                </c:pt>
                <c:pt idx="7822">
                  <c:v>94.205341312056746</c:v>
                </c:pt>
                <c:pt idx="7823">
                  <c:v>94.205267434988187</c:v>
                </c:pt>
                <c:pt idx="7824">
                  <c:v>94.20541518912529</c:v>
                </c:pt>
                <c:pt idx="7825">
                  <c:v>94.205341312056746</c:v>
                </c:pt>
                <c:pt idx="7826">
                  <c:v>94.205378250591025</c:v>
                </c:pt>
                <c:pt idx="7827">
                  <c:v>94.205599881796701</c:v>
                </c:pt>
                <c:pt idx="7828">
                  <c:v>94.205562943262407</c:v>
                </c:pt>
                <c:pt idx="7829">
                  <c:v>94.205618351063833</c:v>
                </c:pt>
                <c:pt idx="7830">
                  <c:v>94.205433658392451</c:v>
                </c:pt>
                <c:pt idx="7831">
                  <c:v>94.205489066193849</c:v>
                </c:pt>
                <c:pt idx="7832">
                  <c:v>94.205581412529554</c:v>
                </c:pt>
                <c:pt idx="7833">
                  <c:v>94.205673758865245</c:v>
                </c:pt>
                <c:pt idx="7834">
                  <c:v>94.205710697399539</c:v>
                </c:pt>
                <c:pt idx="7835">
                  <c:v>94.205821513002363</c:v>
                </c:pt>
                <c:pt idx="7836">
                  <c:v>94.205821513002363</c:v>
                </c:pt>
                <c:pt idx="7837">
                  <c:v>94.205895390070921</c:v>
                </c:pt>
                <c:pt idx="7838">
                  <c:v>94.205895390070921</c:v>
                </c:pt>
                <c:pt idx="7839">
                  <c:v>94.205839982269509</c:v>
                </c:pt>
                <c:pt idx="7840">
                  <c:v>94.205673758865245</c:v>
                </c:pt>
                <c:pt idx="7841">
                  <c:v>94.205895390070921</c:v>
                </c:pt>
                <c:pt idx="7842">
                  <c:v>94.205876920803789</c:v>
                </c:pt>
                <c:pt idx="7843">
                  <c:v>94.206024674940906</c:v>
                </c:pt>
                <c:pt idx="7844">
                  <c:v>94.205969267139494</c:v>
                </c:pt>
                <c:pt idx="7845">
                  <c:v>94.206080082742318</c:v>
                </c:pt>
                <c:pt idx="7846">
                  <c:v>94.206080082742318</c:v>
                </c:pt>
                <c:pt idx="7847">
                  <c:v>94.206061613475185</c:v>
                </c:pt>
                <c:pt idx="7848">
                  <c:v>94.206024674940906</c:v>
                </c:pt>
                <c:pt idx="7849">
                  <c:v>94.206246306146582</c:v>
                </c:pt>
                <c:pt idx="7850">
                  <c:v>94.206301713947994</c:v>
                </c:pt>
                <c:pt idx="7851">
                  <c:v>94.206080082742318</c:v>
                </c:pt>
                <c:pt idx="7852">
                  <c:v>94.206117021276597</c:v>
                </c:pt>
                <c:pt idx="7853">
                  <c:v>94.206135490543744</c:v>
                </c:pt>
                <c:pt idx="7854">
                  <c:v>94.206024674940906</c:v>
                </c:pt>
                <c:pt idx="7855">
                  <c:v>94.206190898345156</c:v>
                </c:pt>
                <c:pt idx="7856">
                  <c:v>94.206190898345156</c:v>
                </c:pt>
                <c:pt idx="7857">
                  <c:v>94.206264775413715</c:v>
                </c:pt>
                <c:pt idx="7858">
                  <c:v>94.206486406619376</c:v>
                </c:pt>
                <c:pt idx="7859">
                  <c:v>94.206504875886537</c:v>
                </c:pt>
                <c:pt idx="7860">
                  <c:v>94.206560283687949</c:v>
                </c:pt>
                <c:pt idx="7861">
                  <c:v>94.206486406619376</c:v>
                </c:pt>
                <c:pt idx="7862">
                  <c:v>94.206449468085111</c:v>
                </c:pt>
                <c:pt idx="7863">
                  <c:v>94.206597222222229</c:v>
                </c:pt>
                <c:pt idx="7864">
                  <c:v>94.206357121749406</c:v>
                </c:pt>
                <c:pt idx="7865">
                  <c:v>94.206449468085111</c:v>
                </c:pt>
                <c:pt idx="7866">
                  <c:v>94.206504875886537</c:v>
                </c:pt>
                <c:pt idx="7867">
                  <c:v>94.206560283687949</c:v>
                </c:pt>
                <c:pt idx="7868">
                  <c:v>94.206560283687949</c:v>
                </c:pt>
                <c:pt idx="7869">
                  <c:v>94.206449468085111</c:v>
                </c:pt>
                <c:pt idx="7870">
                  <c:v>94.206541814420802</c:v>
                </c:pt>
                <c:pt idx="7871">
                  <c:v>94.206929669030728</c:v>
                </c:pt>
                <c:pt idx="7872">
                  <c:v>94.206763445626478</c:v>
                </c:pt>
                <c:pt idx="7873">
                  <c:v>94.206818853427905</c:v>
                </c:pt>
                <c:pt idx="7874">
                  <c:v>94.206818853427905</c:v>
                </c:pt>
                <c:pt idx="7875">
                  <c:v>94.206837322695051</c:v>
                </c:pt>
                <c:pt idx="7876">
                  <c:v>94.206744976359346</c:v>
                </c:pt>
                <c:pt idx="7877">
                  <c:v>94.20665263002364</c:v>
                </c:pt>
                <c:pt idx="7878">
                  <c:v>94.20665263002364</c:v>
                </c:pt>
                <c:pt idx="7879">
                  <c:v>94.206892730496449</c:v>
                </c:pt>
                <c:pt idx="7880">
                  <c:v>94.207003546099301</c:v>
                </c:pt>
                <c:pt idx="7881">
                  <c:v>94.20704048463358</c:v>
                </c:pt>
                <c:pt idx="7882">
                  <c:v>94.206929669030728</c:v>
                </c:pt>
                <c:pt idx="7883">
                  <c:v>94.207188238770684</c:v>
                </c:pt>
                <c:pt idx="7884">
                  <c:v>94.207262115839242</c:v>
                </c:pt>
                <c:pt idx="7885">
                  <c:v>94.207114361702125</c:v>
                </c:pt>
                <c:pt idx="7886">
                  <c:v>94.20704048463358</c:v>
                </c:pt>
                <c:pt idx="7887">
                  <c:v>94.207299054373522</c:v>
                </c:pt>
                <c:pt idx="7888">
                  <c:v>94.207169769503551</c:v>
                </c:pt>
                <c:pt idx="7889">
                  <c:v>94.207262115839242</c:v>
                </c:pt>
                <c:pt idx="7890">
                  <c:v>94.207225177304963</c:v>
                </c:pt>
                <c:pt idx="7891">
                  <c:v>94.207391400709213</c:v>
                </c:pt>
                <c:pt idx="7892">
                  <c:v>94.20740986997636</c:v>
                </c:pt>
                <c:pt idx="7893">
                  <c:v>94.207465277777786</c:v>
                </c:pt>
                <c:pt idx="7894">
                  <c:v>94.20740986997636</c:v>
                </c:pt>
                <c:pt idx="7895">
                  <c:v>94.207372931442094</c:v>
                </c:pt>
                <c:pt idx="7896">
                  <c:v>94.207446808510639</c:v>
                </c:pt>
                <c:pt idx="7897">
                  <c:v>94.207557624113477</c:v>
                </c:pt>
                <c:pt idx="7898">
                  <c:v>94.207520685579198</c:v>
                </c:pt>
                <c:pt idx="7899">
                  <c:v>94.207520685579198</c:v>
                </c:pt>
                <c:pt idx="7900">
                  <c:v>94.207520685579198</c:v>
                </c:pt>
                <c:pt idx="7901">
                  <c:v>94.207797724586285</c:v>
                </c:pt>
                <c:pt idx="7902">
                  <c:v>94.207576093380624</c:v>
                </c:pt>
                <c:pt idx="7903">
                  <c:v>94.207594562647756</c:v>
                </c:pt>
                <c:pt idx="7904">
                  <c:v>94.207649970449168</c:v>
                </c:pt>
                <c:pt idx="7905">
                  <c:v>94.207686908983462</c:v>
                </c:pt>
                <c:pt idx="7906">
                  <c:v>94.207594562647756</c:v>
                </c:pt>
                <c:pt idx="7907">
                  <c:v>94.207779255319153</c:v>
                </c:pt>
                <c:pt idx="7908">
                  <c:v>94.207520685579198</c:v>
                </c:pt>
                <c:pt idx="7909">
                  <c:v>94.207834663120565</c:v>
                </c:pt>
                <c:pt idx="7910">
                  <c:v>94.207908540189138</c:v>
                </c:pt>
                <c:pt idx="7911">
                  <c:v>94.207963947990535</c:v>
                </c:pt>
                <c:pt idx="7912">
                  <c:v>94.207742316784874</c:v>
                </c:pt>
                <c:pt idx="7913">
                  <c:v>94.207963947990535</c:v>
                </c:pt>
                <c:pt idx="7914">
                  <c:v>94.208111702127667</c:v>
                </c:pt>
                <c:pt idx="7915">
                  <c:v>94.20809323286052</c:v>
                </c:pt>
                <c:pt idx="7916">
                  <c:v>94.207963947990535</c:v>
                </c:pt>
                <c:pt idx="7917">
                  <c:v>94.208148640661932</c:v>
                </c:pt>
                <c:pt idx="7918">
                  <c:v>94.207927009456256</c:v>
                </c:pt>
                <c:pt idx="7919">
                  <c:v>94.207963947990535</c:v>
                </c:pt>
                <c:pt idx="7920">
                  <c:v>94.208204048463358</c:v>
                </c:pt>
                <c:pt idx="7921">
                  <c:v>94.208222517730505</c:v>
                </c:pt>
                <c:pt idx="7922">
                  <c:v>94.208444148936181</c:v>
                </c:pt>
                <c:pt idx="7923">
                  <c:v>94.208776595744695</c:v>
                </c:pt>
                <c:pt idx="7924">
                  <c:v>94.208813534278974</c:v>
                </c:pt>
                <c:pt idx="7925">
                  <c:v>94.208591903073284</c:v>
                </c:pt>
                <c:pt idx="7926">
                  <c:v>94.208148640661932</c:v>
                </c:pt>
                <c:pt idx="7927">
                  <c:v>94.208222517730505</c:v>
                </c:pt>
                <c:pt idx="7928">
                  <c:v>94.208407210401901</c:v>
                </c:pt>
                <c:pt idx="7929">
                  <c:v>94.208481087470446</c:v>
                </c:pt>
                <c:pt idx="7930">
                  <c:v>94.208407210401901</c:v>
                </c:pt>
                <c:pt idx="7931">
                  <c:v>94.208481087470446</c:v>
                </c:pt>
                <c:pt idx="7932">
                  <c:v>94.208481087470446</c:v>
                </c:pt>
                <c:pt idx="7933">
                  <c:v>94.208591903073284</c:v>
                </c:pt>
                <c:pt idx="7934">
                  <c:v>94.208351802600475</c:v>
                </c:pt>
                <c:pt idx="7935">
                  <c:v>94.208628841607563</c:v>
                </c:pt>
                <c:pt idx="7936">
                  <c:v>94.208665780141843</c:v>
                </c:pt>
                <c:pt idx="7937">
                  <c:v>94.208665780141843</c:v>
                </c:pt>
                <c:pt idx="7938">
                  <c:v>94.208499556737593</c:v>
                </c:pt>
                <c:pt idx="7939">
                  <c:v>94.208444148936181</c:v>
                </c:pt>
                <c:pt idx="7940">
                  <c:v>94.208407210401901</c:v>
                </c:pt>
                <c:pt idx="7941">
                  <c:v>94.208702718676136</c:v>
                </c:pt>
                <c:pt idx="7942">
                  <c:v>94.208684249408989</c:v>
                </c:pt>
                <c:pt idx="7943">
                  <c:v>94.208776595744695</c:v>
                </c:pt>
                <c:pt idx="7944">
                  <c:v>94.208887411347519</c:v>
                </c:pt>
                <c:pt idx="7945">
                  <c:v>94.208961288416077</c:v>
                </c:pt>
                <c:pt idx="7946">
                  <c:v>94.208813534278974</c:v>
                </c:pt>
                <c:pt idx="7947">
                  <c:v>94.208924349881798</c:v>
                </c:pt>
                <c:pt idx="7948">
                  <c:v>94.208961288416077</c:v>
                </c:pt>
                <c:pt idx="7949">
                  <c:v>94.208979757683224</c:v>
                </c:pt>
                <c:pt idx="7950">
                  <c:v>94.209072104018915</c:v>
                </c:pt>
                <c:pt idx="7951">
                  <c:v>94.209164450354606</c:v>
                </c:pt>
                <c:pt idx="7952">
                  <c:v>94.209127511820327</c:v>
                </c:pt>
                <c:pt idx="7953">
                  <c:v>94.209330673758856</c:v>
                </c:pt>
                <c:pt idx="7954">
                  <c:v>94.208961288416077</c:v>
                </c:pt>
                <c:pt idx="7955">
                  <c:v>94.208961288416077</c:v>
                </c:pt>
                <c:pt idx="7956">
                  <c:v>94.20903516548465</c:v>
                </c:pt>
                <c:pt idx="7957">
                  <c:v>94.209219858156033</c:v>
                </c:pt>
                <c:pt idx="7958">
                  <c:v>94.209127511820327</c:v>
                </c:pt>
                <c:pt idx="7959">
                  <c:v>94.209219858156033</c:v>
                </c:pt>
                <c:pt idx="7960">
                  <c:v>94.209072104018915</c:v>
                </c:pt>
                <c:pt idx="7961">
                  <c:v>94.209182919621753</c:v>
                </c:pt>
                <c:pt idx="7962">
                  <c:v>94.209109042553195</c:v>
                </c:pt>
                <c:pt idx="7963">
                  <c:v>94.209349143026017</c:v>
                </c:pt>
                <c:pt idx="7964">
                  <c:v>94.209293735224591</c:v>
                </c:pt>
                <c:pt idx="7965">
                  <c:v>94.209404550827429</c:v>
                </c:pt>
                <c:pt idx="7966">
                  <c:v>94.209570774231693</c:v>
                </c:pt>
                <c:pt idx="7967">
                  <c:v>94.20966312056737</c:v>
                </c:pt>
                <c:pt idx="7968">
                  <c:v>94.209589243498812</c:v>
                </c:pt>
                <c:pt idx="7969">
                  <c:v>94.20970005910165</c:v>
                </c:pt>
                <c:pt idx="7970">
                  <c:v>94.209626182033105</c:v>
                </c:pt>
                <c:pt idx="7971">
                  <c:v>94.209829343971634</c:v>
                </c:pt>
                <c:pt idx="7972">
                  <c:v>94.209681589834517</c:v>
                </c:pt>
                <c:pt idx="7973">
                  <c:v>94.209958628841605</c:v>
                </c:pt>
                <c:pt idx="7974">
                  <c:v>94.209995567375884</c:v>
                </c:pt>
                <c:pt idx="7975">
                  <c:v>94.209958628841605</c:v>
                </c:pt>
                <c:pt idx="7976">
                  <c:v>94.209921690307326</c:v>
                </c:pt>
                <c:pt idx="7977">
                  <c:v>94.210235667848693</c:v>
                </c:pt>
                <c:pt idx="7978">
                  <c:v>94.210198729314413</c:v>
                </c:pt>
                <c:pt idx="7979">
                  <c:v>94.210364952718678</c:v>
                </c:pt>
                <c:pt idx="7980">
                  <c:v>94.210420360520104</c:v>
                </c:pt>
                <c:pt idx="7981">
                  <c:v>94.21043882978725</c:v>
                </c:pt>
                <c:pt idx="7982">
                  <c:v>94.210328014184398</c:v>
                </c:pt>
                <c:pt idx="7983">
                  <c:v>94.21025413711584</c:v>
                </c:pt>
                <c:pt idx="7984">
                  <c:v>94.210364952718678</c:v>
                </c:pt>
                <c:pt idx="7985">
                  <c:v>94.210346483451545</c:v>
                </c:pt>
                <c:pt idx="7986">
                  <c:v>94.210401891252943</c:v>
                </c:pt>
                <c:pt idx="7987">
                  <c:v>94.210623522458619</c:v>
                </c:pt>
                <c:pt idx="7988">
                  <c:v>94.210586583924353</c:v>
                </c:pt>
                <c:pt idx="7989">
                  <c:v>94.210623522458619</c:v>
                </c:pt>
                <c:pt idx="7990">
                  <c:v>94.210475768321515</c:v>
                </c:pt>
                <c:pt idx="7991">
                  <c:v>94.210623522458619</c:v>
                </c:pt>
                <c:pt idx="7992">
                  <c:v>94.210568114657207</c:v>
                </c:pt>
                <c:pt idx="7993">
                  <c:v>94.210882092198588</c:v>
                </c:pt>
                <c:pt idx="7994">
                  <c:v>94.210715868794324</c:v>
                </c:pt>
                <c:pt idx="7995">
                  <c:v>94.21077127659575</c:v>
                </c:pt>
                <c:pt idx="7996">
                  <c:v>94.210697399527191</c:v>
                </c:pt>
                <c:pt idx="7997">
                  <c:v>94.210882092198588</c:v>
                </c:pt>
                <c:pt idx="7998">
                  <c:v>94.210808215130029</c:v>
                </c:pt>
                <c:pt idx="7999">
                  <c:v>94.210992907801412</c:v>
                </c:pt>
                <c:pt idx="8000">
                  <c:v>94.21077127659575</c:v>
                </c:pt>
                <c:pt idx="8001">
                  <c:v>94.210900561465721</c:v>
                </c:pt>
                <c:pt idx="8002">
                  <c:v>94.210863622931441</c:v>
                </c:pt>
                <c:pt idx="8003">
                  <c:v>94.210789745862883</c:v>
                </c:pt>
                <c:pt idx="8004">
                  <c:v>94.210845153664309</c:v>
                </c:pt>
                <c:pt idx="8005">
                  <c:v>94.210863622931441</c:v>
                </c:pt>
                <c:pt idx="8006">
                  <c:v>94.210734338061457</c:v>
                </c:pt>
                <c:pt idx="8007">
                  <c:v>94.210863622931441</c:v>
                </c:pt>
                <c:pt idx="8008">
                  <c:v>94.210919030732867</c:v>
                </c:pt>
                <c:pt idx="8009">
                  <c:v>94.210955969267147</c:v>
                </c:pt>
                <c:pt idx="8010">
                  <c:v>94.210955969267147</c:v>
                </c:pt>
                <c:pt idx="8011">
                  <c:v>94.211159131205676</c:v>
                </c:pt>
                <c:pt idx="8012">
                  <c:v>94.21110372340425</c:v>
                </c:pt>
                <c:pt idx="8013">
                  <c:v>94.211029846335691</c:v>
                </c:pt>
                <c:pt idx="8014">
                  <c:v>94.210863622931441</c:v>
                </c:pt>
                <c:pt idx="8015">
                  <c:v>94.211140661938543</c:v>
                </c:pt>
                <c:pt idx="8016">
                  <c:v>94.211122192671397</c:v>
                </c:pt>
                <c:pt idx="8017">
                  <c:v>94.211140661938543</c:v>
                </c:pt>
                <c:pt idx="8018">
                  <c:v>94.210919030732867</c:v>
                </c:pt>
                <c:pt idx="8019">
                  <c:v>94.211011377068559</c:v>
                </c:pt>
                <c:pt idx="8020">
                  <c:v>94.21110372340425</c:v>
                </c:pt>
                <c:pt idx="8021">
                  <c:v>94.211251477541381</c:v>
                </c:pt>
                <c:pt idx="8022">
                  <c:v>94.211288416075661</c:v>
                </c:pt>
                <c:pt idx="8023">
                  <c:v>94.211546985815602</c:v>
                </c:pt>
                <c:pt idx="8024">
                  <c:v>94.211454639479911</c:v>
                </c:pt>
                <c:pt idx="8025">
                  <c:v>94.211731678486998</c:v>
                </c:pt>
                <c:pt idx="8026">
                  <c:v>94.211546985815602</c:v>
                </c:pt>
                <c:pt idx="8027">
                  <c:v>94.211602393617028</c:v>
                </c:pt>
                <c:pt idx="8028">
                  <c:v>94.211546985815602</c:v>
                </c:pt>
                <c:pt idx="8029">
                  <c:v>94.211510047281337</c:v>
                </c:pt>
                <c:pt idx="8030">
                  <c:v>94.211473108747057</c:v>
                </c:pt>
                <c:pt idx="8031">
                  <c:v>94.211768617021278</c:v>
                </c:pt>
                <c:pt idx="8032">
                  <c:v>94.211657801418454</c:v>
                </c:pt>
                <c:pt idx="8033">
                  <c:v>94.211805555555543</c:v>
                </c:pt>
                <c:pt idx="8034">
                  <c:v>94.211897901891248</c:v>
                </c:pt>
                <c:pt idx="8035">
                  <c:v>94.211916371158395</c:v>
                </c:pt>
                <c:pt idx="8036">
                  <c:v>94.212138002364071</c:v>
                </c:pt>
                <c:pt idx="8037">
                  <c:v>94.21221187943263</c:v>
                </c:pt>
                <c:pt idx="8038">
                  <c:v>94.212064125295498</c:v>
                </c:pt>
                <c:pt idx="8039">
                  <c:v>94.21221187943263</c:v>
                </c:pt>
                <c:pt idx="8040">
                  <c:v>94.212101063829792</c:v>
                </c:pt>
                <c:pt idx="8041">
                  <c:v>94.21221187943263</c:v>
                </c:pt>
                <c:pt idx="8042">
                  <c:v>94.212082594562645</c:v>
                </c:pt>
                <c:pt idx="8043">
                  <c:v>94.212193410165497</c:v>
                </c:pt>
                <c:pt idx="8044">
                  <c:v>94.212119533096924</c:v>
                </c:pt>
                <c:pt idx="8045">
                  <c:v>94.212138002364071</c:v>
                </c:pt>
                <c:pt idx="8046">
                  <c:v>94.212101063829792</c:v>
                </c:pt>
                <c:pt idx="8047">
                  <c:v>94.212082594562645</c:v>
                </c:pt>
                <c:pt idx="8048">
                  <c:v>94.212027186761233</c:v>
                </c:pt>
                <c:pt idx="8049">
                  <c:v>94.212138002364071</c:v>
                </c:pt>
                <c:pt idx="8050">
                  <c:v>94.211916371158395</c:v>
                </c:pt>
                <c:pt idx="8051">
                  <c:v>94.212248817966909</c:v>
                </c:pt>
                <c:pt idx="8052">
                  <c:v>94.212248817966909</c:v>
                </c:pt>
                <c:pt idx="8053">
                  <c:v>94.2123411643026</c:v>
                </c:pt>
                <c:pt idx="8054">
                  <c:v>94.212359633569747</c:v>
                </c:pt>
                <c:pt idx="8055">
                  <c:v>94.212396572104012</c:v>
                </c:pt>
                <c:pt idx="8056">
                  <c:v>94.212396572104012</c:v>
                </c:pt>
                <c:pt idx="8057">
                  <c:v>94.212433510638292</c:v>
                </c:pt>
                <c:pt idx="8058">
                  <c:v>94.212359633569747</c:v>
                </c:pt>
                <c:pt idx="8059">
                  <c:v>94.212655141843967</c:v>
                </c:pt>
                <c:pt idx="8060">
                  <c:v>94.212599734042556</c:v>
                </c:pt>
                <c:pt idx="8061">
                  <c:v>94.212710549645394</c:v>
                </c:pt>
                <c:pt idx="8062">
                  <c:v>94.212747488179673</c:v>
                </c:pt>
                <c:pt idx="8063">
                  <c:v>94.21272901891254</c:v>
                </c:pt>
                <c:pt idx="8064">
                  <c:v>94.212710549645394</c:v>
                </c:pt>
                <c:pt idx="8065">
                  <c:v>94.212655141843967</c:v>
                </c:pt>
                <c:pt idx="8066">
                  <c:v>94.212692080378261</c:v>
                </c:pt>
                <c:pt idx="8067">
                  <c:v>94.212784426713952</c:v>
                </c:pt>
                <c:pt idx="8068">
                  <c:v>94.212839834515364</c:v>
                </c:pt>
                <c:pt idx="8069">
                  <c:v>94.213098404255319</c:v>
                </c:pt>
                <c:pt idx="8070">
                  <c:v>94.212987588652481</c:v>
                </c:pt>
                <c:pt idx="8071">
                  <c:v>94.213098404255319</c:v>
                </c:pt>
                <c:pt idx="8072">
                  <c:v>94.21328309692673</c:v>
                </c:pt>
                <c:pt idx="8073">
                  <c:v>94.213246158392437</c:v>
                </c:pt>
                <c:pt idx="8074">
                  <c:v>94.213024527186761</c:v>
                </c:pt>
                <c:pt idx="8075">
                  <c:v>94.213098404255319</c:v>
                </c:pt>
                <c:pt idx="8076">
                  <c:v>94.213006057919628</c:v>
                </c:pt>
                <c:pt idx="8077">
                  <c:v>94.213301566193849</c:v>
                </c:pt>
                <c:pt idx="8078">
                  <c:v>94.213430851063833</c:v>
                </c:pt>
                <c:pt idx="8079">
                  <c:v>94.213467789598099</c:v>
                </c:pt>
                <c:pt idx="8080">
                  <c:v>94.213504728132378</c:v>
                </c:pt>
                <c:pt idx="8081">
                  <c:v>94.213652482269509</c:v>
                </c:pt>
                <c:pt idx="8082">
                  <c:v>94.213744828605201</c:v>
                </c:pt>
                <c:pt idx="8083">
                  <c:v>94.213652482269509</c:v>
                </c:pt>
                <c:pt idx="8084">
                  <c:v>94.213393912529554</c:v>
                </c:pt>
                <c:pt idx="8085">
                  <c:v>94.213818705673773</c:v>
                </c:pt>
                <c:pt idx="8086">
                  <c:v>94.213726359338068</c:v>
                </c:pt>
                <c:pt idx="8087">
                  <c:v>94.213874113475171</c:v>
                </c:pt>
                <c:pt idx="8088">
                  <c:v>94.213929521276597</c:v>
                </c:pt>
                <c:pt idx="8089">
                  <c:v>94.213763297872347</c:v>
                </c:pt>
                <c:pt idx="8090">
                  <c:v>94.213578605200951</c:v>
                </c:pt>
                <c:pt idx="8091">
                  <c:v>94.213689420803775</c:v>
                </c:pt>
                <c:pt idx="8092">
                  <c:v>94.213578605200951</c:v>
                </c:pt>
                <c:pt idx="8093">
                  <c:v>94.21378176713948</c:v>
                </c:pt>
                <c:pt idx="8094">
                  <c:v>94.213818705673773</c:v>
                </c:pt>
                <c:pt idx="8095">
                  <c:v>94.213652482269509</c:v>
                </c:pt>
                <c:pt idx="8096">
                  <c:v>94.213523197399525</c:v>
                </c:pt>
                <c:pt idx="8097">
                  <c:v>94.213689420803775</c:v>
                </c:pt>
                <c:pt idx="8098">
                  <c:v>94.213837174940892</c:v>
                </c:pt>
                <c:pt idx="8099">
                  <c:v>94.214058806146568</c:v>
                </c:pt>
                <c:pt idx="8100">
                  <c:v>94.213763297872347</c:v>
                </c:pt>
                <c:pt idx="8101">
                  <c:v>94.213947990543744</c:v>
                </c:pt>
                <c:pt idx="8102">
                  <c:v>94.213911052009465</c:v>
                </c:pt>
                <c:pt idx="8103">
                  <c:v>94.214058806146568</c:v>
                </c:pt>
                <c:pt idx="8104">
                  <c:v>94.214151152482273</c:v>
                </c:pt>
                <c:pt idx="8105">
                  <c:v>94.214372783687935</c:v>
                </c:pt>
                <c:pt idx="8106">
                  <c:v>94.214298906619391</c:v>
                </c:pt>
                <c:pt idx="8107">
                  <c:v>94.214206560283685</c:v>
                </c:pt>
                <c:pt idx="8108">
                  <c:v>94.214114213947994</c:v>
                </c:pt>
                <c:pt idx="8109">
                  <c:v>94.214132683215141</c:v>
                </c:pt>
                <c:pt idx="8110">
                  <c:v>94.213984929078023</c:v>
                </c:pt>
                <c:pt idx="8111">
                  <c:v>94.214021867612303</c:v>
                </c:pt>
                <c:pt idx="8112">
                  <c:v>94.214021867612303</c:v>
                </c:pt>
                <c:pt idx="8113">
                  <c:v>94.214003398345142</c:v>
                </c:pt>
                <c:pt idx="8114">
                  <c:v>94.214169621749406</c:v>
                </c:pt>
                <c:pt idx="8115">
                  <c:v>94.214446660756508</c:v>
                </c:pt>
                <c:pt idx="8116">
                  <c:v>94.214649822695037</c:v>
                </c:pt>
                <c:pt idx="8117">
                  <c:v>94.214742169030728</c:v>
                </c:pt>
                <c:pt idx="8118">
                  <c:v>94.214779107565022</c:v>
                </c:pt>
                <c:pt idx="8119">
                  <c:v>94.214834515366434</c:v>
                </c:pt>
                <c:pt idx="8120">
                  <c:v>94.214686761229316</c:v>
                </c:pt>
                <c:pt idx="8121">
                  <c:v>94.214871453900713</c:v>
                </c:pt>
                <c:pt idx="8122">
                  <c:v>94.214779107565022</c:v>
                </c:pt>
                <c:pt idx="8123">
                  <c:v>94.214686761229316</c:v>
                </c:pt>
                <c:pt idx="8124">
                  <c:v>94.214834515366434</c:v>
                </c:pt>
                <c:pt idx="8125">
                  <c:v>94.214945330969286</c:v>
                </c:pt>
                <c:pt idx="8126">
                  <c:v>94.214649822695037</c:v>
                </c:pt>
                <c:pt idx="8127">
                  <c:v>94.214908392434978</c:v>
                </c:pt>
                <c:pt idx="8128">
                  <c:v>94.21505614657211</c:v>
                </c:pt>
                <c:pt idx="8129">
                  <c:v>94.215351654846344</c:v>
                </c:pt>
                <c:pt idx="8130">
                  <c:v>94.215351654846344</c:v>
                </c:pt>
                <c:pt idx="8131">
                  <c:v>94.215462470449168</c:v>
                </c:pt>
                <c:pt idx="8132">
                  <c:v>94.215591755319153</c:v>
                </c:pt>
                <c:pt idx="8133">
                  <c:v>94.215610224586285</c:v>
                </c:pt>
                <c:pt idx="8134">
                  <c:v>94.215462470449168</c:v>
                </c:pt>
                <c:pt idx="8135">
                  <c:v>94.215554816784874</c:v>
                </c:pt>
                <c:pt idx="8136">
                  <c:v>94.215425531914903</c:v>
                </c:pt>
                <c:pt idx="8137">
                  <c:v>94.215647163120579</c:v>
                </c:pt>
                <c:pt idx="8138">
                  <c:v>94.215351654846344</c:v>
                </c:pt>
                <c:pt idx="8139">
                  <c:v>94.215333185579198</c:v>
                </c:pt>
                <c:pt idx="8140">
                  <c:v>94.215425531914903</c:v>
                </c:pt>
                <c:pt idx="8141">
                  <c:v>94.215536347517727</c:v>
                </c:pt>
                <c:pt idx="8142">
                  <c:v>94.215610224586285</c:v>
                </c:pt>
                <c:pt idx="8143">
                  <c:v>94.215462470449168</c:v>
                </c:pt>
                <c:pt idx="8144">
                  <c:v>94.215130023640654</c:v>
                </c:pt>
                <c:pt idx="8145">
                  <c:v>94.215351654846344</c:v>
                </c:pt>
                <c:pt idx="8146">
                  <c:v>94.215536347517727</c:v>
                </c:pt>
                <c:pt idx="8147">
                  <c:v>94.215610224586285</c:v>
                </c:pt>
                <c:pt idx="8148">
                  <c:v>94.215702570921991</c:v>
                </c:pt>
                <c:pt idx="8149">
                  <c:v>94.215536347517727</c:v>
                </c:pt>
                <c:pt idx="8150">
                  <c:v>94.215536347517727</c:v>
                </c:pt>
                <c:pt idx="8151">
                  <c:v>94.21573950945627</c:v>
                </c:pt>
                <c:pt idx="8152">
                  <c:v>94.215757978723417</c:v>
                </c:pt>
                <c:pt idx="8153">
                  <c:v>94.215831855791961</c:v>
                </c:pt>
                <c:pt idx="8154">
                  <c:v>94.215684101654844</c:v>
                </c:pt>
                <c:pt idx="8155">
                  <c:v>94.215794917257682</c:v>
                </c:pt>
                <c:pt idx="8156">
                  <c:v>94.215831855791961</c:v>
                </c:pt>
                <c:pt idx="8157">
                  <c:v>94.215702570921991</c:v>
                </c:pt>
                <c:pt idx="8158">
                  <c:v>94.215794917257682</c:v>
                </c:pt>
                <c:pt idx="8159">
                  <c:v>94.215942671394799</c:v>
                </c:pt>
                <c:pt idx="8160">
                  <c:v>94.215979609929093</c:v>
                </c:pt>
                <c:pt idx="8161">
                  <c:v>94.216164302600475</c:v>
                </c:pt>
                <c:pt idx="8162">
                  <c:v>94.216071956264784</c:v>
                </c:pt>
                <c:pt idx="8163">
                  <c:v>94.216275118203313</c:v>
                </c:pt>
                <c:pt idx="8164">
                  <c:v>94.216275118203313</c:v>
                </c:pt>
                <c:pt idx="8165">
                  <c:v>94.216312056737578</c:v>
                </c:pt>
                <c:pt idx="8166">
                  <c:v>94.216238179669034</c:v>
                </c:pt>
                <c:pt idx="8167">
                  <c:v>94.216478280141843</c:v>
                </c:pt>
                <c:pt idx="8168">
                  <c:v>94.216422872340431</c:v>
                </c:pt>
                <c:pt idx="8169">
                  <c:v>94.216589095744681</c:v>
                </c:pt>
                <c:pt idx="8170">
                  <c:v>94.216570626477534</c:v>
                </c:pt>
                <c:pt idx="8171">
                  <c:v>94.216515218676136</c:v>
                </c:pt>
                <c:pt idx="8172">
                  <c:v>94.216533687943254</c:v>
                </c:pt>
                <c:pt idx="8173">
                  <c:v>94.216607565011827</c:v>
                </c:pt>
                <c:pt idx="8174">
                  <c:v>94.216496749408989</c:v>
                </c:pt>
                <c:pt idx="8175">
                  <c:v>94.216589095744681</c:v>
                </c:pt>
                <c:pt idx="8176">
                  <c:v>94.216829196217503</c:v>
                </c:pt>
                <c:pt idx="8177">
                  <c:v>94.216829196217503</c:v>
                </c:pt>
                <c:pt idx="8178">
                  <c:v>94.21675531914893</c:v>
                </c:pt>
                <c:pt idx="8179">
                  <c:v>94.216921542553195</c:v>
                </c:pt>
                <c:pt idx="8180">
                  <c:v>94.216958481087474</c:v>
                </c:pt>
                <c:pt idx="8181">
                  <c:v>94.217161643026003</c:v>
                </c:pt>
                <c:pt idx="8182">
                  <c:v>94.217198581560297</c:v>
                </c:pt>
                <c:pt idx="8183">
                  <c:v>94.21730939716312</c:v>
                </c:pt>
                <c:pt idx="8184">
                  <c:v>94.217217050827429</c:v>
                </c:pt>
                <c:pt idx="8185">
                  <c:v>94.217272458628841</c:v>
                </c:pt>
                <c:pt idx="8186">
                  <c:v>94.217106235224591</c:v>
                </c:pt>
                <c:pt idx="8187">
                  <c:v>94.216976950354606</c:v>
                </c:pt>
                <c:pt idx="8188">
                  <c:v>94.216866134751768</c:v>
                </c:pt>
                <c:pt idx="8189">
                  <c:v>94.217180112293136</c:v>
                </c:pt>
                <c:pt idx="8190">
                  <c:v>94.217180112293136</c:v>
                </c:pt>
                <c:pt idx="8191">
                  <c:v>94.217161643026003</c:v>
                </c:pt>
                <c:pt idx="8192">
                  <c:v>94.217161643026003</c:v>
                </c:pt>
                <c:pt idx="8193">
                  <c:v>94.217087765957459</c:v>
                </c:pt>
                <c:pt idx="8194">
                  <c:v>94.216976950354606</c:v>
                </c:pt>
                <c:pt idx="8195">
                  <c:v>94.217272458628841</c:v>
                </c:pt>
                <c:pt idx="8196">
                  <c:v>94.217272458628841</c:v>
                </c:pt>
                <c:pt idx="8197">
                  <c:v>94.217512559101664</c:v>
                </c:pt>
                <c:pt idx="8198">
                  <c:v>94.217457151300238</c:v>
                </c:pt>
                <c:pt idx="8199">
                  <c:v>94.217494089834517</c:v>
                </c:pt>
                <c:pt idx="8200">
                  <c:v>94.217531028368796</c:v>
                </c:pt>
                <c:pt idx="8201">
                  <c:v>94.217494089834517</c:v>
                </c:pt>
                <c:pt idx="8202">
                  <c:v>94.217604905437355</c:v>
                </c:pt>
                <c:pt idx="8203">
                  <c:v>94.217715721040193</c:v>
                </c:pt>
                <c:pt idx="8204">
                  <c:v>94.217623374704502</c:v>
                </c:pt>
                <c:pt idx="8205">
                  <c:v>94.217715721040193</c:v>
                </c:pt>
                <c:pt idx="8206">
                  <c:v>94.217715721040193</c:v>
                </c:pt>
                <c:pt idx="8207">
                  <c:v>94.217789598108752</c:v>
                </c:pt>
                <c:pt idx="8208">
                  <c:v>94.217808067375884</c:v>
                </c:pt>
                <c:pt idx="8209">
                  <c:v>94.21790041371159</c:v>
                </c:pt>
                <c:pt idx="8210">
                  <c:v>94.21806663711584</c:v>
                </c:pt>
                <c:pt idx="8211">
                  <c:v>94.21819592198581</c:v>
                </c:pt>
                <c:pt idx="8212">
                  <c:v>94.21819592198581</c:v>
                </c:pt>
                <c:pt idx="8213">
                  <c:v>94.218232860520104</c:v>
                </c:pt>
                <c:pt idx="8214">
                  <c:v>94.218140514184398</c:v>
                </c:pt>
                <c:pt idx="8215">
                  <c:v>94.218306737588648</c:v>
                </c:pt>
                <c:pt idx="8216">
                  <c:v>94.218306737588648</c:v>
                </c:pt>
                <c:pt idx="8217">
                  <c:v>94.218509899527177</c:v>
                </c:pt>
                <c:pt idx="8218">
                  <c:v>94.218620715130029</c:v>
                </c:pt>
                <c:pt idx="8219">
                  <c:v>94.218657653664309</c:v>
                </c:pt>
                <c:pt idx="8220">
                  <c:v>94.218509899527177</c:v>
                </c:pt>
                <c:pt idx="8221">
                  <c:v>94.218602245862883</c:v>
                </c:pt>
                <c:pt idx="8222">
                  <c:v>94.218713061465721</c:v>
                </c:pt>
                <c:pt idx="8223">
                  <c:v>94.218953161938543</c:v>
                </c:pt>
                <c:pt idx="8224">
                  <c:v>94.218879284869971</c:v>
                </c:pt>
                <c:pt idx="8225">
                  <c:v>94.218916223404264</c:v>
                </c:pt>
                <c:pt idx="8226">
                  <c:v>94.218786938534279</c:v>
                </c:pt>
                <c:pt idx="8227">
                  <c:v>94.218805407801426</c:v>
                </c:pt>
                <c:pt idx="8228">
                  <c:v>94.218676122931441</c:v>
                </c:pt>
                <c:pt idx="8229">
                  <c:v>94.218860815602852</c:v>
                </c:pt>
                <c:pt idx="8230">
                  <c:v>94.219008569739941</c:v>
                </c:pt>
                <c:pt idx="8231">
                  <c:v>94.218953161938543</c:v>
                </c:pt>
                <c:pt idx="8232">
                  <c:v>94.219082446808514</c:v>
                </c:pt>
                <c:pt idx="8233">
                  <c:v>94.219267139479911</c:v>
                </c:pt>
                <c:pt idx="8234">
                  <c:v>94.219156323877073</c:v>
                </c:pt>
                <c:pt idx="8235">
                  <c:v>94.219230200945631</c:v>
                </c:pt>
                <c:pt idx="8236">
                  <c:v>94.219119385342793</c:v>
                </c:pt>
                <c:pt idx="8237">
                  <c:v>94.219045508274235</c:v>
                </c:pt>
                <c:pt idx="8238">
                  <c:v>94.21930407801419</c:v>
                </c:pt>
                <c:pt idx="8239">
                  <c:v>94.219341016548469</c:v>
                </c:pt>
                <c:pt idx="8240">
                  <c:v>94.219230200945631</c:v>
                </c:pt>
                <c:pt idx="8241">
                  <c:v>94.219414893617014</c:v>
                </c:pt>
                <c:pt idx="8242">
                  <c:v>94.219359485815616</c:v>
                </c:pt>
                <c:pt idx="8243">
                  <c:v>94.219341016548469</c:v>
                </c:pt>
                <c:pt idx="8244">
                  <c:v>94.21943336288416</c:v>
                </c:pt>
                <c:pt idx="8245">
                  <c:v>94.219488770685587</c:v>
                </c:pt>
                <c:pt idx="8246">
                  <c:v>94.219525709219866</c:v>
                </c:pt>
                <c:pt idx="8247">
                  <c:v>94.219581117021278</c:v>
                </c:pt>
                <c:pt idx="8248">
                  <c:v>94.219654994089836</c:v>
                </c:pt>
                <c:pt idx="8249">
                  <c:v>94.219710401891248</c:v>
                </c:pt>
                <c:pt idx="8250">
                  <c:v>94.219581117021278</c:v>
                </c:pt>
                <c:pt idx="8251">
                  <c:v>94.21959958628841</c:v>
                </c:pt>
                <c:pt idx="8252">
                  <c:v>94.219691932624116</c:v>
                </c:pt>
                <c:pt idx="8253">
                  <c:v>94.219895094562659</c:v>
                </c:pt>
                <c:pt idx="8254">
                  <c:v>94.219968971631204</c:v>
                </c:pt>
                <c:pt idx="8255">
                  <c:v>94.21998744089835</c:v>
                </c:pt>
                <c:pt idx="8256">
                  <c:v>94.220098256501188</c:v>
                </c:pt>
                <c:pt idx="8257">
                  <c:v>94.220135195035454</c:v>
                </c:pt>
                <c:pt idx="8258">
                  <c:v>94.220061317966909</c:v>
                </c:pt>
                <c:pt idx="8259">
                  <c:v>94.220116725768321</c:v>
                </c:pt>
                <c:pt idx="8260">
                  <c:v>94.220061317966909</c:v>
                </c:pt>
                <c:pt idx="8261">
                  <c:v>94.220153664302615</c:v>
                </c:pt>
                <c:pt idx="8262">
                  <c:v>94.220172133569747</c:v>
                </c:pt>
                <c:pt idx="8263">
                  <c:v>94.220338356973997</c:v>
                </c:pt>
                <c:pt idx="8264">
                  <c:v>94.220264479905453</c:v>
                </c:pt>
                <c:pt idx="8265">
                  <c:v>94.220061317966909</c:v>
                </c:pt>
                <c:pt idx="8266">
                  <c:v>94.220301418439718</c:v>
                </c:pt>
                <c:pt idx="8267">
                  <c:v>94.220449172576821</c:v>
                </c:pt>
                <c:pt idx="8268">
                  <c:v>94.220338356973997</c:v>
                </c:pt>
                <c:pt idx="8269">
                  <c:v>94.220596926713952</c:v>
                </c:pt>
                <c:pt idx="8270">
                  <c:v>94.22074468085107</c:v>
                </c:pt>
                <c:pt idx="8271">
                  <c:v>94.220670803782497</c:v>
                </c:pt>
                <c:pt idx="8272">
                  <c:v>94.220818557919614</c:v>
                </c:pt>
                <c:pt idx="8273">
                  <c:v>94.221021719858172</c:v>
                </c:pt>
                <c:pt idx="8274">
                  <c:v>94.220910904255319</c:v>
                </c:pt>
                <c:pt idx="8275">
                  <c:v>94.220929373522466</c:v>
                </c:pt>
                <c:pt idx="8276">
                  <c:v>94.220966312056746</c:v>
                </c:pt>
                <c:pt idx="8277">
                  <c:v>94.221003250591025</c:v>
                </c:pt>
                <c:pt idx="8278">
                  <c:v>94.22104018912529</c:v>
                </c:pt>
                <c:pt idx="8279">
                  <c:v>94.221077127659569</c:v>
                </c:pt>
                <c:pt idx="8280">
                  <c:v>94.221114066193863</c:v>
                </c:pt>
                <c:pt idx="8281">
                  <c:v>94.221151004728128</c:v>
                </c:pt>
                <c:pt idx="8282">
                  <c:v>94.221077127659569</c:v>
                </c:pt>
                <c:pt idx="8283">
                  <c:v>94.221095596926716</c:v>
                </c:pt>
                <c:pt idx="8284">
                  <c:v>94.22129875886526</c:v>
                </c:pt>
                <c:pt idx="8285">
                  <c:v>94.22129875886526</c:v>
                </c:pt>
                <c:pt idx="8286">
                  <c:v>94.22104018912529</c:v>
                </c:pt>
                <c:pt idx="8287">
                  <c:v>94.221224881796701</c:v>
                </c:pt>
                <c:pt idx="8288">
                  <c:v>94.221224881796701</c:v>
                </c:pt>
                <c:pt idx="8289">
                  <c:v>94.221261820330966</c:v>
                </c:pt>
                <c:pt idx="8290">
                  <c:v>94.221538859338068</c:v>
                </c:pt>
                <c:pt idx="8291">
                  <c:v>94.221446513002363</c:v>
                </c:pt>
                <c:pt idx="8292">
                  <c:v>94.221391105200951</c:v>
                </c:pt>
                <c:pt idx="8293">
                  <c:v>94.22129875886526</c:v>
                </c:pt>
                <c:pt idx="8294">
                  <c:v>94.221317228132378</c:v>
                </c:pt>
                <c:pt idx="8295">
                  <c:v>94.221538859338068</c:v>
                </c:pt>
                <c:pt idx="8296">
                  <c:v>94.221483451536642</c:v>
                </c:pt>
                <c:pt idx="8297">
                  <c:v>94.221501920803789</c:v>
                </c:pt>
                <c:pt idx="8298">
                  <c:v>94.22159426713948</c:v>
                </c:pt>
                <c:pt idx="8299">
                  <c:v>94.221557328605215</c:v>
                </c:pt>
                <c:pt idx="8300">
                  <c:v>94.221649674940906</c:v>
                </c:pt>
                <c:pt idx="8301">
                  <c:v>94.221668144208039</c:v>
                </c:pt>
                <c:pt idx="8302">
                  <c:v>94.221631205673759</c:v>
                </c:pt>
                <c:pt idx="8303">
                  <c:v>94.22159426713948</c:v>
                </c:pt>
                <c:pt idx="8304">
                  <c:v>94.221649674940906</c:v>
                </c:pt>
                <c:pt idx="8305">
                  <c:v>94.221926713947994</c:v>
                </c:pt>
                <c:pt idx="8306">
                  <c:v>94.221926713947994</c:v>
                </c:pt>
                <c:pt idx="8307">
                  <c:v>94.221871306146582</c:v>
                </c:pt>
                <c:pt idx="8308">
                  <c:v>94.221945183215126</c:v>
                </c:pt>
                <c:pt idx="8309">
                  <c:v>94.222092937352258</c:v>
                </c:pt>
                <c:pt idx="8310">
                  <c:v>94.222222222222229</c:v>
                </c:pt>
                <c:pt idx="8311">
                  <c:v>94.222296099290787</c:v>
                </c:pt>
                <c:pt idx="8312">
                  <c:v>94.222259160756508</c:v>
                </c:pt>
                <c:pt idx="8313">
                  <c:v>94.222222222222229</c:v>
                </c:pt>
                <c:pt idx="8314">
                  <c:v>94.22248079196217</c:v>
                </c:pt>
                <c:pt idx="8315">
                  <c:v>94.222591607565022</c:v>
                </c:pt>
                <c:pt idx="8316">
                  <c:v>94.222591607565022</c:v>
                </c:pt>
                <c:pt idx="8317">
                  <c:v>94.222665484633566</c:v>
                </c:pt>
                <c:pt idx="8318">
                  <c:v>94.222757830969272</c:v>
                </c:pt>
                <c:pt idx="8319">
                  <c:v>94.222702423167846</c:v>
                </c:pt>
                <c:pt idx="8320">
                  <c:v>94.222702423167846</c:v>
                </c:pt>
                <c:pt idx="8321">
                  <c:v>94.222702423167846</c:v>
                </c:pt>
                <c:pt idx="8322">
                  <c:v>94.222924054373536</c:v>
                </c:pt>
                <c:pt idx="8323">
                  <c:v>94.222850177304963</c:v>
                </c:pt>
                <c:pt idx="8324">
                  <c:v>94.222942523640668</c:v>
                </c:pt>
                <c:pt idx="8325">
                  <c:v>94.22299793144208</c:v>
                </c:pt>
                <c:pt idx="8326">
                  <c:v>94.222979462174933</c:v>
                </c:pt>
                <c:pt idx="8327">
                  <c:v>94.223164154846344</c:v>
                </c:pt>
                <c:pt idx="8328">
                  <c:v>94.223404255319153</c:v>
                </c:pt>
                <c:pt idx="8329">
                  <c:v>94.223367316784874</c:v>
                </c:pt>
                <c:pt idx="8330">
                  <c:v>94.2234227245863</c:v>
                </c:pt>
                <c:pt idx="8331">
                  <c:v>94.2234227245863</c:v>
                </c:pt>
                <c:pt idx="8332">
                  <c:v>94.223256501182036</c:v>
                </c:pt>
                <c:pt idx="8333">
                  <c:v>94.223311908983447</c:v>
                </c:pt>
                <c:pt idx="8334">
                  <c:v>94.223311908983447</c:v>
                </c:pt>
                <c:pt idx="8335">
                  <c:v>94.223404255319153</c:v>
                </c:pt>
                <c:pt idx="8336">
                  <c:v>94.223293439716315</c:v>
                </c:pt>
                <c:pt idx="8337">
                  <c:v>94.223293439716315</c:v>
                </c:pt>
                <c:pt idx="8338">
                  <c:v>94.223533540189123</c:v>
                </c:pt>
                <c:pt idx="8339">
                  <c:v>94.223699763593388</c:v>
                </c:pt>
                <c:pt idx="8340">
                  <c:v>94.223736702127653</c:v>
                </c:pt>
                <c:pt idx="8341">
                  <c:v>94.223699763593388</c:v>
                </c:pt>
                <c:pt idx="8342">
                  <c:v>94.223736702127653</c:v>
                </c:pt>
                <c:pt idx="8343">
                  <c:v>94.223810579196225</c:v>
                </c:pt>
                <c:pt idx="8344">
                  <c:v>94.22388445626477</c:v>
                </c:pt>
                <c:pt idx="8345">
                  <c:v>94.223625886524829</c:v>
                </c:pt>
                <c:pt idx="8346">
                  <c:v>94.223810579196225</c:v>
                </c:pt>
                <c:pt idx="8347">
                  <c:v>94.223847517730491</c:v>
                </c:pt>
                <c:pt idx="8348">
                  <c:v>94.223847517730491</c:v>
                </c:pt>
                <c:pt idx="8349">
                  <c:v>94.223958333333343</c:v>
                </c:pt>
                <c:pt idx="8350">
                  <c:v>94.224087618203313</c:v>
                </c:pt>
                <c:pt idx="8351">
                  <c:v>94.224032210401901</c:v>
                </c:pt>
                <c:pt idx="8352">
                  <c:v>94.224106087470446</c:v>
                </c:pt>
                <c:pt idx="8353">
                  <c:v>94.224069148936167</c:v>
                </c:pt>
                <c:pt idx="8354">
                  <c:v>94.224253841607563</c:v>
                </c:pt>
                <c:pt idx="8355">
                  <c:v>94.224124556737593</c:v>
                </c:pt>
                <c:pt idx="8356">
                  <c:v>94.224143026004725</c:v>
                </c:pt>
                <c:pt idx="8357">
                  <c:v>94.22427231087471</c:v>
                </c:pt>
                <c:pt idx="8358">
                  <c:v>94.224069148936167</c:v>
                </c:pt>
                <c:pt idx="8359">
                  <c:v>94.224216903073284</c:v>
                </c:pt>
                <c:pt idx="8360">
                  <c:v>94.224346187943269</c:v>
                </c:pt>
                <c:pt idx="8361">
                  <c:v>94.224383126477534</c:v>
                </c:pt>
                <c:pt idx="8362">
                  <c:v>94.224623226950357</c:v>
                </c:pt>
                <c:pt idx="8363">
                  <c:v>94.224549349881798</c:v>
                </c:pt>
                <c:pt idx="8364">
                  <c:v>94.224881796690312</c:v>
                </c:pt>
                <c:pt idx="8365">
                  <c:v>94.224770981087474</c:v>
                </c:pt>
                <c:pt idx="8366">
                  <c:v>94.224844858156033</c:v>
                </c:pt>
                <c:pt idx="8367">
                  <c:v>94.224881796690312</c:v>
                </c:pt>
                <c:pt idx="8368">
                  <c:v>94.225029550827429</c:v>
                </c:pt>
                <c:pt idx="8369">
                  <c:v>94.225214243498826</c:v>
                </c:pt>
                <c:pt idx="8370">
                  <c:v>94.22528812056737</c:v>
                </c:pt>
                <c:pt idx="8371">
                  <c:v>94.225140366430253</c:v>
                </c:pt>
                <c:pt idx="8372">
                  <c:v>94.225214243498826</c:v>
                </c:pt>
                <c:pt idx="8373">
                  <c:v>94.225214243498826</c:v>
                </c:pt>
                <c:pt idx="8374">
                  <c:v>94.225361997635943</c:v>
                </c:pt>
                <c:pt idx="8375">
                  <c:v>94.225417405437355</c:v>
                </c:pt>
                <c:pt idx="8376">
                  <c:v>94.225657505910164</c:v>
                </c:pt>
                <c:pt idx="8377">
                  <c:v>94.225786790780148</c:v>
                </c:pt>
                <c:pt idx="8378">
                  <c:v>94.225694444444457</c:v>
                </c:pt>
                <c:pt idx="8379">
                  <c:v>94.225509751773046</c:v>
                </c:pt>
                <c:pt idx="8380">
                  <c:v>94.225380466903076</c:v>
                </c:pt>
                <c:pt idx="8381">
                  <c:v>94.225435874704502</c:v>
                </c:pt>
                <c:pt idx="8382">
                  <c:v>94.225639036643031</c:v>
                </c:pt>
                <c:pt idx="8383">
                  <c:v>94.225731382978722</c:v>
                </c:pt>
                <c:pt idx="8384">
                  <c:v>94.225805260047295</c:v>
                </c:pt>
                <c:pt idx="8385">
                  <c:v>94.225657505910164</c:v>
                </c:pt>
                <c:pt idx="8386">
                  <c:v>94.225731382978722</c:v>
                </c:pt>
                <c:pt idx="8387">
                  <c:v>94.225860667848707</c:v>
                </c:pt>
                <c:pt idx="8388">
                  <c:v>94.22606382978725</c:v>
                </c:pt>
                <c:pt idx="8389">
                  <c:v>94.226174645390074</c:v>
                </c:pt>
                <c:pt idx="8390">
                  <c:v>94.226266991725765</c:v>
                </c:pt>
                <c:pt idx="8391">
                  <c:v>94.226174645390074</c:v>
                </c:pt>
                <c:pt idx="8392">
                  <c:v>94.226174645390074</c:v>
                </c:pt>
                <c:pt idx="8393">
                  <c:v>94.226008421985824</c:v>
                </c:pt>
                <c:pt idx="8394">
                  <c:v>94.226137706855795</c:v>
                </c:pt>
                <c:pt idx="8395">
                  <c:v>94.226248522458633</c:v>
                </c:pt>
                <c:pt idx="8396">
                  <c:v>94.226451684397162</c:v>
                </c:pt>
                <c:pt idx="8397">
                  <c:v>94.226451684397162</c:v>
                </c:pt>
                <c:pt idx="8398">
                  <c:v>94.226728723404264</c:v>
                </c:pt>
                <c:pt idx="8399">
                  <c:v>94.226747192671397</c:v>
                </c:pt>
                <c:pt idx="8400">
                  <c:v>94.226876477541381</c:v>
                </c:pt>
                <c:pt idx="8401">
                  <c:v>94.226802600472809</c:v>
                </c:pt>
                <c:pt idx="8402">
                  <c:v>94.226728723404264</c:v>
                </c:pt>
                <c:pt idx="8403">
                  <c:v>94.226839539007102</c:v>
                </c:pt>
                <c:pt idx="8404">
                  <c:v>94.226913416075647</c:v>
                </c:pt>
                <c:pt idx="8405">
                  <c:v>94.226728723404264</c:v>
                </c:pt>
                <c:pt idx="8406">
                  <c:v>94.226802600472809</c:v>
                </c:pt>
                <c:pt idx="8407">
                  <c:v>94.226710254137117</c:v>
                </c:pt>
                <c:pt idx="8408">
                  <c:v>94.226913416075647</c:v>
                </c:pt>
                <c:pt idx="8409">
                  <c:v>94.227042700945631</c:v>
                </c:pt>
                <c:pt idx="8410">
                  <c:v>94.227061170212778</c:v>
                </c:pt>
                <c:pt idx="8411">
                  <c:v>94.22728280141844</c:v>
                </c:pt>
                <c:pt idx="8412">
                  <c:v>94.227393617021278</c:v>
                </c:pt>
                <c:pt idx="8413">
                  <c:v>94.227245862884175</c:v>
                </c:pt>
                <c:pt idx="8414">
                  <c:v>94.227467494089851</c:v>
                </c:pt>
                <c:pt idx="8415">
                  <c:v>94.22744902482269</c:v>
                </c:pt>
                <c:pt idx="8416">
                  <c:v>94.227393617021278</c:v>
                </c:pt>
                <c:pt idx="8417">
                  <c:v>94.227319739952719</c:v>
                </c:pt>
                <c:pt idx="8418">
                  <c:v>94.227319739952719</c:v>
                </c:pt>
                <c:pt idx="8419">
                  <c:v>94.227393617021278</c:v>
                </c:pt>
                <c:pt idx="8420">
                  <c:v>94.227541371158395</c:v>
                </c:pt>
                <c:pt idx="8421">
                  <c:v>94.227522901891248</c:v>
                </c:pt>
                <c:pt idx="8422">
                  <c:v>94.227763002364071</c:v>
                </c:pt>
                <c:pt idx="8423">
                  <c:v>94.227522901891248</c:v>
                </c:pt>
                <c:pt idx="8424">
                  <c:v>94.227689125295512</c:v>
                </c:pt>
                <c:pt idx="8425">
                  <c:v>94.227633717494101</c:v>
                </c:pt>
                <c:pt idx="8426">
                  <c:v>94.227910756501188</c:v>
                </c:pt>
                <c:pt idx="8427">
                  <c:v>94.228095449172571</c:v>
                </c:pt>
                <c:pt idx="8428">
                  <c:v>94.228243203309688</c:v>
                </c:pt>
                <c:pt idx="8429">
                  <c:v>94.228150856973997</c:v>
                </c:pt>
                <c:pt idx="8430">
                  <c:v>94.228243203309688</c:v>
                </c:pt>
                <c:pt idx="8431">
                  <c:v>94.228243203309688</c:v>
                </c:pt>
                <c:pt idx="8432">
                  <c:v>94.228261672576835</c:v>
                </c:pt>
                <c:pt idx="8433">
                  <c:v>94.228317080378261</c:v>
                </c:pt>
                <c:pt idx="8434">
                  <c:v>94.228261672576835</c:v>
                </c:pt>
                <c:pt idx="8435">
                  <c:v>94.228113918439718</c:v>
                </c:pt>
                <c:pt idx="8436">
                  <c:v>94.228169326241144</c:v>
                </c:pt>
                <c:pt idx="8437">
                  <c:v>94.228464834515378</c:v>
                </c:pt>
                <c:pt idx="8438">
                  <c:v>94.228594119385349</c:v>
                </c:pt>
                <c:pt idx="8439">
                  <c:v>94.228760342789599</c:v>
                </c:pt>
                <c:pt idx="8440">
                  <c:v>94.228723404255319</c:v>
                </c:pt>
                <c:pt idx="8441">
                  <c:v>94.228834219858157</c:v>
                </c:pt>
                <c:pt idx="8442">
                  <c:v>94.228908096926716</c:v>
                </c:pt>
                <c:pt idx="8443">
                  <c:v>94.228963504728128</c:v>
                </c:pt>
                <c:pt idx="8444">
                  <c:v>94.229111258865245</c:v>
                </c:pt>
                <c:pt idx="8445">
                  <c:v>94.228908096926716</c:v>
                </c:pt>
                <c:pt idx="8446">
                  <c:v>94.228834219858157</c:v>
                </c:pt>
                <c:pt idx="8447">
                  <c:v>94.228538711583937</c:v>
                </c:pt>
                <c:pt idx="8448">
                  <c:v>94.228501773049658</c:v>
                </c:pt>
                <c:pt idx="8449">
                  <c:v>94.228575650118202</c:v>
                </c:pt>
                <c:pt idx="8450">
                  <c:v>94.228631057919628</c:v>
                </c:pt>
                <c:pt idx="8451">
                  <c:v>94.228483303782511</c:v>
                </c:pt>
                <c:pt idx="8452">
                  <c:v>94.228538711583937</c:v>
                </c:pt>
                <c:pt idx="8453">
                  <c:v>94.228501773049658</c:v>
                </c:pt>
                <c:pt idx="8454">
                  <c:v>94.22868646572104</c:v>
                </c:pt>
                <c:pt idx="8455">
                  <c:v>94.228797281323878</c:v>
                </c:pt>
                <c:pt idx="8456">
                  <c:v>94.22868646572104</c:v>
                </c:pt>
                <c:pt idx="8457">
                  <c:v>94.228926566193849</c:v>
                </c:pt>
                <c:pt idx="8458">
                  <c:v>94.229277482269509</c:v>
                </c:pt>
                <c:pt idx="8459">
                  <c:v>94.229277482269509</c:v>
                </c:pt>
                <c:pt idx="8460">
                  <c:v>94.229277482269509</c:v>
                </c:pt>
                <c:pt idx="8461">
                  <c:v>94.229092789598113</c:v>
                </c:pt>
                <c:pt idx="8462">
                  <c:v>94.229037381796701</c:v>
                </c:pt>
                <c:pt idx="8463">
                  <c:v>94.229000443262422</c:v>
                </c:pt>
                <c:pt idx="8464">
                  <c:v>94.229129728132392</c:v>
                </c:pt>
                <c:pt idx="8465">
                  <c:v>94.229166666666671</c:v>
                </c:pt>
                <c:pt idx="8466">
                  <c:v>94.229351359338068</c:v>
                </c:pt>
                <c:pt idx="8467">
                  <c:v>94.229425236406612</c:v>
                </c:pt>
                <c:pt idx="8468">
                  <c:v>94.229757683215126</c:v>
                </c:pt>
                <c:pt idx="8469">
                  <c:v>94.229628398345156</c:v>
                </c:pt>
                <c:pt idx="8470">
                  <c:v>94.229702275413715</c:v>
                </c:pt>
                <c:pt idx="8471">
                  <c:v>94.229683806146568</c:v>
                </c:pt>
                <c:pt idx="8472">
                  <c:v>94.229794621749406</c:v>
                </c:pt>
                <c:pt idx="8473">
                  <c:v>94.229776152482273</c:v>
                </c:pt>
                <c:pt idx="8474">
                  <c:v>94.229720744680861</c:v>
                </c:pt>
                <c:pt idx="8475">
                  <c:v>94.229609929078023</c:v>
                </c:pt>
                <c:pt idx="8476">
                  <c:v>94.230016252955082</c:v>
                </c:pt>
                <c:pt idx="8477">
                  <c:v>94.229960845153656</c:v>
                </c:pt>
                <c:pt idx="8478">
                  <c:v>94.230034722222229</c:v>
                </c:pt>
                <c:pt idx="8479">
                  <c:v>94.230256353427905</c:v>
                </c:pt>
                <c:pt idx="8480">
                  <c:v>94.230256353427905</c:v>
                </c:pt>
                <c:pt idx="8481">
                  <c:v>94.230274822695037</c:v>
                </c:pt>
                <c:pt idx="8482">
                  <c:v>94.230404107565022</c:v>
                </c:pt>
                <c:pt idx="8483">
                  <c:v>94.230404107565022</c:v>
                </c:pt>
                <c:pt idx="8484">
                  <c:v>94.230570330969272</c:v>
                </c:pt>
                <c:pt idx="8485">
                  <c:v>94.230533392435007</c:v>
                </c:pt>
                <c:pt idx="8486">
                  <c:v>94.230607269503551</c:v>
                </c:pt>
                <c:pt idx="8487">
                  <c:v>94.230755023640668</c:v>
                </c:pt>
                <c:pt idx="8488">
                  <c:v>94.231050531914889</c:v>
                </c:pt>
                <c:pt idx="8489">
                  <c:v>94.23106900118205</c:v>
                </c:pt>
                <c:pt idx="8490">
                  <c:v>94.231198286052006</c:v>
                </c:pt>
                <c:pt idx="8491">
                  <c:v>94.2312352245863</c:v>
                </c:pt>
                <c:pt idx="8492">
                  <c:v>94.231382978723417</c:v>
                </c:pt>
                <c:pt idx="8493">
                  <c:v>94.231253693853432</c:v>
                </c:pt>
                <c:pt idx="8494">
                  <c:v>94.231105939716315</c:v>
                </c:pt>
                <c:pt idx="8495">
                  <c:v>94.230884308510639</c:v>
                </c:pt>
                <c:pt idx="8496">
                  <c:v>94.230921247044918</c:v>
                </c:pt>
                <c:pt idx="8497">
                  <c:v>94.231161347517727</c:v>
                </c:pt>
                <c:pt idx="8498">
                  <c:v>94.231419917257682</c:v>
                </c:pt>
                <c:pt idx="8499">
                  <c:v>94.231419917257682</c:v>
                </c:pt>
                <c:pt idx="8500">
                  <c:v>94.231382978723417</c:v>
                </c:pt>
                <c:pt idx="8501">
                  <c:v>94.231272163120565</c:v>
                </c:pt>
                <c:pt idx="8502">
                  <c:v>94.231419917257682</c:v>
                </c:pt>
                <c:pt idx="8503">
                  <c:v>94.231604609929093</c:v>
                </c:pt>
                <c:pt idx="8504">
                  <c:v>94.231493794326241</c:v>
                </c:pt>
                <c:pt idx="8505">
                  <c:v>94.231419917257682</c:v>
                </c:pt>
                <c:pt idx="8506">
                  <c:v>94.23169695626477</c:v>
                </c:pt>
                <c:pt idx="8507">
                  <c:v>94.231567671394814</c:v>
                </c:pt>
                <c:pt idx="8508">
                  <c:v>94.231641548463358</c:v>
                </c:pt>
                <c:pt idx="8509">
                  <c:v>94.231752364066196</c:v>
                </c:pt>
                <c:pt idx="8510">
                  <c:v>94.231807771867608</c:v>
                </c:pt>
                <c:pt idx="8511">
                  <c:v>94.231770833333343</c:v>
                </c:pt>
                <c:pt idx="8512">
                  <c:v>94.231733894799049</c:v>
                </c:pt>
                <c:pt idx="8513">
                  <c:v>94.23153073286052</c:v>
                </c:pt>
                <c:pt idx="8514">
                  <c:v>94.231863179669034</c:v>
                </c:pt>
                <c:pt idx="8515">
                  <c:v>94.231770833333343</c:v>
                </c:pt>
                <c:pt idx="8516">
                  <c:v>94.231973995271872</c:v>
                </c:pt>
                <c:pt idx="8517">
                  <c:v>94.232047872340431</c:v>
                </c:pt>
                <c:pt idx="8518">
                  <c:v>94.232158687943254</c:v>
                </c:pt>
                <c:pt idx="8519">
                  <c:v>94.232454196217503</c:v>
                </c:pt>
                <c:pt idx="8520">
                  <c:v>94.232435726950357</c:v>
                </c:pt>
                <c:pt idx="8521">
                  <c:v>94.232491134751768</c:v>
                </c:pt>
                <c:pt idx="8522">
                  <c:v>94.232657358156018</c:v>
                </c:pt>
                <c:pt idx="8523">
                  <c:v>94.232786643026017</c:v>
                </c:pt>
                <c:pt idx="8524">
                  <c:v>94.232915927895988</c:v>
                </c:pt>
                <c:pt idx="8525">
                  <c:v>94.232823581560282</c:v>
                </c:pt>
                <c:pt idx="8526">
                  <c:v>94.232823581560282</c:v>
                </c:pt>
                <c:pt idx="8527">
                  <c:v>94.232768173758856</c:v>
                </c:pt>
                <c:pt idx="8528">
                  <c:v>94.232897458628841</c:v>
                </c:pt>
                <c:pt idx="8529">
                  <c:v>94.232952866430267</c:v>
                </c:pt>
                <c:pt idx="8530">
                  <c:v>94.233174497635943</c:v>
                </c:pt>
                <c:pt idx="8531">
                  <c:v>94.233303782505914</c:v>
                </c:pt>
                <c:pt idx="8532">
                  <c:v>94.23348847517731</c:v>
                </c:pt>
                <c:pt idx="8533">
                  <c:v>94.23348847517731</c:v>
                </c:pt>
                <c:pt idx="8534">
                  <c:v>94.233451536643031</c:v>
                </c:pt>
                <c:pt idx="8535">
                  <c:v>94.233451536643031</c:v>
                </c:pt>
                <c:pt idx="8536">
                  <c:v>94.233636229314428</c:v>
                </c:pt>
                <c:pt idx="8537">
                  <c:v>94.233599290780134</c:v>
                </c:pt>
                <c:pt idx="8538">
                  <c:v>94.233765514184398</c:v>
                </c:pt>
                <c:pt idx="8539">
                  <c:v>94.233728575650119</c:v>
                </c:pt>
                <c:pt idx="8540">
                  <c:v>94.233968676122927</c:v>
                </c:pt>
                <c:pt idx="8541">
                  <c:v>94.233894799054369</c:v>
                </c:pt>
                <c:pt idx="8542">
                  <c:v>94.233673167848707</c:v>
                </c:pt>
                <c:pt idx="8543">
                  <c:v>94.233857860520104</c:v>
                </c:pt>
                <c:pt idx="8544">
                  <c:v>94.233950206855795</c:v>
                </c:pt>
                <c:pt idx="8545">
                  <c:v>94.233894799054369</c:v>
                </c:pt>
                <c:pt idx="8546">
                  <c:v>94.234116430260045</c:v>
                </c:pt>
                <c:pt idx="8547">
                  <c:v>94.234190307328603</c:v>
                </c:pt>
                <c:pt idx="8548">
                  <c:v>94.234411938534294</c:v>
                </c:pt>
                <c:pt idx="8549">
                  <c:v>94.234393469267147</c:v>
                </c:pt>
                <c:pt idx="8550">
                  <c:v>94.234541223404264</c:v>
                </c:pt>
                <c:pt idx="8551">
                  <c:v>94.234338061465721</c:v>
                </c:pt>
                <c:pt idx="8552">
                  <c:v>94.234338061465721</c:v>
                </c:pt>
                <c:pt idx="8553">
                  <c:v>94.234485815602838</c:v>
                </c:pt>
                <c:pt idx="8554">
                  <c:v>94.234596631205676</c:v>
                </c:pt>
                <c:pt idx="8555">
                  <c:v>94.234559692671397</c:v>
                </c:pt>
                <c:pt idx="8556">
                  <c:v>94.234633569739955</c:v>
                </c:pt>
                <c:pt idx="8557">
                  <c:v>94.234596631205676</c:v>
                </c:pt>
                <c:pt idx="8558">
                  <c:v>94.234615100472823</c:v>
                </c:pt>
                <c:pt idx="8559">
                  <c:v>94.234688977541367</c:v>
                </c:pt>
                <c:pt idx="8560">
                  <c:v>94.234892139479911</c:v>
                </c:pt>
                <c:pt idx="8561">
                  <c:v>94.234762854609926</c:v>
                </c:pt>
                <c:pt idx="8562">
                  <c:v>94.235113770685587</c:v>
                </c:pt>
                <c:pt idx="8563">
                  <c:v>94.235187647754131</c:v>
                </c:pt>
                <c:pt idx="8564">
                  <c:v>94.235113770685587</c:v>
                </c:pt>
                <c:pt idx="8565">
                  <c:v>94.235169178486998</c:v>
                </c:pt>
                <c:pt idx="8566">
                  <c:v>94.235427748226954</c:v>
                </c:pt>
                <c:pt idx="8567">
                  <c:v>94.235335401891248</c:v>
                </c:pt>
                <c:pt idx="8568">
                  <c:v>94.23548315602838</c:v>
                </c:pt>
                <c:pt idx="8569">
                  <c:v>94.235446217494101</c:v>
                </c:pt>
                <c:pt idx="8570">
                  <c:v>94.235335401891248</c:v>
                </c:pt>
                <c:pt idx="8571">
                  <c:v>94.235316932624116</c:v>
                </c:pt>
                <c:pt idx="8572">
                  <c:v>94.23548315602838</c:v>
                </c:pt>
                <c:pt idx="8573">
                  <c:v>94.235372340425528</c:v>
                </c:pt>
                <c:pt idx="8574">
                  <c:v>94.235593971631204</c:v>
                </c:pt>
                <c:pt idx="8575">
                  <c:v>94.235593971631204</c:v>
                </c:pt>
                <c:pt idx="8576">
                  <c:v>94.235834072104012</c:v>
                </c:pt>
                <c:pt idx="8577">
                  <c:v>94.235926418439718</c:v>
                </c:pt>
                <c:pt idx="8578">
                  <c:v>94.235926418439718</c:v>
                </c:pt>
                <c:pt idx="8579">
                  <c:v>94.236037234042541</c:v>
                </c:pt>
                <c:pt idx="8580">
                  <c:v>94.236258865248232</c:v>
                </c:pt>
                <c:pt idx="8581">
                  <c:v>94.236517434988187</c:v>
                </c:pt>
                <c:pt idx="8582">
                  <c:v>94.236554373522466</c:v>
                </c:pt>
                <c:pt idx="8583">
                  <c:v>94.236388150118216</c:v>
                </c:pt>
                <c:pt idx="8584">
                  <c:v>94.236480496453908</c:v>
                </c:pt>
                <c:pt idx="8585">
                  <c:v>94.236480496453908</c:v>
                </c:pt>
                <c:pt idx="8586">
                  <c:v>94.236554373522466</c:v>
                </c:pt>
                <c:pt idx="8587">
                  <c:v>94.236628250591011</c:v>
                </c:pt>
                <c:pt idx="8588">
                  <c:v>94.236849881796687</c:v>
                </c:pt>
                <c:pt idx="8589">
                  <c:v>94.236739066193849</c:v>
                </c:pt>
                <c:pt idx="8590">
                  <c:v>94.236776004728142</c:v>
                </c:pt>
                <c:pt idx="8591">
                  <c:v>94.236554373522466</c:v>
                </c:pt>
                <c:pt idx="8592">
                  <c:v>94.236702127659584</c:v>
                </c:pt>
                <c:pt idx="8593">
                  <c:v>94.236702127659584</c:v>
                </c:pt>
                <c:pt idx="8594">
                  <c:v>94.236868351063833</c:v>
                </c:pt>
                <c:pt idx="8595">
                  <c:v>94.237071513002363</c:v>
                </c:pt>
                <c:pt idx="8596">
                  <c:v>94.237182328605201</c:v>
                </c:pt>
                <c:pt idx="8597">
                  <c:v>94.237108451536642</c:v>
                </c:pt>
                <c:pt idx="8598">
                  <c:v>94.237163859338054</c:v>
                </c:pt>
                <c:pt idx="8599">
                  <c:v>94.237071513002363</c:v>
                </c:pt>
                <c:pt idx="8600">
                  <c:v>94.237108451536642</c:v>
                </c:pt>
                <c:pt idx="8601">
                  <c:v>94.237071513002363</c:v>
                </c:pt>
                <c:pt idx="8602">
                  <c:v>94.237237736406627</c:v>
                </c:pt>
                <c:pt idx="8603">
                  <c:v>94.237367021276597</c:v>
                </c:pt>
                <c:pt idx="8604">
                  <c:v>94.237459367612303</c:v>
                </c:pt>
                <c:pt idx="8605">
                  <c:v>94.237551713947994</c:v>
                </c:pt>
                <c:pt idx="8606">
                  <c:v>94.237477836879449</c:v>
                </c:pt>
                <c:pt idx="8607">
                  <c:v>94.237625591016553</c:v>
                </c:pt>
                <c:pt idx="8608">
                  <c:v>94.238124261229316</c:v>
                </c:pt>
                <c:pt idx="8609">
                  <c:v>94.237921099290787</c:v>
                </c:pt>
                <c:pt idx="8610">
                  <c:v>94.238031914893611</c:v>
                </c:pt>
                <c:pt idx="8611">
                  <c:v>94.238179669030743</c:v>
                </c:pt>
                <c:pt idx="8612">
                  <c:v>94.23832742316786</c:v>
                </c:pt>
                <c:pt idx="8613">
                  <c:v>94.238401300236404</c:v>
                </c:pt>
                <c:pt idx="8614">
                  <c:v>94.238364361702125</c:v>
                </c:pt>
                <c:pt idx="8615">
                  <c:v>94.23832742316786</c:v>
                </c:pt>
                <c:pt idx="8616">
                  <c:v>94.238549054373536</c:v>
                </c:pt>
                <c:pt idx="8617">
                  <c:v>94.238512115839256</c:v>
                </c:pt>
                <c:pt idx="8618">
                  <c:v>94.23865986997636</c:v>
                </c:pt>
                <c:pt idx="8619">
                  <c:v>94.238549054373536</c:v>
                </c:pt>
                <c:pt idx="8620">
                  <c:v>94.238696808510639</c:v>
                </c:pt>
                <c:pt idx="8621">
                  <c:v>94.238807624113477</c:v>
                </c:pt>
                <c:pt idx="8622">
                  <c:v>94.238918439716329</c:v>
                </c:pt>
                <c:pt idx="8623">
                  <c:v>94.238992316784874</c:v>
                </c:pt>
                <c:pt idx="8624">
                  <c:v>94.239066193853432</c:v>
                </c:pt>
                <c:pt idx="8625">
                  <c:v>94.238918439716329</c:v>
                </c:pt>
                <c:pt idx="8626">
                  <c:v>94.239287825059108</c:v>
                </c:pt>
                <c:pt idx="8627">
                  <c:v>94.239287825059108</c:v>
                </c:pt>
                <c:pt idx="8628">
                  <c:v>94.239306294326241</c:v>
                </c:pt>
                <c:pt idx="8629">
                  <c:v>94.239121601654858</c:v>
                </c:pt>
                <c:pt idx="8630">
                  <c:v>94.239232417257696</c:v>
                </c:pt>
                <c:pt idx="8631">
                  <c:v>94.239398640661946</c:v>
                </c:pt>
                <c:pt idx="8632">
                  <c:v>94.239657210401901</c:v>
                </c:pt>
                <c:pt idx="8633">
                  <c:v>94.239731087470446</c:v>
                </c:pt>
                <c:pt idx="8634">
                  <c:v>94.239952718676136</c:v>
                </c:pt>
                <c:pt idx="8635">
                  <c:v>94.239804964539005</c:v>
                </c:pt>
                <c:pt idx="8636">
                  <c:v>94.239786495271872</c:v>
                </c:pt>
                <c:pt idx="8637">
                  <c:v>94.239768026004739</c:v>
                </c:pt>
                <c:pt idx="8638">
                  <c:v>94.240026595744681</c:v>
                </c:pt>
                <c:pt idx="8639">
                  <c:v>94.240137411347519</c:v>
                </c:pt>
                <c:pt idx="8640">
                  <c:v>94.240359042553195</c:v>
                </c:pt>
                <c:pt idx="8641">
                  <c:v>94.240248226950357</c:v>
                </c:pt>
                <c:pt idx="8642">
                  <c:v>94.240322104018915</c:v>
                </c:pt>
                <c:pt idx="8643">
                  <c:v>94.240432919621753</c:v>
                </c:pt>
                <c:pt idx="8644">
                  <c:v>94.240543735224577</c:v>
                </c:pt>
                <c:pt idx="8645">
                  <c:v>94.240525265957459</c:v>
                </c:pt>
                <c:pt idx="8646">
                  <c:v>94.240488327423179</c:v>
                </c:pt>
                <c:pt idx="8647">
                  <c:v>94.240322104018915</c:v>
                </c:pt>
                <c:pt idx="8648">
                  <c:v>94.240432919621753</c:v>
                </c:pt>
                <c:pt idx="8649">
                  <c:v>94.240469858156033</c:v>
                </c:pt>
                <c:pt idx="8650">
                  <c:v>94.240525265957459</c:v>
                </c:pt>
                <c:pt idx="8651">
                  <c:v>94.240469858156033</c:v>
                </c:pt>
                <c:pt idx="8652">
                  <c:v>94.240673020094562</c:v>
                </c:pt>
                <c:pt idx="8653">
                  <c:v>94.24074689716312</c:v>
                </c:pt>
                <c:pt idx="8654">
                  <c:v>94.240950059101664</c:v>
                </c:pt>
                <c:pt idx="8655">
                  <c:v>94.240802304964546</c:v>
                </c:pt>
                <c:pt idx="8656">
                  <c:v>94.240986997635943</c:v>
                </c:pt>
                <c:pt idx="8657">
                  <c:v>94.240986997635943</c:v>
                </c:pt>
                <c:pt idx="8658">
                  <c:v>94.241319444444443</c:v>
                </c:pt>
                <c:pt idx="8659">
                  <c:v>94.24133791371159</c:v>
                </c:pt>
                <c:pt idx="8660">
                  <c:v>94.241430260047281</c:v>
                </c:pt>
                <c:pt idx="8661">
                  <c:v>94.24146719858156</c:v>
                </c:pt>
                <c:pt idx="8662">
                  <c:v>94.241541075650119</c:v>
                </c:pt>
                <c:pt idx="8663">
                  <c:v>94.241485667848707</c:v>
                </c:pt>
                <c:pt idx="8664">
                  <c:v>94.241836583924353</c:v>
                </c:pt>
                <c:pt idx="8665">
                  <c:v>94.241910460992912</c:v>
                </c:pt>
                <c:pt idx="8666">
                  <c:v>94.241947399527177</c:v>
                </c:pt>
                <c:pt idx="8667">
                  <c:v>94.241947399527177</c:v>
                </c:pt>
                <c:pt idx="8668">
                  <c:v>94.241965868794324</c:v>
                </c:pt>
                <c:pt idx="8669">
                  <c:v>94.242002807328603</c:v>
                </c:pt>
                <c:pt idx="8670">
                  <c:v>94.242095153664309</c:v>
                </c:pt>
                <c:pt idx="8671">
                  <c:v>94.242058215130029</c:v>
                </c:pt>
                <c:pt idx="8672">
                  <c:v>94.242187500000014</c:v>
                </c:pt>
                <c:pt idx="8673">
                  <c:v>94.242242907801426</c:v>
                </c:pt>
                <c:pt idx="8674">
                  <c:v>94.242279846335691</c:v>
                </c:pt>
                <c:pt idx="8675">
                  <c:v>94.242353723404264</c:v>
                </c:pt>
                <c:pt idx="8676">
                  <c:v>94.242556885342793</c:v>
                </c:pt>
                <c:pt idx="8677">
                  <c:v>94.242667700945631</c:v>
                </c:pt>
                <c:pt idx="8678">
                  <c:v>94.242944739952719</c:v>
                </c:pt>
                <c:pt idx="8679">
                  <c:v>94.243055555555571</c:v>
                </c:pt>
                <c:pt idx="8680">
                  <c:v>94.243203309692674</c:v>
                </c:pt>
                <c:pt idx="8681">
                  <c:v>94.243129432624116</c:v>
                </c:pt>
                <c:pt idx="8682">
                  <c:v>94.243203309692674</c:v>
                </c:pt>
                <c:pt idx="8683">
                  <c:v>94.243203309692674</c:v>
                </c:pt>
                <c:pt idx="8684">
                  <c:v>94.243184840425542</c:v>
                </c:pt>
                <c:pt idx="8685">
                  <c:v>94.243184840425542</c:v>
                </c:pt>
                <c:pt idx="8686">
                  <c:v>94.243258717494101</c:v>
                </c:pt>
                <c:pt idx="8687">
                  <c:v>94.243184840425542</c:v>
                </c:pt>
                <c:pt idx="8688">
                  <c:v>94.243498817966909</c:v>
                </c:pt>
                <c:pt idx="8689">
                  <c:v>94.243369533096939</c:v>
                </c:pt>
                <c:pt idx="8690">
                  <c:v>94.24342494089835</c:v>
                </c:pt>
                <c:pt idx="8691">
                  <c:v>94.243591164302615</c:v>
                </c:pt>
                <c:pt idx="8692">
                  <c:v>94.243757387706864</c:v>
                </c:pt>
                <c:pt idx="8693">
                  <c:v>94.243757387706864</c:v>
                </c:pt>
                <c:pt idx="8694">
                  <c:v>94.243868203309702</c:v>
                </c:pt>
                <c:pt idx="8695">
                  <c:v>94.243923611111114</c:v>
                </c:pt>
                <c:pt idx="8696">
                  <c:v>94.243942080378247</c:v>
                </c:pt>
                <c:pt idx="8697">
                  <c:v>94.243886672576835</c:v>
                </c:pt>
                <c:pt idx="8698">
                  <c:v>94.244237588652481</c:v>
                </c:pt>
                <c:pt idx="8699">
                  <c:v>94.244237588652481</c:v>
                </c:pt>
                <c:pt idx="8700">
                  <c:v>94.244385342789599</c:v>
                </c:pt>
                <c:pt idx="8701">
                  <c:v>94.244385342789599</c:v>
                </c:pt>
                <c:pt idx="8702">
                  <c:v>94.244403812056746</c:v>
                </c:pt>
                <c:pt idx="8703">
                  <c:v>94.244440750591025</c:v>
                </c:pt>
                <c:pt idx="8704">
                  <c:v>94.244496158392437</c:v>
                </c:pt>
                <c:pt idx="8705">
                  <c:v>94.244403812056746</c:v>
                </c:pt>
                <c:pt idx="8706">
                  <c:v>94.244385342789599</c:v>
                </c:pt>
                <c:pt idx="8707">
                  <c:v>94.244348404255319</c:v>
                </c:pt>
                <c:pt idx="8708">
                  <c:v>94.244403812056746</c:v>
                </c:pt>
                <c:pt idx="8709">
                  <c:v>94.244348404255319</c:v>
                </c:pt>
                <c:pt idx="8710">
                  <c:v>94.244533096926716</c:v>
                </c:pt>
                <c:pt idx="8711">
                  <c:v>94.244828605200951</c:v>
                </c:pt>
                <c:pt idx="8712">
                  <c:v>94.245087174940906</c:v>
                </c:pt>
                <c:pt idx="8713">
                  <c:v>94.245271867612288</c:v>
                </c:pt>
                <c:pt idx="8714">
                  <c:v>94.245641252955082</c:v>
                </c:pt>
                <c:pt idx="8715">
                  <c:v>94.245511968085111</c:v>
                </c:pt>
                <c:pt idx="8716">
                  <c:v>94.245641252955082</c:v>
                </c:pt>
                <c:pt idx="8717">
                  <c:v>94.24575206855792</c:v>
                </c:pt>
                <c:pt idx="8718">
                  <c:v>94.245973699763596</c:v>
                </c:pt>
                <c:pt idx="8719">
                  <c:v>94.245973699763596</c:v>
                </c:pt>
                <c:pt idx="8720">
                  <c:v>94.245992169030743</c:v>
                </c:pt>
                <c:pt idx="8721">
                  <c:v>94.246047576832154</c:v>
                </c:pt>
                <c:pt idx="8722">
                  <c:v>94.246139923167846</c:v>
                </c:pt>
                <c:pt idx="8723">
                  <c:v>94.245973699763596</c:v>
                </c:pt>
                <c:pt idx="8724">
                  <c:v>94.246158392434992</c:v>
                </c:pt>
                <c:pt idx="8725">
                  <c:v>94.246195330969272</c:v>
                </c:pt>
                <c:pt idx="8726">
                  <c:v>94.246121453900713</c:v>
                </c:pt>
                <c:pt idx="8727">
                  <c:v>94.24630614657211</c:v>
                </c:pt>
                <c:pt idx="8728">
                  <c:v>94.24647236997636</c:v>
                </c:pt>
                <c:pt idx="8729">
                  <c:v>94.246490839243506</c:v>
                </c:pt>
                <c:pt idx="8730">
                  <c:v>94.246620124113463</c:v>
                </c:pt>
                <c:pt idx="8731">
                  <c:v>94.246786347517727</c:v>
                </c:pt>
                <c:pt idx="8732">
                  <c:v>94.24682328605202</c:v>
                </c:pt>
                <c:pt idx="8733">
                  <c:v>94.246730939716315</c:v>
                </c:pt>
                <c:pt idx="8734">
                  <c:v>94.247007978723403</c:v>
                </c:pt>
                <c:pt idx="8735">
                  <c:v>94.246897163120565</c:v>
                </c:pt>
                <c:pt idx="8736">
                  <c:v>94.247007978723403</c:v>
                </c:pt>
                <c:pt idx="8737">
                  <c:v>94.247118794326241</c:v>
                </c:pt>
                <c:pt idx="8738">
                  <c:v>94.247192671394814</c:v>
                </c:pt>
                <c:pt idx="8739">
                  <c:v>94.247211140661932</c:v>
                </c:pt>
                <c:pt idx="8740">
                  <c:v>94.24715573286052</c:v>
                </c:pt>
                <c:pt idx="8741">
                  <c:v>94.247174202127653</c:v>
                </c:pt>
                <c:pt idx="8742">
                  <c:v>94.247303486997637</c:v>
                </c:pt>
                <c:pt idx="8743">
                  <c:v>94.247266548463358</c:v>
                </c:pt>
                <c:pt idx="8744">
                  <c:v>94.247525118203328</c:v>
                </c:pt>
                <c:pt idx="8745">
                  <c:v>94.247525118203328</c:v>
                </c:pt>
                <c:pt idx="8746">
                  <c:v>94.247543587470446</c:v>
                </c:pt>
                <c:pt idx="8747">
                  <c:v>94.247672872340431</c:v>
                </c:pt>
                <c:pt idx="8748">
                  <c:v>94.247894503546107</c:v>
                </c:pt>
                <c:pt idx="8749">
                  <c:v>94.247912972813239</c:v>
                </c:pt>
                <c:pt idx="8750">
                  <c:v>94.248097665484636</c:v>
                </c:pt>
                <c:pt idx="8751">
                  <c:v>94.248060726950371</c:v>
                </c:pt>
                <c:pt idx="8752">
                  <c:v>94.248356235224577</c:v>
                </c:pt>
                <c:pt idx="8753">
                  <c:v>94.248300827423165</c:v>
                </c:pt>
                <c:pt idx="8754">
                  <c:v>94.248448581560282</c:v>
                </c:pt>
                <c:pt idx="8755">
                  <c:v>94.248559397163135</c:v>
                </c:pt>
                <c:pt idx="8756">
                  <c:v>94.248596335697414</c:v>
                </c:pt>
                <c:pt idx="8757">
                  <c:v>94.248707151300238</c:v>
                </c:pt>
                <c:pt idx="8758">
                  <c:v>94.249095005910178</c:v>
                </c:pt>
                <c:pt idx="8759">
                  <c:v>94.249039598108752</c:v>
                </c:pt>
                <c:pt idx="8760">
                  <c:v>94.249168882978722</c:v>
                </c:pt>
                <c:pt idx="8761">
                  <c:v>94.249076536643031</c:v>
                </c:pt>
                <c:pt idx="8762">
                  <c:v>94.249408983451545</c:v>
                </c:pt>
                <c:pt idx="8763">
                  <c:v>94.249298167848707</c:v>
                </c:pt>
                <c:pt idx="8764">
                  <c:v>94.24931663711584</c:v>
                </c:pt>
                <c:pt idx="8765">
                  <c:v>94.249427452718678</c:v>
                </c:pt>
                <c:pt idx="8766">
                  <c:v>94.249519799054369</c:v>
                </c:pt>
                <c:pt idx="8767">
                  <c:v>94.249390514184398</c:v>
                </c:pt>
                <c:pt idx="8768">
                  <c:v>94.2496675531915</c:v>
                </c:pt>
                <c:pt idx="8769">
                  <c:v>94.249741430260045</c:v>
                </c:pt>
                <c:pt idx="8770">
                  <c:v>94.249889184397162</c:v>
                </c:pt>
                <c:pt idx="8771">
                  <c:v>94.249889184397162</c:v>
                </c:pt>
                <c:pt idx="8772">
                  <c:v>94.250258569739955</c:v>
                </c:pt>
                <c:pt idx="8773">
                  <c:v>94.250332446808514</c:v>
                </c:pt>
                <c:pt idx="8774">
                  <c:v>94.250406323877073</c:v>
                </c:pt>
                <c:pt idx="8775">
                  <c:v>94.250480200945631</c:v>
                </c:pt>
                <c:pt idx="8776">
                  <c:v>94.250591016548455</c:v>
                </c:pt>
                <c:pt idx="8777">
                  <c:v>94.250572547281337</c:v>
                </c:pt>
                <c:pt idx="8778">
                  <c:v>94.250812647754145</c:v>
                </c:pt>
                <c:pt idx="8779">
                  <c:v>94.250591016548455</c:v>
                </c:pt>
                <c:pt idx="8780">
                  <c:v>94.250738770685587</c:v>
                </c:pt>
                <c:pt idx="8781">
                  <c:v>94.250627955082749</c:v>
                </c:pt>
                <c:pt idx="8782">
                  <c:v>94.250591016548455</c:v>
                </c:pt>
                <c:pt idx="8783">
                  <c:v>94.250517139479911</c:v>
                </c:pt>
                <c:pt idx="8784">
                  <c:v>94.250794178486998</c:v>
                </c:pt>
                <c:pt idx="8785">
                  <c:v>94.250831117021278</c:v>
                </c:pt>
                <c:pt idx="8786">
                  <c:v>94.250997340425542</c:v>
                </c:pt>
                <c:pt idx="8787">
                  <c:v>94.251145094562645</c:v>
                </c:pt>
                <c:pt idx="8788">
                  <c:v>94.251255910165483</c:v>
                </c:pt>
                <c:pt idx="8789">
                  <c:v>94.251200502364071</c:v>
                </c:pt>
                <c:pt idx="8790">
                  <c:v>94.251514479905438</c:v>
                </c:pt>
                <c:pt idx="8791">
                  <c:v>94.251662234042556</c:v>
                </c:pt>
                <c:pt idx="8792">
                  <c:v>94.251551418439718</c:v>
                </c:pt>
                <c:pt idx="8793">
                  <c:v>94.251791518912526</c:v>
                </c:pt>
                <c:pt idx="8794">
                  <c:v>94.251883865248232</c:v>
                </c:pt>
                <c:pt idx="8795">
                  <c:v>94.251828457446805</c:v>
                </c:pt>
                <c:pt idx="8796">
                  <c:v>94.251754580378261</c:v>
                </c:pt>
                <c:pt idx="8797">
                  <c:v>94.251662234042556</c:v>
                </c:pt>
                <c:pt idx="8798">
                  <c:v>94.25195774231679</c:v>
                </c:pt>
                <c:pt idx="8799">
                  <c:v>94.252050088652481</c:v>
                </c:pt>
                <c:pt idx="8800">
                  <c:v>94.252216312056731</c:v>
                </c:pt>
                <c:pt idx="8801">
                  <c:v>94.252142434988187</c:v>
                </c:pt>
                <c:pt idx="8802">
                  <c:v>94.252290189125304</c:v>
                </c:pt>
                <c:pt idx="8803">
                  <c:v>94.252345596926716</c:v>
                </c:pt>
                <c:pt idx="8804">
                  <c:v>94.252437943262407</c:v>
                </c:pt>
                <c:pt idx="8805">
                  <c:v>94.252327127659569</c:v>
                </c:pt>
                <c:pt idx="8806">
                  <c:v>94.252696513002363</c:v>
                </c:pt>
                <c:pt idx="8807">
                  <c:v>94.252604166666671</c:v>
                </c:pt>
                <c:pt idx="8808">
                  <c:v>94.252548758865245</c:v>
                </c:pt>
                <c:pt idx="8809">
                  <c:v>94.25267804373523</c:v>
                </c:pt>
                <c:pt idx="8810">
                  <c:v>94.252918144208039</c:v>
                </c:pt>
                <c:pt idx="8811">
                  <c:v>94.253102836879449</c:v>
                </c:pt>
                <c:pt idx="8812">
                  <c:v>94.253490691489361</c:v>
                </c:pt>
                <c:pt idx="8813">
                  <c:v>94.253287529550832</c:v>
                </c:pt>
                <c:pt idx="8814">
                  <c:v>94.253472222222229</c:v>
                </c:pt>
                <c:pt idx="8815">
                  <c:v>94.253490691489361</c:v>
                </c:pt>
                <c:pt idx="8816">
                  <c:v>94.253583037825067</c:v>
                </c:pt>
                <c:pt idx="8817">
                  <c:v>94.253878546099287</c:v>
                </c:pt>
                <c:pt idx="8818">
                  <c:v>94.25408170803783</c:v>
                </c:pt>
                <c:pt idx="8819">
                  <c:v>94.253970892434992</c:v>
                </c:pt>
                <c:pt idx="8820">
                  <c:v>94.25411864657211</c:v>
                </c:pt>
                <c:pt idx="8821">
                  <c:v>94.254100177304977</c:v>
                </c:pt>
                <c:pt idx="8822">
                  <c:v>94.25408170803783</c:v>
                </c:pt>
                <c:pt idx="8823">
                  <c:v>94.254044769503551</c:v>
                </c:pt>
                <c:pt idx="8824">
                  <c:v>94.254303339243506</c:v>
                </c:pt>
                <c:pt idx="8825">
                  <c:v>94.254469562647756</c:v>
                </c:pt>
                <c:pt idx="8826">
                  <c:v>94.254488031914889</c:v>
                </c:pt>
                <c:pt idx="8827">
                  <c:v>94.254617316784874</c:v>
                </c:pt>
                <c:pt idx="8828">
                  <c:v>94.254783540189123</c:v>
                </c:pt>
                <c:pt idx="8829">
                  <c:v>94.254912825059108</c:v>
                </c:pt>
                <c:pt idx="8830">
                  <c:v>94.25513445626477</c:v>
                </c:pt>
                <c:pt idx="8831">
                  <c:v>94.255171394799063</c:v>
                </c:pt>
                <c:pt idx="8832">
                  <c:v>94.255208333333343</c:v>
                </c:pt>
                <c:pt idx="8833">
                  <c:v>94.254949763593388</c:v>
                </c:pt>
                <c:pt idx="8834">
                  <c:v>94.255097517730491</c:v>
                </c:pt>
                <c:pt idx="8835">
                  <c:v>94.255023640661932</c:v>
                </c:pt>
                <c:pt idx="8836">
                  <c:v>94.255300679669034</c:v>
                </c:pt>
                <c:pt idx="8837">
                  <c:v>94.255282210401887</c:v>
                </c:pt>
                <c:pt idx="8838">
                  <c:v>94.255319148936167</c:v>
                </c:pt>
                <c:pt idx="8839">
                  <c:v>94.255393026004725</c:v>
                </c:pt>
                <c:pt idx="8840">
                  <c:v>94.255633126477534</c:v>
                </c:pt>
                <c:pt idx="8841">
                  <c:v>94.255633126477534</c:v>
                </c:pt>
                <c:pt idx="8842">
                  <c:v>94.255910165484636</c:v>
                </c:pt>
                <c:pt idx="8843">
                  <c:v>94.255743942080386</c:v>
                </c:pt>
                <c:pt idx="8844">
                  <c:v>94.255873226950357</c:v>
                </c:pt>
                <c:pt idx="8845">
                  <c:v>94.256113327423179</c:v>
                </c:pt>
                <c:pt idx="8846">
                  <c:v>94.256131796690298</c:v>
                </c:pt>
                <c:pt idx="8847">
                  <c:v>94.25624261229315</c:v>
                </c:pt>
                <c:pt idx="8848">
                  <c:v>94.256445774231693</c:v>
                </c:pt>
                <c:pt idx="8849">
                  <c:v>94.256390366430267</c:v>
                </c:pt>
                <c:pt idx="8850">
                  <c:v>94.256667405437341</c:v>
                </c:pt>
                <c:pt idx="8851">
                  <c:v>94.256667405437341</c:v>
                </c:pt>
                <c:pt idx="8852">
                  <c:v>94.256685874704488</c:v>
                </c:pt>
                <c:pt idx="8853">
                  <c:v>94.256833628841605</c:v>
                </c:pt>
                <c:pt idx="8854">
                  <c:v>94.256870567375884</c:v>
                </c:pt>
                <c:pt idx="8855">
                  <c:v>94.256999852245855</c:v>
                </c:pt>
                <c:pt idx="8856">
                  <c:v>94.25712913711584</c:v>
                </c:pt>
                <c:pt idx="8857">
                  <c:v>94.256852098108752</c:v>
                </c:pt>
                <c:pt idx="8858">
                  <c:v>94.25712913711584</c:v>
                </c:pt>
                <c:pt idx="8859">
                  <c:v>94.257184544917266</c:v>
                </c:pt>
                <c:pt idx="8860">
                  <c:v>94.257369237588648</c:v>
                </c:pt>
                <c:pt idx="8861">
                  <c:v>94.257683215130029</c:v>
                </c:pt>
                <c:pt idx="8862">
                  <c:v>94.257904846335691</c:v>
                </c:pt>
                <c:pt idx="8863">
                  <c:v>94.258126477541367</c:v>
                </c:pt>
                <c:pt idx="8864">
                  <c:v>94.258218823877073</c:v>
                </c:pt>
                <c:pt idx="8865">
                  <c:v>94.258015661938543</c:v>
                </c:pt>
                <c:pt idx="8866">
                  <c:v>94.258421985815616</c:v>
                </c:pt>
                <c:pt idx="8867">
                  <c:v>94.258458924349881</c:v>
                </c:pt>
                <c:pt idx="8868">
                  <c:v>94.258643617021292</c:v>
                </c:pt>
                <c:pt idx="8869">
                  <c:v>94.25853280141844</c:v>
                </c:pt>
                <c:pt idx="8870">
                  <c:v>94.258828309692674</c:v>
                </c:pt>
                <c:pt idx="8871">
                  <c:v>94.258717494089836</c:v>
                </c:pt>
                <c:pt idx="8872">
                  <c:v>94.258865248226954</c:v>
                </c:pt>
                <c:pt idx="8873">
                  <c:v>94.258883717494086</c:v>
                </c:pt>
                <c:pt idx="8874">
                  <c:v>94.25908687943263</c:v>
                </c:pt>
                <c:pt idx="8875">
                  <c:v>94.259013002364071</c:v>
                </c:pt>
                <c:pt idx="8876">
                  <c:v>94.259142287234056</c:v>
                </c:pt>
                <c:pt idx="8877">
                  <c:v>94.259290041371159</c:v>
                </c:pt>
                <c:pt idx="8878">
                  <c:v>94.259567080378247</c:v>
                </c:pt>
                <c:pt idx="8879">
                  <c:v>94.259677895981099</c:v>
                </c:pt>
                <c:pt idx="8880">
                  <c:v>94.259788711583923</c:v>
                </c:pt>
                <c:pt idx="8881">
                  <c:v>94.259751773049643</c:v>
                </c:pt>
                <c:pt idx="8882">
                  <c:v>94.259640957446805</c:v>
                </c:pt>
                <c:pt idx="8883">
                  <c:v>94.259788711583923</c:v>
                </c:pt>
                <c:pt idx="8884">
                  <c:v>94.259825650118202</c:v>
                </c:pt>
                <c:pt idx="8885">
                  <c:v>94.259899527186761</c:v>
                </c:pt>
                <c:pt idx="8886">
                  <c:v>94.259954934988187</c:v>
                </c:pt>
                <c:pt idx="8887">
                  <c:v>94.259954934988187</c:v>
                </c:pt>
                <c:pt idx="8888">
                  <c:v>94.260010342789599</c:v>
                </c:pt>
                <c:pt idx="8889">
                  <c:v>94.260065750591011</c:v>
                </c:pt>
                <c:pt idx="8890">
                  <c:v>94.260305851063833</c:v>
                </c:pt>
                <c:pt idx="8891">
                  <c:v>94.26036125886526</c:v>
                </c:pt>
                <c:pt idx="8892">
                  <c:v>94.260342789598113</c:v>
                </c:pt>
                <c:pt idx="8893">
                  <c:v>94.260564420803789</c:v>
                </c:pt>
                <c:pt idx="8894">
                  <c:v>94.260786052009465</c:v>
                </c:pt>
                <c:pt idx="8895">
                  <c:v>94.260675236406627</c:v>
                </c:pt>
                <c:pt idx="8896">
                  <c:v>94.260878398345156</c:v>
                </c:pt>
                <c:pt idx="8897">
                  <c:v>94.260749113475185</c:v>
                </c:pt>
                <c:pt idx="8898">
                  <c:v>94.260859929078023</c:v>
                </c:pt>
                <c:pt idx="8899">
                  <c:v>94.261007683215126</c:v>
                </c:pt>
                <c:pt idx="8900">
                  <c:v>94.261192375886523</c:v>
                </c:pt>
                <c:pt idx="8901">
                  <c:v>94.261229314420802</c:v>
                </c:pt>
                <c:pt idx="8902">
                  <c:v>94.261450945626478</c:v>
                </c:pt>
                <c:pt idx="8903">
                  <c:v>94.261358599290773</c:v>
                </c:pt>
                <c:pt idx="8904">
                  <c:v>94.26154329196217</c:v>
                </c:pt>
                <c:pt idx="8905">
                  <c:v>94.26154329196217</c:v>
                </c:pt>
                <c:pt idx="8906">
                  <c:v>94.261912677304977</c:v>
                </c:pt>
                <c:pt idx="8907">
                  <c:v>94.261968085106389</c:v>
                </c:pt>
                <c:pt idx="8908">
                  <c:v>94.262189716312065</c:v>
                </c:pt>
                <c:pt idx="8909">
                  <c:v>94.262189716312065</c:v>
                </c:pt>
                <c:pt idx="8910">
                  <c:v>94.262355939716315</c:v>
                </c:pt>
                <c:pt idx="8911">
                  <c:v>94.262263593380609</c:v>
                </c:pt>
                <c:pt idx="8912">
                  <c:v>94.262392878250594</c:v>
                </c:pt>
                <c:pt idx="8913">
                  <c:v>94.262632978723403</c:v>
                </c:pt>
                <c:pt idx="8914">
                  <c:v>94.262799202127653</c:v>
                </c:pt>
                <c:pt idx="8915">
                  <c:v>94.262891548463358</c:v>
                </c:pt>
                <c:pt idx="8916">
                  <c:v>94.262983894799063</c:v>
                </c:pt>
                <c:pt idx="8917">
                  <c:v>94.263039302600475</c:v>
                </c:pt>
                <c:pt idx="8918">
                  <c:v>94.263150118203328</c:v>
                </c:pt>
                <c:pt idx="8919">
                  <c:v>94.263039302600475</c:v>
                </c:pt>
                <c:pt idx="8920">
                  <c:v>94.263113179669048</c:v>
                </c:pt>
                <c:pt idx="8921">
                  <c:v>94.263205526004725</c:v>
                </c:pt>
                <c:pt idx="8922">
                  <c:v>94.263445626477534</c:v>
                </c:pt>
                <c:pt idx="8923">
                  <c:v>94.263445626477534</c:v>
                </c:pt>
                <c:pt idx="8924">
                  <c:v>94.263593380614665</c:v>
                </c:pt>
                <c:pt idx="8925">
                  <c:v>94.263685726950371</c:v>
                </c:pt>
                <c:pt idx="8926">
                  <c:v>94.263962765957459</c:v>
                </c:pt>
                <c:pt idx="8927">
                  <c:v>94.263925827423165</c:v>
                </c:pt>
                <c:pt idx="8928">
                  <c:v>94.263999704491724</c:v>
                </c:pt>
                <c:pt idx="8929">
                  <c:v>94.264073581560282</c:v>
                </c:pt>
                <c:pt idx="8930">
                  <c:v>94.264313682033091</c:v>
                </c:pt>
                <c:pt idx="8931">
                  <c:v>94.264295212765958</c:v>
                </c:pt>
                <c:pt idx="8932">
                  <c:v>94.264332151300238</c:v>
                </c:pt>
                <c:pt idx="8933">
                  <c:v>94.264332151300238</c:v>
                </c:pt>
                <c:pt idx="8934">
                  <c:v>94.264701536643031</c:v>
                </c:pt>
                <c:pt idx="8935">
                  <c:v>94.264683067375898</c:v>
                </c:pt>
                <c:pt idx="8936">
                  <c:v>94.26477541371159</c:v>
                </c:pt>
                <c:pt idx="8937">
                  <c:v>94.264923167848707</c:v>
                </c:pt>
                <c:pt idx="8938">
                  <c:v>94.26494163711584</c:v>
                </c:pt>
                <c:pt idx="8939">
                  <c:v>94.26507092198581</c:v>
                </c:pt>
                <c:pt idx="8940">
                  <c:v>94.2652925531915</c:v>
                </c:pt>
                <c:pt idx="8941">
                  <c:v>94.265366430260045</c:v>
                </c:pt>
                <c:pt idx="8942">
                  <c:v>94.265495715130029</c:v>
                </c:pt>
                <c:pt idx="8943">
                  <c:v>94.265735815602838</c:v>
                </c:pt>
                <c:pt idx="8944">
                  <c:v>94.265975916075647</c:v>
                </c:pt>
                <c:pt idx="8945">
                  <c:v>94.265957446808514</c:v>
                </c:pt>
                <c:pt idx="8946">
                  <c:v>94.266031323877073</c:v>
                </c:pt>
                <c:pt idx="8947">
                  <c:v>94.266105200945631</c:v>
                </c:pt>
                <c:pt idx="8948">
                  <c:v>94.266216016548469</c:v>
                </c:pt>
                <c:pt idx="8949">
                  <c:v>94.265975916075647</c:v>
                </c:pt>
                <c:pt idx="8950">
                  <c:v>94.266252955082749</c:v>
                </c:pt>
                <c:pt idx="8951">
                  <c:v>94.266456117021278</c:v>
                </c:pt>
                <c:pt idx="8952">
                  <c:v>94.266696217494101</c:v>
                </c:pt>
                <c:pt idx="8953">
                  <c:v>94.266733156028366</c:v>
                </c:pt>
                <c:pt idx="8954">
                  <c:v>94.266659278959821</c:v>
                </c:pt>
                <c:pt idx="8955">
                  <c:v>94.266585401891263</c:v>
                </c:pt>
                <c:pt idx="8956">
                  <c:v>94.266585401891263</c:v>
                </c:pt>
                <c:pt idx="8957">
                  <c:v>94.266733156028366</c:v>
                </c:pt>
                <c:pt idx="8958">
                  <c:v>94.26706560283688</c:v>
                </c:pt>
                <c:pt idx="8959">
                  <c:v>94.26706560283688</c:v>
                </c:pt>
                <c:pt idx="8960">
                  <c:v>94.267194887706864</c:v>
                </c:pt>
                <c:pt idx="8961">
                  <c:v>94.267213356973983</c:v>
                </c:pt>
                <c:pt idx="8962">
                  <c:v>94.267342641843982</c:v>
                </c:pt>
                <c:pt idx="8963">
                  <c:v>94.267434988179673</c:v>
                </c:pt>
                <c:pt idx="8964">
                  <c:v>94.267656619385349</c:v>
                </c:pt>
                <c:pt idx="8965">
                  <c:v>94.267822842789599</c:v>
                </c:pt>
                <c:pt idx="8966">
                  <c:v>94.268007535460995</c:v>
                </c:pt>
                <c:pt idx="8967">
                  <c:v>94.26791518912529</c:v>
                </c:pt>
                <c:pt idx="8968">
                  <c:v>94.268247635933804</c:v>
                </c:pt>
                <c:pt idx="8969">
                  <c:v>94.268229166666671</c:v>
                </c:pt>
                <c:pt idx="8970">
                  <c:v>94.26830304373523</c:v>
                </c:pt>
                <c:pt idx="8971">
                  <c:v>94.268358451536642</c:v>
                </c:pt>
                <c:pt idx="8972">
                  <c:v>94.268506205673759</c:v>
                </c:pt>
                <c:pt idx="8973">
                  <c:v>94.268506205673759</c:v>
                </c:pt>
                <c:pt idx="8974">
                  <c:v>94.268912529550832</c:v>
                </c:pt>
                <c:pt idx="8975">
                  <c:v>94.268930998817964</c:v>
                </c:pt>
                <c:pt idx="8976">
                  <c:v>94.268949468085111</c:v>
                </c:pt>
                <c:pt idx="8977">
                  <c:v>94.268838652482273</c:v>
                </c:pt>
                <c:pt idx="8978">
                  <c:v>94.269115691489361</c:v>
                </c:pt>
                <c:pt idx="8979">
                  <c:v>94.268986406619376</c:v>
                </c:pt>
                <c:pt idx="8980">
                  <c:v>94.269244976359332</c:v>
                </c:pt>
                <c:pt idx="8981">
                  <c:v>94.269226507092213</c:v>
                </c:pt>
                <c:pt idx="8982">
                  <c:v>94.269392730496463</c:v>
                </c:pt>
                <c:pt idx="8983">
                  <c:v>94.269355791962184</c:v>
                </c:pt>
                <c:pt idx="8984">
                  <c:v>94.269614361702125</c:v>
                </c:pt>
                <c:pt idx="8985">
                  <c:v>94.269799054373522</c:v>
                </c:pt>
                <c:pt idx="8986">
                  <c:v>94.269946808510639</c:v>
                </c:pt>
                <c:pt idx="8987">
                  <c:v>94.269891400709227</c:v>
                </c:pt>
                <c:pt idx="8988">
                  <c:v>94.269946808510639</c:v>
                </c:pt>
                <c:pt idx="8989">
                  <c:v>94.270131501182036</c:v>
                </c:pt>
                <c:pt idx="8990">
                  <c:v>94.27026078605202</c:v>
                </c:pt>
                <c:pt idx="8991">
                  <c:v>94.270316193853432</c:v>
                </c:pt>
                <c:pt idx="8992">
                  <c:v>94.27026078605202</c:v>
                </c:pt>
                <c:pt idx="8993">
                  <c:v>94.27042700945627</c:v>
                </c:pt>
                <c:pt idx="8994">
                  <c:v>94.270648640661932</c:v>
                </c:pt>
                <c:pt idx="8995">
                  <c:v>94.270611702127667</c:v>
                </c:pt>
                <c:pt idx="8996">
                  <c:v>94.270925679669034</c:v>
                </c:pt>
                <c:pt idx="8997">
                  <c:v>94.271036495271872</c:v>
                </c:pt>
                <c:pt idx="8998">
                  <c:v>94.27153516548465</c:v>
                </c:pt>
                <c:pt idx="8999">
                  <c:v>94.271479757683224</c:v>
                </c:pt>
                <c:pt idx="9000">
                  <c:v>94.271479757683224</c:v>
                </c:pt>
                <c:pt idx="9001">
                  <c:v>94.271609042553195</c:v>
                </c:pt>
                <c:pt idx="9002">
                  <c:v>94.271719858156018</c:v>
                </c:pt>
                <c:pt idx="9003">
                  <c:v>94.271756796690312</c:v>
                </c:pt>
                <c:pt idx="9004">
                  <c:v>94.27183067375887</c:v>
                </c:pt>
                <c:pt idx="9005">
                  <c:v>94.271719858156018</c:v>
                </c:pt>
                <c:pt idx="9006">
                  <c:v>94.272052304964532</c:v>
                </c:pt>
                <c:pt idx="9007">
                  <c:v>94.272052304964532</c:v>
                </c:pt>
                <c:pt idx="9008">
                  <c:v>94.272200059101664</c:v>
                </c:pt>
                <c:pt idx="9009">
                  <c:v>94.272273936170208</c:v>
                </c:pt>
                <c:pt idx="9010">
                  <c:v>94.272347813238781</c:v>
                </c:pt>
                <c:pt idx="9011">
                  <c:v>94.272421690307326</c:v>
                </c:pt>
                <c:pt idx="9012">
                  <c:v>94.272587913711575</c:v>
                </c:pt>
                <c:pt idx="9013">
                  <c:v>94.272643321513002</c:v>
                </c:pt>
                <c:pt idx="9014">
                  <c:v>94.272938829787236</c:v>
                </c:pt>
                <c:pt idx="9015">
                  <c:v>94.272883421985824</c:v>
                </c:pt>
                <c:pt idx="9016">
                  <c:v>94.272901891252957</c:v>
                </c:pt>
                <c:pt idx="9017">
                  <c:v>94.273234338061471</c:v>
                </c:pt>
                <c:pt idx="9018">
                  <c:v>94.273234338061471</c:v>
                </c:pt>
                <c:pt idx="9019">
                  <c:v>94.273400561465721</c:v>
                </c:pt>
                <c:pt idx="9020">
                  <c:v>94.273622192671397</c:v>
                </c:pt>
                <c:pt idx="9021">
                  <c:v>94.273603723404264</c:v>
                </c:pt>
                <c:pt idx="9022">
                  <c:v>94.273917700945631</c:v>
                </c:pt>
                <c:pt idx="9023">
                  <c:v>94.274028516548455</c:v>
                </c:pt>
                <c:pt idx="9024">
                  <c:v>94.274139332151307</c:v>
                </c:pt>
                <c:pt idx="9025">
                  <c:v>94.274250147754131</c:v>
                </c:pt>
                <c:pt idx="9026">
                  <c:v>94.274342494089836</c:v>
                </c:pt>
                <c:pt idx="9027">
                  <c:v>94.274471778959807</c:v>
                </c:pt>
                <c:pt idx="9028">
                  <c:v>94.27471187943263</c:v>
                </c:pt>
                <c:pt idx="9029">
                  <c:v>94.274638002364071</c:v>
                </c:pt>
                <c:pt idx="9030">
                  <c:v>94.274933510638306</c:v>
                </c:pt>
                <c:pt idx="9031">
                  <c:v>94.274933510638306</c:v>
                </c:pt>
                <c:pt idx="9032">
                  <c:v>94.274896572104012</c:v>
                </c:pt>
                <c:pt idx="9033">
                  <c:v>94.275007387706864</c:v>
                </c:pt>
                <c:pt idx="9034">
                  <c:v>94.275136672576849</c:v>
                </c:pt>
                <c:pt idx="9035">
                  <c:v>94.275044326241144</c:v>
                </c:pt>
                <c:pt idx="9036">
                  <c:v>94.275376773049643</c:v>
                </c:pt>
                <c:pt idx="9037">
                  <c:v>94.275339834515364</c:v>
                </c:pt>
                <c:pt idx="9038">
                  <c:v>94.275746158392437</c:v>
                </c:pt>
                <c:pt idx="9039">
                  <c:v>94.275838504728142</c:v>
                </c:pt>
                <c:pt idx="9040">
                  <c:v>94.276004728132392</c:v>
                </c:pt>
                <c:pt idx="9041">
                  <c:v>94.276097074468083</c:v>
                </c:pt>
                <c:pt idx="9042">
                  <c:v>94.276226359338054</c:v>
                </c:pt>
                <c:pt idx="9043">
                  <c:v>94.276170951536656</c:v>
                </c:pt>
                <c:pt idx="9044">
                  <c:v>94.276447990543744</c:v>
                </c:pt>
                <c:pt idx="9045">
                  <c:v>94.276521867612288</c:v>
                </c:pt>
                <c:pt idx="9046">
                  <c:v>94.276595744680847</c:v>
                </c:pt>
                <c:pt idx="9047">
                  <c:v>94.276521867612288</c:v>
                </c:pt>
                <c:pt idx="9048">
                  <c:v>94.276521867612288</c:v>
                </c:pt>
                <c:pt idx="9049">
                  <c:v>94.276817375886523</c:v>
                </c:pt>
                <c:pt idx="9050">
                  <c:v>94.277094414893611</c:v>
                </c:pt>
                <c:pt idx="9051">
                  <c:v>94.276928191489361</c:v>
                </c:pt>
                <c:pt idx="9052">
                  <c:v>94.27713135342789</c:v>
                </c:pt>
                <c:pt idx="9053">
                  <c:v>94.277186761229316</c:v>
                </c:pt>
                <c:pt idx="9054">
                  <c:v>94.277352984633566</c:v>
                </c:pt>
                <c:pt idx="9055">
                  <c:v>94.277574615839256</c:v>
                </c:pt>
                <c:pt idx="9056">
                  <c:v>94.27755614657211</c:v>
                </c:pt>
                <c:pt idx="9057">
                  <c:v>94.277537677304963</c:v>
                </c:pt>
                <c:pt idx="9058">
                  <c:v>94.277925531914903</c:v>
                </c:pt>
                <c:pt idx="9059">
                  <c:v>94.277777777777786</c:v>
                </c:pt>
                <c:pt idx="9060">
                  <c:v>94.2781102245863</c:v>
                </c:pt>
                <c:pt idx="9061">
                  <c:v>94.278147163120579</c:v>
                </c:pt>
                <c:pt idx="9062">
                  <c:v>94.278054816784874</c:v>
                </c:pt>
                <c:pt idx="9063">
                  <c:v>94.278184101654844</c:v>
                </c:pt>
                <c:pt idx="9064">
                  <c:v>94.278442671394799</c:v>
                </c:pt>
                <c:pt idx="9065">
                  <c:v>94.278479609929079</c:v>
                </c:pt>
                <c:pt idx="9066">
                  <c:v>94.278645833333343</c:v>
                </c:pt>
                <c:pt idx="9067">
                  <c:v>94.278738179669048</c:v>
                </c:pt>
                <c:pt idx="9068">
                  <c:v>94.279107565011827</c:v>
                </c:pt>
                <c:pt idx="9069">
                  <c:v>94.279033687943254</c:v>
                </c:pt>
                <c:pt idx="9070">
                  <c:v>94.279199911347504</c:v>
                </c:pt>
                <c:pt idx="9071">
                  <c:v>94.279366134751768</c:v>
                </c:pt>
                <c:pt idx="9072">
                  <c:v>94.2795138888889</c:v>
                </c:pt>
                <c:pt idx="9073">
                  <c:v>94.279661643026003</c:v>
                </c:pt>
                <c:pt idx="9074">
                  <c:v>94.279883274231679</c:v>
                </c:pt>
                <c:pt idx="9075">
                  <c:v>94.279809397163135</c:v>
                </c:pt>
                <c:pt idx="9076">
                  <c:v>94.280086436170222</c:v>
                </c:pt>
                <c:pt idx="9077">
                  <c:v>94.280123374704488</c:v>
                </c:pt>
                <c:pt idx="9078">
                  <c:v>94.280252659574472</c:v>
                </c:pt>
                <c:pt idx="9079">
                  <c:v>94.280289598108752</c:v>
                </c:pt>
                <c:pt idx="9080">
                  <c:v>94.280345005910178</c:v>
                </c:pt>
                <c:pt idx="9081">
                  <c:v>94.28036347517731</c:v>
                </c:pt>
                <c:pt idx="9082">
                  <c:v>94.28069592198581</c:v>
                </c:pt>
                <c:pt idx="9083">
                  <c:v>94.280806737588662</c:v>
                </c:pt>
                <c:pt idx="9084">
                  <c:v>94.280991430260059</c:v>
                </c:pt>
                <c:pt idx="9085">
                  <c:v>94.280917553191486</c:v>
                </c:pt>
                <c:pt idx="9086">
                  <c:v>94.281157653664309</c:v>
                </c:pt>
                <c:pt idx="9087">
                  <c:v>94.281213061465735</c:v>
                </c:pt>
                <c:pt idx="9088">
                  <c:v>94.281471631205676</c:v>
                </c:pt>
                <c:pt idx="9089">
                  <c:v>94.281563977541367</c:v>
                </c:pt>
                <c:pt idx="9090">
                  <c:v>94.281896424349881</c:v>
                </c:pt>
                <c:pt idx="9091">
                  <c:v>94.281914893617028</c:v>
                </c:pt>
                <c:pt idx="9092">
                  <c:v>94.282062647754145</c:v>
                </c:pt>
                <c:pt idx="9093">
                  <c:v>94.282081117021292</c:v>
                </c:pt>
                <c:pt idx="9094">
                  <c:v>94.28226580969266</c:v>
                </c:pt>
                <c:pt idx="9095">
                  <c:v>94.282173463356969</c:v>
                </c:pt>
                <c:pt idx="9096">
                  <c:v>94.282358156028366</c:v>
                </c:pt>
                <c:pt idx="9097">
                  <c:v>94.282432033096924</c:v>
                </c:pt>
                <c:pt idx="9098">
                  <c:v>94.282395094562659</c:v>
                </c:pt>
                <c:pt idx="9099">
                  <c:v>94.282505910165483</c:v>
                </c:pt>
                <c:pt idx="9100">
                  <c:v>94.282709072104026</c:v>
                </c:pt>
                <c:pt idx="9101">
                  <c:v>94.28287529550829</c:v>
                </c:pt>
                <c:pt idx="9102">
                  <c:v>94.282967641843967</c:v>
                </c:pt>
                <c:pt idx="9103">
                  <c:v>94.282930703309702</c:v>
                </c:pt>
                <c:pt idx="9104">
                  <c:v>94.283078457446805</c:v>
                </c:pt>
                <c:pt idx="9105">
                  <c:v>94.283115395981099</c:v>
                </c:pt>
                <c:pt idx="9106">
                  <c:v>94.283281619385349</c:v>
                </c:pt>
                <c:pt idx="9107">
                  <c:v>94.283170803782497</c:v>
                </c:pt>
                <c:pt idx="9108">
                  <c:v>94.283484781323878</c:v>
                </c:pt>
                <c:pt idx="9109">
                  <c:v>94.283558658392437</c:v>
                </c:pt>
                <c:pt idx="9110">
                  <c:v>94.283761820330966</c:v>
                </c:pt>
                <c:pt idx="9111">
                  <c:v>94.284001920803789</c:v>
                </c:pt>
                <c:pt idx="9112">
                  <c:v>94.28409426713948</c:v>
                </c:pt>
                <c:pt idx="9113">
                  <c:v>94.284168144208039</c:v>
                </c:pt>
                <c:pt idx="9114">
                  <c:v>94.284371306146568</c:v>
                </c:pt>
                <c:pt idx="9115">
                  <c:v>94.284389775413715</c:v>
                </c:pt>
                <c:pt idx="9116">
                  <c:v>94.284629875886523</c:v>
                </c:pt>
                <c:pt idx="9117">
                  <c:v>94.284796099290773</c:v>
                </c:pt>
                <c:pt idx="9118">
                  <c:v>94.284980791962184</c:v>
                </c:pt>
                <c:pt idx="9119">
                  <c:v>94.285257830969272</c:v>
                </c:pt>
                <c:pt idx="9120">
                  <c:v>94.28536864657211</c:v>
                </c:pt>
                <c:pt idx="9121">
                  <c:v>94.285442523640654</c:v>
                </c:pt>
                <c:pt idx="9122">
                  <c:v>94.285793439716315</c:v>
                </c:pt>
                <c:pt idx="9123">
                  <c:v>94.28553486997636</c:v>
                </c:pt>
                <c:pt idx="9124">
                  <c:v>94.285645685579198</c:v>
                </c:pt>
                <c:pt idx="9125">
                  <c:v>94.28549793144208</c:v>
                </c:pt>
                <c:pt idx="9126">
                  <c:v>94.285608747044918</c:v>
                </c:pt>
                <c:pt idx="9127">
                  <c:v>94.285793439716315</c:v>
                </c:pt>
                <c:pt idx="9128">
                  <c:v>94.285904255319153</c:v>
                </c:pt>
                <c:pt idx="9129">
                  <c:v>94.285959663120565</c:v>
                </c:pt>
                <c:pt idx="9130">
                  <c:v>94.286199763593388</c:v>
                </c:pt>
                <c:pt idx="9131">
                  <c:v>94.286458333333329</c:v>
                </c:pt>
                <c:pt idx="9132">
                  <c:v>94.286587618203328</c:v>
                </c:pt>
                <c:pt idx="9133">
                  <c:v>94.286532210401901</c:v>
                </c:pt>
                <c:pt idx="9134">
                  <c:v>94.286716903073298</c:v>
                </c:pt>
                <c:pt idx="9135">
                  <c:v>94.286753841607577</c:v>
                </c:pt>
                <c:pt idx="9136">
                  <c:v>94.286827718676122</c:v>
                </c:pt>
                <c:pt idx="9137">
                  <c:v>94.286975472813239</c:v>
                </c:pt>
                <c:pt idx="9138">
                  <c:v>94.287215573286062</c:v>
                </c:pt>
                <c:pt idx="9139">
                  <c:v>94.287123226950371</c:v>
                </c:pt>
                <c:pt idx="9140">
                  <c:v>94.287234042553195</c:v>
                </c:pt>
                <c:pt idx="9141">
                  <c:v>94.287344858156033</c:v>
                </c:pt>
                <c:pt idx="9142">
                  <c:v>94.287566489361708</c:v>
                </c:pt>
                <c:pt idx="9143">
                  <c:v>94.287751182033105</c:v>
                </c:pt>
                <c:pt idx="9144">
                  <c:v>94.287935874704502</c:v>
                </c:pt>
                <c:pt idx="9145">
                  <c:v>94.287861997635929</c:v>
                </c:pt>
                <c:pt idx="9146">
                  <c:v>94.287972813238781</c:v>
                </c:pt>
                <c:pt idx="9147">
                  <c:v>94.288009751773046</c:v>
                </c:pt>
                <c:pt idx="9148">
                  <c:v>94.288305260047281</c:v>
                </c:pt>
                <c:pt idx="9149">
                  <c:v>94.288693114657221</c:v>
                </c:pt>
                <c:pt idx="9150">
                  <c:v>94.288951684397176</c:v>
                </c:pt>
                <c:pt idx="9151">
                  <c:v>94.289007092198588</c:v>
                </c:pt>
                <c:pt idx="9152">
                  <c:v>94.289413416075647</c:v>
                </c:pt>
                <c:pt idx="9153">
                  <c:v>94.289505762411352</c:v>
                </c:pt>
                <c:pt idx="9154">
                  <c:v>94.289394946808514</c:v>
                </c:pt>
                <c:pt idx="9155">
                  <c:v>94.289247192671382</c:v>
                </c:pt>
                <c:pt idx="9156">
                  <c:v>94.289376477541381</c:v>
                </c:pt>
                <c:pt idx="9157">
                  <c:v>94.289376477541381</c:v>
                </c:pt>
                <c:pt idx="9158">
                  <c:v>94.289598108747057</c:v>
                </c:pt>
                <c:pt idx="9159">
                  <c:v>94.289524231678485</c:v>
                </c:pt>
                <c:pt idx="9160">
                  <c:v>94.289930555555557</c:v>
                </c:pt>
                <c:pt idx="9161">
                  <c:v>94.289930555555557</c:v>
                </c:pt>
                <c:pt idx="9162">
                  <c:v>94.290226063829792</c:v>
                </c:pt>
                <c:pt idx="9163">
                  <c:v>94.290447695035468</c:v>
                </c:pt>
                <c:pt idx="9164">
                  <c:v>94.290576979905438</c:v>
                </c:pt>
                <c:pt idx="9165">
                  <c:v>94.290650856973997</c:v>
                </c:pt>
                <c:pt idx="9166">
                  <c:v>94.290835549645394</c:v>
                </c:pt>
                <c:pt idx="9167">
                  <c:v>94.290743203309688</c:v>
                </c:pt>
                <c:pt idx="9168">
                  <c:v>94.290872488179673</c:v>
                </c:pt>
                <c:pt idx="9169">
                  <c:v>94.29089095744682</c:v>
                </c:pt>
                <c:pt idx="9170">
                  <c:v>94.290798611111114</c:v>
                </c:pt>
                <c:pt idx="9171">
                  <c:v>94.290946365248232</c:v>
                </c:pt>
                <c:pt idx="9172">
                  <c:v>94.291131057919628</c:v>
                </c:pt>
                <c:pt idx="9173">
                  <c:v>94.291371158392437</c:v>
                </c:pt>
                <c:pt idx="9174">
                  <c:v>94.291814420803775</c:v>
                </c:pt>
                <c:pt idx="9175">
                  <c:v>94.29190676713948</c:v>
                </c:pt>
                <c:pt idx="9176">
                  <c:v>94.292017582742318</c:v>
                </c:pt>
                <c:pt idx="9177">
                  <c:v>94.292091459810877</c:v>
                </c:pt>
                <c:pt idx="9178">
                  <c:v>94.292442375886537</c:v>
                </c:pt>
                <c:pt idx="9179">
                  <c:v>94.292848699763582</c:v>
                </c:pt>
                <c:pt idx="9180">
                  <c:v>94.292996453900713</c:v>
                </c:pt>
                <c:pt idx="9181">
                  <c:v>94.292904107565008</c:v>
                </c:pt>
                <c:pt idx="9182">
                  <c:v>94.292996453900713</c:v>
                </c:pt>
                <c:pt idx="9183">
                  <c:v>94.292830230496463</c:v>
                </c:pt>
                <c:pt idx="9184">
                  <c:v>94.292719414893611</c:v>
                </c:pt>
                <c:pt idx="9185">
                  <c:v>94.292811761229316</c:v>
                </c:pt>
                <c:pt idx="9186">
                  <c:v>94.293107269503551</c:v>
                </c:pt>
                <c:pt idx="9187">
                  <c:v>94.293328900709227</c:v>
                </c:pt>
                <c:pt idx="9188">
                  <c:v>94.293605939716315</c:v>
                </c:pt>
                <c:pt idx="9189">
                  <c:v>94.293846040189123</c:v>
                </c:pt>
                <c:pt idx="9190">
                  <c:v>94.294141548463358</c:v>
                </c:pt>
                <c:pt idx="9191">
                  <c:v>94.294086140661932</c:v>
                </c:pt>
                <c:pt idx="9192">
                  <c:v>94.294215425531917</c:v>
                </c:pt>
                <c:pt idx="9193">
                  <c:v>94.294252364066182</c:v>
                </c:pt>
                <c:pt idx="9194">
                  <c:v>94.294307771867608</c:v>
                </c:pt>
                <c:pt idx="9195">
                  <c:v>94.294307771867608</c:v>
                </c:pt>
                <c:pt idx="9196">
                  <c:v>94.294400118203313</c:v>
                </c:pt>
                <c:pt idx="9197">
                  <c:v>94.294344710401887</c:v>
                </c:pt>
                <c:pt idx="9198">
                  <c:v>94.294437056737593</c:v>
                </c:pt>
                <c:pt idx="9199">
                  <c:v>94.294547872340431</c:v>
                </c:pt>
                <c:pt idx="9200">
                  <c:v>94.294677157210401</c:v>
                </c:pt>
                <c:pt idx="9201">
                  <c:v>94.294843380614651</c:v>
                </c:pt>
                <c:pt idx="9202">
                  <c:v>94.294991134751768</c:v>
                </c:pt>
                <c:pt idx="9203">
                  <c:v>94.294991134751768</c:v>
                </c:pt>
                <c:pt idx="9204">
                  <c:v>94.295249704491724</c:v>
                </c:pt>
                <c:pt idx="9205">
                  <c:v>94.295563682033105</c:v>
                </c:pt>
                <c:pt idx="9206">
                  <c:v>94.295692966903061</c:v>
                </c:pt>
                <c:pt idx="9207">
                  <c:v>94.295785313238767</c:v>
                </c:pt>
                <c:pt idx="9208">
                  <c:v>94.296006944444443</c:v>
                </c:pt>
                <c:pt idx="9209">
                  <c:v>94.296062352245869</c:v>
                </c:pt>
                <c:pt idx="9210">
                  <c:v>94.296302452718678</c:v>
                </c:pt>
                <c:pt idx="9211">
                  <c:v>94.296302452718678</c:v>
                </c:pt>
                <c:pt idx="9212">
                  <c:v>94.296690307328603</c:v>
                </c:pt>
                <c:pt idx="9213">
                  <c:v>94.296634899527191</c:v>
                </c:pt>
                <c:pt idx="9214">
                  <c:v>94.296764184397176</c:v>
                </c:pt>
                <c:pt idx="9215">
                  <c:v>94.296893469267147</c:v>
                </c:pt>
                <c:pt idx="9216">
                  <c:v>94.297004284869985</c:v>
                </c:pt>
                <c:pt idx="9217">
                  <c:v>94.297133569739955</c:v>
                </c:pt>
                <c:pt idx="9218">
                  <c:v>94.297281323877073</c:v>
                </c:pt>
                <c:pt idx="9219">
                  <c:v>94.297078161938543</c:v>
                </c:pt>
                <c:pt idx="9220">
                  <c:v>94.297466016548469</c:v>
                </c:pt>
                <c:pt idx="9221">
                  <c:v>94.297484485815602</c:v>
                </c:pt>
                <c:pt idx="9222">
                  <c:v>94.297816932624116</c:v>
                </c:pt>
                <c:pt idx="9223">
                  <c:v>94.29772458628841</c:v>
                </c:pt>
                <c:pt idx="9224">
                  <c:v>94.297872340425542</c:v>
                </c:pt>
                <c:pt idx="9225">
                  <c:v>94.298241725768321</c:v>
                </c:pt>
                <c:pt idx="9226">
                  <c:v>94.298389479905438</c:v>
                </c:pt>
                <c:pt idx="9227">
                  <c:v>94.298537234042556</c:v>
                </c:pt>
                <c:pt idx="9228">
                  <c:v>94.29883274231679</c:v>
                </c:pt>
                <c:pt idx="9229">
                  <c:v>94.298777334515364</c:v>
                </c:pt>
                <c:pt idx="9230">
                  <c:v>94.299054373522466</c:v>
                </c:pt>
                <c:pt idx="9231">
                  <c:v>94.299276004728142</c:v>
                </c:pt>
                <c:pt idx="9232">
                  <c:v>94.299312943262407</c:v>
                </c:pt>
                <c:pt idx="9233">
                  <c:v>94.299534574468098</c:v>
                </c:pt>
                <c:pt idx="9234">
                  <c:v>94.299756205673759</c:v>
                </c:pt>
                <c:pt idx="9235">
                  <c:v>94.299756205673759</c:v>
                </c:pt>
                <c:pt idx="9236">
                  <c:v>94.299940898345156</c:v>
                </c:pt>
                <c:pt idx="9237">
                  <c:v>94.300014775413715</c:v>
                </c:pt>
                <c:pt idx="9238">
                  <c:v>94.30027334515367</c:v>
                </c:pt>
                <c:pt idx="9239">
                  <c:v>94.300421099290773</c:v>
                </c:pt>
                <c:pt idx="9240">
                  <c:v>94.300624261229316</c:v>
                </c:pt>
                <c:pt idx="9241">
                  <c:v>94.300753546099287</c:v>
                </c:pt>
                <c:pt idx="9242">
                  <c:v>94.301049054373536</c:v>
                </c:pt>
                <c:pt idx="9243">
                  <c:v>94.301233747044904</c:v>
                </c:pt>
                <c:pt idx="9244">
                  <c:v>94.301381501182036</c:v>
                </c:pt>
                <c:pt idx="9245">
                  <c:v>94.30112293144208</c:v>
                </c:pt>
                <c:pt idx="9246">
                  <c:v>94.301270685579212</c:v>
                </c:pt>
                <c:pt idx="9247">
                  <c:v>94.301381501182036</c:v>
                </c:pt>
                <c:pt idx="9248">
                  <c:v>94.301399970449168</c:v>
                </c:pt>
                <c:pt idx="9249">
                  <c:v>94.301547724586285</c:v>
                </c:pt>
                <c:pt idx="9250">
                  <c:v>94.301972517730505</c:v>
                </c:pt>
                <c:pt idx="9251">
                  <c:v>94.301972517730505</c:v>
                </c:pt>
                <c:pt idx="9252">
                  <c:v>94.302157210401887</c:v>
                </c:pt>
                <c:pt idx="9253">
                  <c:v>94.302157210401887</c:v>
                </c:pt>
                <c:pt idx="9254">
                  <c:v>94.302157210401887</c:v>
                </c:pt>
                <c:pt idx="9255">
                  <c:v>94.302027925531917</c:v>
                </c:pt>
                <c:pt idx="9256">
                  <c:v>94.302212618203313</c:v>
                </c:pt>
                <c:pt idx="9257">
                  <c:v>94.302304964539019</c:v>
                </c:pt>
                <c:pt idx="9258">
                  <c:v>94.302637411347519</c:v>
                </c:pt>
                <c:pt idx="9259">
                  <c:v>94.302932919621753</c:v>
                </c:pt>
                <c:pt idx="9260">
                  <c:v>94.303154550827429</c:v>
                </c:pt>
                <c:pt idx="9261">
                  <c:v>94.303265366430253</c:v>
                </c:pt>
                <c:pt idx="9262">
                  <c:v>94.303357712765958</c:v>
                </c:pt>
                <c:pt idx="9263">
                  <c:v>94.303450059101664</c:v>
                </c:pt>
                <c:pt idx="9264">
                  <c:v>94.303745567375898</c:v>
                </c:pt>
                <c:pt idx="9265">
                  <c:v>94.303782505910178</c:v>
                </c:pt>
                <c:pt idx="9266">
                  <c:v>94.304078014184398</c:v>
                </c:pt>
                <c:pt idx="9267">
                  <c:v>94.304078014184398</c:v>
                </c:pt>
                <c:pt idx="9268">
                  <c:v>94.304410460992912</c:v>
                </c:pt>
                <c:pt idx="9269">
                  <c:v>94.304576684397162</c:v>
                </c:pt>
                <c:pt idx="9270">
                  <c:v>94.304595153664309</c:v>
                </c:pt>
                <c:pt idx="9271">
                  <c:v>94.304779846335705</c:v>
                </c:pt>
                <c:pt idx="9272">
                  <c:v>94.304927600472809</c:v>
                </c:pt>
                <c:pt idx="9273">
                  <c:v>94.304946069739955</c:v>
                </c:pt>
                <c:pt idx="9274">
                  <c:v>94.305223108747043</c:v>
                </c:pt>
                <c:pt idx="9275">
                  <c:v>94.305130762411352</c:v>
                </c:pt>
                <c:pt idx="9276">
                  <c:v>94.305241578014204</c:v>
                </c:pt>
                <c:pt idx="9277">
                  <c:v>94.305555555555571</c:v>
                </c:pt>
                <c:pt idx="9278">
                  <c:v>94.305629432624116</c:v>
                </c:pt>
                <c:pt idx="9279">
                  <c:v>94.305592494089836</c:v>
                </c:pt>
                <c:pt idx="9280">
                  <c:v>94.305888002364071</c:v>
                </c:pt>
                <c:pt idx="9281">
                  <c:v>94.305814125295512</c:v>
                </c:pt>
                <c:pt idx="9282">
                  <c:v>94.306238918439718</c:v>
                </c:pt>
                <c:pt idx="9283">
                  <c:v>94.306368203309688</c:v>
                </c:pt>
                <c:pt idx="9284">
                  <c:v>94.30647901891254</c:v>
                </c:pt>
                <c:pt idx="9285">
                  <c:v>94.306515957446805</c:v>
                </c:pt>
                <c:pt idx="9286">
                  <c:v>94.30668218085107</c:v>
                </c:pt>
                <c:pt idx="9287">
                  <c:v>94.306848404255334</c:v>
                </c:pt>
                <c:pt idx="9288">
                  <c:v>94.306977689125304</c:v>
                </c:pt>
                <c:pt idx="9289">
                  <c:v>94.307143912529554</c:v>
                </c:pt>
                <c:pt idx="9290">
                  <c:v>94.307513297872347</c:v>
                </c:pt>
                <c:pt idx="9291">
                  <c:v>94.307587174940892</c:v>
                </c:pt>
                <c:pt idx="9292">
                  <c:v>94.307790336879435</c:v>
                </c:pt>
                <c:pt idx="9293">
                  <c:v>94.30791962174942</c:v>
                </c:pt>
                <c:pt idx="9294">
                  <c:v>94.308122783687949</c:v>
                </c:pt>
                <c:pt idx="9295">
                  <c:v>94.308252068557934</c:v>
                </c:pt>
                <c:pt idx="9296">
                  <c:v>94.308252068557934</c:v>
                </c:pt>
                <c:pt idx="9297">
                  <c:v>94.308381353427905</c:v>
                </c:pt>
                <c:pt idx="9298">
                  <c:v>94.308824615839242</c:v>
                </c:pt>
                <c:pt idx="9299">
                  <c:v>94.30876920803783</c:v>
                </c:pt>
                <c:pt idx="9300">
                  <c:v>94.308843085106375</c:v>
                </c:pt>
                <c:pt idx="9301">
                  <c:v>94.308916962174948</c:v>
                </c:pt>
                <c:pt idx="9302">
                  <c:v>94.309286347517741</c:v>
                </c:pt>
                <c:pt idx="9303">
                  <c:v>94.309212470449168</c:v>
                </c:pt>
                <c:pt idx="9304">
                  <c:v>94.309286347517741</c:v>
                </c:pt>
                <c:pt idx="9305">
                  <c:v>94.309397163120565</c:v>
                </c:pt>
                <c:pt idx="9306">
                  <c:v>94.309618794326241</c:v>
                </c:pt>
                <c:pt idx="9307">
                  <c:v>94.309544917257682</c:v>
                </c:pt>
                <c:pt idx="9308">
                  <c:v>94.309858894799063</c:v>
                </c:pt>
                <c:pt idx="9309">
                  <c:v>94.309932771867608</c:v>
                </c:pt>
                <c:pt idx="9310">
                  <c:v>94.310025118203313</c:v>
                </c:pt>
                <c:pt idx="9311">
                  <c:v>94.310080526004725</c:v>
                </c:pt>
                <c:pt idx="9312">
                  <c:v>94.310246749408975</c:v>
                </c:pt>
                <c:pt idx="9313">
                  <c:v>94.310246749408975</c:v>
                </c:pt>
                <c:pt idx="9314">
                  <c:v>94.310505319148945</c:v>
                </c:pt>
                <c:pt idx="9315">
                  <c:v>94.310726950354621</c:v>
                </c:pt>
                <c:pt idx="9316">
                  <c:v>94.310948581560297</c:v>
                </c:pt>
                <c:pt idx="9317">
                  <c:v>94.311114804964532</c:v>
                </c:pt>
                <c:pt idx="9318">
                  <c:v>94.311354905437355</c:v>
                </c:pt>
                <c:pt idx="9319">
                  <c:v>94.311336436170208</c:v>
                </c:pt>
                <c:pt idx="9320">
                  <c:v>94.311576536643031</c:v>
                </c:pt>
                <c:pt idx="9321">
                  <c:v>94.311687352245869</c:v>
                </c:pt>
                <c:pt idx="9322">
                  <c:v>94.311798167848707</c:v>
                </c:pt>
                <c:pt idx="9323">
                  <c:v>94.312001329787236</c:v>
                </c:pt>
                <c:pt idx="9324">
                  <c:v>94.312315307328603</c:v>
                </c:pt>
                <c:pt idx="9325">
                  <c:v>94.3125</c:v>
                </c:pt>
                <c:pt idx="9326">
                  <c:v>94.312740100472809</c:v>
                </c:pt>
                <c:pt idx="9327">
                  <c:v>94.31275856973997</c:v>
                </c:pt>
                <c:pt idx="9328">
                  <c:v>94.313017139479911</c:v>
                </c:pt>
                <c:pt idx="9329">
                  <c:v>94.312906323877073</c:v>
                </c:pt>
                <c:pt idx="9330">
                  <c:v>94.312943262411338</c:v>
                </c:pt>
                <c:pt idx="9331">
                  <c:v>94.313017139479911</c:v>
                </c:pt>
                <c:pt idx="9332">
                  <c:v>94.313386524822704</c:v>
                </c:pt>
                <c:pt idx="9333">
                  <c:v>94.313441932624116</c:v>
                </c:pt>
                <c:pt idx="9334">
                  <c:v>94.313755910165497</c:v>
                </c:pt>
                <c:pt idx="9335">
                  <c:v>94.313663563829792</c:v>
                </c:pt>
                <c:pt idx="9336">
                  <c:v>94.313922133569747</c:v>
                </c:pt>
                <c:pt idx="9337">
                  <c:v>94.314199172576835</c:v>
                </c:pt>
                <c:pt idx="9338">
                  <c:v>94.314346926713938</c:v>
                </c:pt>
                <c:pt idx="9339">
                  <c:v>94.314346926713938</c:v>
                </c:pt>
                <c:pt idx="9340">
                  <c:v>94.31445774231679</c:v>
                </c:pt>
                <c:pt idx="9341">
                  <c:v>94.314476211583923</c:v>
                </c:pt>
                <c:pt idx="9342">
                  <c:v>94.314864066193863</c:v>
                </c:pt>
                <c:pt idx="9343">
                  <c:v>94.314716312056731</c:v>
                </c:pt>
                <c:pt idx="9344">
                  <c:v>94.314974881796687</c:v>
                </c:pt>
                <c:pt idx="9345">
                  <c:v>94.315196513002377</c:v>
                </c:pt>
                <c:pt idx="9346">
                  <c:v>94.31547355200945</c:v>
                </c:pt>
                <c:pt idx="9347">
                  <c:v>94.315621306146568</c:v>
                </c:pt>
                <c:pt idx="9348">
                  <c:v>94.31573212174942</c:v>
                </c:pt>
                <c:pt idx="9349">
                  <c:v>94.315972222222229</c:v>
                </c:pt>
                <c:pt idx="9350">
                  <c:v>94.316267730496463</c:v>
                </c:pt>
                <c:pt idx="9351">
                  <c:v>94.316267730496463</c:v>
                </c:pt>
                <c:pt idx="9352">
                  <c:v>94.316323138297889</c:v>
                </c:pt>
                <c:pt idx="9353">
                  <c:v>94.316563238770684</c:v>
                </c:pt>
                <c:pt idx="9354">
                  <c:v>94.316858747044932</c:v>
                </c:pt>
                <c:pt idx="9355">
                  <c:v>94.316932624113477</c:v>
                </c:pt>
                <c:pt idx="9356">
                  <c:v>94.317098847517727</c:v>
                </c:pt>
                <c:pt idx="9357">
                  <c:v>94.317375886524829</c:v>
                </c:pt>
                <c:pt idx="9358">
                  <c:v>94.31763445626477</c:v>
                </c:pt>
                <c:pt idx="9359">
                  <c:v>94.317615986997637</c:v>
                </c:pt>
                <c:pt idx="9360">
                  <c:v>94.317671394799063</c:v>
                </c:pt>
                <c:pt idx="9361">
                  <c:v>94.317708333333343</c:v>
                </c:pt>
                <c:pt idx="9362">
                  <c:v>94.318040780141843</c:v>
                </c:pt>
                <c:pt idx="9363">
                  <c:v>94.317929964539019</c:v>
                </c:pt>
                <c:pt idx="9364">
                  <c:v>94.317893026004739</c:v>
                </c:pt>
                <c:pt idx="9365">
                  <c:v>94.318077718676136</c:v>
                </c:pt>
                <c:pt idx="9366">
                  <c:v>94.318262411347533</c:v>
                </c:pt>
                <c:pt idx="9367">
                  <c:v>94.318428634751783</c:v>
                </c:pt>
                <c:pt idx="9368">
                  <c:v>94.318668735224591</c:v>
                </c:pt>
                <c:pt idx="9369">
                  <c:v>94.318779550827429</c:v>
                </c:pt>
                <c:pt idx="9370">
                  <c:v>94.318853427895974</c:v>
                </c:pt>
                <c:pt idx="9371">
                  <c:v>94.318964243498826</c:v>
                </c:pt>
                <c:pt idx="9372">
                  <c:v>94.319222813238767</c:v>
                </c:pt>
                <c:pt idx="9373">
                  <c:v>94.31929669030734</c:v>
                </c:pt>
                <c:pt idx="9374">
                  <c:v>94.319703014184412</c:v>
                </c:pt>
                <c:pt idx="9375">
                  <c:v>94.319795360520104</c:v>
                </c:pt>
                <c:pt idx="9376">
                  <c:v>94.319887706855781</c:v>
                </c:pt>
                <c:pt idx="9377">
                  <c:v>94.320016991725765</c:v>
                </c:pt>
                <c:pt idx="9378">
                  <c:v>94.320257092198574</c:v>
                </c:pt>
                <c:pt idx="9379">
                  <c:v>94.320257092198574</c:v>
                </c:pt>
                <c:pt idx="9380">
                  <c:v>94.320515661938529</c:v>
                </c:pt>
                <c:pt idx="9381">
                  <c:v>94.320755762411352</c:v>
                </c:pt>
                <c:pt idx="9382">
                  <c:v>94.32099586288416</c:v>
                </c:pt>
                <c:pt idx="9383">
                  <c:v>94.32116208628841</c:v>
                </c:pt>
                <c:pt idx="9384">
                  <c:v>94.321143617021292</c:v>
                </c:pt>
                <c:pt idx="9385">
                  <c:v>94.32132830969266</c:v>
                </c:pt>
                <c:pt idx="9386">
                  <c:v>94.321254432624116</c:v>
                </c:pt>
                <c:pt idx="9387">
                  <c:v>94.321457594562645</c:v>
                </c:pt>
                <c:pt idx="9388">
                  <c:v>94.322030141843967</c:v>
                </c:pt>
                <c:pt idx="9389">
                  <c:v>94.321826979905438</c:v>
                </c:pt>
                <c:pt idx="9390">
                  <c:v>94.321993203309688</c:v>
                </c:pt>
                <c:pt idx="9391">
                  <c:v>94.32210401891254</c:v>
                </c:pt>
                <c:pt idx="9392">
                  <c:v>94.32227024231679</c:v>
                </c:pt>
                <c:pt idx="9393">
                  <c:v>94.322510342789599</c:v>
                </c:pt>
                <c:pt idx="9394">
                  <c:v>94.322658096926716</c:v>
                </c:pt>
                <c:pt idx="9395">
                  <c:v>94.322768912529568</c:v>
                </c:pt>
                <c:pt idx="9396">
                  <c:v>94.323267582742318</c:v>
                </c:pt>
                <c:pt idx="9397">
                  <c:v>94.323193705673759</c:v>
                </c:pt>
                <c:pt idx="9398">
                  <c:v>94.323378398345156</c:v>
                </c:pt>
                <c:pt idx="9399">
                  <c:v>94.323433806146582</c:v>
                </c:pt>
                <c:pt idx="9400">
                  <c:v>94.323581560283685</c:v>
                </c:pt>
                <c:pt idx="9401">
                  <c:v>94.323950945626478</c:v>
                </c:pt>
                <c:pt idx="9402">
                  <c:v>94.324172576832154</c:v>
                </c:pt>
                <c:pt idx="9403">
                  <c:v>94.324246453900713</c:v>
                </c:pt>
                <c:pt idx="9404">
                  <c:v>94.324615839243492</c:v>
                </c:pt>
                <c:pt idx="9405">
                  <c:v>94.324708185579198</c:v>
                </c:pt>
                <c:pt idx="9406">
                  <c:v>94.324763593380609</c:v>
                </c:pt>
                <c:pt idx="9407">
                  <c:v>94.324800531914889</c:v>
                </c:pt>
                <c:pt idx="9408">
                  <c:v>94.325003693853432</c:v>
                </c:pt>
                <c:pt idx="9409">
                  <c:v>94.32511450945627</c:v>
                </c:pt>
                <c:pt idx="9410">
                  <c:v>94.325299202127653</c:v>
                </c:pt>
                <c:pt idx="9411">
                  <c:v>94.325354609929079</c:v>
                </c:pt>
                <c:pt idx="9412">
                  <c:v>94.325502364066196</c:v>
                </c:pt>
                <c:pt idx="9413">
                  <c:v>94.325631648936167</c:v>
                </c:pt>
                <c:pt idx="9414">
                  <c:v>94.325871749408989</c:v>
                </c:pt>
                <c:pt idx="9415">
                  <c:v>94.325964095744681</c:v>
                </c:pt>
                <c:pt idx="9416">
                  <c:v>94.326204196217503</c:v>
                </c:pt>
                <c:pt idx="9417">
                  <c:v>94.326278073286062</c:v>
                </c:pt>
                <c:pt idx="9418">
                  <c:v>94.32651817375887</c:v>
                </c:pt>
                <c:pt idx="9419">
                  <c:v>94.326684397163135</c:v>
                </c:pt>
                <c:pt idx="9420">
                  <c:v>94.326813682033105</c:v>
                </c:pt>
                <c:pt idx="9421">
                  <c:v>94.326906028368811</c:v>
                </c:pt>
                <c:pt idx="9422">
                  <c:v>94.327090721040193</c:v>
                </c:pt>
                <c:pt idx="9423">
                  <c:v>94.327330821513002</c:v>
                </c:pt>
                <c:pt idx="9424">
                  <c:v>94.327460106382972</c:v>
                </c:pt>
                <c:pt idx="9425">
                  <c:v>94.327533983451545</c:v>
                </c:pt>
                <c:pt idx="9426">
                  <c:v>94.327977245862897</c:v>
                </c:pt>
                <c:pt idx="9427">
                  <c:v>94.327903368794324</c:v>
                </c:pt>
                <c:pt idx="9428">
                  <c:v>94.328106530732853</c:v>
                </c:pt>
                <c:pt idx="9429">
                  <c:v>94.328272754137117</c:v>
                </c:pt>
                <c:pt idx="9430">
                  <c:v>94.328457446808514</c:v>
                </c:pt>
                <c:pt idx="9431">
                  <c:v>94.328457446808514</c:v>
                </c:pt>
                <c:pt idx="9432">
                  <c:v>94.328531323877073</c:v>
                </c:pt>
                <c:pt idx="9433">
                  <c:v>94.328605200945631</c:v>
                </c:pt>
                <c:pt idx="9434">
                  <c:v>94.328826832151307</c:v>
                </c:pt>
                <c:pt idx="9435">
                  <c:v>94.328752955082749</c:v>
                </c:pt>
                <c:pt idx="9436">
                  <c:v>94.329196217494086</c:v>
                </c:pt>
                <c:pt idx="9437">
                  <c:v>94.329473256501188</c:v>
                </c:pt>
                <c:pt idx="9438">
                  <c:v>94.329676418439718</c:v>
                </c:pt>
                <c:pt idx="9439">
                  <c:v>94.329805703309688</c:v>
                </c:pt>
                <c:pt idx="9440">
                  <c:v>94.330045803782511</c:v>
                </c:pt>
                <c:pt idx="9441">
                  <c:v>94.330045803782511</c:v>
                </c:pt>
                <c:pt idx="9442">
                  <c:v>94.33024896572104</c:v>
                </c:pt>
                <c:pt idx="9443">
                  <c:v>94.330415189125304</c:v>
                </c:pt>
                <c:pt idx="9444">
                  <c:v>94.330784574468098</c:v>
                </c:pt>
                <c:pt idx="9445">
                  <c:v>94.330913859338068</c:v>
                </c:pt>
                <c:pt idx="9446">
                  <c:v>94.330803043735216</c:v>
                </c:pt>
                <c:pt idx="9447">
                  <c:v>94.331080082742318</c:v>
                </c:pt>
                <c:pt idx="9448">
                  <c:v>94.331227836879435</c:v>
                </c:pt>
                <c:pt idx="9449">
                  <c:v>94.331449468085111</c:v>
                </c:pt>
                <c:pt idx="9450">
                  <c:v>94.331781914893625</c:v>
                </c:pt>
                <c:pt idx="9451">
                  <c:v>94.331708037825052</c:v>
                </c:pt>
                <c:pt idx="9452">
                  <c:v>94.331966607565008</c:v>
                </c:pt>
                <c:pt idx="9453">
                  <c:v>94.332262115839256</c:v>
                </c:pt>
                <c:pt idx="9454">
                  <c:v>94.332169769503551</c:v>
                </c:pt>
                <c:pt idx="9455">
                  <c:v>94.332391400709227</c:v>
                </c:pt>
                <c:pt idx="9456">
                  <c:v>94.332446808510653</c:v>
                </c:pt>
                <c:pt idx="9457">
                  <c:v>94.332594562647756</c:v>
                </c:pt>
                <c:pt idx="9458">
                  <c:v>94.332890070921991</c:v>
                </c:pt>
                <c:pt idx="9459">
                  <c:v>94.332742316784874</c:v>
                </c:pt>
                <c:pt idx="9460">
                  <c:v>94.333000886524815</c:v>
                </c:pt>
                <c:pt idx="9461">
                  <c:v>94.333277925531917</c:v>
                </c:pt>
                <c:pt idx="9462">
                  <c:v>94.333388741134755</c:v>
                </c:pt>
                <c:pt idx="9463">
                  <c:v>94.333499556737593</c:v>
                </c:pt>
                <c:pt idx="9464">
                  <c:v>94.333591903073284</c:v>
                </c:pt>
                <c:pt idx="9465">
                  <c:v>94.333868942080386</c:v>
                </c:pt>
                <c:pt idx="9466">
                  <c:v>94.3342013888889</c:v>
                </c:pt>
                <c:pt idx="9467">
                  <c:v>94.3342013888889</c:v>
                </c:pt>
                <c:pt idx="9468">
                  <c:v>94.334256796690312</c:v>
                </c:pt>
                <c:pt idx="9469">
                  <c:v>94.334552304964546</c:v>
                </c:pt>
                <c:pt idx="9470">
                  <c:v>94.334626182033105</c:v>
                </c:pt>
                <c:pt idx="9471">
                  <c:v>94.334736997635943</c:v>
                </c:pt>
                <c:pt idx="9472">
                  <c:v>94.33508791371159</c:v>
                </c:pt>
                <c:pt idx="9473">
                  <c:v>94.335198729314428</c:v>
                </c:pt>
                <c:pt idx="9474">
                  <c:v>94.335364952718678</c:v>
                </c:pt>
                <c:pt idx="9475">
                  <c:v>94.335475768321515</c:v>
                </c:pt>
                <c:pt idx="9476">
                  <c:v>94.335549645390074</c:v>
                </c:pt>
                <c:pt idx="9477">
                  <c:v>94.335882092198574</c:v>
                </c:pt>
                <c:pt idx="9478">
                  <c:v>94.33610372340425</c:v>
                </c:pt>
                <c:pt idx="9479">
                  <c:v>94.336177600472809</c:v>
                </c:pt>
                <c:pt idx="9480">
                  <c:v>94.336399231678485</c:v>
                </c:pt>
                <c:pt idx="9481">
                  <c:v>94.336546985815602</c:v>
                </c:pt>
                <c:pt idx="9482">
                  <c:v>94.336750147754131</c:v>
                </c:pt>
                <c:pt idx="9483">
                  <c:v>94.337082594562645</c:v>
                </c:pt>
                <c:pt idx="9484">
                  <c:v>94.337101063829792</c:v>
                </c:pt>
                <c:pt idx="9485">
                  <c:v>94.337248817966895</c:v>
                </c:pt>
                <c:pt idx="9486">
                  <c:v>94.337470449172571</c:v>
                </c:pt>
                <c:pt idx="9487">
                  <c:v>94.337562795508276</c:v>
                </c:pt>
                <c:pt idx="9488">
                  <c:v>94.33776595744682</c:v>
                </c:pt>
                <c:pt idx="9489">
                  <c:v>94.337858303782525</c:v>
                </c:pt>
                <c:pt idx="9490">
                  <c:v>94.337987588652496</c:v>
                </c:pt>
                <c:pt idx="9491">
                  <c:v>94.338135342789599</c:v>
                </c:pt>
                <c:pt idx="9492">
                  <c:v>94.338209219858157</c:v>
                </c:pt>
                <c:pt idx="9493">
                  <c:v>94.338320035460981</c:v>
                </c:pt>
                <c:pt idx="9494">
                  <c:v>94.338467789598113</c:v>
                </c:pt>
                <c:pt idx="9495">
                  <c:v>94.338560135933818</c:v>
                </c:pt>
                <c:pt idx="9496">
                  <c:v>94.338800236406627</c:v>
                </c:pt>
                <c:pt idx="9497">
                  <c:v>94.338892582742332</c:v>
                </c:pt>
                <c:pt idx="9498">
                  <c:v>94.338874113475185</c:v>
                </c:pt>
                <c:pt idx="9499">
                  <c:v>94.339095744680861</c:v>
                </c:pt>
                <c:pt idx="9500">
                  <c:v>94.339298906619391</c:v>
                </c:pt>
                <c:pt idx="9501">
                  <c:v>94.339575945626478</c:v>
                </c:pt>
                <c:pt idx="9502">
                  <c:v>94.339742169030743</c:v>
                </c:pt>
                <c:pt idx="9503">
                  <c:v>94.34001920803783</c:v>
                </c:pt>
                <c:pt idx="9504">
                  <c:v>94.340259308510639</c:v>
                </c:pt>
                <c:pt idx="9505">
                  <c:v>94.340240839243506</c:v>
                </c:pt>
                <c:pt idx="9506">
                  <c:v>94.340148492907801</c:v>
                </c:pt>
                <c:pt idx="9507">
                  <c:v>94.340499408983462</c:v>
                </c:pt>
                <c:pt idx="9508">
                  <c:v>94.340628693853432</c:v>
                </c:pt>
                <c:pt idx="9509">
                  <c:v>94.340942671394799</c:v>
                </c:pt>
                <c:pt idx="9510">
                  <c:v>94.341053486997637</c:v>
                </c:pt>
                <c:pt idx="9511">
                  <c:v>94.341164302600475</c:v>
                </c:pt>
                <c:pt idx="9512">
                  <c:v>94.341385933806137</c:v>
                </c:pt>
                <c:pt idx="9513">
                  <c:v>94.341570626477548</c:v>
                </c:pt>
                <c:pt idx="9514">
                  <c:v>94.341718380614665</c:v>
                </c:pt>
                <c:pt idx="9515">
                  <c:v>94.341976950354606</c:v>
                </c:pt>
                <c:pt idx="9516">
                  <c:v>94.342013888888886</c:v>
                </c:pt>
                <c:pt idx="9517">
                  <c:v>94.342235520094562</c:v>
                </c:pt>
                <c:pt idx="9518">
                  <c:v>94.342457151300223</c:v>
                </c:pt>
                <c:pt idx="9519">
                  <c:v>94.342531028368796</c:v>
                </c:pt>
                <c:pt idx="9520">
                  <c:v>94.342715721040193</c:v>
                </c:pt>
                <c:pt idx="9521">
                  <c:v>94.342789598108752</c:v>
                </c:pt>
                <c:pt idx="9522">
                  <c:v>94.343048167848693</c:v>
                </c:pt>
                <c:pt idx="9523">
                  <c:v>94.343195921985824</c:v>
                </c:pt>
                <c:pt idx="9524">
                  <c:v>94.343472960992912</c:v>
                </c:pt>
                <c:pt idx="9525">
                  <c:v>94.343565307328618</c:v>
                </c:pt>
                <c:pt idx="9526">
                  <c:v>94.343676122931441</c:v>
                </c:pt>
                <c:pt idx="9527">
                  <c:v>94.34375</c:v>
                </c:pt>
                <c:pt idx="9528">
                  <c:v>94.343953161938529</c:v>
                </c:pt>
                <c:pt idx="9529">
                  <c:v>94.344082446808514</c:v>
                </c:pt>
                <c:pt idx="9530">
                  <c:v>94.344267139479911</c:v>
                </c:pt>
                <c:pt idx="9531">
                  <c:v>94.344710401891248</c:v>
                </c:pt>
                <c:pt idx="9532">
                  <c:v>94.344821217494086</c:v>
                </c:pt>
                <c:pt idx="9533">
                  <c:v>94.345061317966909</c:v>
                </c:pt>
                <c:pt idx="9534">
                  <c:v>94.345209072104012</c:v>
                </c:pt>
                <c:pt idx="9535">
                  <c:v>94.345301418439718</c:v>
                </c:pt>
                <c:pt idx="9536">
                  <c:v>94.345338356974011</c:v>
                </c:pt>
                <c:pt idx="9537">
                  <c:v>94.345633865248232</c:v>
                </c:pt>
                <c:pt idx="9538">
                  <c:v>94.345781619385349</c:v>
                </c:pt>
                <c:pt idx="9539">
                  <c:v>94.345947842789599</c:v>
                </c:pt>
                <c:pt idx="9540">
                  <c:v>94.345910904255319</c:v>
                </c:pt>
                <c:pt idx="9541">
                  <c:v>94.346058658392423</c:v>
                </c:pt>
                <c:pt idx="9542">
                  <c:v>94.346391105200951</c:v>
                </c:pt>
                <c:pt idx="9543">
                  <c:v>94.346742021276597</c:v>
                </c:pt>
                <c:pt idx="9544">
                  <c:v>94.346852836879435</c:v>
                </c:pt>
                <c:pt idx="9545">
                  <c:v>94.347074468085111</c:v>
                </c:pt>
                <c:pt idx="9546">
                  <c:v>94.347129875886523</c:v>
                </c:pt>
                <c:pt idx="9547">
                  <c:v>94.347277630023655</c:v>
                </c:pt>
                <c:pt idx="9548">
                  <c:v>94.347406914893625</c:v>
                </c:pt>
                <c:pt idx="9549">
                  <c:v>94.347480791962184</c:v>
                </c:pt>
                <c:pt idx="9550">
                  <c:v>94.347665484633566</c:v>
                </c:pt>
                <c:pt idx="9551">
                  <c:v>94.347924054373522</c:v>
                </c:pt>
                <c:pt idx="9552">
                  <c:v>94.348145685579198</c:v>
                </c:pt>
                <c:pt idx="9553">
                  <c:v>94.348293439716315</c:v>
                </c:pt>
                <c:pt idx="9554">
                  <c:v>94.348404255319167</c:v>
                </c:pt>
                <c:pt idx="9555">
                  <c:v>94.348588947990535</c:v>
                </c:pt>
                <c:pt idx="9556">
                  <c:v>94.348755171394799</c:v>
                </c:pt>
                <c:pt idx="9557">
                  <c:v>94.348755171394799</c:v>
                </c:pt>
                <c:pt idx="9558">
                  <c:v>94.349032210401887</c:v>
                </c:pt>
                <c:pt idx="9559">
                  <c:v>94.349420065011827</c:v>
                </c:pt>
                <c:pt idx="9560">
                  <c:v>94.349457003546107</c:v>
                </c:pt>
                <c:pt idx="9561">
                  <c:v>94.349734042553195</c:v>
                </c:pt>
                <c:pt idx="9562">
                  <c:v>94.349734042553195</c:v>
                </c:pt>
                <c:pt idx="9563">
                  <c:v>94.350066489361708</c:v>
                </c:pt>
                <c:pt idx="9564">
                  <c:v>94.350140366430267</c:v>
                </c:pt>
                <c:pt idx="9565">
                  <c:v>94.350325059101664</c:v>
                </c:pt>
                <c:pt idx="9566">
                  <c:v>94.350620567375884</c:v>
                </c:pt>
                <c:pt idx="9567">
                  <c:v>94.350823729314428</c:v>
                </c:pt>
                <c:pt idx="9568">
                  <c:v>94.351082299054383</c:v>
                </c:pt>
                <c:pt idx="9569">
                  <c:v>94.35139627659575</c:v>
                </c:pt>
                <c:pt idx="9570">
                  <c:v>94.351340868794324</c:v>
                </c:pt>
                <c:pt idx="9571">
                  <c:v>94.351507092198588</c:v>
                </c:pt>
                <c:pt idx="9572">
                  <c:v>94.351617907801426</c:v>
                </c:pt>
                <c:pt idx="9573">
                  <c:v>94.351617907801426</c:v>
                </c:pt>
                <c:pt idx="9574">
                  <c:v>94.351987293144219</c:v>
                </c:pt>
                <c:pt idx="9575">
                  <c:v>94.352042700945631</c:v>
                </c:pt>
                <c:pt idx="9576">
                  <c:v>94.352061170212764</c:v>
                </c:pt>
                <c:pt idx="9577">
                  <c:v>94.352171985815602</c:v>
                </c:pt>
                <c:pt idx="9578">
                  <c:v>94.352430555555557</c:v>
                </c:pt>
                <c:pt idx="9579">
                  <c:v>94.352652186761233</c:v>
                </c:pt>
                <c:pt idx="9580">
                  <c:v>94.352781471631204</c:v>
                </c:pt>
                <c:pt idx="9581">
                  <c:v>94.352836879432616</c:v>
                </c:pt>
                <c:pt idx="9582">
                  <c:v>94.353169326241144</c:v>
                </c:pt>
                <c:pt idx="9583">
                  <c:v>94.35335401891254</c:v>
                </c:pt>
                <c:pt idx="9584">
                  <c:v>94.35368646572104</c:v>
                </c:pt>
                <c:pt idx="9585">
                  <c:v>94.353981973995289</c:v>
                </c:pt>
                <c:pt idx="9586">
                  <c:v>94.353926566193863</c:v>
                </c:pt>
                <c:pt idx="9587">
                  <c:v>94.354129728132392</c:v>
                </c:pt>
                <c:pt idx="9588">
                  <c:v>94.354351359338068</c:v>
                </c:pt>
                <c:pt idx="9589">
                  <c:v>94.354665336879435</c:v>
                </c:pt>
                <c:pt idx="9590">
                  <c:v>94.354942375886523</c:v>
                </c:pt>
                <c:pt idx="9591">
                  <c:v>94.355311761229316</c:v>
                </c:pt>
                <c:pt idx="9592">
                  <c:v>94.355404107565008</c:v>
                </c:pt>
                <c:pt idx="9593">
                  <c:v>94.355459515366434</c:v>
                </c:pt>
                <c:pt idx="9594">
                  <c:v>94.355699615839256</c:v>
                </c:pt>
                <c:pt idx="9595">
                  <c:v>94.35568114657211</c:v>
                </c:pt>
                <c:pt idx="9596">
                  <c:v>94.355718085106389</c:v>
                </c:pt>
                <c:pt idx="9597">
                  <c:v>94.35597665484633</c:v>
                </c:pt>
                <c:pt idx="9598">
                  <c:v>94.356087470449182</c:v>
                </c:pt>
                <c:pt idx="9599">
                  <c:v>94.356419917257696</c:v>
                </c:pt>
                <c:pt idx="9600">
                  <c:v>94.356641548463358</c:v>
                </c:pt>
                <c:pt idx="9601">
                  <c:v>94.356789302600475</c:v>
                </c:pt>
                <c:pt idx="9602">
                  <c:v>94.356900118203313</c:v>
                </c:pt>
                <c:pt idx="9603">
                  <c:v>94.356955526004739</c:v>
                </c:pt>
                <c:pt idx="9604">
                  <c:v>94.357121749408989</c:v>
                </c:pt>
                <c:pt idx="9605">
                  <c:v>94.357472665484636</c:v>
                </c:pt>
                <c:pt idx="9606">
                  <c:v>94.357528073286062</c:v>
                </c:pt>
                <c:pt idx="9607">
                  <c:v>94.357749704491738</c:v>
                </c:pt>
                <c:pt idx="9608">
                  <c:v>94.357860520094576</c:v>
                </c:pt>
                <c:pt idx="9609">
                  <c:v>94.358026743498826</c:v>
                </c:pt>
                <c:pt idx="9610">
                  <c:v>94.358192966903076</c:v>
                </c:pt>
                <c:pt idx="9611">
                  <c:v>94.358470005910164</c:v>
                </c:pt>
                <c:pt idx="9612">
                  <c:v>94.358673167848707</c:v>
                </c:pt>
                <c:pt idx="9613">
                  <c:v>94.358747044917251</c:v>
                </c:pt>
                <c:pt idx="9614">
                  <c:v>94.358747044917251</c:v>
                </c:pt>
                <c:pt idx="9615">
                  <c:v>94.358894799054383</c:v>
                </c:pt>
                <c:pt idx="9616">
                  <c:v>94.358968676122927</c:v>
                </c:pt>
                <c:pt idx="9617">
                  <c:v>94.359227245862883</c:v>
                </c:pt>
                <c:pt idx="9618">
                  <c:v>94.359448877068559</c:v>
                </c:pt>
                <c:pt idx="9619">
                  <c:v>94.359781323877073</c:v>
                </c:pt>
                <c:pt idx="9620">
                  <c:v>94.360076832151293</c:v>
                </c:pt>
                <c:pt idx="9621">
                  <c:v>94.360353871158395</c:v>
                </c:pt>
                <c:pt idx="9622">
                  <c:v>94.360206117021278</c:v>
                </c:pt>
                <c:pt idx="9623">
                  <c:v>94.360483156028366</c:v>
                </c:pt>
                <c:pt idx="9624">
                  <c:v>94.360501625295512</c:v>
                </c:pt>
                <c:pt idx="9625">
                  <c:v>94.360593971631218</c:v>
                </c:pt>
                <c:pt idx="9626">
                  <c:v>94.360704787234042</c:v>
                </c:pt>
                <c:pt idx="9627">
                  <c:v>94.36094488770685</c:v>
                </c:pt>
                <c:pt idx="9628">
                  <c:v>94.361258865248232</c:v>
                </c:pt>
                <c:pt idx="9629">
                  <c:v>94.361462027186775</c:v>
                </c:pt>
                <c:pt idx="9630">
                  <c:v>94.361406619385349</c:v>
                </c:pt>
                <c:pt idx="9631">
                  <c:v>94.361886820330966</c:v>
                </c:pt>
                <c:pt idx="9632">
                  <c:v>94.361960697399539</c:v>
                </c:pt>
                <c:pt idx="9633">
                  <c:v>94.362071513002363</c:v>
                </c:pt>
                <c:pt idx="9634">
                  <c:v>94.362182328605201</c:v>
                </c:pt>
                <c:pt idx="9635">
                  <c:v>94.362256205673773</c:v>
                </c:pt>
                <c:pt idx="9636">
                  <c:v>94.362367021276611</c:v>
                </c:pt>
                <c:pt idx="9637">
                  <c:v>94.362533244680861</c:v>
                </c:pt>
                <c:pt idx="9638">
                  <c:v>94.362625591016553</c:v>
                </c:pt>
                <c:pt idx="9639">
                  <c:v>94.362994976359346</c:v>
                </c:pt>
                <c:pt idx="9640">
                  <c:v>94.363253546099287</c:v>
                </c:pt>
                <c:pt idx="9641">
                  <c:v>94.363530585106389</c:v>
                </c:pt>
                <c:pt idx="9642">
                  <c:v>94.363659869976374</c:v>
                </c:pt>
                <c:pt idx="9643">
                  <c:v>94.363752216312065</c:v>
                </c:pt>
                <c:pt idx="9644">
                  <c:v>94.363918439716315</c:v>
                </c:pt>
                <c:pt idx="9645">
                  <c:v>94.364177009456256</c:v>
                </c:pt>
                <c:pt idx="9646">
                  <c:v>94.364177009456256</c:v>
                </c:pt>
                <c:pt idx="9647">
                  <c:v>94.364287825059108</c:v>
                </c:pt>
                <c:pt idx="9648">
                  <c:v>94.364472517730505</c:v>
                </c:pt>
                <c:pt idx="9649">
                  <c:v>94.364675679669034</c:v>
                </c:pt>
                <c:pt idx="9650">
                  <c:v>94.364952718676122</c:v>
                </c:pt>
                <c:pt idx="9651">
                  <c:v>94.365285165484636</c:v>
                </c:pt>
                <c:pt idx="9652">
                  <c:v>94.365211288416077</c:v>
                </c:pt>
                <c:pt idx="9653">
                  <c:v>94.365469858156033</c:v>
                </c:pt>
                <c:pt idx="9654">
                  <c:v>94.365728427895988</c:v>
                </c:pt>
                <c:pt idx="9655">
                  <c:v>94.36595005910165</c:v>
                </c:pt>
                <c:pt idx="9656">
                  <c:v>94.366097813238781</c:v>
                </c:pt>
                <c:pt idx="9657">
                  <c:v>94.366374852245869</c:v>
                </c:pt>
                <c:pt idx="9658">
                  <c:v>94.366374852245869</c:v>
                </c:pt>
                <c:pt idx="9659">
                  <c:v>94.366651891252957</c:v>
                </c:pt>
                <c:pt idx="9660">
                  <c:v>94.366559544917251</c:v>
                </c:pt>
                <c:pt idx="9661">
                  <c:v>94.366744237588648</c:v>
                </c:pt>
                <c:pt idx="9662">
                  <c:v>94.367169030732867</c:v>
                </c:pt>
                <c:pt idx="9663">
                  <c:v>94.367390661938529</c:v>
                </c:pt>
                <c:pt idx="9664">
                  <c:v>94.36757535460994</c:v>
                </c:pt>
                <c:pt idx="9665">
                  <c:v>94.367907801418454</c:v>
                </c:pt>
                <c:pt idx="9666">
                  <c:v>94.367907801418454</c:v>
                </c:pt>
                <c:pt idx="9667">
                  <c:v>94.368166371158395</c:v>
                </c:pt>
                <c:pt idx="9668">
                  <c:v>94.368424940898336</c:v>
                </c:pt>
                <c:pt idx="9669">
                  <c:v>94.368646572104026</c:v>
                </c:pt>
                <c:pt idx="9670">
                  <c:v>94.368831264775409</c:v>
                </c:pt>
                <c:pt idx="9671">
                  <c:v>94.368923611111114</c:v>
                </c:pt>
                <c:pt idx="9672">
                  <c:v>94.369200650118216</c:v>
                </c:pt>
                <c:pt idx="9673">
                  <c:v>94.36957003546101</c:v>
                </c:pt>
                <c:pt idx="9674">
                  <c:v>94.369588504728128</c:v>
                </c:pt>
                <c:pt idx="9675">
                  <c:v>94.369754728132392</c:v>
                </c:pt>
                <c:pt idx="9676">
                  <c:v>94.370013297872347</c:v>
                </c:pt>
                <c:pt idx="9677">
                  <c:v>94.370087174940892</c:v>
                </c:pt>
                <c:pt idx="9678">
                  <c:v>94.370087174940892</c:v>
                </c:pt>
                <c:pt idx="9679">
                  <c:v>94.370327275413715</c:v>
                </c:pt>
                <c:pt idx="9680">
                  <c:v>94.370382683215141</c:v>
                </c:pt>
                <c:pt idx="9681">
                  <c:v>94.370567375886509</c:v>
                </c:pt>
                <c:pt idx="9682">
                  <c:v>94.370641252955096</c:v>
                </c:pt>
                <c:pt idx="9683">
                  <c:v>94.371084515366434</c:v>
                </c:pt>
                <c:pt idx="9684">
                  <c:v>94.37130614657211</c:v>
                </c:pt>
                <c:pt idx="9685">
                  <c:v>94.371527777777771</c:v>
                </c:pt>
                <c:pt idx="9686">
                  <c:v>94.371564716312051</c:v>
                </c:pt>
                <c:pt idx="9687">
                  <c:v>94.371749408983447</c:v>
                </c:pt>
                <c:pt idx="9688">
                  <c:v>94.37202644799055</c:v>
                </c:pt>
                <c:pt idx="9689">
                  <c:v>94.372321956264784</c:v>
                </c:pt>
                <c:pt idx="9690">
                  <c:v>94.372377364066196</c:v>
                </c:pt>
                <c:pt idx="9691">
                  <c:v>94.372672872340431</c:v>
                </c:pt>
                <c:pt idx="9692">
                  <c:v>94.372746749408989</c:v>
                </c:pt>
                <c:pt idx="9693">
                  <c:v>94.373116134751783</c:v>
                </c:pt>
                <c:pt idx="9694">
                  <c:v>94.373282358156033</c:v>
                </c:pt>
                <c:pt idx="9695">
                  <c:v>94.373190011820327</c:v>
                </c:pt>
                <c:pt idx="9696">
                  <c:v>94.373300827423165</c:v>
                </c:pt>
                <c:pt idx="9697">
                  <c:v>94.37339317375887</c:v>
                </c:pt>
                <c:pt idx="9698">
                  <c:v>94.373503989361694</c:v>
                </c:pt>
                <c:pt idx="9699">
                  <c:v>94.373707151300252</c:v>
                </c:pt>
                <c:pt idx="9700">
                  <c:v>94.373965721040193</c:v>
                </c:pt>
                <c:pt idx="9701">
                  <c:v>94.374224290780134</c:v>
                </c:pt>
                <c:pt idx="9702">
                  <c:v>94.374372044917251</c:v>
                </c:pt>
                <c:pt idx="9703">
                  <c:v>94.374538268321501</c:v>
                </c:pt>
                <c:pt idx="9704">
                  <c:v>94.374722960992912</c:v>
                </c:pt>
                <c:pt idx="9705">
                  <c:v>94.375129284869971</c:v>
                </c:pt>
                <c:pt idx="9706">
                  <c:v>94.375147754137117</c:v>
                </c:pt>
                <c:pt idx="9707">
                  <c:v>94.375221631205676</c:v>
                </c:pt>
                <c:pt idx="9708">
                  <c:v>94.375480200945645</c:v>
                </c:pt>
                <c:pt idx="9709">
                  <c:v>94.375757239952719</c:v>
                </c:pt>
                <c:pt idx="9710">
                  <c:v>94.375904994089836</c:v>
                </c:pt>
                <c:pt idx="9711">
                  <c:v>94.375997340425528</c:v>
                </c:pt>
                <c:pt idx="9712">
                  <c:v>94.376034278959807</c:v>
                </c:pt>
                <c:pt idx="9713">
                  <c:v>94.37644060283688</c:v>
                </c:pt>
                <c:pt idx="9714">
                  <c:v>94.376625295508276</c:v>
                </c:pt>
                <c:pt idx="9715">
                  <c:v>94.376773049645394</c:v>
                </c:pt>
                <c:pt idx="9716">
                  <c:v>94.37699468085107</c:v>
                </c:pt>
                <c:pt idx="9717">
                  <c:v>94.377327127659584</c:v>
                </c:pt>
                <c:pt idx="9718">
                  <c:v>94.37754875886526</c:v>
                </c:pt>
                <c:pt idx="9719">
                  <c:v>94.377770390070921</c:v>
                </c:pt>
                <c:pt idx="9720">
                  <c:v>94.37784426713948</c:v>
                </c:pt>
                <c:pt idx="9721">
                  <c:v>94.377918144208039</c:v>
                </c:pt>
                <c:pt idx="9722">
                  <c:v>94.377955082742332</c:v>
                </c:pt>
                <c:pt idx="9723">
                  <c:v>94.378084367612303</c:v>
                </c:pt>
                <c:pt idx="9724">
                  <c:v>94.378250591016553</c:v>
                </c:pt>
                <c:pt idx="9725">
                  <c:v>94.37852763002364</c:v>
                </c:pt>
                <c:pt idx="9726">
                  <c:v>94.378638445626478</c:v>
                </c:pt>
                <c:pt idx="9727">
                  <c:v>94.37891548463358</c:v>
                </c:pt>
                <c:pt idx="9728">
                  <c:v>94.379044769503537</c:v>
                </c:pt>
                <c:pt idx="9729">
                  <c:v>94.379247931442094</c:v>
                </c:pt>
                <c:pt idx="9730">
                  <c:v>94.379617316784874</c:v>
                </c:pt>
                <c:pt idx="9731">
                  <c:v>94.379691193853432</c:v>
                </c:pt>
                <c:pt idx="9732">
                  <c:v>94.379912825059094</c:v>
                </c:pt>
                <c:pt idx="9733">
                  <c:v>94.380097517730505</c:v>
                </c:pt>
                <c:pt idx="9734">
                  <c:v>94.380393026004739</c:v>
                </c:pt>
                <c:pt idx="9735">
                  <c:v>94.380429964539019</c:v>
                </c:pt>
                <c:pt idx="9736">
                  <c:v>94.380503841607563</c:v>
                </c:pt>
                <c:pt idx="9737">
                  <c:v>94.380559249408989</c:v>
                </c:pt>
                <c:pt idx="9738">
                  <c:v>94.380503841607563</c:v>
                </c:pt>
                <c:pt idx="9739">
                  <c:v>94.380707003546092</c:v>
                </c:pt>
                <c:pt idx="9740">
                  <c:v>94.380984042553195</c:v>
                </c:pt>
                <c:pt idx="9741">
                  <c:v>94.381187204491738</c:v>
                </c:pt>
                <c:pt idx="9742">
                  <c:v>94.38124261229315</c:v>
                </c:pt>
                <c:pt idx="9743">
                  <c:v>94.381648936170208</c:v>
                </c:pt>
                <c:pt idx="9744">
                  <c:v>94.381778221040193</c:v>
                </c:pt>
                <c:pt idx="9745">
                  <c:v>94.382110667848693</c:v>
                </c:pt>
                <c:pt idx="9746">
                  <c:v>94.382221483451545</c:v>
                </c:pt>
                <c:pt idx="9747">
                  <c:v>94.382609338061457</c:v>
                </c:pt>
                <c:pt idx="9748">
                  <c:v>94.38297872340425</c:v>
                </c:pt>
                <c:pt idx="9749">
                  <c:v>94.383126477541381</c:v>
                </c:pt>
                <c:pt idx="9750">
                  <c:v>94.3831449468085</c:v>
                </c:pt>
                <c:pt idx="9751">
                  <c:v>94.383200354609926</c:v>
                </c:pt>
                <c:pt idx="9752">
                  <c:v>94.383329639479911</c:v>
                </c:pt>
                <c:pt idx="9753">
                  <c:v>94.383551270685572</c:v>
                </c:pt>
                <c:pt idx="9754">
                  <c:v>94.383588209219866</c:v>
                </c:pt>
                <c:pt idx="9755">
                  <c:v>94.383902186761233</c:v>
                </c:pt>
                <c:pt idx="9756">
                  <c:v>94.384049940898336</c:v>
                </c:pt>
                <c:pt idx="9757">
                  <c:v>94.38441932624113</c:v>
                </c:pt>
                <c:pt idx="9758">
                  <c:v>94.38441932624113</c:v>
                </c:pt>
                <c:pt idx="9759">
                  <c:v>94.384622488179687</c:v>
                </c:pt>
                <c:pt idx="9760">
                  <c:v>94.384677895981085</c:v>
                </c:pt>
                <c:pt idx="9761">
                  <c:v>94.384899527186761</c:v>
                </c:pt>
                <c:pt idx="9762">
                  <c:v>94.385121158392423</c:v>
                </c:pt>
                <c:pt idx="9763">
                  <c:v>94.38515809692673</c:v>
                </c:pt>
                <c:pt idx="9764">
                  <c:v>94.385398197399525</c:v>
                </c:pt>
                <c:pt idx="9765">
                  <c:v>94.385749113475185</c:v>
                </c:pt>
                <c:pt idx="9766">
                  <c:v>94.385859929078023</c:v>
                </c:pt>
                <c:pt idx="9767">
                  <c:v>94.386081560283685</c:v>
                </c:pt>
                <c:pt idx="9768">
                  <c:v>94.386303191489361</c:v>
                </c:pt>
                <c:pt idx="9769">
                  <c:v>94.386469414893625</c:v>
                </c:pt>
                <c:pt idx="9770">
                  <c:v>94.386691046099301</c:v>
                </c:pt>
                <c:pt idx="9771">
                  <c:v>94.386986554373522</c:v>
                </c:pt>
                <c:pt idx="9772">
                  <c:v>94.38689420803783</c:v>
                </c:pt>
                <c:pt idx="9773">
                  <c:v>94.387355939716315</c:v>
                </c:pt>
                <c:pt idx="9774">
                  <c:v>94.387466755319167</c:v>
                </c:pt>
                <c:pt idx="9775">
                  <c:v>94.38761450945627</c:v>
                </c:pt>
                <c:pt idx="9776">
                  <c:v>94.387817671394799</c:v>
                </c:pt>
                <c:pt idx="9777">
                  <c:v>94.388113179669034</c:v>
                </c:pt>
                <c:pt idx="9778">
                  <c:v>94.38833481087471</c:v>
                </c:pt>
                <c:pt idx="9779">
                  <c:v>94.388704196217503</c:v>
                </c:pt>
                <c:pt idx="9780">
                  <c:v>94.388851950354606</c:v>
                </c:pt>
                <c:pt idx="9781">
                  <c:v>94.389239804964546</c:v>
                </c:pt>
                <c:pt idx="9782">
                  <c:v>94.389202866430267</c:v>
                </c:pt>
                <c:pt idx="9783">
                  <c:v>94.389498374704488</c:v>
                </c:pt>
                <c:pt idx="9784">
                  <c:v>94.389406028368796</c:v>
                </c:pt>
                <c:pt idx="9785">
                  <c:v>94.389406028368796</c:v>
                </c:pt>
                <c:pt idx="9786">
                  <c:v>94.389406028368796</c:v>
                </c:pt>
                <c:pt idx="9787">
                  <c:v>94.389756944444443</c:v>
                </c:pt>
                <c:pt idx="9788">
                  <c:v>94.389960106382972</c:v>
                </c:pt>
                <c:pt idx="9789">
                  <c:v>94.390237145390074</c:v>
                </c:pt>
                <c:pt idx="9790">
                  <c:v>94.390403368794324</c:v>
                </c:pt>
                <c:pt idx="9791">
                  <c:v>94.390902039007102</c:v>
                </c:pt>
                <c:pt idx="9792">
                  <c:v>94.390883569739955</c:v>
                </c:pt>
                <c:pt idx="9793">
                  <c:v>94.390883569739955</c:v>
                </c:pt>
                <c:pt idx="9794">
                  <c:v>94.391142139479911</c:v>
                </c:pt>
                <c:pt idx="9795">
                  <c:v>94.391289893617028</c:v>
                </c:pt>
                <c:pt idx="9796">
                  <c:v>94.391474586288425</c:v>
                </c:pt>
                <c:pt idx="9797">
                  <c:v>94.391437647754145</c:v>
                </c:pt>
                <c:pt idx="9798">
                  <c:v>94.391456117021278</c:v>
                </c:pt>
                <c:pt idx="9799">
                  <c:v>94.391880910165497</c:v>
                </c:pt>
                <c:pt idx="9800">
                  <c:v>94.392010195035468</c:v>
                </c:pt>
                <c:pt idx="9801">
                  <c:v>94.392250295508276</c:v>
                </c:pt>
                <c:pt idx="9802">
                  <c:v>94.392250295508276</c:v>
                </c:pt>
                <c:pt idx="9803">
                  <c:v>94.392434988179673</c:v>
                </c:pt>
                <c:pt idx="9804">
                  <c:v>94.392730496453908</c:v>
                </c:pt>
                <c:pt idx="9805">
                  <c:v>94.392785904255319</c:v>
                </c:pt>
                <c:pt idx="9806">
                  <c:v>94.392804373522466</c:v>
                </c:pt>
                <c:pt idx="9807">
                  <c:v>94.393210697399539</c:v>
                </c:pt>
                <c:pt idx="9808">
                  <c:v>94.393266105200951</c:v>
                </c:pt>
                <c:pt idx="9809">
                  <c:v>94.39346926713948</c:v>
                </c:pt>
                <c:pt idx="9810">
                  <c:v>94.393690898345156</c:v>
                </c:pt>
                <c:pt idx="9811">
                  <c:v>94.39402334515367</c:v>
                </c:pt>
                <c:pt idx="9812">
                  <c:v>94.394281914893625</c:v>
                </c:pt>
                <c:pt idx="9813">
                  <c:v>94.39454048463358</c:v>
                </c:pt>
                <c:pt idx="9814">
                  <c:v>94.39470670803783</c:v>
                </c:pt>
                <c:pt idx="9815">
                  <c:v>94.394799054373522</c:v>
                </c:pt>
                <c:pt idx="9816">
                  <c:v>94.394928339243506</c:v>
                </c:pt>
                <c:pt idx="9817">
                  <c:v>94.395113031914903</c:v>
                </c:pt>
                <c:pt idx="9818">
                  <c:v>94.395057624113477</c:v>
                </c:pt>
                <c:pt idx="9819">
                  <c:v>94.395353132387712</c:v>
                </c:pt>
                <c:pt idx="9820">
                  <c:v>94.395556294326241</c:v>
                </c:pt>
                <c:pt idx="9821">
                  <c:v>94.39575945626477</c:v>
                </c:pt>
                <c:pt idx="9822">
                  <c:v>94.395796394799063</c:v>
                </c:pt>
                <c:pt idx="9823">
                  <c:v>94.396091903073284</c:v>
                </c:pt>
                <c:pt idx="9824">
                  <c:v>94.396424349881798</c:v>
                </c:pt>
                <c:pt idx="9825">
                  <c:v>94.396609042553209</c:v>
                </c:pt>
                <c:pt idx="9826">
                  <c:v>94.396701388888886</c:v>
                </c:pt>
                <c:pt idx="9827">
                  <c:v>94.397089243498826</c:v>
                </c:pt>
                <c:pt idx="9828">
                  <c:v>94.397218528368796</c:v>
                </c:pt>
                <c:pt idx="9829">
                  <c:v>94.39742169030734</c:v>
                </c:pt>
                <c:pt idx="9830">
                  <c:v>94.397458628841619</c:v>
                </c:pt>
                <c:pt idx="9831">
                  <c:v>94.397791075650119</c:v>
                </c:pt>
                <c:pt idx="9832">
                  <c:v>94.397809544917266</c:v>
                </c:pt>
                <c:pt idx="9833">
                  <c:v>94.398160460992912</c:v>
                </c:pt>
                <c:pt idx="9834">
                  <c:v>94.398363622931441</c:v>
                </c:pt>
                <c:pt idx="9835">
                  <c:v>94.398419030732867</c:v>
                </c:pt>
                <c:pt idx="9836">
                  <c:v>94.39827127659575</c:v>
                </c:pt>
                <c:pt idx="9837">
                  <c:v>94.398751477541381</c:v>
                </c:pt>
                <c:pt idx="9838">
                  <c:v>94.399046985815616</c:v>
                </c:pt>
                <c:pt idx="9839">
                  <c:v>94.399527186761233</c:v>
                </c:pt>
                <c:pt idx="9840">
                  <c:v>94.399416371158395</c:v>
                </c:pt>
                <c:pt idx="9841">
                  <c:v>94.399490248226954</c:v>
                </c:pt>
                <c:pt idx="9842">
                  <c:v>94.399638002364057</c:v>
                </c:pt>
                <c:pt idx="9843">
                  <c:v>94.399951979905438</c:v>
                </c:pt>
                <c:pt idx="9844">
                  <c:v>94.399933510638306</c:v>
                </c:pt>
                <c:pt idx="9845">
                  <c:v>94.400302895981099</c:v>
                </c:pt>
                <c:pt idx="9846">
                  <c:v>94.400376773049643</c:v>
                </c:pt>
                <c:pt idx="9847">
                  <c:v>94.400506057919614</c:v>
                </c:pt>
                <c:pt idx="9848">
                  <c:v>94.400635342789599</c:v>
                </c:pt>
                <c:pt idx="9849">
                  <c:v>94.400820035460995</c:v>
                </c:pt>
                <c:pt idx="9850">
                  <c:v>94.400967789598113</c:v>
                </c:pt>
                <c:pt idx="9851">
                  <c:v>94.401244828605201</c:v>
                </c:pt>
                <c:pt idx="9852">
                  <c:v>94.401337174940906</c:v>
                </c:pt>
                <c:pt idx="9853">
                  <c:v>94.401651152482273</c:v>
                </c:pt>
                <c:pt idx="9854">
                  <c:v>94.401725029550832</c:v>
                </c:pt>
                <c:pt idx="9855">
                  <c:v>94.401909722222229</c:v>
                </c:pt>
                <c:pt idx="9856">
                  <c:v>94.402186761229316</c:v>
                </c:pt>
                <c:pt idx="9857">
                  <c:v>94.402482269503551</c:v>
                </c:pt>
                <c:pt idx="9858">
                  <c:v>94.40251920803783</c:v>
                </c:pt>
                <c:pt idx="9859">
                  <c:v>94.402814716312065</c:v>
                </c:pt>
                <c:pt idx="9860">
                  <c:v>94.402833185579198</c:v>
                </c:pt>
                <c:pt idx="9861">
                  <c:v>94.403017878250594</c:v>
                </c:pt>
                <c:pt idx="9862">
                  <c:v>94.403128693853432</c:v>
                </c:pt>
                <c:pt idx="9863">
                  <c:v>94.403553486997652</c:v>
                </c:pt>
                <c:pt idx="9864">
                  <c:v>94.403627364066196</c:v>
                </c:pt>
                <c:pt idx="9865">
                  <c:v>94.403848995271872</c:v>
                </c:pt>
                <c:pt idx="9866">
                  <c:v>94.403812056737593</c:v>
                </c:pt>
                <c:pt idx="9867">
                  <c:v>94.404144503546092</c:v>
                </c:pt>
                <c:pt idx="9868">
                  <c:v>94.404366134751768</c:v>
                </c:pt>
                <c:pt idx="9869">
                  <c:v>94.404513888888886</c:v>
                </c:pt>
                <c:pt idx="9870">
                  <c:v>94.404735520094562</c:v>
                </c:pt>
                <c:pt idx="9871">
                  <c:v>94.405086436170222</c:v>
                </c:pt>
                <c:pt idx="9872">
                  <c:v>94.405031028368796</c:v>
                </c:pt>
                <c:pt idx="9873">
                  <c:v>94.40536347517731</c:v>
                </c:pt>
                <c:pt idx="9874">
                  <c:v>94.40536347517731</c:v>
                </c:pt>
                <c:pt idx="9875">
                  <c:v>94.405418882978736</c:v>
                </c:pt>
                <c:pt idx="9876">
                  <c:v>94.405658983451545</c:v>
                </c:pt>
                <c:pt idx="9877">
                  <c:v>94.405862145390074</c:v>
                </c:pt>
                <c:pt idx="9878">
                  <c:v>94.405899083924353</c:v>
                </c:pt>
                <c:pt idx="9879">
                  <c:v>94.406471631205676</c:v>
                </c:pt>
                <c:pt idx="9880">
                  <c:v>94.4065824468085</c:v>
                </c:pt>
                <c:pt idx="9881">
                  <c:v>94.406896424349881</c:v>
                </c:pt>
                <c:pt idx="9882">
                  <c:v>94.407025709219866</c:v>
                </c:pt>
                <c:pt idx="9883">
                  <c:v>94.407154994089851</c:v>
                </c:pt>
                <c:pt idx="9884">
                  <c:v>94.407395094562645</c:v>
                </c:pt>
                <c:pt idx="9885">
                  <c:v>94.40781988770685</c:v>
                </c:pt>
                <c:pt idx="9886">
                  <c:v>94.40781988770685</c:v>
                </c:pt>
                <c:pt idx="9887">
                  <c:v>94.407912234042556</c:v>
                </c:pt>
                <c:pt idx="9888">
                  <c:v>94.407986111111114</c:v>
                </c:pt>
                <c:pt idx="9889">
                  <c:v>94.408244680851055</c:v>
                </c:pt>
                <c:pt idx="9890">
                  <c:v>94.408078457446805</c:v>
                </c:pt>
                <c:pt idx="9891">
                  <c:v>94.40837396572104</c:v>
                </c:pt>
                <c:pt idx="9892">
                  <c:v>94.408503250591025</c:v>
                </c:pt>
                <c:pt idx="9893">
                  <c:v>94.40876182033098</c:v>
                </c:pt>
                <c:pt idx="9894">
                  <c:v>94.408983451536642</c:v>
                </c:pt>
                <c:pt idx="9895">
                  <c:v>94.409057328605201</c:v>
                </c:pt>
                <c:pt idx="9896">
                  <c:v>94.409297429078023</c:v>
                </c:pt>
                <c:pt idx="9897">
                  <c:v>94.409574468085111</c:v>
                </c:pt>
                <c:pt idx="9898">
                  <c:v>94.409592937352244</c:v>
                </c:pt>
                <c:pt idx="9899">
                  <c:v>94.409980791962184</c:v>
                </c:pt>
                <c:pt idx="9900">
                  <c:v>94.409943853427905</c:v>
                </c:pt>
                <c:pt idx="9901">
                  <c:v>94.41016548463358</c:v>
                </c:pt>
                <c:pt idx="9902">
                  <c:v>94.410460992907801</c:v>
                </c:pt>
                <c:pt idx="9903">
                  <c:v>94.410682624113477</c:v>
                </c:pt>
                <c:pt idx="9904">
                  <c:v>94.410830378250594</c:v>
                </c:pt>
                <c:pt idx="9905">
                  <c:v>94.411199763593388</c:v>
                </c:pt>
                <c:pt idx="9906">
                  <c:v>94.411347517730491</c:v>
                </c:pt>
                <c:pt idx="9907">
                  <c:v>94.411569148936181</c:v>
                </c:pt>
                <c:pt idx="9908">
                  <c:v>94.41160608747046</c:v>
                </c:pt>
                <c:pt idx="9909">
                  <c:v>94.411809249408989</c:v>
                </c:pt>
                <c:pt idx="9910">
                  <c:v>94.411975472813253</c:v>
                </c:pt>
                <c:pt idx="9911">
                  <c:v>94.412234042553195</c:v>
                </c:pt>
                <c:pt idx="9912">
                  <c:v>94.412344858156033</c:v>
                </c:pt>
                <c:pt idx="9913">
                  <c:v>94.41262189716312</c:v>
                </c:pt>
                <c:pt idx="9914">
                  <c:v>94.412825059101664</c:v>
                </c:pt>
                <c:pt idx="9915">
                  <c:v>94.412880466903076</c:v>
                </c:pt>
                <c:pt idx="9916">
                  <c:v>94.41304669030734</c:v>
                </c:pt>
                <c:pt idx="9917">
                  <c:v>94.413268321513016</c:v>
                </c:pt>
                <c:pt idx="9918">
                  <c:v>94.41334219858156</c:v>
                </c:pt>
                <c:pt idx="9919">
                  <c:v>94.413656176122927</c:v>
                </c:pt>
                <c:pt idx="9920">
                  <c:v>94.413914745862883</c:v>
                </c:pt>
                <c:pt idx="9921">
                  <c:v>94.41389627659575</c:v>
                </c:pt>
                <c:pt idx="9922">
                  <c:v>94.414117907801426</c:v>
                </c:pt>
                <c:pt idx="9923">
                  <c:v>94.414413416075647</c:v>
                </c:pt>
                <c:pt idx="9924">
                  <c:v>94.41445035460994</c:v>
                </c:pt>
                <c:pt idx="9925">
                  <c:v>94.414819739952719</c:v>
                </c:pt>
                <c:pt idx="9926">
                  <c:v>94.41474586288416</c:v>
                </c:pt>
                <c:pt idx="9927">
                  <c:v>94.415078309692674</c:v>
                </c:pt>
                <c:pt idx="9928">
                  <c:v>94.415410756501188</c:v>
                </c:pt>
                <c:pt idx="9929">
                  <c:v>94.415576979905453</c:v>
                </c:pt>
                <c:pt idx="9930">
                  <c:v>94.415687795508276</c:v>
                </c:pt>
                <c:pt idx="9931">
                  <c:v>94.415964834515364</c:v>
                </c:pt>
                <c:pt idx="9932">
                  <c:v>94.41605718085107</c:v>
                </c:pt>
                <c:pt idx="9933">
                  <c:v>94.416408096926716</c:v>
                </c:pt>
                <c:pt idx="9934">
                  <c:v>94.416518912529554</c:v>
                </c:pt>
                <c:pt idx="9935">
                  <c:v>94.416851359338068</c:v>
                </c:pt>
                <c:pt idx="9936">
                  <c:v>94.416925236406627</c:v>
                </c:pt>
                <c:pt idx="9937">
                  <c:v>94.417220744680847</c:v>
                </c:pt>
                <c:pt idx="9938">
                  <c:v>94.417202275413729</c:v>
                </c:pt>
                <c:pt idx="9939">
                  <c:v>94.417294621749406</c:v>
                </c:pt>
                <c:pt idx="9940">
                  <c:v>94.417405437352258</c:v>
                </c:pt>
                <c:pt idx="9941">
                  <c:v>94.417497783687949</c:v>
                </c:pt>
                <c:pt idx="9942">
                  <c:v>94.417534722222214</c:v>
                </c:pt>
                <c:pt idx="9943">
                  <c:v>94.417737884160772</c:v>
                </c:pt>
                <c:pt idx="9944">
                  <c:v>94.417959515366434</c:v>
                </c:pt>
                <c:pt idx="9945">
                  <c:v>94.41834736997636</c:v>
                </c:pt>
                <c:pt idx="9946">
                  <c:v>94.418513593380609</c:v>
                </c:pt>
                <c:pt idx="9947">
                  <c:v>94.418642878250608</c:v>
                </c:pt>
                <c:pt idx="9948">
                  <c:v>94.41890144799055</c:v>
                </c:pt>
                <c:pt idx="9949">
                  <c:v>94.419104609929079</c:v>
                </c:pt>
                <c:pt idx="9950">
                  <c:v>94.419289302600475</c:v>
                </c:pt>
                <c:pt idx="9951">
                  <c:v>94.419437056737593</c:v>
                </c:pt>
                <c:pt idx="9952">
                  <c:v>94.419695626477534</c:v>
                </c:pt>
                <c:pt idx="9953">
                  <c:v>94.419935726950357</c:v>
                </c:pt>
                <c:pt idx="9954">
                  <c:v>94.420028073286062</c:v>
                </c:pt>
                <c:pt idx="9955">
                  <c:v>94.420083481087474</c:v>
                </c:pt>
                <c:pt idx="9956">
                  <c:v>94.420268173758856</c:v>
                </c:pt>
                <c:pt idx="9957">
                  <c:v>94.420729905437355</c:v>
                </c:pt>
                <c:pt idx="9958">
                  <c:v>94.420970005910164</c:v>
                </c:pt>
                <c:pt idx="9959">
                  <c:v>94.421357860520089</c:v>
                </c:pt>
                <c:pt idx="9960">
                  <c:v>94.421468676122927</c:v>
                </c:pt>
                <c:pt idx="9961">
                  <c:v>94.421708776595764</c:v>
                </c:pt>
                <c:pt idx="9962">
                  <c:v>94.421801122931441</c:v>
                </c:pt>
                <c:pt idx="9963">
                  <c:v>94.421893469267133</c:v>
                </c:pt>
                <c:pt idx="9964">
                  <c:v>94.421967346335705</c:v>
                </c:pt>
                <c:pt idx="9965">
                  <c:v>94.422262854609926</c:v>
                </c:pt>
                <c:pt idx="9966">
                  <c:v>94.4222074468085</c:v>
                </c:pt>
                <c:pt idx="9967">
                  <c:v>94.422281323877073</c:v>
                </c:pt>
                <c:pt idx="9968">
                  <c:v>94.422392139479911</c:v>
                </c:pt>
                <c:pt idx="9969">
                  <c:v>94.422835401891248</c:v>
                </c:pt>
                <c:pt idx="9970">
                  <c:v>94.422798463356969</c:v>
                </c:pt>
                <c:pt idx="9971">
                  <c:v>94.423057033096939</c:v>
                </c:pt>
                <c:pt idx="9972">
                  <c:v>94.42314937943263</c:v>
                </c:pt>
                <c:pt idx="9973">
                  <c:v>94.423334072104012</c:v>
                </c:pt>
                <c:pt idx="9974">
                  <c:v>94.423574172576835</c:v>
                </c:pt>
                <c:pt idx="9975">
                  <c:v>94.423832742316776</c:v>
                </c:pt>
                <c:pt idx="9976">
                  <c:v>94.423832742316776</c:v>
                </c:pt>
                <c:pt idx="9977">
                  <c:v>94.424054373522466</c:v>
                </c:pt>
                <c:pt idx="9978">
                  <c:v>94.424128250591025</c:v>
                </c:pt>
                <c:pt idx="9979">
                  <c:v>94.424534574468083</c:v>
                </c:pt>
                <c:pt idx="9980">
                  <c:v>94.424756205673759</c:v>
                </c:pt>
                <c:pt idx="9981">
                  <c:v>94.424848552009465</c:v>
                </c:pt>
                <c:pt idx="9982">
                  <c:v>94.424830082742318</c:v>
                </c:pt>
                <c:pt idx="9983">
                  <c:v>94.425217937352258</c:v>
                </c:pt>
                <c:pt idx="9984">
                  <c:v>94.425107121749406</c:v>
                </c:pt>
                <c:pt idx="9985">
                  <c:v>94.425291814420802</c:v>
                </c:pt>
                <c:pt idx="9986">
                  <c:v>94.425384160756508</c:v>
                </c:pt>
                <c:pt idx="9987">
                  <c:v>94.425845892434992</c:v>
                </c:pt>
                <c:pt idx="9988">
                  <c:v>94.426215277777786</c:v>
                </c:pt>
                <c:pt idx="9989">
                  <c:v>94.426529255319153</c:v>
                </c:pt>
                <c:pt idx="9990">
                  <c:v>94.426603132387712</c:v>
                </c:pt>
                <c:pt idx="9991">
                  <c:v>94.426935579196211</c:v>
                </c:pt>
                <c:pt idx="9992">
                  <c:v>94.427304964539005</c:v>
                </c:pt>
                <c:pt idx="9993">
                  <c:v>94.427489657210401</c:v>
                </c:pt>
                <c:pt idx="9994">
                  <c:v>94.427508126477548</c:v>
                </c:pt>
                <c:pt idx="9995">
                  <c:v>94.427378841607563</c:v>
                </c:pt>
                <c:pt idx="9996">
                  <c:v>94.427378841607563</c:v>
                </c:pt>
                <c:pt idx="9997">
                  <c:v>94.427618942080386</c:v>
                </c:pt>
                <c:pt idx="9998">
                  <c:v>94.427637411347519</c:v>
                </c:pt>
                <c:pt idx="9999">
                  <c:v>94.42778516548465</c:v>
                </c:pt>
                <c:pt idx="10000">
                  <c:v>94.428006796690312</c:v>
                </c:pt>
                <c:pt idx="10001">
                  <c:v>94.428283835697385</c:v>
                </c:pt>
                <c:pt idx="10002">
                  <c:v>94.42845005910165</c:v>
                </c:pt>
                <c:pt idx="10003">
                  <c:v>94.428542405437355</c:v>
                </c:pt>
                <c:pt idx="10004">
                  <c:v>94.42863475177306</c:v>
                </c:pt>
                <c:pt idx="10005">
                  <c:v>94.428948729314428</c:v>
                </c:pt>
                <c:pt idx="10006">
                  <c:v>94.429096483451545</c:v>
                </c:pt>
                <c:pt idx="10007">
                  <c:v>94.429428930260045</c:v>
                </c:pt>
                <c:pt idx="10008">
                  <c:v>94.429613622931441</c:v>
                </c:pt>
                <c:pt idx="10009">
                  <c:v>94.429742907801412</c:v>
                </c:pt>
                <c:pt idx="10010">
                  <c:v>94.429964539007088</c:v>
                </c:pt>
                <c:pt idx="10011">
                  <c:v>94.430038416075661</c:v>
                </c:pt>
                <c:pt idx="10012">
                  <c:v>94.430333924349881</c:v>
                </c:pt>
                <c:pt idx="10013">
                  <c:v>94.430592494089836</c:v>
                </c:pt>
                <c:pt idx="10014">
                  <c:v>94.43079565602838</c:v>
                </c:pt>
                <c:pt idx="10015">
                  <c:v>94.4310911643026</c:v>
                </c:pt>
                <c:pt idx="10016">
                  <c:v>94.431054225768321</c:v>
                </c:pt>
                <c:pt idx="10017">
                  <c:v>94.431442080378247</c:v>
                </c:pt>
                <c:pt idx="10018">
                  <c:v>94.431700650118216</c:v>
                </c:pt>
                <c:pt idx="10019">
                  <c:v>94.431571365248232</c:v>
                </c:pt>
                <c:pt idx="10020">
                  <c:v>94.431663711583937</c:v>
                </c:pt>
                <c:pt idx="10021">
                  <c:v>94.432070035460995</c:v>
                </c:pt>
                <c:pt idx="10022">
                  <c:v>94.432254728132378</c:v>
                </c:pt>
                <c:pt idx="10023">
                  <c:v>94.43253176713948</c:v>
                </c:pt>
                <c:pt idx="10024">
                  <c:v>94.432550236406627</c:v>
                </c:pt>
                <c:pt idx="10025">
                  <c:v>94.432734929078023</c:v>
                </c:pt>
                <c:pt idx="10026">
                  <c:v>94.432790336879421</c:v>
                </c:pt>
                <c:pt idx="10027">
                  <c:v>94.432956560283685</c:v>
                </c:pt>
                <c:pt idx="10028">
                  <c:v>94.43325206855792</c:v>
                </c:pt>
                <c:pt idx="10029">
                  <c:v>94.433566046099287</c:v>
                </c:pt>
                <c:pt idx="10030">
                  <c:v>94.433658392434978</c:v>
                </c:pt>
                <c:pt idx="10031">
                  <c:v>94.433990839243492</c:v>
                </c:pt>
                <c:pt idx="10032">
                  <c:v>94.43410165484633</c:v>
                </c:pt>
                <c:pt idx="10033">
                  <c:v>94.434212470449168</c:v>
                </c:pt>
                <c:pt idx="10034">
                  <c:v>94.434692671394799</c:v>
                </c:pt>
                <c:pt idx="10035">
                  <c:v>94.43465573286052</c:v>
                </c:pt>
                <c:pt idx="10036">
                  <c:v>94.434748079196211</c:v>
                </c:pt>
                <c:pt idx="10037">
                  <c:v>94.434840425531917</c:v>
                </c:pt>
                <c:pt idx="10038">
                  <c:v>94.435006648936167</c:v>
                </c:pt>
                <c:pt idx="10039">
                  <c:v>94.435431442080386</c:v>
                </c:pt>
                <c:pt idx="10040">
                  <c:v>94.435616134751783</c:v>
                </c:pt>
                <c:pt idx="10041">
                  <c:v>94.435579196217503</c:v>
                </c:pt>
                <c:pt idx="10042">
                  <c:v>94.435800827423179</c:v>
                </c:pt>
                <c:pt idx="10043">
                  <c:v>94.436133274231679</c:v>
                </c:pt>
                <c:pt idx="10044">
                  <c:v>94.436133274231679</c:v>
                </c:pt>
                <c:pt idx="10045">
                  <c:v>94.436244089834517</c:v>
                </c:pt>
                <c:pt idx="10046">
                  <c:v>94.436576536643031</c:v>
                </c:pt>
                <c:pt idx="10047">
                  <c:v>94.436835106382986</c:v>
                </c:pt>
                <c:pt idx="10048">
                  <c:v>94.436982860520089</c:v>
                </c:pt>
                <c:pt idx="10049">
                  <c:v>94.43720449172578</c:v>
                </c:pt>
                <c:pt idx="10050">
                  <c:v>94.437481530732853</c:v>
                </c:pt>
                <c:pt idx="10051">
                  <c:v>94.437536938534279</c:v>
                </c:pt>
                <c:pt idx="10052">
                  <c:v>94.437463061465721</c:v>
                </c:pt>
                <c:pt idx="10053">
                  <c:v>94.437536938534279</c:v>
                </c:pt>
                <c:pt idx="10054">
                  <c:v>94.437943262411352</c:v>
                </c:pt>
                <c:pt idx="10055">
                  <c:v>94.43805407801419</c:v>
                </c:pt>
                <c:pt idx="10056">
                  <c:v>94.438164893617014</c:v>
                </c:pt>
                <c:pt idx="10057">
                  <c:v>94.438331117021264</c:v>
                </c:pt>
                <c:pt idx="10058">
                  <c:v>94.438589686761233</c:v>
                </c:pt>
                <c:pt idx="10059">
                  <c:v>94.438848256501188</c:v>
                </c:pt>
                <c:pt idx="10060">
                  <c:v>94.438903664302615</c:v>
                </c:pt>
                <c:pt idx="10061">
                  <c:v>94.43894060283688</c:v>
                </c:pt>
                <c:pt idx="10062">
                  <c:v>94.438959072104026</c:v>
                </c:pt>
                <c:pt idx="10063">
                  <c:v>94.439273049645394</c:v>
                </c:pt>
                <c:pt idx="10064">
                  <c:v>94.439568557919628</c:v>
                </c:pt>
                <c:pt idx="10065">
                  <c:v>94.439697842789599</c:v>
                </c:pt>
                <c:pt idx="10066">
                  <c:v>94.43979018912529</c:v>
                </c:pt>
                <c:pt idx="10067">
                  <c:v>94.440159574468083</c:v>
                </c:pt>
                <c:pt idx="10068">
                  <c:v>94.440399674940906</c:v>
                </c:pt>
                <c:pt idx="10069">
                  <c:v>94.440399674940906</c:v>
                </c:pt>
                <c:pt idx="10070">
                  <c:v>94.440676713948008</c:v>
                </c:pt>
                <c:pt idx="10071">
                  <c:v>94.440584367612303</c:v>
                </c:pt>
                <c:pt idx="10072">
                  <c:v>94.440732121749406</c:v>
                </c:pt>
                <c:pt idx="10073">
                  <c:v>94.440972222222229</c:v>
                </c:pt>
                <c:pt idx="10074">
                  <c:v>94.441009160756508</c:v>
                </c:pt>
                <c:pt idx="10075">
                  <c:v>94.441341607565022</c:v>
                </c:pt>
                <c:pt idx="10076">
                  <c:v>94.441489361702125</c:v>
                </c:pt>
                <c:pt idx="10077">
                  <c:v>94.441840277777786</c:v>
                </c:pt>
                <c:pt idx="10078">
                  <c:v>94.442283540189138</c:v>
                </c:pt>
                <c:pt idx="10079">
                  <c:v>94.442265070921977</c:v>
                </c:pt>
                <c:pt idx="10080">
                  <c:v>94.442357417257682</c:v>
                </c:pt>
                <c:pt idx="10081">
                  <c:v>94.442597517730491</c:v>
                </c:pt>
                <c:pt idx="10082">
                  <c:v>94.442671394799049</c:v>
                </c:pt>
                <c:pt idx="10083">
                  <c:v>94.442708333333343</c:v>
                </c:pt>
                <c:pt idx="10084">
                  <c:v>94.442893026004725</c:v>
                </c:pt>
                <c:pt idx="10085">
                  <c:v>94.443243942080386</c:v>
                </c:pt>
                <c:pt idx="10086">
                  <c:v>94.443336288416063</c:v>
                </c:pt>
                <c:pt idx="10087">
                  <c:v>94.443299349881798</c:v>
                </c:pt>
                <c:pt idx="10088">
                  <c:v>94.443465573286062</c:v>
                </c:pt>
                <c:pt idx="10089">
                  <c:v>94.443742612293164</c:v>
                </c:pt>
                <c:pt idx="10090">
                  <c:v>94.443927304964532</c:v>
                </c:pt>
                <c:pt idx="10091">
                  <c:v>94.443964243498812</c:v>
                </c:pt>
                <c:pt idx="10092">
                  <c:v>94.444222813238781</c:v>
                </c:pt>
                <c:pt idx="10093">
                  <c:v>94.444389036643031</c:v>
                </c:pt>
                <c:pt idx="10094">
                  <c:v>94.444536790780148</c:v>
                </c:pt>
                <c:pt idx="10095">
                  <c:v>94.444887706855795</c:v>
                </c:pt>
                <c:pt idx="10096">
                  <c:v>94.445072399527191</c:v>
                </c:pt>
                <c:pt idx="10097">
                  <c:v>94.445090868794338</c:v>
                </c:pt>
                <c:pt idx="10098">
                  <c:v>94.445478723404264</c:v>
                </c:pt>
                <c:pt idx="10099">
                  <c:v>94.445552600472809</c:v>
                </c:pt>
                <c:pt idx="10100">
                  <c:v>94.445718823877073</c:v>
                </c:pt>
                <c:pt idx="10101">
                  <c:v>94.445848108747057</c:v>
                </c:pt>
                <c:pt idx="10102">
                  <c:v>94.445811170212778</c:v>
                </c:pt>
                <c:pt idx="10103">
                  <c:v>94.445940455082749</c:v>
                </c:pt>
                <c:pt idx="10104">
                  <c:v>94.446069739952719</c:v>
                </c:pt>
                <c:pt idx="10105">
                  <c:v>94.446180555555557</c:v>
                </c:pt>
                <c:pt idx="10106">
                  <c:v>94.446513002364071</c:v>
                </c:pt>
                <c:pt idx="10107">
                  <c:v>94.446771572104012</c:v>
                </c:pt>
                <c:pt idx="10108">
                  <c:v>94.447067080378261</c:v>
                </c:pt>
                <c:pt idx="10109">
                  <c:v>94.447177895981085</c:v>
                </c:pt>
                <c:pt idx="10110">
                  <c:v>94.447362588652481</c:v>
                </c:pt>
                <c:pt idx="10111">
                  <c:v>94.447584219858157</c:v>
                </c:pt>
                <c:pt idx="10112">
                  <c:v>94.447842789598099</c:v>
                </c:pt>
                <c:pt idx="10113">
                  <c:v>94.448359929078023</c:v>
                </c:pt>
                <c:pt idx="10114">
                  <c:v>94.44884013002364</c:v>
                </c:pt>
                <c:pt idx="10115">
                  <c:v>94.448766252955082</c:v>
                </c:pt>
                <c:pt idx="10116">
                  <c:v>94.448821660756508</c:v>
                </c:pt>
                <c:pt idx="10117">
                  <c:v>94.44884013002364</c:v>
                </c:pt>
                <c:pt idx="10118">
                  <c:v>94.448766252955082</c:v>
                </c:pt>
                <c:pt idx="10119">
                  <c:v>94.44887706855792</c:v>
                </c:pt>
                <c:pt idx="10120">
                  <c:v>94.449061761229316</c:v>
                </c:pt>
                <c:pt idx="10121">
                  <c:v>94.449061761229316</c:v>
                </c:pt>
                <c:pt idx="10122">
                  <c:v>94.449098699763596</c:v>
                </c:pt>
                <c:pt idx="10123">
                  <c:v>94.449283392435007</c:v>
                </c:pt>
                <c:pt idx="10124">
                  <c:v>94.449486554373536</c:v>
                </c:pt>
                <c:pt idx="10125">
                  <c:v>94.449597369976374</c:v>
                </c:pt>
                <c:pt idx="10126">
                  <c:v>94.449837470449168</c:v>
                </c:pt>
                <c:pt idx="10127">
                  <c:v>94.450096040189123</c:v>
                </c:pt>
                <c:pt idx="10128">
                  <c:v>94.450373079196211</c:v>
                </c:pt>
                <c:pt idx="10129">
                  <c:v>94.450594710401887</c:v>
                </c:pt>
                <c:pt idx="10130">
                  <c:v>94.450927157210401</c:v>
                </c:pt>
                <c:pt idx="10131">
                  <c:v>94.451056442080386</c:v>
                </c:pt>
                <c:pt idx="10132">
                  <c:v>94.451093380614665</c:v>
                </c:pt>
                <c:pt idx="10133">
                  <c:v>94.451462765957444</c:v>
                </c:pt>
                <c:pt idx="10134">
                  <c:v>94.451499704491724</c:v>
                </c:pt>
                <c:pt idx="10135">
                  <c:v>94.451536643026003</c:v>
                </c:pt>
                <c:pt idx="10136">
                  <c:v>94.451758274231693</c:v>
                </c:pt>
                <c:pt idx="10137">
                  <c:v>94.452053782505914</c:v>
                </c:pt>
                <c:pt idx="10138">
                  <c:v>94.452256944444457</c:v>
                </c:pt>
                <c:pt idx="10139">
                  <c:v>94.45223847517731</c:v>
                </c:pt>
                <c:pt idx="10140">
                  <c:v>94.452533983451531</c:v>
                </c:pt>
                <c:pt idx="10141">
                  <c:v>94.452552452718678</c:v>
                </c:pt>
                <c:pt idx="10142">
                  <c:v>94.452644799054369</c:v>
                </c:pt>
                <c:pt idx="10143">
                  <c:v>94.452755614657207</c:v>
                </c:pt>
                <c:pt idx="10144">
                  <c:v>94.452921838061471</c:v>
                </c:pt>
                <c:pt idx="10145">
                  <c:v>94.453125</c:v>
                </c:pt>
                <c:pt idx="10146">
                  <c:v>94.453438977541367</c:v>
                </c:pt>
                <c:pt idx="10147">
                  <c:v>94.453420508274249</c:v>
                </c:pt>
                <c:pt idx="10148">
                  <c:v>94.453568262411352</c:v>
                </c:pt>
                <c:pt idx="10149">
                  <c:v>94.45384530141844</c:v>
                </c:pt>
                <c:pt idx="10150">
                  <c:v>94.45397458628841</c:v>
                </c:pt>
                <c:pt idx="10151">
                  <c:v>94.453993055555557</c:v>
                </c:pt>
                <c:pt idx="10152">
                  <c:v>94.454122340425542</c:v>
                </c:pt>
                <c:pt idx="10153">
                  <c:v>94.454380910165483</c:v>
                </c:pt>
                <c:pt idx="10154">
                  <c:v>94.454824172576849</c:v>
                </c:pt>
                <c:pt idx="10155">
                  <c:v>94.454824172576849</c:v>
                </c:pt>
                <c:pt idx="10156">
                  <c:v>94.454990395981099</c:v>
                </c:pt>
                <c:pt idx="10157">
                  <c:v>94.455138150118216</c:v>
                </c:pt>
                <c:pt idx="10158">
                  <c:v>94.455285904255319</c:v>
                </c:pt>
                <c:pt idx="10159">
                  <c:v>94.455489066193849</c:v>
                </c:pt>
                <c:pt idx="10160">
                  <c:v>94.455876920803789</c:v>
                </c:pt>
                <c:pt idx="10161">
                  <c:v>94.455895390070935</c:v>
                </c:pt>
                <c:pt idx="10162">
                  <c:v>94.455950797872333</c:v>
                </c:pt>
                <c:pt idx="10163">
                  <c:v>94.456264775413729</c:v>
                </c:pt>
                <c:pt idx="10164">
                  <c:v>94.456375591016553</c:v>
                </c:pt>
                <c:pt idx="10165">
                  <c:v>94.456098552009465</c:v>
                </c:pt>
                <c:pt idx="10166">
                  <c:v>94.456153959810877</c:v>
                </c:pt>
                <c:pt idx="10167">
                  <c:v>94.456375591016553</c:v>
                </c:pt>
                <c:pt idx="10168">
                  <c:v>94.456744976359346</c:v>
                </c:pt>
                <c:pt idx="10169">
                  <c:v>94.45681885342789</c:v>
                </c:pt>
                <c:pt idx="10170">
                  <c:v>94.456966607565022</c:v>
                </c:pt>
                <c:pt idx="10171">
                  <c:v>94.457132830969272</c:v>
                </c:pt>
                <c:pt idx="10172">
                  <c:v>94.457576093380609</c:v>
                </c:pt>
                <c:pt idx="10173">
                  <c:v>94.457668439716315</c:v>
                </c:pt>
                <c:pt idx="10174">
                  <c:v>94.45809323286052</c:v>
                </c:pt>
                <c:pt idx="10175">
                  <c:v>94.458111702127667</c:v>
                </c:pt>
                <c:pt idx="10176">
                  <c:v>94.458462618203328</c:v>
                </c:pt>
                <c:pt idx="10177">
                  <c:v>94.458684249408989</c:v>
                </c:pt>
                <c:pt idx="10178">
                  <c:v>94.458887411347519</c:v>
                </c:pt>
                <c:pt idx="10179">
                  <c:v>94.458850472813239</c:v>
                </c:pt>
                <c:pt idx="10180">
                  <c:v>94.459293735224577</c:v>
                </c:pt>
                <c:pt idx="10181">
                  <c:v>94.459256796690312</c:v>
                </c:pt>
                <c:pt idx="10182">
                  <c:v>94.45936761229315</c:v>
                </c:pt>
                <c:pt idx="10183">
                  <c:v>94.459256796690312</c:v>
                </c:pt>
                <c:pt idx="10184">
                  <c:v>94.459459958628841</c:v>
                </c:pt>
                <c:pt idx="10185">
                  <c:v>94.459736997635943</c:v>
                </c:pt>
                <c:pt idx="10186">
                  <c:v>94.460069444444457</c:v>
                </c:pt>
                <c:pt idx="10187">
                  <c:v>94.46008791371159</c:v>
                </c:pt>
                <c:pt idx="10188">
                  <c:v>94.460328014184398</c:v>
                </c:pt>
                <c:pt idx="10189">
                  <c:v>94.460309544917266</c:v>
                </c:pt>
                <c:pt idx="10190">
                  <c:v>94.460678930260059</c:v>
                </c:pt>
                <c:pt idx="10191">
                  <c:v>94.460660460992912</c:v>
                </c:pt>
                <c:pt idx="10192">
                  <c:v>94.460882092198588</c:v>
                </c:pt>
                <c:pt idx="10193">
                  <c:v>94.460919030732853</c:v>
                </c:pt>
                <c:pt idx="10194">
                  <c:v>94.461251477541381</c:v>
                </c:pt>
                <c:pt idx="10195">
                  <c:v>94.461454639479896</c:v>
                </c:pt>
                <c:pt idx="10196">
                  <c:v>94.461546985815602</c:v>
                </c:pt>
                <c:pt idx="10197">
                  <c:v>94.461879432624116</c:v>
                </c:pt>
                <c:pt idx="10198">
                  <c:v>94.462359633569733</c:v>
                </c:pt>
                <c:pt idx="10199">
                  <c:v>94.462396572104012</c:v>
                </c:pt>
                <c:pt idx="10200">
                  <c:v>94.462156471631204</c:v>
                </c:pt>
                <c:pt idx="10201">
                  <c:v>94.462267287234042</c:v>
                </c:pt>
                <c:pt idx="10202">
                  <c:v>94.462636672576835</c:v>
                </c:pt>
                <c:pt idx="10203">
                  <c:v>94.462544326241144</c:v>
                </c:pt>
                <c:pt idx="10204">
                  <c:v>94.462729018912526</c:v>
                </c:pt>
                <c:pt idx="10205">
                  <c:v>94.462729018912526</c:v>
                </c:pt>
                <c:pt idx="10206">
                  <c:v>94.462913711583923</c:v>
                </c:pt>
                <c:pt idx="10207">
                  <c:v>94.462913711583923</c:v>
                </c:pt>
                <c:pt idx="10208">
                  <c:v>94.463153812056746</c:v>
                </c:pt>
                <c:pt idx="10209">
                  <c:v>94.463283096926716</c:v>
                </c:pt>
                <c:pt idx="10210">
                  <c:v>94.46361554373523</c:v>
                </c:pt>
                <c:pt idx="10211">
                  <c:v>94.46361554373523</c:v>
                </c:pt>
                <c:pt idx="10212">
                  <c:v>94.463800236406612</c:v>
                </c:pt>
                <c:pt idx="10213">
                  <c:v>94.463874113475185</c:v>
                </c:pt>
                <c:pt idx="10214">
                  <c:v>94.464058806146568</c:v>
                </c:pt>
                <c:pt idx="10215">
                  <c:v>94.464317375886537</c:v>
                </c:pt>
                <c:pt idx="10216">
                  <c:v>94.464686761229316</c:v>
                </c:pt>
                <c:pt idx="10217">
                  <c:v>94.464760638297875</c:v>
                </c:pt>
                <c:pt idx="10218">
                  <c:v>94.464871453900727</c:v>
                </c:pt>
                <c:pt idx="10219">
                  <c:v>94.465148492907801</c:v>
                </c:pt>
                <c:pt idx="10220">
                  <c:v>94.465388593380624</c:v>
                </c:pt>
                <c:pt idx="10221">
                  <c:v>94.465647163120565</c:v>
                </c:pt>
                <c:pt idx="10222">
                  <c:v>94.465757978723403</c:v>
                </c:pt>
                <c:pt idx="10223">
                  <c:v>94.465757978723403</c:v>
                </c:pt>
                <c:pt idx="10224">
                  <c:v>94.465831855791961</c:v>
                </c:pt>
                <c:pt idx="10225">
                  <c:v>94.465831855791961</c:v>
                </c:pt>
                <c:pt idx="10226">
                  <c:v>94.465868794326241</c:v>
                </c:pt>
                <c:pt idx="10227">
                  <c:v>94.46623817966902</c:v>
                </c:pt>
                <c:pt idx="10228">
                  <c:v>94.466662972813239</c:v>
                </c:pt>
                <c:pt idx="10229">
                  <c:v>94.466755319148945</c:v>
                </c:pt>
                <c:pt idx="10230">
                  <c:v>94.46684766548465</c:v>
                </c:pt>
                <c:pt idx="10231">
                  <c:v>94.466995419621753</c:v>
                </c:pt>
                <c:pt idx="10232">
                  <c:v>94.467272458628841</c:v>
                </c:pt>
                <c:pt idx="10233">
                  <c:v>94.467124704491724</c:v>
                </c:pt>
                <c:pt idx="10234">
                  <c:v>94.46718011229315</c:v>
                </c:pt>
                <c:pt idx="10235">
                  <c:v>94.467050827423165</c:v>
                </c:pt>
                <c:pt idx="10236">
                  <c:v>94.467087765957444</c:v>
                </c:pt>
                <c:pt idx="10237">
                  <c:v>94.467531028368796</c:v>
                </c:pt>
                <c:pt idx="10238">
                  <c:v>94.46786347517731</c:v>
                </c:pt>
                <c:pt idx="10239">
                  <c:v>94.468048167848707</c:v>
                </c:pt>
                <c:pt idx="10240">
                  <c:v>94.468232860520089</c:v>
                </c:pt>
                <c:pt idx="10241">
                  <c:v>94.467974290780148</c:v>
                </c:pt>
                <c:pt idx="10242">
                  <c:v>94.468158983451545</c:v>
                </c:pt>
                <c:pt idx="10243">
                  <c:v>94.468288268321515</c:v>
                </c:pt>
                <c:pt idx="10244">
                  <c:v>94.468380614657221</c:v>
                </c:pt>
                <c:pt idx="10245">
                  <c:v>94.468602245862883</c:v>
                </c:pt>
                <c:pt idx="10246">
                  <c:v>94.468786938534294</c:v>
                </c:pt>
                <c:pt idx="10247">
                  <c:v>94.468860815602838</c:v>
                </c:pt>
                <c:pt idx="10248">
                  <c:v>94.468934692671397</c:v>
                </c:pt>
                <c:pt idx="10249">
                  <c:v>94.468860815602838</c:v>
                </c:pt>
                <c:pt idx="10250">
                  <c:v>94.469230200945631</c:v>
                </c:pt>
                <c:pt idx="10251">
                  <c:v>94.469304078014176</c:v>
                </c:pt>
                <c:pt idx="10252">
                  <c:v>94.469322547281337</c:v>
                </c:pt>
                <c:pt idx="10253">
                  <c:v>94.469414893617028</c:v>
                </c:pt>
                <c:pt idx="10254">
                  <c:v>94.469747340425542</c:v>
                </c:pt>
                <c:pt idx="10255">
                  <c:v>94.470042848699762</c:v>
                </c:pt>
                <c:pt idx="10256">
                  <c:v>94.470227541371159</c:v>
                </c:pt>
                <c:pt idx="10257">
                  <c:v>94.4701536643026</c:v>
                </c:pt>
                <c:pt idx="10258">
                  <c:v>94.470596926713952</c:v>
                </c:pt>
                <c:pt idx="10259">
                  <c:v>94.470966312056731</c:v>
                </c:pt>
                <c:pt idx="10260">
                  <c:v>94.471224881796701</c:v>
                </c:pt>
                <c:pt idx="10261">
                  <c:v>94.471280289598113</c:v>
                </c:pt>
                <c:pt idx="10262">
                  <c:v>94.471446513002377</c:v>
                </c:pt>
                <c:pt idx="10263">
                  <c:v>94.47159426713948</c:v>
                </c:pt>
                <c:pt idx="10264">
                  <c:v>94.471742021276597</c:v>
                </c:pt>
                <c:pt idx="10265">
                  <c:v>94.471778959810877</c:v>
                </c:pt>
                <c:pt idx="10266">
                  <c:v>94.472000591016553</c:v>
                </c:pt>
                <c:pt idx="10267">
                  <c:v>94.472092937352244</c:v>
                </c:pt>
                <c:pt idx="10268">
                  <c:v>94.47231456855792</c:v>
                </c:pt>
                <c:pt idx="10269">
                  <c:v>94.472351507092213</c:v>
                </c:pt>
                <c:pt idx="10270">
                  <c:v>94.472591607565022</c:v>
                </c:pt>
                <c:pt idx="10271">
                  <c:v>94.47266548463358</c:v>
                </c:pt>
                <c:pt idx="10272">
                  <c:v>94.47299793144208</c:v>
                </c:pt>
                <c:pt idx="10273">
                  <c:v>94.47299793144208</c:v>
                </c:pt>
                <c:pt idx="10274">
                  <c:v>94.473274970449168</c:v>
                </c:pt>
                <c:pt idx="10275">
                  <c:v>94.473330378250594</c:v>
                </c:pt>
                <c:pt idx="10276">
                  <c:v>94.473441193853418</c:v>
                </c:pt>
                <c:pt idx="10277">
                  <c:v>94.4734227245863</c:v>
                </c:pt>
                <c:pt idx="10278">
                  <c:v>94.473902925531917</c:v>
                </c:pt>
                <c:pt idx="10279">
                  <c:v>94.474161495271872</c:v>
                </c:pt>
                <c:pt idx="10280">
                  <c:v>94.47427231087471</c:v>
                </c:pt>
                <c:pt idx="10281">
                  <c:v>94.474290780141843</c:v>
                </c:pt>
                <c:pt idx="10282">
                  <c:v>94.474290780141843</c:v>
                </c:pt>
                <c:pt idx="10283">
                  <c:v>94.474493942080386</c:v>
                </c:pt>
                <c:pt idx="10284">
                  <c:v>94.474844858156033</c:v>
                </c:pt>
                <c:pt idx="10285">
                  <c:v>94.474623226950357</c:v>
                </c:pt>
                <c:pt idx="10286">
                  <c:v>94.474660165484636</c:v>
                </c:pt>
                <c:pt idx="10287">
                  <c:v>94.474918735224605</c:v>
                </c:pt>
                <c:pt idx="10288">
                  <c:v>94.475195774231679</c:v>
                </c:pt>
                <c:pt idx="10289">
                  <c:v>94.475288120567384</c:v>
                </c:pt>
                <c:pt idx="10290">
                  <c:v>94.47567597517731</c:v>
                </c:pt>
                <c:pt idx="10291">
                  <c:v>94.475823729314428</c:v>
                </c:pt>
                <c:pt idx="10292">
                  <c:v>94.476137706855795</c:v>
                </c:pt>
                <c:pt idx="10293">
                  <c:v>94.476211583924353</c:v>
                </c:pt>
                <c:pt idx="10294">
                  <c:v>94.476414745862883</c:v>
                </c:pt>
                <c:pt idx="10295">
                  <c:v>94.476285460992898</c:v>
                </c:pt>
                <c:pt idx="10296">
                  <c:v>94.476322399527191</c:v>
                </c:pt>
                <c:pt idx="10297">
                  <c:v>94.476544030732853</c:v>
                </c:pt>
                <c:pt idx="10298">
                  <c:v>94.476544030732853</c:v>
                </c:pt>
                <c:pt idx="10299">
                  <c:v>94.476322399527191</c:v>
                </c:pt>
                <c:pt idx="10300">
                  <c:v>94.476433215130029</c:v>
                </c:pt>
                <c:pt idx="10301">
                  <c:v>94.476599438534279</c:v>
                </c:pt>
                <c:pt idx="10302">
                  <c:v>94.476858008274249</c:v>
                </c:pt>
                <c:pt idx="10303">
                  <c:v>94.476950354609926</c:v>
                </c:pt>
                <c:pt idx="10304">
                  <c:v>94.477171985815602</c:v>
                </c:pt>
                <c:pt idx="10305">
                  <c:v>94.477171985815602</c:v>
                </c:pt>
                <c:pt idx="10306">
                  <c:v>94.477467494089836</c:v>
                </c:pt>
                <c:pt idx="10307">
                  <c:v>94.477652186761233</c:v>
                </c:pt>
                <c:pt idx="10308">
                  <c:v>94.477726063829792</c:v>
                </c:pt>
                <c:pt idx="10309">
                  <c:v>94.477873817966909</c:v>
                </c:pt>
                <c:pt idx="10310">
                  <c:v>94.478427895981099</c:v>
                </c:pt>
                <c:pt idx="10311">
                  <c:v>94.478612588652481</c:v>
                </c:pt>
                <c:pt idx="10312">
                  <c:v>94.478760342789599</c:v>
                </c:pt>
                <c:pt idx="10313">
                  <c:v>94.478871158392437</c:v>
                </c:pt>
                <c:pt idx="10314">
                  <c:v>94.479129728132392</c:v>
                </c:pt>
                <c:pt idx="10315">
                  <c:v>94.478981973995275</c:v>
                </c:pt>
                <c:pt idx="10316">
                  <c:v>94.47924054373523</c:v>
                </c:pt>
                <c:pt idx="10317">
                  <c:v>94.479222074468083</c:v>
                </c:pt>
                <c:pt idx="10318">
                  <c:v>94.479425236406627</c:v>
                </c:pt>
                <c:pt idx="10319">
                  <c:v>94.479499113475185</c:v>
                </c:pt>
                <c:pt idx="10320">
                  <c:v>94.47957299054373</c:v>
                </c:pt>
                <c:pt idx="10321">
                  <c:v>94.479739213947994</c:v>
                </c:pt>
                <c:pt idx="10322">
                  <c:v>94.48009013002364</c:v>
                </c:pt>
                <c:pt idx="10323">
                  <c:v>94.48009013002364</c:v>
                </c:pt>
                <c:pt idx="10324">
                  <c:v>94.480330230496463</c:v>
                </c:pt>
                <c:pt idx="10325">
                  <c:v>94.480237884160758</c:v>
                </c:pt>
                <c:pt idx="10326">
                  <c:v>94.480385638297875</c:v>
                </c:pt>
                <c:pt idx="10327">
                  <c:v>94.480514923167846</c:v>
                </c:pt>
                <c:pt idx="10328">
                  <c:v>94.480570330969272</c:v>
                </c:pt>
                <c:pt idx="10329">
                  <c:v>94.480441046099301</c:v>
                </c:pt>
                <c:pt idx="10330">
                  <c:v>94.480865839243506</c:v>
                </c:pt>
                <c:pt idx="10331">
                  <c:v>94.480939716312065</c:v>
                </c:pt>
                <c:pt idx="10332">
                  <c:v>94.481124408983447</c:v>
                </c:pt>
                <c:pt idx="10333">
                  <c:v>94.481216755319153</c:v>
                </c:pt>
                <c:pt idx="10334">
                  <c:v>94.481456855791961</c:v>
                </c:pt>
                <c:pt idx="10335">
                  <c:v>94.481456855791961</c:v>
                </c:pt>
                <c:pt idx="10336">
                  <c:v>94.481586140661932</c:v>
                </c:pt>
                <c:pt idx="10337">
                  <c:v>94.481733894799063</c:v>
                </c:pt>
                <c:pt idx="10338">
                  <c:v>94.481937056737593</c:v>
                </c:pt>
                <c:pt idx="10339">
                  <c:v>94.481918587470446</c:v>
                </c:pt>
                <c:pt idx="10340">
                  <c:v>94.482047872340431</c:v>
                </c:pt>
                <c:pt idx="10341">
                  <c:v>94.482232565011827</c:v>
                </c:pt>
                <c:pt idx="10342">
                  <c:v>94.48241725768321</c:v>
                </c:pt>
                <c:pt idx="10343">
                  <c:v>94.482509604018915</c:v>
                </c:pt>
                <c:pt idx="10344">
                  <c:v>94.482675827423165</c:v>
                </c:pt>
                <c:pt idx="10345">
                  <c:v>94.482472665484636</c:v>
                </c:pt>
                <c:pt idx="10346">
                  <c:v>94.482934397163135</c:v>
                </c:pt>
                <c:pt idx="10347">
                  <c:v>94.482860520094562</c:v>
                </c:pt>
                <c:pt idx="10348">
                  <c:v>94.483377659574472</c:v>
                </c:pt>
                <c:pt idx="10349">
                  <c:v>94.483599290780148</c:v>
                </c:pt>
                <c:pt idx="10350">
                  <c:v>94.483580821513002</c:v>
                </c:pt>
                <c:pt idx="10351">
                  <c:v>94.483525413711575</c:v>
                </c:pt>
                <c:pt idx="10352">
                  <c:v>94.483820921985824</c:v>
                </c:pt>
                <c:pt idx="10353">
                  <c:v>94.484097960992912</c:v>
                </c:pt>
                <c:pt idx="10354">
                  <c:v>94.484485815602838</c:v>
                </c:pt>
                <c:pt idx="10355">
                  <c:v>94.484504284869985</c:v>
                </c:pt>
                <c:pt idx="10356">
                  <c:v>94.484633569739955</c:v>
                </c:pt>
                <c:pt idx="10357">
                  <c:v>94.484892139479911</c:v>
                </c:pt>
                <c:pt idx="10358">
                  <c:v>94.484873670212778</c:v>
                </c:pt>
                <c:pt idx="10359">
                  <c:v>94.484892139479911</c:v>
                </c:pt>
                <c:pt idx="10360">
                  <c:v>94.484892139479911</c:v>
                </c:pt>
                <c:pt idx="10361">
                  <c:v>94.484836731678485</c:v>
                </c:pt>
                <c:pt idx="10362">
                  <c:v>94.485150709219852</c:v>
                </c:pt>
                <c:pt idx="10363">
                  <c:v>94.485169178486998</c:v>
                </c:pt>
                <c:pt idx="10364">
                  <c:v>94.485446217494101</c:v>
                </c:pt>
                <c:pt idx="10365">
                  <c:v>94.485464686761219</c:v>
                </c:pt>
                <c:pt idx="10366">
                  <c:v>94.485852541371159</c:v>
                </c:pt>
                <c:pt idx="10367">
                  <c:v>94.486000295508262</c:v>
                </c:pt>
                <c:pt idx="10368">
                  <c:v>94.486184988179673</c:v>
                </c:pt>
                <c:pt idx="10369">
                  <c:v>94.486258865248232</c:v>
                </c:pt>
                <c:pt idx="10370">
                  <c:v>94.486572842789613</c:v>
                </c:pt>
                <c:pt idx="10371">
                  <c:v>94.486443557919628</c:v>
                </c:pt>
                <c:pt idx="10372">
                  <c:v>94.486739066193863</c:v>
                </c:pt>
                <c:pt idx="10373">
                  <c:v>94.48666518912529</c:v>
                </c:pt>
                <c:pt idx="10374">
                  <c:v>94.487089982269495</c:v>
                </c:pt>
                <c:pt idx="10375">
                  <c:v>94.487145390070921</c:v>
                </c:pt>
                <c:pt idx="10376">
                  <c:v>94.487274674940906</c:v>
                </c:pt>
                <c:pt idx="10377">
                  <c:v>94.487588652482273</c:v>
                </c:pt>
                <c:pt idx="10378">
                  <c:v>94.487958037825052</c:v>
                </c:pt>
                <c:pt idx="10379">
                  <c:v>94.487810283687949</c:v>
                </c:pt>
                <c:pt idx="10380">
                  <c:v>94.487994976359332</c:v>
                </c:pt>
                <c:pt idx="10381">
                  <c:v>94.488031914893611</c:v>
                </c:pt>
                <c:pt idx="10382">
                  <c:v>94.488179669030743</c:v>
                </c:pt>
                <c:pt idx="10383">
                  <c:v>94.488142730496463</c:v>
                </c:pt>
                <c:pt idx="10384">
                  <c:v>94.488253546099301</c:v>
                </c:pt>
                <c:pt idx="10385">
                  <c:v>94.488031914893611</c:v>
                </c:pt>
                <c:pt idx="10386">
                  <c:v>94.488216607565008</c:v>
                </c:pt>
                <c:pt idx="10387">
                  <c:v>94.488253546099301</c:v>
                </c:pt>
                <c:pt idx="10388">
                  <c:v>94.488327423167846</c:v>
                </c:pt>
                <c:pt idx="10389">
                  <c:v>94.488198138297875</c:v>
                </c:pt>
                <c:pt idx="10390">
                  <c:v>94.488235076832154</c:v>
                </c:pt>
                <c:pt idx="10391">
                  <c:v>94.488327423167846</c:v>
                </c:pt>
                <c:pt idx="10392">
                  <c:v>94.488493646572095</c:v>
                </c:pt>
                <c:pt idx="10393">
                  <c:v>94.488770685579198</c:v>
                </c:pt>
                <c:pt idx="10394">
                  <c:v>94.489066193853418</c:v>
                </c:pt>
                <c:pt idx="10395">
                  <c:v>94.48921394799055</c:v>
                </c:pt>
                <c:pt idx="10396">
                  <c:v>94.489527925531917</c:v>
                </c:pt>
                <c:pt idx="10397">
                  <c:v>94.489583333333343</c:v>
                </c:pt>
                <c:pt idx="10398">
                  <c:v>94.489675679669034</c:v>
                </c:pt>
                <c:pt idx="10399">
                  <c:v>94.489454048463358</c:v>
                </c:pt>
                <c:pt idx="10400">
                  <c:v>94.489768026004725</c:v>
                </c:pt>
                <c:pt idx="10401">
                  <c:v>94.489860372340431</c:v>
                </c:pt>
                <c:pt idx="10402">
                  <c:v>94.489878841607577</c:v>
                </c:pt>
                <c:pt idx="10403">
                  <c:v>94.489934249408975</c:v>
                </c:pt>
                <c:pt idx="10404">
                  <c:v>94.49006353427896</c:v>
                </c:pt>
                <c:pt idx="10405">
                  <c:v>94.49006353427896</c:v>
                </c:pt>
                <c:pt idx="10406">
                  <c:v>94.490082003546107</c:v>
                </c:pt>
                <c:pt idx="10407">
                  <c:v>94.490082003546107</c:v>
                </c:pt>
                <c:pt idx="10408">
                  <c:v>94.490543735224591</c:v>
                </c:pt>
                <c:pt idx="10409">
                  <c:v>94.490728427895988</c:v>
                </c:pt>
                <c:pt idx="10410">
                  <c:v>94.491060874704488</c:v>
                </c:pt>
                <c:pt idx="10411">
                  <c:v>94.491023936170222</c:v>
                </c:pt>
                <c:pt idx="10412">
                  <c:v>94.491319444444457</c:v>
                </c:pt>
                <c:pt idx="10413">
                  <c:v>94.49150413711584</c:v>
                </c:pt>
                <c:pt idx="10414">
                  <c:v>94.491799645390074</c:v>
                </c:pt>
                <c:pt idx="10415">
                  <c:v>94.491781176122942</c:v>
                </c:pt>
                <c:pt idx="10416">
                  <c:v>94.492058215130029</c:v>
                </c:pt>
                <c:pt idx="10417">
                  <c:v>94.492169030732867</c:v>
                </c:pt>
                <c:pt idx="10418">
                  <c:v>94.492224438534279</c:v>
                </c:pt>
                <c:pt idx="10419">
                  <c:v>94.492150561465721</c:v>
                </c:pt>
                <c:pt idx="10420">
                  <c:v>94.492132092198574</c:v>
                </c:pt>
                <c:pt idx="10421">
                  <c:v>94.492169030732867</c:v>
                </c:pt>
                <c:pt idx="10422">
                  <c:v>94.492390661938543</c:v>
                </c:pt>
                <c:pt idx="10423">
                  <c:v>94.492316784869985</c:v>
                </c:pt>
                <c:pt idx="10424">
                  <c:v>94.492575354609926</c:v>
                </c:pt>
                <c:pt idx="10425">
                  <c:v>94.492279846335705</c:v>
                </c:pt>
                <c:pt idx="10426">
                  <c:v>94.492519946808514</c:v>
                </c:pt>
                <c:pt idx="10427">
                  <c:v>94.492815455082749</c:v>
                </c:pt>
                <c:pt idx="10428">
                  <c:v>94.492852393617028</c:v>
                </c:pt>
                <c:pt idx="10429">
                  <c:v>94.492796985815602</c:v>
                </c:pt>
                <c:pt idx="10430">
                  <c:v>94.493147901891263</c:v>
                </c:pt>
                <c:pt idx="10431">
                  <c:v>94.493092494089836</c:v>
                </c:pt>
                <c:pt idx="10432">
                  <c:v>94.493388002364071</c:v>
                </c:pt>
                <c:pt idx="10433">
                  <c:v>94.49362810283688</c:v>
                </c:pt>
                <c:pt idx="10434">
                  <c:v>94.49375738770685</c:v>
                </c:pt>
                <c:pt idx="10435">
                  <c:v>94.493831264775423</c:v>
                </c:pt>
                <c:pt idx="10436">
                  <c:v>94.493923611111114</c:v>
                </c:pt>
                <c:pt idx="10437">
                  <c:v>94.493794326241144</c:v>
                </c:pt>
                <c:pt idx="10438">
                  <c:v>94.494052895981099</c:v>
                </c:pt>
                <c:pt idx="10439">
                  <c:v>94.494089834515364</c:v>
                </c:pt>
                <c:pt idx="10440">
                  <c:v>94.494292996453908</c:v>
                </c:pt>
                <c:pt idx="10441">
                  <c:v>94.494108303782511</c:v>
                </c:pt>
                <c:pt idx="10442">
                  <c:v>94.494237588652481</c:v>
                </c:pt>
                <c:pt idx="10443">
                  <c:v>94.494348404255319</c:v>
                </c:pt>
                <c:pt idx="10444">
                  <c:v>94.494643912529554</c:v>
                </c:pt>
                <c:pt idx="10445">
                  <c:v>94.494514627659584</c:v>
                </c:pt>
                <c:pt idx="10446">
                  <c:v>94.494902482269509</c:v>
                </c:pt>
                <c:pt idx="10447">
                  <c:v>94.495234929078023</c:v>
                </c:pt>
                <c:pt idx="10448">
                  <c:v>94.49541962174942</c:v>
                </c:pt>
                <c:pt idx="10449">
                  <c:v>94.49541962174942</c:v>
                </c:pt>
                <c:pt idx="10450">
                  <c:v>94.495438091016553</c:v>
                </c:pt>
                <c:pt idx="10451">
                  <c:v>94.495530437352244</c:v>
                </c:pt>
                <c:pt idx="10452">
                  <c:v>94.495770537825067</c:v>
                </c:pt>
                <c:pt idx="10453">
                  <c:v>94.495622783687949</c:v>
                </c:pt>
                <c:pt idx="10454">
                  <c:v>94.495807476359346</c:v>
                </c:pt>
                <c:pt idx="10455">
                  <c:v>94.495789007092199</c:v>
                </c:pt>
                <c:pt idx="10456">
                  <c:v>94.496158392434992</c:v>
                </c:pt>
                <c:pt idx="10457">
                  <c:v>94.49626920803783</c:v>
                </c:pt>
                <c:pt idx="10458">
                  <c:v>94.496343085106389</c:v>
                </c:pt>
                <c:pt idx="10459">
                  <c:v>94.496343085106389</c:v>
                </c:pt>
                <c:pt idx="10460">
                  <c:v>94.496416962174948</c:v>
                </c:pt>
                <c:pt idx="10461">
                  <c:v>94.496564716312065</c:v>
                </c:pt>
                <c:pt idx="10462">
                  <c:v>94.496841755319153</c:v>
                </c:pt>
                <c:pt idx="10463">
                  <c:v>94.49647236997636</c:v>
                </c:pt>
                <c:pt idx="10464">
                  <c:v>94.496712470449168</c:v>
                </c:pt>
                <c:pt idx="10465">
                  <c:v>94.496897163120579</c:v>
                </c:pt>
                <c:pt idx="10466">
                  <c:v>94.496804816784874</c:v>
                </c:pt>
                <c:pt idx="10467">
                  <c:v>94.497100325059108</c:v>
                </c:pt>
                <c:pt idx="10468">
                  <c:v>94.497395833333343</c:v>
                </c:pt>
                <c:pt idx="10469">
                  <c:v>94.497321956264784</c:v>
                </c:pt>
                <c:pt idx="10470">
                  <c:v>94.497783687943254</c:v>
                </c:pt>
                <c:pt idx="10471">
                  <c:v>94.497820626477548</c:v>
                </c:pt>
                <c:pt idx="10472">
                  <c:v>94.49800531914893</c:v>
                </c:pt>
                <c:pt idx="10473">
                  <c:v>94.498153073286062</c:v>
                </c:pt>
                <c:pt idx="10474">
                  <c:v>94.498300827423179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073-4F13-9AD9-A6B8D7DC9D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41730943"/>
        <c:axId val="2141731423"/>
        <c:extLst/>
      </c:scatterChart>
      <c:valAx>
        <c:axId val="21417309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Time (min)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1731423"/>
        <c:crosses val="autoZero"/>
        <c:crossBetween val="midCat"/>
      </c:valAx>
      <c:valAx>
        <c:axId val="2141731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Weight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2">
                <a:lumMod val="40000"/>
                <a:lumOff val="6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17309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2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2"/>
    <cs:fontRef idx="minor">
      <a:schemeClr val="tx2"/>
    </cs:fontRef>
    <cs:spPr>
      <a:ln w="9525">
        <a:solidFill>
          <a:schemeClr val="phClr"/>
        </a:solidFill>
        <a:round/>
      </a:ln>
    </cs:spPr>
  </cs:dataPointMarker>
  <cs:dataPointMarkerLayout symbol="circle" size="5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spPr>
      <a:ln>
        <a:solidFill>
          <a:schemeClr val="tx2">
            <a:lumMod val="40000"/>
            <a:lumOff val="60000"/>
          </a:schemeClr>
        </a:solidFill>
      </a:ln>
    </cs:spPr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60425-4122-45F0-8825-DFC1B24BF182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DE88-0A38-41C1-B3B5-0BFA00A78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10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nano.com/all/characterization/ftir/ftir-functional-group-search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anano.com/all/characterization/ftir/ftir-functional-group-search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“Thermal Decomposition analysis of AEPS soft goods”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A4E64-DDAA-43AC-8FE7-D462445BDE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5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FTIR Functional Group Database Table with Search – </a:t>
            </a:r>
            <a:r>
              <a:rPr lang="en-US" dirty="0" err="1">
                <a:hlinkClick r:id="rId3"/>
              </a:rPr>
              <a:t>InstaNANO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54EB-D9FA-4FF6-89AB-9B275A76A9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2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B3709-2CED-F190-4A37-B6080426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058F7-860E-9FC2-BBF3-1B5AE2718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C3E90-C397-CA24-1D1B-48092E01B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FTIR Functional Group Database Table with Search – </a:t>
            </a:r>
            <a:r>
              <a:rPr lang="en-US" dirty="0" err="1">
                <a:hlinkClick r:id="rId3"/>
              </a:rPr>
              <a:t>InstaNANO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7E7D3-358C-3A0F-BCD1-C9A29C361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E54EB-D9FA-4FF6-89AB-9B275A76A9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9D27B-AC29-16C4-7509-9D41E70D0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E3ED1-FD1E-DEB9-C0D6-CD631B7EC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E97E9-54ED-DF1A-85A2-5CE6D491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9BFD-BB10-DDE7-4672-C501953C6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766E0-C2E0-7633-3FF7-A978835C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6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2113F-FC68-12E3-00BE-DA9FA0968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397D-2837-C7E5-1ED5-9C0EA64A7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A9BAD-9FAA-0B26-3808-7BD3D86B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419B-7772-70C9-A9F0-A8FB1D58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9B5EA-A59A-F7BC-A73B-D4D10F76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23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0DB4-1186-B8AA-BBEC-1712D874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673B5-9237-8667-ACA8-E0DB9650D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61C59-CC8E-0031-EC13-C9AD4FDF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911A3-5E3C-3476-01B7-EE20571A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EE6F3-2B58-B088-BC1E-8D6CB2A40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3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1217-DE2B-FDA4-5164-C73A18E3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86F81-B6E1-40E2-6FE8-93E4BBC5D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CCB4E-3544-62AF-7446-809D1DA6B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9DB7F-936F-4CEA-C954-B55520FCC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285B4-C457-3983-9F0F-2115DAB8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27B3C-E962-75B3-B6DE-BBAAC40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66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BCAF0-5101-EDC3-DE5C-34DDC50F4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61D7C-D92D-4393-2442-2472814EA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66F2C-BD82-9D84-6D22-97D774911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27AB1-263A-C530-8F39-772B9D4A1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D8342-D934-F107-669D-6EB70F605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C9C90-797E-63A0-53D6-4D12683A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06846-482E-4923-B9DB-DA441D94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4B132-801B-B656-1A41-BE040876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9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BA696-4B76-5BFE-466E-1D958E960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909CE-9200-4476-34B4-8B95F586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B36BC-9A02-ACFF-B484-262FB3AC5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2F62E-F093-D284-6987-1B26528EA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9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F0084-2E56-4231-5FCA-17935623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BC0A5-4F51-3CF0-CB77-E7CD8E27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3DED7-01E4-4467-4F8C-5C35E330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1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01EC-7894-E7CD-7767-C689888B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E0E83-55DA-B2E6-67FD-302BC93B3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94211-BFD1-2748-2F2B-AC09126AF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7FABA-79D9-8DCD-7770-5F92B3AE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10C50-7CAE-B4D6-A592-04B040D91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E7CAF-AB35-F47F-E154-CE46043AB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9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ADE8-7180-7A10-FA0D-4AF3C2E3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3F8FD-72DE-898E-B682-0A9C7B654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B6274-A2FD-55F1-9807-00B46A048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FF75F-A622-34D7-2CEB-DCAAE327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7A6F8-8791-72A4-3D69-5C38D177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E2FD6-735F-6194-3E1F-35387B7B5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2D20-0A31-F3DD-5278-0E721BD3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C7EFD-DF34-42FD-72C4-51EB95748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81E3F-B6EB-4FF9-F4AD-5314ED42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4180A-23C6-7335-83C6-83993BFE6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86A6C-A777-5DD5-29D1-9C8C3F0B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FC96C9-6853-2310-660A-3D0C4945A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F04A6-475A-4DAB-932E-9F09D52B1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8D9F-4ACC-0D3A-2C53-A43577C9D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E914F-CEBD-1F91-43D4-A2FBF22A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A22AE-971E-6728-11D8-FE48540B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3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B9764-6A8B-A974-F05B-AC385B3C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EEC38-3C43-1926-BB22-4E0465A8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913C3-B4D1-8DDA-3E8A-16363EBA3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E1C3E-7CEC-41B7-A054-35E490DD74F9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B4E98-F798-337F-C811-AC05190D6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801CA-E357-409D-0C24-184B3CFE0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42DE24-F767-4E54-B8CF-EECC4975C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6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atellite&#10;&#10;AI-generated content may be incorrect.">
            <a:extLst>
              <a:ext uri="{FF2B5EF4-FFF2-40B4-BE49-F238E27FC236}">
                <a16:creationId xmlns:a16="http://schemas.microsoft.com/office/drawing/2014/main" id="{3E31CF85-96E0-C40D-866B-90E108C3CF4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040" b="13373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3CDFFE-043A-47F3-AFEA-25A125D42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998" y="4399745"/>
            <a:ext cx="6870002" cy="927988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Analysis: Thermal Gap Filler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FCA85-97B9-08BC-FBC0-7AC18219B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9998" y="5256712"/>
            <a:ext cx="5251307" cy="927989"/>
          </a:xfrm>
        </p:spPr>
        <p:txBody>
          <a:bodyPr anchor="b">
            <a:normAutofit fontScale="77500" lnSpcReduction="2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Kim, Advanced Polymeric Materials Branch Intern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Witold Fuchs, </a:t>
            </a:r>
            <a:r>
              <a:rPr lang="en-US" sz="2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Ph.D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Advanced Polymeric Materials Branch, M&amp;P Technical Lead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20303F-645E-71A0-AE3A-2C9E4B26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82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4C2CE-6320-7A02-CE90-94EB9870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Bottom-line up front (BLUF)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36693-2935-3C5F-88DB-6DF718B20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Identify the material composition of Thermal Gap Filler</a:t>
            </a:r>
          </a:p>
          <a:p>
            <a:r>
              <a:rPr lang="en-US" b="1" dirty="0"/>
              <a:t>Instruments: </a:t>
            </a:r>
            <a:r>
              <a:rPr lang="en-US" dirty="0"/>
              <a:t>FTIR, TGA, Outgassing</a:t>
            </a:r>
          </a:p>
          <a:p>
            <a:r>
              <a:rPr lang="en-US" b="1" dirty="0"/>
              <a:t>Conclusion: </a:t>
            </a:r>
            <a:r>
              <a:rPr lang="en-US" dirty="0"/>
              <a:t>The binder material is most likely polyester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F8CFAD6-F783-D5A4-52F6-5DA318FC9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83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CC3E50-BFF9-A4C1-6CEF-8477C9376B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0373112"/>
              </p:ext>
            </p:extLst>
          </p:nvPr>
        </p:nvGraphicFramePr>
        <p:xfrm>
          <a:off x="1070792" y="863600"/>
          <a:ext cx="10447487" cy="53242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201EA5-9B8C-C205-6142-9A159DDF7BA6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048502" y="2294467"/>
            <a:ext cx="165101" cy="1367019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FCE4D-4A75-B69B-BAE1-E1525833D8DC}"/>
              </a:ext>
            </a:extLst>
          </p:cNvPr>
          <p:cNvCxnSpPr>
            <a:cxnSpLocks/>
          </p:cNvCxnSpPr>
          <p:nvPr/>
        </p:nvCxnSpPr>
        <p:spPr>
          <a:xfrm>
            <a:off x="7868597" y="1265052"/>
            <a:ext cx="0" cy="4593881"/>
          </a:xfrm>
          <a:prstGeom prst="line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54CDC6F-83FF-782F-687F-63B8B42443F5}"/>
              </a:ext>
            </a:extLst>
          </p:cNvPr>
          <p:cNvSpPr txBox="1"/>
          <p:nvPr/>
        </p:nvSpPr>
        <p:spPr>
          <a:xfrm>
            <a:off x="104510" y="143616"/>
            <a:ext cx="10316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Fourier Transform Infrared spectroscopy (FTIR)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ACD20-FA13-0A98-18D5-8520DD6EEE64}"/>
              </a:ext>
            </a:extLst>
          </p:cNvPr>
          <p:cNvSpPr txBox="1"/>
          <p:nvPr/>
        </p:nvSpPr>
        <p:spPr>
          <a:xfrm>
            <a:off x="4478867" y="3661486"/>
            <a:ext cx="5139269" cy="1021556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Comparing to known spectra of polymer: The associated peak at around ~1750 cm-1at ester position, </a:t>
            </a:r>
            <a:r>
              <a:rPr lang="en-US" b="1" dirty="0"/>
              <a:t>indicates C=O bond (Carbonyl)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F80E5-FA8B-FA25-19FD-6449D7F0FFD6}"/>
              </a:ext>
            </a:extLst>
          </p:cNvPr>
          <p:cNvSpPr txBox="1"/>
          <p:nvPr/>
        </p:nvSpPr>
        <p:spPr>
          <a:xfrm>
            <a:off x="3819851" y="6068053"/>
            <a:ext cx="4552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/>
              <a:t>Shamsun</a:t>
            </a:r>
            <a:r>
              <a:rPr lang="en-US" sz="900" i="1" dirty="0"/>
              <a:t> Nahar, Sultana &amp; Rahaman, Md </a:t>
            </a:r>
            <a:r>
              <a:rPr lang="en-US" sz="900" i="1" dirty="0" err="1"/>
              <a:t>Samsur</a:t>
            </a:r>
            <a:r>
              <a:rPr lang="en-US" sz="900" i="1" dirty="0"/>
              <a:t> &amp; </a:t>
            </a:r>
            <a:r>
              <a:rPr lang="en-US" sz="900" i="1" dirty="0" err="1"/>
              <a:t>Samadder</a:t>
            </a:r>
            <a:r>
              <a:rPr lang="en-US" sz="900" i="1" dirty="0"/>
              <a:t>, Rajib &amp; Rahaman, Faisal S &amp; Chadni, R. &amp; Khan, Mubarak. (2022). A Modified Hydrolysis Method of Decolorizing Reactive-Dyed Polycotton Waste Fabric and Extraction of Terephthalic Acid: A Perspective to Reduce Textile Solid Waste.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B97D80-9206-3394-4506-CC5590E06D36}"/>
              </a:ext>
            </a:extLst>
          </p:cNvPr>
          <p:cNvSpPr/>
          <p:nvPr/>
        </p:nvSpPr>
        <p:spPr>
          <a:xfrm>
            <a:off x="1667961" y="3032188"/>
            <a:ext cx="2463775" cy="493513"/>
          </a:xfrm>
          <a:prstGeom prst="roundRect">
            <a:avLst/>
          </a:prstGeom>
          <a:solidFill>
            <a:srgbClr val="0067B6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kern="1200" dirty="0"/>
              <a:t>Asymmetrical C-H Stretching (CH3)</a:t>
            </a:r>
          </a:p>
          <a:p>
            <a:pPr algn="ctr"/>
            <a:r>
              <a:rPr lang="en-US" kern="1200" dirty="0"/>
              <a:t>At around ~2920 cm-1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1A483A-3512-A96E-2D29-C385B7EE1F97}"/>
              </a:ext>
            </a:extLst>
          </p:cNvPr>
          <p:cNvSpPr/>
          <p:nvPr/>
        </p:nvSpPr>
        <p:spPr>
          <a:xfrm>
            <a:off x="4673627" y="2431055"/>
            <a:ext cx="2463775" cy="493513"/>
          </a:xfrm>
          <a:prstGeom prst="roundRect">
            <a:avLst/>
          </a:prstGeom>
          <a:solidFill>
            <a:srgbClr val="0067B6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</a:t>
            </a:r>
            <a:r>
              <a:rPr lang="en-US" kern="1200" dirty="0"/>
              <a:t>ymmetrical C-H Stretching (CH2)</a:t>
            </a:r>
          </a:p>
          <a:p>
            <a:pPr algn="ctr"/>
            <a:r>
              <a:rPr lang="en-US" kern="1200" dirty="0"/>
              <a:t>At around ~2850 cm-1 </a:t>
            </a:r>
          </a:p>
        </p:txBody>
      </p:sp>
      <p:pic>
        <p:nvPicPr>
          <p:cNvPr id="1028" name="Picture 4" descr="FTIR spectra of (a) TPA (red) and polyester (black) and (b) PCWF (red) and SCF (black).">
            <a:extLst>
              <a:ext uri="{FF2B5EF4-FFF2-40B4-BE49-F238E27FC236}">
                <a16:creationId xmlns:a16="http://schemas.microsoft.com/office/drawing/2014/main" id="{6DA810D0-2C7A-6604-8ED2-FE0FD5FDC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42"/>
          <a:stretch>
            <a:fillRect/>
          </a:stretch>
        </p:blipFill>
        <p:spPr bwMode="auto">
          <a:xfrm>
            <a:off x="204394" y="3649309"/>
            <a:ext cx="3615458" cy="301756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F99D301B-F7E1-BD6F-DDD4-ABB858F88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563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389D2-DC8C-FDBC-6587-2CE84D18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4C475C1-91AD-501E-019F-3B36A714D0C7}"/>
              </a:ext>
            </a:extLst>
          </p:cNvPr>
          <p:cNvSpPr txBox="1"/>
          <p:nvPr/>
        </p:nvSpPr>
        <p:spPr>
          <a:xfrm>
            <a:off x="104510" y="143616"/>
            <a:ext cx="7945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Thermogravimetric Analysis (TGA) Results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9197B6D-E316-774F-A124-EBF2D3E50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406983"/>
              </p:ext>
            </p:extLst>
          </p:nvPr>
        </p:nvGraphicFramePr>
        <p:xfrm>
          <a:off x="3522133" y="781509"/>
          <a:ext cx="8594031" cy="5217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6" name="Picture 2" descr="Diagram, engineering drawing&#10;&#10;AI-generated content may be incorrect.">
            <a:extLst>
              <a:ext uri="{FF2B5EF4-FFF2-40B4-BE49-F238E27FC236}">
                <a16:creationId xmlns:a16="http://schemas.microsoft.com/office/drawing/2014/main" id="{352EDA03-C115-4A0B-3060-6092A5D9C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78" y="1888063"/>
            <a:ext cx="3467359" cy="27031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E2B9D-3D98-BD08-43B8-39B779BBC823}"/>
              </a:ext>
            </a:extLst>
          </p:cNvPr>
          <p:cNvSpPr txBox="1"/>
          <p:nvPr/>
        </p:nvSpPr>
        <p:spPr>
          <a:xfrm>
            <a:off x="118960" y="4591188"/>
            <a:ext cx="34673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Ferreira, Marcos Vinícius &amp; Neves, Anna &amp; Oliveira, Caroline &amp; </a:t>
            </a:r>
            <a:r>
              <a:rPr lang="en-US" sz="900" i="1" dirty="0" err="1"/>
              <a:t>Perissé</a:t>
            </a:r>
            <a:r>
              <a:rPr lang="en-US" sz="900" i="1" dirty="0"/>
              <a:t> Duarte Lopes, Felipe &amp; </a:t>
            </a:r>
            <a:r>
              <a:rPr lang="en-US" sz="900" i="1" dirty="0" err="1"/>
              <a:t>Margem</a:t>
            </a:r>
            <a:r>
              <a:rPr lang="en-US" sz="900" i="1" dirty="0"/>
              <a:t>, Frederico &amp; Vieira, Carlos Maurício &amp; Monteiro, Sergio. (2017). Thermogravimetric characterization of polyester matrix composites reinforced with eucalyptus fibers.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4A2C5A-A016-02FC-9629-C394F6F5F465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947619" y="3937000"/>
            <a:ext cx="1011981" cy="2062295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34B84A-4565-E635-3B58-E4848AAF3354}"/>
              </a:ext>
            </a:extLst>
          </p:cNvPr>
          <p:cNvSpPr txBox="1"/>
          <p:nvPr/>
        </p:nvSpPr>
        <p:spPr>
          <a:xfrm>
            <a:off x="4199037" y="5999295"/>
            <a:ext cx="3497163" cy="715089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TGA result shows similar trend to neat polyester</a:t>
            </a:r>
            <a:endParaRPr lang="en-US" b="1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E30A91-046C-317F-B0BC-426AFCED5E38}"/>
              </a:ext>
            </a:extLst>
          </p:cNvPr>
          <p:cNvSpPr/>
          <p:nvPr/>
        </p:nvSpPr>
        <p:spPr>
          <a:xfrm>
            <a:off x="3708804" y="4591188"/>
            <a:ext cx="736600" cy="52493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7DC980-7762-FCC6-4832-7471FAA4C15C}"/>
              </a:ext>
            </a:extLst>
          </p:cNvPr>
          <p:cNvSpPr/>
          <p:nvPr/>
        </p:nvSpPr>
        <p:spPr>
          <a:xfrm>
            <a:off x="2930474" y="2904067"/>
            <a:ext cx="736600" cy="524933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28349A-E32C-D570-7B6F-13EFC78622AE}"/>
              </a:ext>
            </a:extLst>
          </p:cNvPr>
          <p:cNvCxnSpPr/>
          <p:nvPr/>
        </p:nvCxnSpPr>
        <p:spPr>
          <a:xfrm>
            <a:off x="4467174" y="4853654"/>
            <a:ext cx="8317493" cy="0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>
            <a:extLst>
              <a:ext uri="{FF2B5EF4-FFF2-40B4-BE49-F238E27FC236}">
                <a16:creationId xmlns:a16="http://schemas.microsoft.com/office/drawing/2014/main" id="{2CD96797-7C3F-4AC3-D0D7-514DE9EFB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97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D5553-1598-F8FD-92EC-7166D672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3613-7AD1-FD6C-8040-FE68E7AB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DAAB8-B8CD-D0CB-918B-0430F06A6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FTIR results show that the material is organic with C-H and C=O bonding. By comparing the positions of distinct peaks against known spectra, the material contains polyester-based filler.</a:t>
            </a:r>
          </a:p>
          <a:p>
            <a:r>
              <a:rPr lang="en-US" dirty="0"/>
              <a:t>TGA results further confirms the typical behavior of polyester.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4E839E-BFC3-2174-E6C8-EFE42D346BA6}"/>
              </a:ext>
            </a:extLst>
          </p:cNvPr>
          <p:cNvSpPr/>
          <p:nvPr/>
        </p:nvSpPr>
        <p:spPr>
          <a:xfrm>
            <a:off x="1003299" y="5012267"/>
            <a:ext cx="10185401" cy="762001"/>
          </a:xfrm>
          <a:prstGeom prst="roundRect">
            <a:avLst/>
          </a:prstGeom>
          <a:solidFill>
            <a:srgbClr val="0067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/>
              <a:t>The material is most likely contains polyester-based filler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B7E3652-7A15-B0F3-4BE8-2A7F47A4D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522" y="162009"/>
            <a:ext cx="853729" cy="72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912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366</Words>
  <Application>Microsoft Office PowerPoint</Application>
  <PresentationFormat>Widescreen</PresentationFormat>
  <Paragraphs>41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Material Analysis: Thermal Gap Filler</vt:lpstr>
      <vt:lpstr>Bottom-line up front (BLUF)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Jean (GRC-LMN0)[Intern]</dc:creator>
  <cp:lastModifiedBy>Kim, Jean (GRC-LMN0)[Intern]</cp:lastModifiedBy>
  <cp:revision>1</cp:revision>
  <dcterms:created xsi:type="dcterms:W3CDTF">2026-08-19T20:40:07Z</dcterms:created>
  <dcterms:modified xsi:type="dcterms:W3CDTF">2026-08-19T20:42:33Z</dcterms:modified>
</cp:coreProperties>
</file>